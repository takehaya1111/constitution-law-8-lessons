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4.svg" ContentType="image/svg+xml"/>
  <Override PartName="/ppt/media/image16.svg" ContentType="image/svg+xml"/>
  <Override PartName="/ppt/media/image18.svg" ContentType="image/svg+xml"/>
  <Override PartName="/ppt/media/image2.svg" ContentType="image/svg+xml"/>
  <Override PartName="/ppt/media/image22.svg" ContentType="image/svg+xml"/>
  <Override PartName="/ppt/media/image24.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4.svg" ContentType="image/svg+xml"/>
  <Override PartName="/ppt/media/image41.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51.svg" ContentType="image/svg+xml"/>
  <Override PartName="/ppt/media/image53.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8"/>
  </p:notesMasterIdLst>
  <p:handoutMasterIdLst>
    <p:handoutMasterId r:id="rId72"/>
  </p:handoutMasterIdLst>
  <p:sldIdLst>
    <p:sldId id="360" r:id="rId5"/>
    <p:sldId id="434" r:id="rId6"/>
    <p:sldId id="664" r:id="rId7"/>
    <p:sldId id="666" r:id="rId9"/>
    <p:sldId id="667" r:id="rId10"/>
    <p:sldId id="668" r:id="rId11"/>
    <p:sldId id="670" r:id="rId12"/>
    <p:sldId id="671" r:id="rId13"/>
    <p:sldId id="672" r:id="rId14"/>
    <p:sldId id="674" r:id="rId15"/>
    <p:sldId id="675" r:id="rId16"/>
    <p:sldId id="676" r:id="rId17"/>
    <p:sldId id="677" r:id="rId18"/>
    <p:sldId id="679" r:id="rId19"/>
    <p:sldId id="681" r:id="rId20"/>
    <p:sldId id="685" r:id="rId21"/>
    <p:sldId id="684" r:id="rId22"/>
    <p:sldId id="686" r:id="rId23"/>
    <p:sldId id="687" r:id="rId24"/>
    <p:sldId id="691" r:id="rId25"/>
    <p:sldId id="693" r:id="rId26"/>
    <p:sldId id="696" r:id="rId27"/>
    <p:sldId id="698" r:id="rId28"/>
    <p:sldId id="700" r:id="rId29"/>
    <p:sldId id="701" r:id="rId30"/>
    <p:sldId id="703" r:id="rId31"/>
    <p:sldId id="704" r:id="rId32"/>
    <p:sldId id="705" r:id="rId33"/>
    <p:sldId id="708" r:id="rId34"/>
    <p:sldId id="709" r:id="rId35"/>
    <p:sldId id="716" r:id="rId36"/>
    <p:sldId id="719" r:id="rId37"/>
    <p:sldId id="720" r:id="rId38"/>
    <p:sldId id="721" r:id="rId39"/>
    <p:sldId id="722" r:id="rId40"/>
    <p:sldId id="723" r:id="rId41"/>
    <p:sldId id="724" r:id="rId42"/>
    <p:sldId id="725" r:id="rId43"/>
    <p:sldId id="733" r:id="rId44"/>
    <p:sldId id="727" r:id="rId45"/>
    <p:sldId id="728" r:id="rId46"/>
    <p:sldId id="729" r:id="rId47"/>
    <p:sldId id="732" r:id="rId48"/>
    <p:sldId id="734" r:id="rId49"/>
    <p:sldId id="735" r:id="rId50"/>
    <p:sldId id="738" r:id="rId51"/>
    <p:sldId id="740" r:id="rId52"/>
    <p:sldId id="741" r:id="rId53"/>
    <p:sldId id="742" r:id="rId54"/>
    <p:sldId id="743" r:id="rId55"/>
    <p:sldId id="744" r:id="rId56"/>
    <p:sldId id="745" r:id="rId57"/>
    <p:sldId id="746" r:id="rId58"/>
    <p:sldId id="747" r:id="rId59"/>
    <p:sldId id="748" r:id="rId60"/>
    <p:sldId id="750" r:id="rId61"/>
    <p:sldId id="751" r:id="rId62"/>
    <p:sldId id="753" r:id="rId63"/>
    <p:sldId id="755" r:id="rId64"/>
    <p:sldId id="757" r:id="rId65"/>
    <p:sldId id="759" r:id="rId66"/>
    <p:sldId id="760" r:id="rId67"/>
    <p:sldId id="761" r:id="rId68"/>
    <p:sldId id="764" r:id="rId69"/>
    <p:sldId id="766" r:id="rId70"/>
    <p:sldId id="433" r:id="rId71"/>
  </p:sldIdLst>
  <p:sldSz cx="12192000" cy="6858000"/>
  <p:notesSz cx="6858000" cy="9144000"/>
  <p:custDataLst>
    <p:tags r:id="rId7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_1679281038" initials="W" lastIdx="0" clrIdx="0"/>
  <p:cmAuthor id="2" name="123" initials="1" lastIdx="0" clrIdx="1"/>
  <p:cmAuthor id="3" name="作者" initials="A" lastIdx="0" clrIdx="2"/>
  <p:cmAuthor id="4" name="幸全" initials="幸全" lastIdx="0" clrIdx="3"/>
  <p:cmAuthor id="5" name="熊仪_aYju7RJj" initials="熊" lastIdx="0" clrIdx="4"/>
  <p:cmAuthor id="6" name="yifei" initials="y" lastIdx="0" clrIdx="5"/>
  <p:cmAuthor id="7" name="ADMIN" initials="A" lastIdx="0" clrIdx="6"/>
  <p:cmAuthor id="8" name="zhouzean" initials="z" lastIdx="0" clrIdx="7"/>
  <p:cmAuthor id="9" name="李鹏飞_6bQfzI3a" initials="李" lastIdx="0" clrIdx="8"/>
  <p:cmAuthor id="10" name="李晓菲_MZFnUzi6" initials="李" lastIdx="0" clrIdx="9"/>
  <p:cmAuthor id="11" name="小珞_QjMfU7FR" initials="小" lastIdx="0" clrIdx="10"/>
  <p:cmAuthor id="12" name="骆倩怡_Znauj26B" initials="authorId_382814100" lastIdx="0" clrIdx="1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D41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varScale="1">
        <p:scale>
          <a:sx n="82" d="100"/>
          <a:sy n="82" d="100"/>
        </p:scale>
        <p:origin x="79" y="9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notesMaster" Target="notesMasters/notesMaster1.xml"/><Relationship Id="rId77" Type="http://schemas.openxmlformats.org/officeDocument/2006/relationships/tags" Target="tags/tag847.xml"/><Relationship Id="rId76" Type="http://schemas.openxmlformats.org/officeDocument/2006/relationships/commentAuthors" Target="commentAuthors.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handoutMaster" Target="handoutMasters/handoutMaster1.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7EAE5C4-0DEC-4E7A-9906-BD05543582D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7EAE5C4-0DEC-4E7A-9906-BD05543582DB}"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7EAE5C4-0DEC-4E7A-9906-BD05543582DB}"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7EAE5C4-0DEC-4E7A-9906-BD05543582DB}"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7EAE5C4-0DEC-4E7A-9906-BD05543582DB}"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7EAE5C4-0DEC-4E7A-9906-BD05543582DB}"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7EAE5C4-0DEC-4E7A-9906-BD05543582DB}"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C74111-FE09-45D0-92F5-E11C30BFC8B6}"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F01B088-4959-4BDA-A2D1-734C193972F1}"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7EAE5C4-0DEC-4E7A-9906-BD05543582DB}"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solidFill>
                <a:schemeClr val="accent1">
                  <a:lumMod val="75000"/>
                </a:schemeClr>
              </a:solidFill>
            </a:endParaRPr>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8" Type="http://schemas.openxmlformats.org/officeDocument/2006/relationships/tags" Target="../tags/tag50.xml"/><Relationship Id="rId17" Type="http://schemas.openxmlformats.org/officeDocument/2006/relationships/tags" Target="../tags/tag49.xml"/><Relationship Id="rId16" Type="http://schemas.openxmlformats.org/officeDocument/2006/relationships/tags" Target="../tags/tag48.xml"/><Relationship Id="rId15" Type="http://schemas.openxmlformats.org/officeDocument/2006/relationships/tags" Target="../tags/tag47.xml"/><Relationship Id="rId14" Type="http://schemas.openxmlformats.org/officeDocument/2006/relationships/tags" Target="../tags/tag46.xml"/><Relationship Id="rId13" Type="http://schemas.openxmlformats.org/officeDocument/2006/relationships/tags" Target="../tags/tag45.xml"/><Relationship Id="rId12" Type="http://schemas.openxmlformats.org/officeDocument/2006/relationships/tags" Target="../tags/tag44.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9" Type="http://schemas.openxmlformats.org/officeDocument/2006/relationships/tags" Target="../tags/tag98.xml"/><Relationship Id="rId18" Type="http://schemas.openxmlformats.org/officeDocument/2006/relationships/tags" Target="../tags/tag97.xml"/><Relationship Id="rId17" Type="http://schemas.openxmlformats.org/officeDocument/2006/relationships/tags" Target="../tags/tag96.xml"/><Relationship Id="rId16" Type="http://schemas.openxmlformats.org/officeDocument/2006/relationships/tags" Target="../tags/tag95.xml"/><Relationship Id="rId15" Type="http://schemas.openxmlformats.org/officeDocument/2006/relationships/tags" Target="../tags/tag94.xml"/><Relationship Id="rId14" Type="http://schemas.openxmlformats.org/officeDocument/2006/relationships/tags" Target="../tags/tag93.xml"/><Relationship Id="rId13" Type="http://schemas.openxmlformats.org/officeDocument/2006/relationships/tags" Target="../tags/tag92.xml"/><Relationship Id="rId12" Type="http://schemas.openxmlformats.org/officeDocument/2006/relationships/tags" Target="../tags/tag91.xml"/><Relationship Id="rId11" Type="http://schemas.openxmlformats.org/officeDocument/2006/relationships/tags" Target="../tags/tag90.xml"/><Relationship Id="rId10" Type="http://schemas.openxmlformats.org/officeDocument/2006/relationships/tags" Target="../tags/tag89.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33" name="矩形 32"/>
          <p:cNvSpPr/>
          <p:nvPr>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p:cNvSpPr/>
          <p:nvPr>
            <p:custDataLst>
              <p:tags r:id="rId3"/>
            </p:custDataLst>
          </p:nvPr>
        </p:nvSpPr>
        <p:spPr>
          <a:xfrm>
            <a:off x="6919595" y="0"/>
            <a:ext cx="5272405" cy="48736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20000"/>
              <a:lumOff val="80000"/>
              <a:alpha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p:cNvSpPr/>
          <p:nvPr>
            <p:custDataLst>
              <p:tags r:id="rId4"/>
            </p:custDataLst>
          </p:nvPr>
        </p:nvSpPr>
        <p:spPr>
          <a:xfrm>
            <a:off x="8441055" y="0"/>
            <a:ext cx="3750945" cy="36417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bg1">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15" name="直接连接符 14"/>
          <p:cNvCxnSpPr/>
          <p:nvPr>
            <p:custDataLst>
              <p:tags r:id="rId5"/>
            </p:custDataLst>
          </p:nvPr>
        </p:nvCxnSpPr>
        <p:spPr>
          <a:xfrm>
            <a:off x="1069698" y="688340"/>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6"/>
            </p:custDataLst>
          </p:nvPr>
        </p:nvCxnSpPr>
        <p:spPr>
          <a:xfrm>
            <a:off x="1069698" y="75755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7"/>
            </p:custDataLst>
          </p:nvPr>
        </p:nvCxnSpPr>
        <p:spPr>
          <a:xfrm>
            <a:off x="1069698" y="82613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3" name="椭圆 22"/>
          <p:cNvSpPr/>
          <p:nvPr>
            <p:custDataLst>
              <p:tags r:id="rId8"/>
            </p:custDataLst>
          </p:nvPr>
        </p:nvSpPr>
        <p:spPr>
          <a:xfrm>
            <a:off x="6892945" y="969581"/>
            <a:ext cx="288925" cy="288925"/>
          </a:xfrm>
          <a:prstGeom prst="ellipse">
            <a:avLst/>
          </a:prstGeom>
          <a:gradFill flip="none" rotWithShape="1">
            <a:gsLst>
              <a:gs pos="1300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5" name="椭圆 24"/>
          <p:cNvSpPr/>
          <p:nvPr>
            <p:custDataLst>
              <p:tags r:id="rId9"/>
            </p:custDataLst>
          </p:nvPr>
        </p:nvSpPr>
        <p:spPr>
          <a:xfrm>
            <a:off x="9102739" y="4021926"/>
            <a:ext cx="808355" cy="808355"/>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6" name="任意多边形: 形状 25"/>
          <p:cNvSpPr/>
          <p:nvPr>
            <p:custDataLst>
              <p:tags r:id="rId10"/>
            </p:custDataLst>
          </p:nvPr>
        </p:nvSpPr>
        <p:spPr>
          <a:xfrm>
            <a:off x="9963150" y="0"/>
            <a:ext cx="2228850" cy="2164080"/>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60000"/>
              <a:lumOff val="40000"/>
              <a:alpha val="1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图形 24"/>
          <p:cNvSpPr/>
          <p:nvPr>
            <p:custDataLst>
              <p:tags r:id="rId11"/>
            </p:custDataLst>
          </p:nvPr>
        </p:nvSpPr>
        <p:spPr>
          <a:xfrm>
            <a:off x="9963150" y="589915"/>
            <a:ext cx="2228850" cy="1643380"/>
          </a:xfrm>
          <a:custGeom>
            <a:avLst/>
            <a:gdLst>
              <a:gd name="connsiteX0" fmla="*/ 305151 w 1622268"/>
              <a:gd name="connsiteY0" fmla="*/ 689 h 1196098"/>
              <a:gd name="connsiteX1" fmla="*/ 532418 w 1622268"/>
              <a:gd name="connsiteY1" fmla="*/ 142707 h 1196098"/>
              <a:gd name="connsiteX2" fmla="*/ 1579882 w 1622268"/>
              <a:gd name="connsiteY2" fmla="*/ 601241 h 1196098"/>
              <a:gd name="connsiteX3" fmla="*/ 1622269 w 1622268"/>
              <a:gd name="connsiteY3" fmla="*/ 589430 h 1196098"/>
              <a:gd name="connsiteX4" fmla="*/ 1622269 w 1622268"/>
              <a:gd name="connsiteY4" fmla="*/ 1173217 h 1196098"/>
              <a:gd name="connsiteX5" fmla="*/ 1567976 w 1622268"/>
              <a:gd name="connsiteY5" fmla="*/ 1183123 h 1196098"/>
              <a:gd name="connsiteX6" fmla="*/ 970282 w 1622268"/>
              <a:gd name="connsiteY6" fmla="*/ 1143118 h 1196098"/>
              <a:gd name="connsiteX7" fmla="*/ 38261 w 1622268"/>
              <a:gd name="connsiteY7" fmla="*/ 427981 h 1196098"/>
              <a:gd name="connsiteX8" fmla="*/ 142655 w 1622268"/>
              <a:gd name="connsiteY8" fmla="*/ 38313 h 1196098"/>
              <a:gd name="connsiteX9" fmla="*/ 305151 w 1622268"/>
              <a:gd name="connsiteY9" fmla="*/ 689 h 1196098"/>
              <a:gd name="connsiteX10" fmla="*/ 305151 w 1622268"/>
              <a:gd name="connsiteY10" fmla="*/ 689 h 119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22268" h="1196098">
                <a:moveTo>
                  <a:pt x="305151" y="689"/>
                </a:moveTo>
                <a:cubicBezTo>
                  <a:pt x="396496" y="7166"/>
                  <a:pt x="483174" y="57363"/>
                  <a:pt x="532418" y="142707"/>
                </a:cubicBezTo>
                <a:cubicBezTo>
                  <a:pt x="748445" y="516849"/>
                  <a:pt x="1178975" y="691538"/>
                  <a:pt x="1579882" y="601241"/>
                </a:cubicBezTo>
                <a:lnTo>
                  <a:pt x="1622269" y="589430"/>
                </a:lnTo>
                <a:lnTo>
                  <a:pt x="1622269" y="1173217"/>
                </a:lnTo>
                <a:cubicBezTo>
                  <a:pt x="1622269" y="1173217"/>
                  <a:pt x="1567976" y="1183123"/>
                  <a:pt x="1567976" y="1183123"/>
                </a:cubicBezTo>
                <a:cubicBezTo>
                  <a:pt x="1370713" y="1209126"/>
                  <a:pt x="1168307" y="1196172"/>
                  <a:pt x="970282" y="1143118"/>
                </a:cubicBezTo>
                <a:cubicBezTo>
                  <a:pt x="574233" y="1037009"/>
                  <a:pt x="243239" y="783073"/>
                  <a:pt x="38261" y="427981"/>
                </a:cubicBezTo>
                <a:cubicBezTo>
                  <a:pt x="-40511" y="291583"/>
                  <a:pt x="6257" y="117085"/>
                  <a:pt x="142655" y="38313"/>
                </a:cubicBezTo>
                <a:cubicBezTo>
                  <a:pt x="193804" y="8786"/>
                  <a:pt x="250287" y="-3121"/>
                  <a:pt x="305151" y="689"/>
                </a:cubicBezTo>
                <a:lnTo>
                  <a:pt x="305151" y="689"/>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29" name="图形 16"/>
          <p:cNvSpPr/>
          <p:nvPr>
            <p:custDataLst>
              <p:tags r:id="rId12"/>
            </p:custDataLst>
          </p:nvPr>
        </p:nvSpPr>
        <p:spPr>
          <a:xfrm>
            <a:off x="7713345" y="0"/>
            <a:ext cx="3648710" cy="3936365"/>
          </a:xfrm>
          <a:custGeom>
            <a:avLst/>
            <a:gdLst>
              <a:gd name="connsiteX0" fmla="*/ 4671 w 2738556"/>
              <a:gd name="connsiteY0" fmla="*/ 0 h 2954675"/>
              <a:gd name="connsiteX1" fmla="*/ 1087663 w 2738556"/>
              <a:gd name="connsiteY1" fmla="*/ 0 h 2954675"/>
              <a:gd name="connsiteX2" fmla="*/ 1079662 w 2738556"/>
              <a:gd name="connsiteY2" fmla="*/ 159068 h 2954675"/>
              <a:gd name="connsiteX3" fmla="*/ 2359727 w 2738556"/>
              <a:gd name="connsiteY3" fmla="*/ 1900523 h 2954675"/>
              <a:gd name="connsiteX4" fmla="*/ 2713962 w 2738556"/>
              <a:gd name="connsiteY4" fmla="*/ 2575846 h 2954675"/>
              <a:gd name="connsiteX5" fmla="*/ 2038639 w 2738556"/>
              <a:gd name="connsiteY5" fmla="*/ 2930081 h 2954675"/>
              <a:gd name="connsiteX6" fmla="*/ 333378 w 2738556"/>
              <a:gd name="connsiteY6" fmla="*/ 1507998 h 2954675"/>
              <a:gd name="connsiteX7" fmla="*/ 99 w 2738556"/>
              <a:gd name="connsiteY7" fmla="*/ 140399 h 2954675"/>
              <a:gd name="connsiteX8" fmla="*/ 4671 w 2738556"/>
              <a:gd name="connsiteY8" fmla="*/ 0 h 295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8556" h="2954675">
                <a:moveTo>
                  <a:pt x="4671" y="0"/>
                </a:moveTo>
                <a:lnTo>
                  <a:pt x="1087663" y="0"/>
                </a:lnTo>
                <a:cubicBezTo>
                  <a:pt x="1087663" y="0"/>
                  <a:pt x="1079662" y="159068"/>
                  <a:pt x="1079662" y="159068"/>
                </a:cubicBezTo>
                <a:cubicBezTo>
                  <a:pt x="1079472" y="935736"/>
                  <a:pt x="1580201" y="1657350"/>
                  <a:pt x="2359727" y="1900523"/>
                </a:cubicBezTo>
                <a:cubicBezTo>
                  <a:pt x="2643953" y="1989201"/>
                  <a:pt x="2802639" y="2291620"/>
                  <a:pt x="2713962" y="2575846"/>
                </a:cubicBezTo>
                <a:cubicBezTo>
                  <a:pt x="2625284" y="2860072"/>
                  <a:pt x="2322865" y="3018758"/>
                  <a:pt x="2038639" y="2930081"/>
                </a:cubicBezTo>
                <a:cubicBezTo>
                  <a:pt x="1298928" y="2699290"/>
                  <a:pt x="693328" y="2194274"/>
                  <a:pt x="333378" y="1507998"/>
                </a:cubicBezTo>
                <a:cubicBezTo>
                  <a:pt x="108398" y="1079087"/>
                  <a:pt x="-3807" y="611410"/>
                  <a:pt x="99" y="140399"/>
                </a:cubicBezTo>
                <a:lnTo>
                  <a:pt x="4671" y="0"/>
                </a:lnTo>
                <a:close/>
              </a:path>
            </a:pathLst>
          </a:custGeom>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2" name="标题 1"/>
          <p:cNvSpPr>
            <a:spLocks noGrp="1"/>
          </p:cNvSpPr>
          <p:nvPr>
            <p:ph type="ctrTitle" hasCustomPrompt="1"/>
            <p:custDataLst>
              <p:tags r:id="rId13"/>
            </p:custDataLst>
          </p:nvPr>
        </p:nvSpPr>
        <p:spPr>
          <a:xfrm>
            <a:off x="1068110" y="1415134"/>
            <a:ext cx="6217877" cy="2610488"/>
          </a:xfrm>
          <a:noFill/>
        </p:spPr>
        <p:txBody>
          <a:bodyPr wrap="square" anchor="b" anchorCtr="0">
            <a:normAutofit/>
          </a:bodyPr>
          <a:lstStyle>
            <a:lvl1pPr>
              <a:defRPr lang="zh-CN" altLang="en-US" sz="6000" dirty="0">
                <a:solidFill>
                  <a:schemeClr val="tx2"/>
                </a:solidFill>
                <a:latin typeface="+mj-ea"/>
                <a:cs typeface="+mn-cs"/>
              </a:defRPr>
            </a:lvl1pPr>
          </a:lstStyle>
          <a:p>
            <a:pPr marL="0" lvl="0"/>
            <a:r>
              <a:rPr lang="zh-CN" altLang="en-US" dirty="0"/>
              <a:t>单击此处</a:t>
            </a:r>
            <a:br>
              <a:rPr lang="en-US" altLang="zh-CN" dirty="0"/>
            </a:br>
            <a:r>
              <a:rPr lang="zh-CN" altLang="en-US" dirty="0"/>
              <a:t>编辑母版标题样式</a:t>
            </a:r>
            <a:endParaRPr lang="zh-CN" altLang="en-US" dirty="0"/>
          </a:p>
        </p:txBody>
      </p:sp>
      <p:sp>
        <p:nvSpPr>
          <p:cNvPr id="10" name="公司名占位符 6"/>
          <p:cNvSpPr>
            <a:spLocks noGrp="1"/>
          </p:cNvSpPr>
          <p:nvPr>
            <p:ph type="body" sz="quarter" idx="13" hasCustomPrompt="1"/>
            <p:custDataLst>
              <p:tags r:id="rId14"/>
            </p:custDataLst>
          </p:nvPr>
        </p:nvSpPr>
        <p:spPr>
          <a:xfrm>
            <a:off x="1442126" y="523878"/>
            <a:ext cx="2880000" cy="504000"/>
          </a:xfrm>
        </p:spPr>
        <p:txBody>
          <a:bodyPr wrap="square" anchor="ctr">
            <a:normAutofit/>
          </a:bodyPr>
          <a:lstStyle>
            <a:lvl1pPr marL="0" indent="0">
              <a:lnSpc>
                <a:spcPct val="100000"/>
              </a:lnSpc>
              <a:buNone/>
              <a:defRPr sz="1800"/>
            </a:lvl1pPr>
          </a:lstStyle>
          <a:p>
            <a:pPr lvl="0"/>
            <a:r>
              <a:rPr lang="zh-CN" altLang="en-US" dirty="0"/>
              <a:t>公司名</a:t>
            </a:r>
            <a:endParaRPr lang="zh-CN" altLang="en-US" dirty="0"/>
          </a:p>
        </p:txBody>
      </p:sp>
      <p:sp>
        <p:nvSpPr>
          <p:cNvPr id="24" name="署名占位符 10"/>
          <p:cNvSpPr>
            <a:spLocks noGrp="1"/>
          </p:cNvSpPr>
          <p:nvPr>
            <p:ph type="body" sz="quarter" idx="17" hasCustomPrompt="1"/>
            <p:custDataLst>
              <p:tags r:id="rId15"/>
            </p:custDataLst>
          </p:nvPr>
        </p:nvSpPr>
        <p:spPr>
          <a:xfrm>
            <a:off x="1068109" y="4481316"/>
            <a:ext cx="2880000" cy="504000"/>
          </a:xfrm>
          <a:prstGeom prst="roundRect">
            <a:avLst>
              <a:gd name="adj" fmla="val 50000"/>
            </a:avLst>
          </a:prstGeom>
          <a:solidFill>
            <a:schemeClr val="accent1">
              <a:lumMod val="20000"/>
              <a:lumOff val="80000"/>
              <a:alpha val="50000"/>
            </a:schemeClr>
          </a:solidFill>
          <a:ln>
            <a:solidFill>
              <a:schemeClr val="accent1">
                <a:lumMod val="20000"/>
                <a:lumOff val="80000"/>
              </a:schemeClr>
            </a:solidFill>
          </a:ln>
        </p:spPr>
        <p:txBody>
          <a:bodyPr wrap="square" anchor="ctr">
            <a:normAutofit/>
          </a:bodyPr>
          <a:lstStyle>
            <a:lvl1pPr marL="0" indent="0" algn="ctr">
              <a:lnSpc>
                <a:spcPct val="100000"/>
              </a:lnSpc>
              <a:buNone/>
              <a:defRPr sz="1800" b="0">
                <a:solidFill>
                  <a:schemeClr val="tx2"/>
                </a:solidFill>
              </a:defRPr>
            </a:lvl1pPr>
          </a:lstStyle>
          <a:p>
            <a:pPr lvl="0"/>
            <a:r>
              <a:rPr lang="zh-CN" altLang="en-US" dirty="0"/>
              <a:t>署名</a:t>
            </a:r>
            <a:endParaRPr lang="zh-CN" altLang="en-US" dirty="0"/>
          </a:p>
        </p:txBody>
      </p:sp>
      <p:sp>
        <p:nvSpPr>
          <p:cNvPr id="4" name="日期占位符 3"/>
          <p:cNvSpPr>
            <a:spLocks noGrp="1"/>
          </p:cNvSpPr>
          <p:nvPr>
            <p:ph type="dt" sz="half" idx="10"/>
            <p:custDataLst>
              <p:tags r:id="rId16"/>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7"/>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18"/>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lvl1pPr>
              <a:defRPr sz="2400"/>
            </a:lvl1pPr>
            <a:lvl2pPr>
              <a:defRPr sz="2000"/>
            </a:lvl2pPr>
            <a:lvl3pPr>
              <a:defRPr sz="1800"/>
            </a:lvl3pPr>
            <a:lvl4pPr>
              <a:defRPr sz="1600"/>
            </a:lvl4pPr>
            <a:lvl5pPr>
              <a:defRPr sz="14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21" name="矩形 20"/>
          <p:cNvSpPr/>
          <p:nvPr>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形状 2"/>
          <p:cNvSpPr/>
          <p:nvPr>
            <p:custDataLst>
              <p:tags r:id="rId3"/>
            </p:custDataLst>
          </p:nvPr>
        </p:nvSpPr>
        <p:spPr>
          <a:xfrm flipV="1">
            <a:off x="10654388" y="5436721"/>
            <a:ext cx="1537612" cy="1421279"/>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gradFill>
            <a:gsLst>
              <a:gs pos="14000">
                <a:schemeClr val="accent1">
                  <a:alpha val="15000"/>
                </a:schemeClr>
              </a:gs>
              <a:gs pos="100000">
                <a:schemeClr val="accent1">
                  <a:alpha val="0"/>
                </a:schemeClr>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12" name="任意多边形: 形状 11"/>
          <p:cNvSpPr/>
          <p:nvPr>
            <p:custDataLst>
              <p:tags r:id="rId4"/>
            </p:custDataLst>
          </p:nvPr>
        </p:nvSpPr>
        <p:spPr>
          <a:xfrm>
            <a:off x="11353800" y="1026561"/>
            <a:ext cx="70184" cy="305594"/>
          </a:xfrm>
          <a:custGeom>
            <a:avLst/>
            <a:gdLst>
              <a:gd name="connsiteX0" fmla="*/ 35092 w 70184"/>
              <a:gd name="connsiteY0" fmla="*/ 235410 h 305594"/>
              <a:gd name="connsiteX1" fmla="*/ 70184 w 70184"/>
              <a:gd name="connsiteY1" fmla="*/ 270502 h 305594"/>
              <a:gd name="connsiteX2" fmla="*/ 35092 w 70184"/>
              <a:gd name="connsiteY2" fmla="*/ 305594 h 305594"/>
              <a:gd name="connsiteX3" fmla="*/ 0 w 70184"/>
              <a:gd name="connsiteY3" fmla="*/ 270502 h 305594"/>
              <a:gd name="connsiteX4" fmla="*/ 35092 w 70184"/>
              <a:gd name="connsiteY4" fmla="*/ 235410 h 305594"/>
              <a:gd name="connsiteX5" fmla="*/ 35092 w 70184"/>
              <a:gd name="connsiteY5" fmla="*/ 117705 h 305594"/>
              <a:gd name="connsiteX6" fmla="*/ 70184 w 70184"/>
              <a:gd name="connsiteY6" fmla="*/ 152797 h 305594"/>
              <a:gd name="connsiteX7" fmla="*/ 35092 w 70184"/>
              <a:gd name="connsiteY7" fmla="*/ 187889 h 305594"/>
              <a:gd name="connsiteX8" fmla="*/ 0 w 70184"/>
              <a:gd name="connsiteY8" fmla="*/ 152797 h 305594"/>
              <a:gd name="connsiteX9" fmla="*/ 35092 w 70184"/>
              <a:gd name="connsiteY9" fmla="*/ 117705 h 305594"/>
              <a:gd name="connsiteX10" fmla="*/ 35092 w 70184"/>
              <a:gd name="connsiteY10" fmla="*/ 0 h 305594"/>
              <a:gd name="connsiteX11" fmla="*/ 70184 w 70184"/>
              <a:gd name="connsiteY11" fmla="*/ 35092 h 305594"/>
              <a:gd name="connsiteX12" fmla="*/ 35092 w 70184"/>
              <a:gd name="connsiteY12" fmla="*/ 70184 h 305594"/>
              <a:gd name="connsiteX13" fmla="*/ 0 w 70184"/>
              <a:gd name="connsiteY13" fmla="*/ 35092 h 305594"/>
              <a:gd name="connsiteX14" fmla="*/ 35092 w 70184"/>
              <a:gd name="connsiteY14" fmla="*/ 0 h 305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0184" h="305594">
                <a:moveTo>
                  <a:pt x="35092" y="235410"/>
                </a:moveTo>
                <a:cubicBezTo>
                  <a:pt x="54473" y="235410"/>
                  <a:pt x="70184" y="251121"/>
                  <a:pt x="70184" y="270502"/>
                </a:cubicBezTo>
                <a:cubicBezTo>
                  <a:pt x="70184" y="289883"/>
                  <a:pt x="54473" y="305594"/>
                  <a:pt x="35092" y="305594"/>
                </a:cubicBezTo>
                <a:cubicBezTo>
                  <a:pt x="15711" y="305594"/>
                  <a:pt x="0" y="289883"/>
                  <a:pt x="0" y="270502"/>
                </a:cubicBezTo>
                <a:cubicBezTo>
                  <a:pt x="0" y="251121"/>
                  <a:pt x="15711" y="235410"/>
                  <a:pt x="35092" y="235410"/>
                </a:cubicBezTo>
                <a:close/>
                <a:moveTo>
                  <a:pt x="35092" y="117705"/>
                </a:moveTo>
                <a:cubicBezTo>
                  <a:pt x="54473" y="117705"/>
                  <a:pt x="70184" y="133416"/>
                  <a:pt x="70184" y="152797"/>
                </a:cubicBezTo>
                <a:cubicBezTo>
                  <a:pt x="70184" y="172178"/>
                  <a:pt x="54473" y="187889"/>
                  <a:pt x="35092" y="187889"/>
                </a:cubicBezTo>
                <a:cubicBezTo>
                  <a:pt x="15711" y="187889"/>
                  <a:pt x="0" y="172178"/>
                  <a:pt x="0" y="152797"/>
                </a:cubicBezTo>
                <a:cubicBezTo>
                  <a:pt x="0" y="133416"/>
                  <a:pt x="15711" y="117705"/>
                  <a:pt x="35092" y="117705"/>
                </a:cubicBezTo>
                <a:close/>
                <a:moveTo>
                  <a:pt x="35092" y="0"/>
                </a:moveTo>
                <a:cubicBezTo>
                  <a:pt x="54473" y="0"/>
                  <a:pt x="70184" y="15711"/>
                  <a:pt x="70184" y="35092"/>
                </a:cubicBezTo>
                <a:cubicBezTo>
                  <a:pt x="70184" y="54473"/>
                  <a:pt x="54473" y="70184"/>
                  <a:pt x="35092" y="70184"/>
                </a:cubicBezTo>
                <a:cubicBezTo>
                  <a:pt x="15711" y="70184"/>
                  <a:pt x="0" y="54473"/>
                  <a:pt x="0" y="35092"/>
                </a:cubicBezTo>
                <a:cubicBezTo>
                  <a:pt x="0" y="15711"/>
                  <a:pt x="15711" y="0"/>
                  <a:pt x="35092"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图形 12"/>
          <p:cNvSpPr/>
          <p:nvPr>
            <p:custDataLst>
              <p:tags r:id="rId5"/>
            </p:custDataLst>
          </p:nvPr>
        </p:nvSpPr>
        <p:spPr>
          <a:xfrm flipH="1">
            <a:off x="0" y="0"/>
            <a:ext cx="2095499" cy="2260811"/>
          </a:xfrm>
          <a:custGeom>
            <a:avLst/>
            <a:gdLst>
              <a:gd name="connsiteX0" fmla="*/ 2815 w 1616032"/>
              <a:gd name="connsiteY0" fmla="*/ 0 h 1743519"/>
              <a:gd name="connsiteX1" fmla="*/ 641847 w 1616032"/>
              <a:gd name="connsiteY1" fmla="*/ 0 h 1743519"/>
              <a:gd name="connsiteX2" fmla="*/ 637180 w 1616032"/>
              <a:gd name="connsiteY2" fmla="*/ 93917 h 1743519"/>
              <a:gd name="connsiteX3" fmla="*/ 1392513 w 1616032"/>
              <a:gd name="connsiteY3" fmla="*/ 1121474 h 1743519"/>
              <a:gd name="connsiteX4" fmla="*/ 1601491 w 1616032"/>
              <a:gd name="connsiteY4" fmla="*/ 1520000 h 1743519"/>
              <a:gd name="connsiteX5" fmla="*/ 1202965 w 1616032"/>
              <a:gd name="connsiteY5" fmla="*/ 1728978 h 1743519"/>
              <a:gd name="connsiteX6" fmla="*/ 196744 w 1616032"/>
              <a:gd name="connsiteY6" fmla="*/ 889826 h 1743519"/>
              <a:gd name="connsiteX7" fmla="*/ 53 w 1616032"/>
              <a:gd name="connsiteY7" fmla="*/ 82868 h 1743519"/>
              <a:gd name="connsiteX8" fmla="*/ 2815 w 1616032"/>
              <a:gd name="connsiteY8" fmla="*/ 0 h 1743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6032" h="1743519">
                <a:moveTo>
                  <a:pt x="2815" y="0"/>
                </a:moveTo>
                <a:lnTo>
                  <a:pt x="641847" y="0"/>
                </a:lnTo>
                <a:cubicBezTo>
                  <a:pt x="641847" y="0"/>
                  <a:pt x="637180" y="93917"/>
                  <a:pt x="637180" y="93917"/>
                </a:cubicBezTo>
                <a:cubicBezTo>
                  <a:pt x="637085" y="552164"/>
                  <a:pt x="932550" y="978027"/>
                  <a:pt x="1392513" y="1121474"/>
                </a:cubicBezTo>
                <a:cubicBezTo>
                  <a:pt x="1560248" y="1173766"/>
                  <a:pt x="1653879" y="1352264"/>
                  <a:pt x="1601491" y="1520000"/>
                </a:cubicBezTo>
                <a:cubicBezTo>
                  <a:pt x="1549199" y="1687735"/>
                  <a:pt x="1370700" y="1781366"/>
                  <a:pt x="1202965" y="1728978"/>
                </a:cubicBezTo>
                <a:cubicBezTo>
                  <a:pt x="766434" y="1592866"/>
                  <a:pt x="409151" y="1294829"/>
                  <a:pt x="196744" y="889826"/>
                </a:cubicBezTo>
                <a:cubicBezTo>
                  <a:pt x="63965" y="636746"/>
                  <a:pt x="-2138" y="360807"/>
                  <a:pt x="53" y="82868"/>
                </a:cubicBezTo>
                <a:lnTo>
                  <a:pt x="2815" y="0"/>
                </a:lnTo>
                <a:close/>
              </a:path>
            </a:pathLst>
          </a:custGeom>
          <a:gradFill flip="none" rotWithShape="1">
            <a:gsLst>
              <a:gs pos="1300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sym typeface="+mn-ea"/>
            </a:endParaRPr>
          </a:p>
        </p:txBody>
      </p:sp>
      <p:sp>
        <p:nvSpPr>
          <p:cNvPr id="14" name="任意多边形: 形状 3"/>
          <p:cNvSpPr/>
          <p:nvPr>
            <p:custDataLst>
              <p:tags r:id="rId6"/>
            </p:custDataLst>
          </p:nvPr>
        </p:nvSpPr>
        <p:spPr>
          <a:xfrm flipH="1">
            <a:off x="1" y="331978"/>
            <a:ext cx="767050" cy="815541"/>
          </a:xfrm>
          <a:custGeom>
            <a:avLst/>
            <a:gdLst>
              <a:gd name="connsiteX0" fmla="*/ 266085 w 960878"/>
              <a:gd name="connsiteY0" fmla="*/ 601 h 1021622"/>
              <a:gd name="connsiteX1" fmla="*/ 124392 w 960878"/>
              <a:gd name="connsiteY1" fmla="*/ 33408 h 1021622"/>
              <a:gd name="connsiteX2" fmla="*/ 33363 w 960878"/>
              <a:gd name="connsiteY2" fmla="*/ 373190 h 1021622"/>
              <a:gd name="connsiteX3" fmla="*/ 846063 w 960878"/>
              <a:gd name="connsiteY3" fmla="*/ 996773 h 1021622"/>
              <a:gd name="connsiteX4" fmla="*/ 960878 w 960878"/>
              <a:gd name="connsiteY4" fmla="*/ 1021622 h 1021622"/>
              <a:gd name="connsiteX5" fmla="*/ 960878 w 960878"/>
              <a:gd name="connsiteY5" fmla="*/ 510304 h 1021622"/>
              <a:gd name="connsiteX6" fmla="*/ 860484 w 960878"/>
              <a:gd name="connsiteY6" fmla="*/ 476220 h 1021622"/>
              <a:gd name="connsiteX7" fmla="*/ 464256 w 960878"/>
              <a:gd name="connsiteY7" fmla="*/ 124437 h 1021622"/>
              <a:gd name="connsiteX8" fmla="*/ 266085 w 960878"/>
              <a:gd name="connsiteY8" fmla="*/ 601 h 102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0878" h="1021622">
                <a:moveTo>
                  <a:pt x="266085" y="601"/>
                </a:moveTo>
                <a:cubicBezTo>
                  <a:pt x="218244" y="-2721"/>
                  <a:pt x="168993" y="7661"/>
                  <a:pt x="124392" y="33408"/>
                </a:cubicBezTo>
                <a:cubicBezTo>
                  <a:pt x="5456" y="102096"/>
                  <a:pt x="-35325" y="254254"/>
                  <a:pt x="33363" y="373190"/>
                </a:cubicBezTo>
                <a:cubicBezTo>
                  <a:pt x="212099" y="682822"/>
                  <a:pt x="500718" y="904248"/>
                  <a:pt x="846063" y="996773"/>
                </a:cubicBezTo>
                <a:lnTo>
                  <a:pt x="960878" y="1021622"/>
                </a:lnTo>
                <a:lnTo>
                  <a:pt x="960878" y="510304"/>
                </a:lnTo>
                <a:lnTo>
                  <a:pt x="860484" y="476220"/>
                </a:lnTo>
                <a:cubicBezTo>
                  <a:pt x="699387" y="407201"/>
                  <a:pt x="558441" y="287559"/>
                  <a:pt x="464256" y="124437"/>
                </a:cubicBezTo>
                <a:cubicBezTo>
                  <a:pt x="421317" y="50019"/>
                  <a:pt x="345735" y="6249"/>
                  <a:pt x="266085" y="601"/>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15" name="椭圆 14"/>
          <p:cNvSpPr/>
          <p:nvPr>
            <p:custDataLst>
              <p:tags r:id="rId7"/>
            </p:custDataLst>
          </p:nvPr>
        </p:nvSpPr>
        <p:spPr>
          <a:xfrm>
            <a:off x="102870" y="140335"/>
            <a:ext cx="171450" cy="171450"/>
          </a:xfrm>
          <a:prstGeom prst="ellipse">
            <a:avLst/>
          </a:prstGeom>
          <a:gradFill flip="none" rotWithShape="1">
            <a:gsLst>
              <a:gs pos="76000">
                <a:schemeClr val="accent1"/>
              </a:gs>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127000" dist="127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6" name="椭圆 15"/>
          <p:cNvSpPr/>
          <p:nvPr>
            <p:custDataLst>
              <p:tags r:id="rId8"/>
            </p:custDataLst>
          </p:nvPr>
        </p:nvSpPr>
        <p:spPr>
          <a:xfrm>
            <a:off x="1499843" y="1269396"/>
            <a:ext cx="546697" cy="546697"/>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7" name="日期占位符 3"/>
          <p:cNvSpPr>
            <a:spLocks noGrp="1"/>
          </p:cNvSpPr>
          <p:nvPr>
            <p:ph type="dt" sz="half" idx="10"/>
            <p:custDataLst>
              <p:tags r:id="rId9"/>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10"/>
            </p:custDataLst>
          </p:nvPr>
        </p:nvSpPr>
        <p:spPr/>
        <p:txBody>
          <a:bodyPr/>
          <a:lstStyle/>
          <a:p>
            <a:endParaRPr lang="zh-CN" altLang="en-US"/>
          </a:p>
        </p:txBody>
      </p:sp>
      <p:sp>
        <p:nvSpPr>
          <p:cNvPr id="9" name="灯片编号占位符 5"/>
          <p:cNvSpPr>
            <a:spLocks noGrp="1"/>
          </p:cNvSpPr>
          <p:nvPr>
            <p:ph type="sldNum" sz="quarter" idx="12"/>
            <p:custDataLst>
              <p:tags r:id="rId11"/>
            </p:custDataLst>
          </p:nvPr>
        </p:nvSpPr>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title" hasCustomPrompt="1"/>
            <p:custDataLst>
              <p:tags r:id="rId12"/>
            </p:custDataLst>
          </p:nvPr>
        </p:nvSpPr>
        <p:spPr>
          <a:xfrm>
            <a:off x="9283700" y="547696"/>
            <a:ext cx="1814518" cy="1263324"/>
          </a:xfrm>
          <a:noFill/>
        </p:spPr>
        <p:txBody>
          <a:bodyPr vert="horz" wrap="square" rtlCol="0" anchor="ctr" anchorCtr="0">
            <a:normAutofit/>
          </a:bodyPr>
          <a:lstStyle>
            <a:lvl1pPr algn="ctr">
              <a:defRPr lang="zh-CN" altLang="en-US" sz="6000" dirty="0">
                <a:gradFill>
                  <a:gsLst>
                    <a:gs pos="0">
                      <a:schemeClr val="accent1">
                        <a:lumMod val="40000"/>
                        <a:lumOff val="60000"/>
                      </a:schemeClr>
                    </a:gs>
                    <a:gs pos="62000">
                      <a:schemeClr val="accent1"/>
                    </a:gs>
                  </a:gsLst>
                  <a:lin ang="2700000" scaled="1"/>
                </a:gradFill>
              </a:defRPr>
            </a:lvl1pPr>
          </a:lstStyle>
          <a:p>
            <a:pPr marL="0" lvl="0" algn="r"/>
            <a:r>
              <a:rPr lang="zh-CN" altLang="en-US" dirty="0"/>
              <a:t>标题</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6" name="矩形 25"/>
          <p:cNvSpPr/>
          <p:nvPr>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图形 23"/>
          <p:cNvSpPr/>
          <p:nvPr>
            <p:custDataLst>
              <p:tags r:id="rId3"/>
            </p:custDataLst>
          </p:nvPr>
        </p:nvSpPr>
        <p:spPr>
          <a:xfrm>
            <a:off x="1068515" y="803142"/>
            <a:ext cx="4202128" cy="4488048"/>
          </a:xfrm>
          <a:custGeom>
            <a:avLst/>
            <a:gdLst>
              <a:gd name="connsiteX0" fmla="*/ 585922 w 3326429"/>
              <a:gd name="connsiteY0" fmla="*/ 283866 h 3552767"/>
              <a:gd name="connsiteX1" fmla="*/ 3042610 w 3326429"/>
              <a:gd name="connsiteY1" fmla="*/ 812123 h 3552767"/>
              <a:gd name="connsiteX2" fmla="*/ 2514258 w 3326429"/>
              <a:gd name="connsiteY2" fmla="*/ 3268906 h 3552767"/>
              <a:gd name="connsiteX3" fmla="*/ 57475 w 3326429"/>
              <a:gd name="connsiteY3" fmla="*/ 2740554 h 3552767"/>
              <a:gd name="connsiteX4" fmla="*/ 164250 w 3326429"/>
              <a:gd name="connsiteY4" fmla="*/ 2244302 h 3552767"/>
              <a:gd name="connsiteX5" fmla="*/ 660503 w 3326429"/>
              <a:gd name="connsiteY5" fmla="*/ 2351077 h 3552767"/>
              <a:gd name="connsiteX6" fmla="*/ 2124686 w 3326429"/>
              <a:gd name="connsiteY6" fmla="*/ 2665974 h 3552767"/>
              <a:gd name="connsiteX7" fmla="*/ 2439582 w 3326429"/>
              <a:gd name="connsiteY7" fmla="*/ 1201790 h 3552767"/>
              <a:gd name="connsiteX8" fmla="*/ 975399 w 3326429"/>
              <a:gd name="connsiteY8" fmla="*/ 886894 h 3552767"/>
              <a:gd name="connsiteX9" fmla="*/ 479147 w 3326429"/>
              <a:gd name="connsiteY9" fmla="*/ 780119 h 3552767"/>
              <a:gd name="connsiteX10" fmla="*/ 585922 w 3326429"/>
              <a:gd name="connsiteY10" fmla="*/ 283866 h 3552767"/>
              <a:gd name="connsiteX11" fmla="*/ 585922 w 3326429"/>
              <a:gd name="connsiteY11" fmla="*/ 283866 h 355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26429" h="3552767">
                <a:moveTo>
                  <a:pt x="585922" y="283866"/>
                </a:moveTo>
                <a:cubicBezTo>
                  <a:pt x="1408977" y="-247819"/>
                  <a:pt x="2511020" y="-10742"/>
                  <a:pt x="3042610" y="812123"/>
                </a:cubicBezTo>
                <a:cubicBezTo>
                  <a:pt x="3574200" y="1634987"/>
                  <a:pt x="3337218" y="2737220"/>
                  <a:pt x="2514258" y="3268906"/>
                </a:cubicBezTo>
                <a:cubicBezTo>
                  <a:pt x="1691203" y="3800592"/>
                  <a:pt x="589160" y="3563514"/>
                  <a:pt x="57475" y="2740554"/>
                </a:cubicBezTo>
                <a:cubicBezTo>
                  <a:pt x="-50062" y="2574057"/>
                  <a:pt x="-2342" y="2351839"/>
                  <a:pt x="164250" y="2244302"/>
                </a:cubicBezTo>
                <a:cubicBezTo>
                  <a:pt x="330747" y="2136764"/>
                  <a:pt x="552965" y="2184485"/>
                  <a:pt x="660503" y="2351077"/>
                </a:cubicBezTo>
                <a:cubicBezTo>
                  <a:pt x="977304" y="2841519"/>
                  <a:pt x="1634148" y="2982870"/>
                  <a:pt x="2124686" y="2665974"/>
                </a:cubicBezTo>
                <a:cubicBezTo>
                  <a:pt x="2615223" y="2349077"/>
                  <a:pt x="2756479" y="1692328"/>
                  <a:pt x="2439582" y="1201790"/>
                </a:cubicBezTo>
                <a:cubicBezTo>
                  <a:pt x="2122686" y="711253"/>
                  <a:pt x="1465937" y="569997"/>
                  <a:pt x="975399" y="886894"/>
                </a:cubicBezTo>
                <a:cubicBezTo>
                  <a:pt x="808902" y="994431"/>
                  <a:pt x="586684" y="946711"/>
                  <a:pt x="479147" y="780119"/>
                </a:cubicBezTo>
                <a:cubicBezTo>
                  <a:pt x="371609" y="613622"/>
                  <a:pt x="419330" y="391403"/>
                  <a:pt x="585922" y="283866"/>
                </a:cubicBezTo>
                <a:lnTo>
                  <a:pt x="585922" y="283866"/>
                </a:lnTo>
                <a:close/>
              </a:path>
            </a:pathLst>
          </a:custGeom>
          <a:solidFill>
            <a:schemeClr val="accent1">
              <a:lumMod val="20000"/>
              <a:lumOff val="80000"/>
              <a:alpha val="50000"/>
            </a:schemeClr>
          </a:solidFill>
          <a:ln w="9525" cap="flat">
            <a:noFill/>
            <a:prstDash val="solid"/>
            <a:miter/>
          </a:ln>
        </p:spPr>
        <p:txBody>
          <a:bodyPr rtlCol="0" anchor="ctr"/>
          <a:lstStyle/>
          <a:p>
            <a:endParaRPr lang="zh-CN" altLang="en-US"/>
          </a:p>
        </p:txBody>
      </p:sp>
      <p:sp>
        <p:nvSpPr>
          <p:cNvPr id="11" name="矩形 10"/>
          <p:cNvSpPr/>
          <p:nvPr>
            <p:custDataLst>
              <p:tags r:id="rId4"/>
            </p:custDataLst>
          </p:nvPr>
        </p:nvSpPr>
        <p:spPr>
          <a:xfrm>
            <a:off x="8469650" y="2639425"/>
            <a:ext cx="2477770" cy="334645"/>
          </a:xfrm>
          <a:prstGeom prst="rect">
            <a:avLst/>
          </a:prstGeom>
          <a:gradFill flip="none" rotWithShape="1">
            <a:gsLst>
              <a:gs pos="0">
                <a:schemeClr val="accent1">
                  <a:lumMod val="20000"/>
                  <a:lumOff val="80000"/>
                  <a:alpha val="0"/>
                </a:schemeClr>
              </a:gs>
              <a:gs pos="100000">
                <a:schemeClr val="accent1">
                  <a:lumMod val="20000"/>
                  <a:lumOff val="8000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图形 13"/>
          <p:cNvSpPr/>
          <p:nvPr>
            <p:custDataLst>
              <p:tags r:id="rId5"/>
            </p:custDataLst>
          </p:nvPr>
        </p:nvSpPr>
        <p:spPr>
          <a:xfrm>
            <a:off x="1312042" y="1331347"/>
            <a:ext cx="3352258" cy="3352256"/>
          </a:xfrm>
          <a:custGeom>
            <a:avLst/>
            <a:gdLst>
              <a:gd name="connsiteX0" fmla="*/ 1509808 w 3019615"/>
              <a:gd name="connsiteY0" fmla="*/ 3019520 h 3019615"/>
              <a:gd name="connsiteX1" fmla="*/ 0 w 3019615"/>
              <a:gd name="connsiteY1" fmla="*/ 1509808 h 3019615"/>
              <a:gd name="connsiteX2" fmla="*/ 1509808 w 3019615"/>
              <a:gd name="connsiteY2" fmla="*/ 0 h 3019615"/>
              <a:gd name="connsiteX3" fmla="*/ 3019616 w 3019615"/>
              <a:gd name="connsiteY3" fmla="*/ 1509808 h 3019615"/>
              <a:gd name="connsiteX4" fmla="*/ 2638616 w 3019615"/>
              <a:gd name="connsiteY4" fmla="*/ 1890808 h 3019615"/>
              <a:gd name="connsiteX5" fmla="*/ 2257616 w 3019615"/>
              <a:gd name="connsiteY5" fmla="*/ 1509808 h 3019615"/>
              <a:gd name="connsiteX6" fmla="*/ 1509808 w 3019615"/>
              <a:gd name="connsiteY6" fmla="*/ 762000 h 3019615"/>
              <a:gd name="connsiteX7" fmla="*/ 762000 w 3019615"/>
              <a:gd name="connsiteY7" fmla="*/ 1509808 h 3019615"/>
              <a:gd name="connsiteX8" fmla="*/ 1509808 w 3019615"/>
              <a:gd name="connsiteY8" fmla="*/ 2257616 h 3019615"/>
              <a:gd name="connsiteX9" fmla="*/ 1890808 w 3019615"/>
              <a:gd name="connsiteY9" fmla="*/ 2638616 h 3019615"/>
              <a:gd name="connsiteX10" fmla="*/ 1509808 w 3019615"/>
              <a:gd name="connsiteY10" fmla="*/ 3019616 h 301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19615" h="3019615">
                <a:moveTo>
                  <a:pt x="1509808" y="3019520"/>
                </a:moveTo>
                <a:cubicBezTo>
                  <a:pt x="677323" y="3019520"/>
                  <a:pt x="0" y="2342293"/>
                  <a:pt x="0" y="1509808"/>
                </a:cubicBezTo>
                <a:cubicBezTo>
                  <a:pt x="0" y="677323"/>
                  <a:pt x="677323" y="0"/>
                  <a:pt x="1509808" y="0"/>
                </a:cubicBezTo>
                <a:cubicBezTo>
                  <a:pt x="2342293" y="0"/>
                  <a:pt x="3019616" y="677323"/>
                  <a:pt x="3019616" y="1509808"/>
                </a:cubicBezTo>
                <a:cubicBezTo>
                  <a:pt x="3019616" y="1720215"/>
                  <a:pt x="2849023" y="1890808"/>
                  <a:pt x="2638616" y="1890808"/>
                </a:cubicBezTo>
                <a:cubicBezTo>
                  <a:pt x="2428208" y="1890808"/>
                  <a:pt x="2257616" y="1720215"/>
                  <a:pt x="2257616" y="1509808"/>
                </a:cubicBezTo>
                <a:cubicBezTo>
                  <a:pt x="2257616" y="1097471"/>
                  <a:pt x="1922145" y="762000"/>
                  <a:pt x="1509808" y="762000"/>
                </a:cubicBezTo>
                <a:cubicBezTo>
                  <a:pt x="1097471" y="762000"/>
                  <a:pt x="762000" y="1097471"/>
                  <a:pt x="762000" y="1509808"/>
                </a:cubicBezTo>
                <a:cubicBezTo>
                  <a:pt x="762000" y="1922145"/>
                  <a:pt x="1097471" y="2257616"/>
                  <a:pt x="1509808" y="2257616"/>
                </a:cubicBezTo>
                <a:cubicBezTo>
                  <a:pt x="1720215" y="2257616"/>
                  <a:pt x="1890808" y="2428208"/>
                  <a:pt x="1890808" y="2638616"/>
                </a:cubicBezTo>
                <a:cubicBezTo>
                  <a:pt x="1890808" y="2849023"/>
                  <a:pt x="1720215" y="3019616"/>
                  <a:pt x="1509808" y="3019616"/>
                </a:cubicBezTo>
                <a:close/>
              </a:path>
            </a:pathLst>
          </a:custGeom>
          <a:gradFill flip="none" rotWithShape="1">
            <a:gsLst>
              <a:gs pos="0">
                <a:schemeClr val="accent1">
                  <a:lumMod val="40000"/>
                  <a:lumOff val="60000"/>
                </a:schemeClr>
              </a:gs>
              <a:gs pos="80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cxnSp>
        <p:nvCxnSpPr>
          <p:cNvPr id="13" name="直接连接符 12"/>
          <p:cNvCxnSpPr/>
          <p:nvPr>
            <p:custDataLst>
              <p:tags r:id="rId6"/>
            </p:custDataLst>
          </p:nvPr>
        </p:nvCxnSpPr>
        <p:spPr>
          <a:xfrm>
            <a:off x="11778000" y="2356902"/>
            <a:ext cx="0" cy="2871449"/>
          </a:xfrm>
          <a:prstGeom prst="line">
            <a:avLst/>
          </a:prstGeom>
          <a:ln>
            <a:solidFill>
              <a:schemeClr val="accent1">
                <a:alpha val="18000"/>
              </a:schemeClr>
            </a:solidFill>
          </a:ln>
        </p:spPr>
        <p:style>
          <a:lnRef idx="1">
            <a:schemeClr val="accent1"/>
          </a:lnRef>
          <a:fillRef idx="0">
            <a:schemeClr val="accent1"/>
          </a:fillRef>
          <a:effectRef idx="0">
            <a:schemeClr val="accent1"/>
          </a:effectRef>
          <a:fontRef idx="minor">
            <a:schemeClr val="tx1"/>
          </a:fontRef>
        </p:style>
      </p:cxnSp>
      <p:sp>
        <p:nvSpPr>
          <p:cNvPr id="14" name="椭圆 13"/>
          <p:cNvSpPr/>
          <p:nvPr>
            <p:custDataLst>
              <p:tags r:id="rId7"/>
            </p:custDataLst>
          </p:nvPr>
        </p:nvSpPr>
        <p:spPr>
          <a:xfrm>
            <a:off x="2620121" y="2639425"/>
            <a:ext cx="736100" cy="736100"/>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椭圆 14"/>
          <p:cNvSpPr/>
          <p:nvPr>
            <p:custDataLst>
              <p:tags r:id="rId8"/>
            </p:custDataLst>
          </p:nvPr>
        </p:nvSpPr>
        <p:spPr>
          <a:xfrm>
            <a:off x="4745253" y="3924161"/>
            <a:ext cx="444436" cy="444436"/>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6" name="任意多边形: 形状 15"/>
          <p:cNvSpPr/>
          <p:nvPr>
            <p:custDataLst>
              <p:tags r:id="rId9"/>
            </p:custDataLst>
          </p:nvPr>
        </p:nvSpPr>
        <p:spPr>
          <a:xfrm flipH="1" flipV="1">
            <a:off x="0" y="0"/>
            <a:ext cx="1259205" cy="833120"/>
          </a:xfrm>
          <a:custGeom>
            <a:avLst/>
            <a:gdLst>
              <a:gd name="connsiteX0" fmla="*/ 1259430 w 1259430"/>
              <a:gd name="connsiteY0" fmla="*/ 833045 h 833045"/>
              <a:gd name="connsiteX1" fmla="*/ 0 w 1259430"/>
              <a:gd name="connsiteY1" fmla="*/ 833045 h 833045"/>
              <a:gd name="connsiteX2" fmla="*/ 10126 w 1259430"/>
              <a:gd name="connsiteY2" fmla="*/ 819504 h 833045"/>
              <a:gd name="connsiteX3" fmla="*/ 1126137 w 1259430"/>
              <a:gd name="connsiteY3" fmla="*/ 38726 h 833045"/>
              <a:gd name="connsiteX4" fmla="*/ 1259430 w 1259430"/>
              <a:gd name="connsiteY4" fmla="*/ 0 h 8330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9430" h="833045">
                <a:moveTo>
                  <a:pt x="1259430" y="833045"/>
                </a:moveTo>
                <a:lnTo>
                  <a:pt x="0" y="833045"/>
                </a:lnTo>
                <a:lnTo>
                  <a:pt x="10126" y="819504"/>
                </a:lnTo>
                <a:cubicBezTo>
                  <a:pt x="301323" y="466655"/>
                  <a:pt x="685952" y="193770"/>
                  <a:pt x="1126137" y="38726"/>
                </a:cubicBezTo>
                <a:lnTo>
                  <a:pt x="1259430" y="0"/>
                </a:lnTo>
                <a:close/>
              </a:path>
            </a:pathLst>
          </a:custGeom>
          <a:solidFill>
            <a:schemeClr val="accent1">
              <a:lumMod val="20000"/>
              <a:lumOff val="80000"/>
              <a:alpha val="3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椭圆 20"/>
          <p:cNvSpPr/>
          <p:nvPr>
            <p:custDataLst>
              <p:tags r:id="rId10"/>
            </p:custDataLst>
          </p:nvPr>
        </p:nvSpPr>
        <p:spPr>
          <a:xfrm>
            <a:off x="1482507" y="4643034"/>
            <a:ext cx="217666" cy="217664"/>
          </a:xfrm>
          <a:prstGeom prst="ellipse">
            <a:avLst/>
          </a:prstGeom>
          <a:gradFill flip="none" rotWithShape="1">
            <a:gsLst>
              <a:gs pos="1300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29" name="直接连接符 28"/>
          <p:cNvCxnSpPr/>
          <p:nvPr>
            <p:custDataLst>
              <p:tags r:id="rId11"/>
            </p:custDataLst>
          </p:nvPr>
        </p:nvCxnSpPr>
        <p:spPr>
          <a:xfrm>
            <a:off x="1069698" y="688340"/>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custDataLst>
              <p:tags r:id="rId12"/>
            </p:custDataLst>
          </p:nvPr>
        </p:nvCxnSpPr>
        <p:spPr>
          <a:xfrm>
            <a:off x="1069698" y="75755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custDataLst>
              <p:tags r:id="rId13"/>
            </p:custDataLst>
          </p:nvPr>
        </p:nvCxnSpPr>
        <p:spPr>
          <a:xfrm>
            <a:off x="1069698" y="82613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4" name="日期占位符 4"/>
          <p:cNvSpPr>
            <a:spLocks noGrp="1"/>
          </p:cNvSpPr>
          <p:nvPr>
            <p:ph type="dt" sz="half" idx="10"/>
            <p:custDataLst>
              <p:tags r:id="rId1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15"/>
            </p:custDataLst>
          </p:nvPr>
        </p:nvSpPr>
        <p:spPr/>
        <p:txBody>
          <a:bodyPr/>
          <a:lstStyle/>
          <a:p>
            <a:endParaRPr lang="zh-CN" altLang="en-US"/>
          </a:p>
        </p:txBody>
      </p:sp>
      <p:sp>
        <p:nvSpPr>
          <p:cNvPr id="6" name="灯片编号占位符 6"/>
          <p:cNvSpPr>
            <a:spLocks noGrp="1"/>
          </p:cNvSpPr>
          <p:nvPr>
            <p:ph type="sldNum" sz="quarter" idx="12"/>
            <p:custDataLst>
              <p:tags r:id="rId16"/>
            </p:custDataLst>
          </p:nvPr>
        </p:nvSpPr>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title"/>
            <p:custDataLst>
              <p:tags r:id="rId17"/>
            </p:custDataLst>
          </p:nvPr>
        </p:nvSpPr>
        <p:spPr>
          <a:xfrm>
            <a:off x="5514170" y="3048024"/>
            <a:ext cx="5412458" cy="1759920"/>
          </a:xfrm>
        </p:spPr>
        <p:txBody>
          <a:bodyPr wrap="square" anchor="b">
            <a:normAutofit/>
          </a:bodyPr>
          <a:lstStyle>
            <a:lvl1pPr algn="r">
              <a:defRPr sz="5400">
                <a:solidFill>
                  <a:schemeClr val="tx2"/>
                </a:solidFill>
              </a:defRPr>
            </a:lvl1pPr>
          </a:lstStyle>
          <a:p>
            <a:r>
              <a:rPr lang="zh-CN" altLang="en-US" dirty="0"/>
              <a:t>单击此处编辑母版标题样式</a:t>
            </a:r>
            <a:endParaRPr lang="zh-CN" altLang="en-US" dirty="0"/>
          </a:p>
        </p:txBody>
      </p:sp>
      <p:sp>
        <p:nvSpPr>
          <p:cNvPr id="8" name="节编号 3"/>
          <p:cNvSpPr>
            <a:spLocks noGrp="1"/>
          </p:cNvSpPr>
          <p:nvPr>
            <p:ph type="body" sz="quarter" idx="13" hasCustomPrompt="1"/>
            <p:custDataLst>
              <p:tags r:id="rId18"/>
            </p:custDataLst>
          </p:nvPr>
        </p:nvSpPr>
        <p:spPr>
          <a:xfrm>
            <a:off x="6575549" y="966615"/>
            <a:ext cx="4351080" cy="2062700"/>
          </a:xfrm>
        </p:spPr>
        <p:txBody>
          <a:bodyPr wrap="none" anchor="b" anchorCtr="0">
            <a:normAutofit/>
          </a:bodyPr>
          <a:lstStyle>
            <a:lvl1pPr marL="0" indent="0" algn="r">
              <a:buNone/>
              <a:defRPr sz="8000" b="1">
                <a:gradFill flip="none" rotWithShape="1">
                  <a:gsLst>
                    <a:gs pos="0">
                      <a:schemeClr val="accent1">
                        <a:lumMod val="60000"/>
                        <a:lumOff val="40000"/>
                      </a:schemeClr>
                    </a:gs>
                    <a:gs pos="40000">
                      <a:schemeClr val="accent1"/>
                    </a:gs>
                  </a:gsLst>
                  <a:lin ang="2700000" scaled="1"/>
                  <a:tileRect/>
                </a:gradFill>
              </a:defRPr>
            </a:lvl1pPr>
          </a:lstStyle>
          <a:p>
            <a:pPr lvl="0"/>
            <a:r>
              <a:rPr lang="zh-CN" altLang="en-US" dirty="0"/>
              <a:t>节编号</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custDataLst>
              <p:tags r:id="rId2"/>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3"/>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8" name="标题 7"/>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dirty="0"/>
              <a:t>单击此处编辑母版标题样式</a:t>
            </a:r>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26" name="矩形 25"/>
          <p:cNvSpPr/>
          <p:nvPr>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custDataLst>
              <p:tags r:id="rId3"/>
            </p:custDataLst>
          </p:nvPr>
        </p:nvSpPr>
        <p:spPr>
          <a:xfrm flipV="1">
            <a:off x="10733104" y="5509481"/>
            <a:ext cx="1458895" cy="1348518"/>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gradFill flip="none" rotWithShape="1">
            <a:gsLst>
              <a:gs pos="0">
                <a:schemeClr val="accent1">
                  <a:lumMod val="20000"/>
                  <a:lumOff val="80000"/>
                  <a:alpha val="50000"/>
                </a:schemeClr>
              </a:gs>
              <a:gs pos="72000">
                <a:schemeClr val="accent1">
                  <a:lumMod val="20000"/>
                  <a:lumOff val="80000"/>
                  <a:alpha val="0"/>
                </a:schemeClr>
              </a:gs>
            </a:gsLst>
            <a:lin ang="189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7" name="任意多边形: 形状 6"/>
          <p:cNvSpPr/>
          <p:nvPr>
            <p:custDataLst>
              <p:tags r:id="rId4"/>
            </p:custDataLst>
          </p:nvPr>
        </p:nvSpPr>
        <p:spPr>
          <a:xfrm flipH="1">
            <a:off x="0" y="0"/>
            <a:ext cx="5272405" cy="48736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20000"/>
              <a:lumOff val="80000"/>
              <a:alpha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p:custDataLst>
              <p:tags r:id="rId5"/>
            </p:custDataLst>
          </p:nvPr>
        </p:nvSpPr>
        <p:spPr>
          <a:xfrm flipH="1">
            <a:off x="0" y="0"/>
            <a:ext cx="3750945" cy="36417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bg1">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椭圆 11"/>
          <p:cNvSpPr/>
          <p:nvPr>
            <p:custDataLst>
              <p:tags r:id="rId6"/>
            </p:custDataLst>
          </p:nvPr>
        </p:nvSpPr>
        <p:spPr>
          <a:xfrm flipH="1">
            <a:off x="4859423" y="917634"/>
            <a:ext cx="288925" cy="288925"/>
          </a:xfrm>
          <a:prstGeom prst="ellipse">
            <a:avLst/>
          </a:prstGeom>
          <a:gradFill flip="none" rotWithShape="1">
            <a:gsLst>
              <a:gs pos="1300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任意多边形: 形状 14"/>
          <p:cNvSpPr/>
          <p:nvPr>
            <p:custDataLst>
              <p:tags r:id="rId7"/>
            </p:custDataLst>
          </p:nvPr>
        </p:nvSpPr>
        <p:spPr>
          <a:xfrm flipH="1">
            <a:off x="0" y="0"/>
            <a:ext cx="2228850" cy="2164080"/>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60000"/>
              <a:lumOff val="40000"/>
              <a:alpha val="1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16" name="图形 24"/>
          <p:cNvSpPr/>
          <p:nvPr>
            <p:custDataLst>
              <p:tags r:id="rId8"/>
            </p:custDataLst>
          </p:nvPr>
        </p:nvSpPr>
        <p:spPr>
          <a:xfrm flipH="1">
            <a:off x="0" y="589915"/>
            <a:ext cx="2228850" cy="1643380"/>
          </a:xfrm>
          <a:custGeom>
            <a:avLst/>
            <a:gdLst>
              <a:gd name="connsiteX0" fmla="*/ 305151 w 1622268"/>
              <a:gd name="connsiteY0" fmla="*/ 689 h 1196098"/>
              <a:gd name="connsiteX1" fmla="*/ 532418 w 1622268"/>
              <a:gd name="connsiteY1" fmla="*/ 142707 h 1196098"/>
              <a:gd name="connsiteX2" fmla="*/ 1579882 w 1622268"/>
              <a:gd name="connsiteY2" fmla="*/ 601241 h 1196098"/>
              <a:gd name="connsiteX3" fmla="*/ 1622269 w 1622268"/>
              <a:gd name="connsiteY3" fmla="*/ 589430 h 1196098"/>
              <a:gd name="connsiteX4" fmla="*/ 1622269 w 1622268"/>
              <a:gd name="connsiteY4" fmla="*/ 1173217 h 1196098"/>
              <a:gd name="connsiteX5" fmla="*/ 1567976 w 1622268"/>
              <a:gd name="connsiteY5" fmla="*/ 1183123 h 1196098"/>
              <a:gd name="connsiteX6" fmla="*/ 970282 w 1622268"/>
              <a:gd name="connsiteY6" fmla="*/ 1143118 h 1196098"/>
              <a:gd name="connsiteX7" fmla="*/ 38261 w 1622268"/>
              <a:gd name="connsiteY7" fmla="*/ 427981 h 1196098"/>
              <a:gd name="connsiteX8" fmla="*/ 142655 w 1622268"/>
              <a:gd name="connsiteY8" fmla="*/ 38313 h 1196098"/>
              <a:gd name="connsiteX9" fmla="*/ 305151 w 1622268"/>
              <a:gd name="connsiteY9" fmla="*/ 689 h 1196098"/>
              <a:gd name="connsiteX10" fmla="*/ 305151 w 1622268"/>
              <a:gd name="connsiteY10" fmla="*/ 689 h 119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22268" h="1196098">
                <a:moveTo>
                  <a:pt x="305151" y="689"/>
                </a:moveTo>
                <a:cubicBezTo>
                  <a:pt x="396496" y="7166"/>
                  <a:pt x="483174" y="57363"/>
                  <a:pt x="532418" y="142707"/>
                </a:cubicBezTo>
                <a:cubicBezTo>
                  <a:pt x="748445" y="516849"/>
                  <a:pt x="1178975" y="691538"/>
                  <a:pt x="1579882" y="601241"/>
                </a:cubicBezTo>
                <a:lnTo>
                  <a:pt x="1622269" y="589430"/>
                </a:lnTo>
                <a:lnTo>
                  <a:pt x="1622269" y="1173217"/>
                </a:lnTo>
                <a:cubicBezTo>
                  <a:pt x="1622269" y="1173217"/>
                  <a:pt x="1567976" y="1183123"/>
                  <a:pt x="1567976" y="1183123"/>
                </a:cubicBezTo>
                <a:cubicBezTo>
                  <a:pt x="1370713" y="1209126"/>
                  <a:pt x="1168307" y="1196172"/>
                  <a:pt x="970282" y="1143118"/>
                </a:cubicBezTo>
                <a:cubicBezTo>
                  <a:pt x="574233" y="1037009"/>
                  <a:pt x="243239" y="783073"/>
                  <a:pt x="38261" y="427981"/>
                </a:cubicBezTo>
                <a:cubicBezTo>
                  <a:pt x="-40511" y="291583"/>
                  <a:pt x="6257" y="117085"/>
                  <a:pt x="142655" y="38313"/>
                </a:cubicBezTo>
                <a:cubicBezTo>
                  <a:pt x="193804" y="8786"/>
                  <a:pt x="250287" y="-3121"/>
                  <a:pt x="305151" y="689"/>
                </a:cubicBezTo>
                <a:lnTo>
                  <a:pt x="305151" y="689"/>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19" name="图形 16"/>
          <p:cNvSpPr/>
          <p:nvPr>
            <p:custDataLst>
              <p:tags r:id="rId9"/>
            </p:custDataLst>
          </p:nvPr>
        </p:nvSpPr>
        <p:spPr>
          <a:xfrm flipH="1">
            <a:off x="829945" y="0"/>
            <a:ext cx="3648710" cy="3936365"/>
          </a:xfrm>
          <a:custGeom>
            <a:avLst/>
            <a:gdLst>
              <a:gd name="connsiteX0" fmla="*/ 4671 w 2738556"/>
              <a:gd name="connsiteY0" fmla="*/ 0 h 2954675"/>
              <a:gd name="connsiteX1" fmla="*/ 1087663 w 2738556"/>
              <a:gd name="connsiteY1" fmla="*/ 0 h 2954675"/>
              <a:gd name="connsiteX2" fmla="*/ 1079662 w 2738556"/>
              <a:gd name="connsiteY2" fmla="*/ 159068 h 2954675"/>
              <a:gd name="connsiteX3" fmla="*/ 2359727 w 2738556"/>
              <a:gd name="connsiteY3" fmla="*/ 1900523 h 2954675"/>
              <a:gd name="connsiteX4" fmla="*/ 2713962 w 2738556"/>
              <a:gd name="connsiteY4" fmla="*/ 2575846 h 2954675"/>
              <a:gd name="connsiteX5" fmla="*/ 2038639 w 2738556"/>
              <a:gd name="connsiteY5" fmla="*/ 2930081 h 2954675"/>
              <a:gd name="connsiteX6" fmla="*/ 333378 w 2738556"/>
              <a:gd name="connsiteY6" fmla="*/ 1507998 h 2954675"/>
              <a:gd name="connsiteX7" fmla="*/ 99 w 2738556"/>
              <a:gd name="connsiteY7" fmla="*/ 140399 h 2954675"/>
              <a:gd name="connsiteX8" fmla="*/ 4671 w 2738556"/>
              <a:gd name="connsiteY8" fmla="*/ 0 h 295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8556" h="2954675">
                <a:moveTo>
                  <a:pt x="4671" y="0"/>
                </a:moveTo>
                <a:lnTo>
                  <a:pt x="1087663" y="0"/>
                </a:lnTo>
                <a:cubicBezTo>
                  <a:pt x="1087663" y="0"/>
                  <a:pt x="1079662" y="159068"/>
                  <a:pt x="1079662" y="159068"/>
                </a:cubicBezTo>
                <a:cubicBezTo>
                  <a:pt x="1079472" y="935736"/>
                  <a:pt x="1580201" y="1657350"/>
                  <a:pt x="2359727" y="1900523"/>
                </a:cubicBezTo>
                <a:cubicBezTo>
                  <a:pt x="2643953" y="1989201"/>
                  <a:pt x="2802639" y="2291620"/>
                  <a:pt x="2713962" y="2575846"/>
                </a:cubicBezTo>
                <a:cubicBezTo>
                  <a:pt x="2625284" y="2860072"/>
                  <a:pt x="2322865" y="3018758"/>
                  <a:pt x="2038639" y="2930081"/>
                </a:cubicBezTo>
                <a:cubicBezTo>
                  <a:pt x="1298928" y="2699290"/>
                  <a:pt x="693328" y="2194274"/>
                  <a:pt x="333378" y="1507998"/>
                </a:cubicBezTo>
                <a:cubicBezTo>
                  <a:pt x="108398" y="1079087"/>
                  <a:pt x="-3807" y="611410"/>
                  <a:pt x="99" y="140399"/>
                </a:cubicBezTo>
                <a:lnTo>
                  <a:pt x="4671" y="0"/>
                </a:lnTo>
                <a:close/>
              </a:path>
            </a:pathLst>
          </a:custGeom>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cxnSp>
        <p:nvCxnSpPr>
          <p:cNvPr id="27" name="直接连接符 26"/>
          <p:cNvCxnSpPr/>
          <p:nvPr>
            <p:custDataLst>
              <p:tags r:id="rId10"/>
            </p:custDataLst>
          </p:nvPr>
        </p:nvCxnSpPr>
        <p:spPr>
          <a:xfrm>
            <a:off x="10930251" y="688340"/>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custDataLst>
              <p:tags r:id="rId11"/>
            </p:custDataLst>
          </p:nvPr>
        </p:nvCxnSpPr>
        <p:spPr>
          <a:xfrm>
            <a:off x="10930251" y="75755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custDataLst>
              <p:tags r:id="rId12"/>
            </p:custDataLst>
          </p:nvPr>
        </p:nvCxnSpPr>
        <p:spPr>
          <a:xfrm>
            <a:off x="10930251" y="82613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13" name="椭圆 12"/>
          <p:cNvSpPr/>
          <p:nvPr>
            <p:custDataLst>
              <p:tags r:id="rId13"/>
            </p:custDataLst>
          </p:nvPr>
        </p:nvSpPr>
        <p:spPr>
          <a:xfrm flipH="1">
            <a:off x="1401445" y="4279089"/>
            <a:ext cx="808355" cy="808355"/>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4" name="日期占位符 3"/>
          <p:cNvSpPr>
            <a:spLocks noGrp="1"/>
          </p:cNvSpPr>
          <p:nvPr>
            <p:ph type="dt" sz="half" idx="10"/>
            <p:custDataLst>
              <p:tags r:id="rId1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5"/>
            </p:custDataLst>
          </p:nvPr>
        </p:nvSpPr>
        <p:spPr/>
        <p:txBody>
          <a:bodyPr/>
          <a:lstStyle/>
          <a:p>
            <a:endParaRPr lang="zh-CN" altLang="en-US"/>
          </a:p>
        </p:txBody>
      </p:sp>
      <p:sp>
        <p:nvSpPr>
          <p:cNvPr id="6" name="灯片编号占位符 5"/>
          <p:cNvSpPr>
            <a:spLocks noGrp="1"/>
          </p:cNvSpPr>
          <p:nvPr>
            <p:ph type="sldNum" sz="quarter" idx="12"/>
            <p:custDataLst>
              <p:tags r:id="rId16"/>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ctrTitle"/>
            <p:custDataLst>
              <p:tags r:id="rId17"/>
            </p:custDataLst>
          </p:nvPr>
        </p:nvSpPr>
        <p:spPr>
          <a:xfrm>
            <a:off x="2351686" y="2487519"/>
            <a:ext cx="8810024" cy="1222785"/>
          </a:xfrm>
        </p:spPr>
        <p:txBody>
          <a:bodyPr wrap="square" anchor="b" anchorCtr="0">
            <a:normAutofit/>
          </a:bodyPr>
          <a:lstStyle>
            <a:lvl1pPr algn="r">
              <a:lnSpc>
                <a:spcPct val="100000"/>
              </a:lnSpc>
              <a:defRPr sz="5400">
                <a:solidFill>
                  <a:schemeClr val="tx2"/>
                </a:solidFill>
              </a:defRPr>
            </a:lvl1pPr>
          </a:lstStyle>
          <a:p>
            <a:r>
              <a:rPr lang="zh-CN" altLang="en-US" dirty="0"/>
              <a:t>单击此处编辑母版标题样式</a:t>
            </a:r>
            <a:endParaRPr lang="zh-CN" altLang="en-US" dirty="0"/>
          </a:p>
        </p:txBody>
      </p:sp>
      <p:sp>
        <p:nvSpPr>
          <p:cNvPr id="10" name="公司名占位符 6"/>
          <p:cNvSpPr>
            <a:spLocks noGrp="1"/>
          </p:cNvSpPr>
          <p:nvPr>
            <p:ph type="body" sz="quarter" idx="13" hasCustomPrompt="1"/>
            <p:custDataLst>
              <p:tags r:id="rId18"/>
            </p:custDataLst>
          </p:nvPr>
        </p:nvSpPr>
        <p:spPr>
          <a:xfrm>
            <a:off x="7861296" y="504000"/>
            <a:ext cx="2880000" cy="504000"/>
          </a:xfrm>
        </p:spPr>
        <p:txBody>
          <a:bodyPr wrap="square" anchor="ctr">
            <a:normAutofit/>
          </a:bodyPr>
          <a:lstStyle>
            <a:lvl1pPr marL="0" indent="0" algn="r">
              <a:lnSpc>
                <a:spcPct val="100000"/>
              </a:lnSpc>
              <a:buNone/>
              <a:defRPr sz="1800"/>
            </a:lvl1pPr>
          </a:lstStyle>
          <a:p>
            <a:pPr lvl="0"/>
            <a:r>
              <a:rPr lang="zh-CN" altLang="en-US" dirty="0"/>
              <a:t>公司名</a:t>
            </a:r>
            <a:endParaRPr lang="zh-CN" altLang="en-US" dirty="0"/>
          </a:p>
        </p:txBody>
      </p:sp>
      <p:sp>
        <p:nvSpPr>
          <p:cNvPr id="20" name="署名占位符 10"/>
          <p:cNvSpPr>
            <a:spLocks noGrp="1"/>
          </p:cNvSpPr>
          <p:nvPr>
            <p:ph type="body" sz="quarter" idx="17" hasCustomPrompt="1"/>
            <p:custDataLst>
              <p:tags r:id="rId19"/>
            </p:custDataLst>
          </p:nvPr>
        </p:nvSpPr>
        <p:spPr>
          <a:xfrm>
            <a:off x="8284455" y="4085899"/>
            <a:ext cx="2880000" cy="504000"/>
          </a:xfrm>
          <a:prstGeom prst="roundRect">
            <a:avLst>
              <a:gd name="adj" fmla="val 50000"/>
            </a:avLst>
          </a:prstGeom>
          <a:solidFill>
            <a:schemeClr val="accent1">
              <a:lumMod val="20000"/>
              <a:lumOff val="80000"/>
              <a:alpha val="50000"/>
            </a:schemeClr>
          </a:solidFill>
          <a:ln>
            <a:solidFill>
              <a:schemeClr val="accent1">
                <a:lumMod val="20000"/>
                <a:lumOff val="80000"/>
              </a:schemeClr>
            </a:solidFill>
          </a:ln>
        </p:spPr>
        <p:txBody>
          <a:bodyPr wrap="square" anchor="ctr">
            <a:normAutofit/>
          </a:bodyPr>
          <a:lstStyle>
            <a:lvl1pPr marL="0" indent="0" algn="ctr">
              <a:lnSpc>
                <a:spcPct val="100000"/>
              </a:lnSpc>
              <a:buNone/>
              <a:defRPr sz="1800" b="0">
                <a:solidFill>
                  <a:schemeClr val="tx2"/>
                </a:solidFill>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4" Type="http://schemas.openxmlformats.org/officeDocument/2006/relationships/theme" Target="../theme/theme3.xml"/><Relationship Id="rId23" Type="http://schemas.openxmlformats.org/officeDocument/2006/relationships/tags" Target="../tags/tag110.xml"/><Relationship Id="rId22" Type="http://schemas.openxmlformats.org/officeDocument/2006/relationships/tags" Target="../tags/tag109.xml"/><Relationship Id="rId21" Type="http://schemas.openxmlformats.org/officeDocument/2006/relationships/tags" Target="../tags/tag108.xml"/><Relationship Id="rId20" Type="http://schemas.openxmlformats.org/officeDocument/2006/relationships/tags" Target="../tags/tag107.xml"/><Relationship Id="rId2" Type="http://schemas.openxmlformats.org/officeDocument/2006/relationships/slideLayout" Target="../slideLayouts/slideLayout24.xml"/><Relationship Id="rId19" Type="http://schemas.openxmlformats.org/officeDocument/2006/relationships/tags" Target="../tags/tag106.xml"/><Relationship Id="rId18" Type="http://schemas.openxmlformats.org/officeDocument/2006/relationships/tags" Target="../tags/tag105.xml"/><Relationship Id="rId17" Type="http://schemas.openxmlformats.org/officeDocument/2006/relationships/tags" Target="../tags/tag104.xml"/><Relationship Id="rId16" Type="http://schemas.openxmlformats.org/officeDocument/2006/relationships/tags" Target="../tags/tag103.xml"/><Relationship Id="rId15" Type="http://schemas.openxmlformats.org/officeDocument/2006/relationships/tags" Target="../tags/tag102.xml"/><Relationship Id="rId14" Type="http://schemas.openxmlformats.org/officeDocument/2006/relationships/tags" Target="../tags/tag101.xml"/><Relationship Id="rId13" Type="http://schemas.openxmlformats.org/officeDocument/2006/relationships/tags" Target="../tags/tag100.xml"/><Relationship Id="rId12" Type="http://schemas.openxmlformats.org/officeDocument/2006/relationships/tags" Target="../tags/tag99.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B7081-9B1B-4B88-BC45-5E46DD0B2F5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7AD08E-E2ED-4E93-AA42-BB36D906D7F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ts val="0"/>
        </a:spcBef>
        <a:spcAft>
          <a:spcPts val="0"/>
        </a:spcAft>
        <a:buNone/>
        <a:defRPr sz="4400" b="1" i="0" u="none" kern="1200">
          <a:solidFill>
            <a:srgbClr val="0766D4"/>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97790B-0AC9-4944-A8B1-6CA4A3F152B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0DEBE8-17F1-4515-941E-7A753910306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ts val="0"/>
        </a:spcBef>
        <a:spcAft>
          <a:spcPts val="0"/>
        </a:spcAft>
        <a:buNone/>
        <a:defRPr sz="4400" b="1" i="0" u="none" kern="1200">
          <a:solidFill>
            <a:srgbClr val="2747BE"/>
          </a:solidFill>
          <a:latin typeface="+mj-lt"/>
          <a:ea typeface="+mj-ea"/>
          <a:cs typeface="+mj-cs"/>
        </a:defRPr>
      </a:lvl1pPr>
    </p:titleStyle>
    <p:bodyStyle>
      <a:lvl1pPr marL="228600" indent="-228600" algn="l" defTabSz="914400" rtl="0" eaLnBrk="1" latinLnBrk="0" hangingPunct="1">
        <a:lnSpc>
          <a:spcPct val="90000"/>
        </a:lnSpc>
        <a:spcBef>
          <a:spcPts val="1000"/>
        </a:spcBef>
        <a:spcAft>
          <a:spcPts val="0"/>
        </a:spcAft>
        <a:buFont typeface="Arial" panose="020B0604020202020204" pitchFamily="34" charset="0"/>
        <a:buChar char="•"/>
        <a:defRPr sz="3200" b="0" i="0" u="none" kern="1200">
          <a:solidFill>
            <a:srgbClr val="000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p:custDataLst>
              <p:tags r:id="rId1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13"/>
            </p:custDataLst>
          </p:nvPr>
        </p:nvSpPr>
        <p:spPr>
          <a:xfrm>
            <a:off x="10287001" y="450850"/>
            <a:ext cx="1219200" cy="711200"/>
          </a:xfrm>
          <a:custGeom>
            <a:avLst/>
            <a:gdLst>
              <a:gd name="connsiteX0" fmla="*/ 0 w 1219200"/>
              <a:gd name="connsiteY0" fmla="*/ 0 h 711200"/>
              <a:gd name="connsiteX1" fmla="*/ 1219200 w 1219200"/>
              <a:gd name="connsiteY1" fmla="*/ 165100 h 711200"/>
              <a:gd name="connsiteX2" fmla="*/ 488950 w 1219200"/>
              <a:gd name="connsiteY2" fmla="*/ 711200 h 711200"/>
              <a:gd name="connsiteX3" fmla="*/ 0 w 1219200"/>
              <a:gd name="connsiteY3" fmla="*/ 0 h 711200"/>
            </a:gdLst>
            <a:ahLst/>
            <a:cxnLst>
              <a:cxn ang="0">
                <a:pos x="connsiteX0" y="connsiteY0"/>
              </a:cxn>
              <a:cxn ang="0">
                <a:pos x="connsiteX1" y="connsiteY1"/>
              </a:cxn>
              <a:cxn ang="0">
                <a:pos x="connsiteX2" y="connsiteY2"/>
              </a:cxn>
              <a:cxn ang="0">
                <a:pos x="connsiteX3" y="connsiteY3"/>
              </a:cxn>
            </a:cxnLst>
            <a:rect l="l" t="t" r="r" b="b"/>
            <a:pathLst>
              <a:path w="1219200" h="711200">
                <a:moveTo>
                  <a:pt x="0" y="0"/>
                </a:moveTo>
                <a:lnTo>
                  <a:pt x="1219200" y="165100"/>
                </a:lnTo>
                <a:lnTo>
                  <a:pt x="488950" y="711200"/>
                </a:lnTo>
                <a:lnTo>
                  <a:pt x="0" y="0"/>
                </a:lnTo>
                <a:close/>
              </a:path>
            </a:pathLst>
          </a:custGeom>
          <a:noFill/>
          <a:ln w="3175">
            <a:solidFill>
              <a:schemeClr val="accent1">
                <a:lumMod val="20000"/>
                <a:lumOff val="80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1" name="任意多边形: 形状 20"/>
          <p:cNvSpPr/>
          <p:nvPr>
            <p:custDataLst>
              <p:tags r:id="rId14"/>
            </p:custDataLst>
          </p:nvPr>
        </p:nvSpPr>
        <p:spPr>
          <a:xfrm>
            <a:off x="10718801" y="0"/>
            <a:ext cx="1473199" cy="1361739"/>
          </a:xfrm>
          <a:custGeom>
            <a:avLst/>
            <a:gdLst>
              <a:gd name="connsiteX0" fmla="*/ 0 w 3276599"/>
              <a:gd name="connsiteY0" fmla="*/ 0 h 3028696"/>
              <a:gd name="connsiteX1" fmla="*/ 945683 w 3276599"/>
              <a:gd name="connsiteY1" fmla="*/ 0 h 3028696"/>
              <a:gd name="connsiteX2" fmla="*/ 948498 w 3276599"/>
              <a:gd name="connsiteY2" fmla="*/ 108002 h 3028696"/>
              <a:gd name="connsiteX3" fmla="*/ 3166700 w 3276599"/>
              <a:gd name="connsiteY3" fmla="*/ 2260336 h 3028696"/>
              <a:gd name="connsiteX4" fmla="*/ 3276599 w 3276599"/>
              <a:gd name="connsiteY4" fmla="*/ 2263032 h 3028696"/>
              <a:gd name="connsiteX5" fmla="*/ 3276599 w 3276599"/>
              <a:gd name="connsiteY5" fmla="*/ 3028696 h 3028696"/>
              <a:gd name="connsiteX6" fmla="*/ 3122111 w 3276599"/>
              <a:gd name="connsiteY6" fmla="*/ 3025087 h 3028696"/>
              <a:gd name="connsiteX7" fmla="*/ 3956 w 3276599"/>
              <a:gd name="connsiteY7" fmla="*/ 144544 h 302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6599" h="3028696">
                <a:moveTo>
                  <a:pt x="0" y="0"/>
                </a:moveTo>
                <a:lnTo>
                  <a:pt x="945683" y="0"/>
                </a:lnTo>
                <a:lnTo>
                  <a:pt x="948498" y="108002"/>
                </a:lnTo>
                <a:cubicBezTo>
                  <a:pt x="1009194" y="1269845"/>
                  <a:pt x="1969300" y="2201442"/>
                  <a:pt x="3166700" y="2260336"/>
                </a:cubicBezTo>
                <a:lnTo>
                  <a:pt x="3276599" y="2263032"/>
                </a:lnTo>
                <a:lnTo>
                  <a:pt x="3276599" y="3028696"/>
                </a:lnTo>
                <a:lnTo>
                  <a:pt x="3122111" y="3025087"/>
                </a:lnTo>
                <a:cubicBezTo>
                  <a:pt x="1438911" y="2946268"/>
                  <a:pt x="89278" y="1699479"/>
                  <a:pt x="3956" y="144544"/>
                </a:cubicBezTo>
                <a:close/>
              </a:path>
            </a:pathLst>
          </a:custGeom>
          <a:solidFill>
            <a:schemeClr val="accent1">
              <a:lumMod val="40000"/>
              <a:lumOff val="60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2" name="椭圆 21"/>
          <p:cNvSpPr/>
          <p:nvPr>
            <p:custDataLst>
              <p:tags r:id="rId15"/>
            </p:custDataLst>
          </p:nvPr>
        </p:nvSpPr>
        <p:spPr>
          <a:xfrm>
            <a:off x="11238485" y="423882"/>
            <a:ext cx="532212" cy="532212"/>
          </a:xfrm>
          <a:prstGeom prst="ellipse">
            <a:avLst/>
          </a:prstGeom>
          <a:gradFill flip="none" rotWithShape="1">
            <a:gsLst>
              <a:gs pos="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23" name="椭圆 22"/>
          <p:cNvSpPr/>
          <p:nvPr>
            <p:custDataLst>
              <p:tags r:id="rId16"/>
            </p:custDataLst>
          </p:nvPr>
        </p:nvSpPr>
        <p:spPr>
          <a:xfrm>
            <a:off x="10321724" y="357339"/>
            <a:ext cx="222138" cy="222138"/>
          </a:xfrm>
          <a:prstGeom prst="ellipse">
            <a:avLst/>
          </a:prstGeom>
          <a:gradFill flip="none" rotWithShape="1">
            <a:gsLst>
              <a:gs pos="76000">
                <a:schemeClr val="accent1"/>
              </a:gs>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127000" dist="127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24" name="椭圆 23"/>
          <p:cNvSpPr/>
          <p:nvPr>
            <p:custDataLst>
              <p:tags r:id="rId17"/>
            </p:custDataLst>
          </p:nvPr>
        </p:nvSpPr>
        <p:spPr>
          <a:xfrm>
            <a:off x="10856597" y="1110794"/>
            <a:ext cx="130033" cy="130033"/>
          </a:xfrm>
          <a:prstGeom prst="ellipse">
            <a:avLst/>
          </a:prstGeom>
          <a:gradFill flip="none" rotWithShape="1">
            <a:gsLst>
              <a:gs pos="13000">
                <a:schemeClr val="accent1">
                  <a:lumMod val="20000"/>
                  <a:lumOff val="80000"/>
                </a:schemeClr>
              </a:gs>
              <a:gs pos="75000">
                <a:schemeClr val="accent1"/>
              </a:gs>
            </a:gsLst>
            <a:path path="circle">
              <a:fillToRect r="100000" b="100000"/>
            </a:path>
            <a:tileRect l="-100000" t="-10000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日期占位符 3"/>
          <p:cNvSpPr>
            <a:spLocks noGrp="1"/>
          </p:cNvSpPr>
          <p:nvPr>
            <p:ph type="dt" sz="half" idx="2"/>
            <p:custDataLst>
              <p:tags r:id="rId18"/>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9"/>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0"/>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2" name="标题占位符 1"/>
          <p:cNvSpPr>
            <a:spLocks noGrp="1"/>
          </p:cNvSpPr>
          <p:nvPr>
            <p:ph type="title"/>
            <p:custDataLst>
              <p:tags r:id="rId21"/>
            </p:custDataLst>
          </p:nvPr>
        </p:nvSpPr>
        <p:spPr>
          <a:xfrm>
            <a:off x="695960" y="360000"/>
            <a:ext cx="10800000" cy="720000"/>
          </a:xfrm>
          <a:prstGeom prst="rect">
            <a:avLst/>
          </a:prstGeom>
        </p:spPr>
        <p:txBody>
          <a:bodyPr vert="horz" wrap="square" lIns="0" tIns="0" rIns="0" bIns="0" rtlCol="0" anchor="b"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2"/>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KSO_TEMPLATE" hidden="1"/>
          <p:cNvSpPr/>
          <p:nvPr>
            <p:custDataLst>
              <p:tags r:id="rId23"/>
            </p:custDataLst>
          </p:nvPr>
        </p:nvSpPr>
        <p:spPr>
          <a:xfrm>
            <a:off x="0" y="0"/>
            <a:ext cx="0" cy="0"/>
          </a:xfrm>
          <a:prstGeom prst="rect">
            <a:avLst/>
          </a:prstGeom>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vertOverflow="overflow" horzOverflow="overflow" vert="horz" wrap="square" lIns="91440" tIns="45720" rIns="91440" bIns="45720" numCol="1" spcCol="0" rtlCol="0" fromWordArt="0" anchor="ctr" anchorCtr="0" forceAA="0" compatLnSpc="1">
            <a:noAutofit/>
          </a:bodyPr>
          <a:p>
            <a:pPr algn="ctr">
              <a:buClrTx/>
              <a:buSzTx/>
              <a:buFontTx/>
            </a:pPr>
            <a:endParaRPr lang="zh-CN" altLang="en-US">
              <a:solidFill>
                <a:schemeClr val="lt1"/>
              </a:solidFill>
              <a:sym typeface="+mn-ea"/>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6.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3.xml"/><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s>
</file>

<file path=ppt/slides/_rels/slide4.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9" Type="http://schemas.openxmlformats.org/officeDocument/2006/relationships/notesSlide" Target="../notesSlides/notesSlide2.xml"/><Relationship Id="rId18" Type="http://schemas.openxmlformats.org/officeDocument/2006/relationships/slideLayout" Target="../slideLayouts/slideLayout29.xml"/><Relationship Id="rId17" Type="http://schemas.openxmlformats.org/officeDocument/2006/relationships/tags" Target="../tags/tag136.xml"/><Relationship Id="rId16" Type="http://schemas.openxmlformats.org/officeDocument/2006/relationships/tags" Target="../tags/tag135.xml"/><Relationship Id="rId15" Type="http://schemas.openxmlformats.org/officeDocument/2006/relationships/tags" Target="../tags/tag134.xml"/><Relationship Id="rId14" Type="http://schemas.openxmlformats.org/officeDocument/2006/relationships/tags" Target="../tags/tag133.xml"/><Relationship Id="rId13" Type="http://schemas.openxmlformats.org/officeDocument/2006/relationships/tags" Target="../tags/tag132.xml"/><Relationship Id="rId12" Type="http://schemas.openxmlformats.org/officeDocument/2006/relationships/tags" Target="../tags/tag131.xml"/><Relationship Id="rId11" Type="http://schemas.openxmlformats.org/officeDocument/2006/relationships/tags" Target="../tags/tag130.xml"/><Relationship Id="rId10" Type="http://schemas.openxmlformats.org/officeDocument/2006/relationships/tags" Target="../tags/tag129.xml"/><Relationship Id="rId1" Type="http://schemas.openxmlformats.org/officeDocument/2006/relationships/tags" Target="../tags/tag120.xml"/></Relationships>
</file>

<file path=ppt/slides/_rels/slide5.xml.rels><?xml version="1.0" encoding="UTF-8" standalone="yes"?>
<Relationships xmlns="http://schemas.openxmlformats.org/package/2006/relationships"><Relationship Id="rId9" Type="http://schemas.openxmlformats.org/officeDocument/2006/relationships/image" Target="../media/image4.svg"/><Relationship Id="rId8" Type="http://schemas.openxmlformats.org/officeDocument/2006/relationships/image" Target="../media/image3.png"/><Relationship Id="rId7" Type="http://schemas.openxmlformats.org/officeDocument/2006/relationships/tags" Target="../tags/tag14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tags" Target="../tags/tag138.xml"/><Relationship Id="rId12" Type="http://schemas.openxmlformats.org/officeDocument/2006/relationships/slideLayout" Target="../slideLayouts/slideLayout27.xml"/><Relationship Id="rId11" Type="http://schemas.openxmlformats.org/officeDocument/2006/relationships/tags" Target="../tags/tag142.xml"/><Relationship Id="rId10" Type="http://schemas.openxmlformats.org/officeDocument/2006/relationships/image" Target="../media/image5.jpeg"/><Relationship Id="rId1" Type="http://schemas.openxmlformats.org/officeDocument/2006/relationships/tags" Target="../tags/tag137.xml"/></Relationships>
</file>

<file path=ppt/slides/_rels/slide6.xml.rels><?xml version="1.0" encoding="UTF-8" standalone="yes"?>
<Relationships xmlns="http://schemas.openxmlformats.org/package/2006/relationships"><Relationship Id="rId9" Type="http://schemas.openxmlformats.org/officeDocument/2006/relationships/image" Target="../media/image7.svg"/><Relationship Id="rId8" Type="http://schemas.openxmlformats.org/officeDocument/2006/relationships/image" Target="../media/image6.png"/><Relationship Id="rId7" Type="http://schemas.openxmlformats.org/officeDocument/2006/relationships/tags" Target="../tags/tag149.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tags" Target="../tags/tag144.xml"/><Relationship Id="rId15" Type="http://schemas.openxmlformats.org/officeDocument/2006/relationships/slideLayout" Target="../slideLayouts/slideLayout27.xml"/><Relationship Id="rId14" Type="http://schemas.openxmlformats.org/officeDocument/2006/relationships/tags" Target="../tags/tag152.xml"/><Relationship Id="rId13" Type="http://schemas.openxmlformats.org/officeDocument/2006/relationships/tags" Target="../tags/tag151.xml"/><Relationship Id="rId12" Type="http://schemas.openxmlformats.org/officeDocument/2006/relationships/image" Target="../media/image9.svg"/><Relationship Id="rId11" Type="http://schemas.openxmlformats.org/officeDocument/2006/relationships/image" Target="../media/image8.png"/><Relationship Id="rId10" Type="http://schemas.openxmlformats.org/officeDocument/2006/relationships/tags" Target="../tags/tag150.xml"/><Relationship Id="rId1" Type="http://schemas.openxmlformats.org/officeDocument/2006/relationships/tags" Target="../tags/tag143.xml"/></Relationships>
</file>

<file path=ppt/slides/_rels/slide7.xml.rels><?xml version="1.0" encoding="UTF-8" standalone="yes"?>
<Relationships xmlns="http://schemas.openxmlformats.org/package/2006/relationships"><Relationship Id="rId9" Type="http://schemas.openxmlformats.org/officeDocument/2006/relationships/tags" Target="../tags/tag161.xml"/><Relationship Id="rId8" Type="http://schemas.openxmlformats.org/officeDocument/2006/relationships/tags" Target="../tags/tag160.xml"/><Relationship Id="rId7" Type="http://schemas.openxmlformats.org/officeDocument/2006/relationships/tags" Target="../tags/tag159.xml"/><Relationship Id="rId6" Type="http://schemas.openxmlformats.org/officeDocument/2006/relationships/tags" Target="../tags/tag158.xml"/><Relationship Id="rId57" Type="http://schemas.openxmlformats.org/officeDocument/2006/relationships/slideLayout" Target="../slideLayouts/slideLayout27.xml"/><Relationship Id="rId56" Type="http://schemas.openxmlformats.org/officeDocument/2006/relationships/tags" Target="../tags/tag208.xml"/><Relationship Id="rId55" Type="http://schemas.openxmlformats.org/officeDocument/2006/relationships/tags" Target="../tags/tag207.xml"/><Relationship Id="rId54" Type="http://schemas.openxmlformats.org/officeDocument/2006/relationships/tags" Target="../tags/tag206.xml"/><Relationship Id="rId53" Type="http://schemas.openxmlformats.org/officeDocument/2006/relationships/tags" Target="../tags/tag205.xml"/><Relationship Id="rId52" Type="http://schemas.openxmlformats.org/officeDocument/2006/relationships/tags" Target="../tags/tag204.xml"/><Relationship Id="rId51" Type="http://schemas.openxmlformats.org/officeDocument/2006/relationships/tags" Target="../tags/tag203.xml"/><Relationship Id="rId50" Type="http://schemas.openxmlformats.org/officeDocument/2006/relationships/tags" Target="../tags/tag202.xml"/><Relationship Id="rId5" Type="http://schemas.openxmlformats.org/officeDocument/2006/relationships/tags" Target="../tags/tag157.xml"/><Relationship Id="rId49" Type="http://schemas.openxmlformats.org/officeDocument/2006/relationships/tags" Target="../tags/tag201.xml"/><Relationship Id="rId48" Type="http://schemas.openxmlformats.org/officeDocument/2006/relationships/tags" Target="../tags/tag200.xml"/><Relationship Id="rId47" Type="http://schemas.openxmlformats.org/officeDocument/2006/relationships/tags" Target="../tags/tag199.xml"/><Relationship Id="rId46" Type="http://schemas.openxmlformats.org/officeDocument/2006/relationships/tags" Target="../tags/tag198.xml"/><Relationship Id="rId45" Type="http://schemas.openxmlformats.org/officeDocument/2006/relationships/tags" Target="../tags/tag197.xml"/><Relationship Id="rId44" Type="http://schemas.openxmlformats.org/officeDocument/2006/relationships/tags" Target="../tags/tag196.xml"/><Relationship Id="rId43" Type="http://schemas.openxmlformats.org/officeDocument/2006/relationships/tags" Target="../tags/tag195.xml"/><Relationship Id="rId42" Type="http://schemas.openxmlformats.org/officeDocument/2006/relationships/tags" Target="../tags/tag194.xml"/><Relationship Id="rId41" Type="http://schemas.openxmlformats.org/officeDocument/2006/relationships/tags" Target="../tags/tag193.xml"/><Relationship Id="rId40" Type="http://schemas.openxmlformats.org/officeDocument/2006/relationships/tags" Target="../tags/tag192.xml"/><Relationship Id="rId4" Type="http://schemas.openxmlformats.org/officeDocument/2006/relationships/tags" Target="../tags/tag156.xml"/><Relationship Id="rId39" Type="http://schemas.openxmlformats.org/officeDocument/2006/relationships/tags" Target="../tags/tag191.xml"/><Relationship Id="rId38" Type="http://schemas.openxmlformats.org/officeDocument/2006/relationships/tags" Target="../tags/tag190.xml"/><Relationship Id="rId37" Type="http://schemas.openxmlformats.org/officeDocument/2006/relationships/tags" Target="../tags/tag189.xml"/><Relationship Id="rId36" Type="http://schemas.openxmlformats.org/officeDocument/2006/relationships/tags" Target="../tags/tag188.xml"/><Relationship Id="rId35" Type="http://schemas.openxmlformats.org/officeDocument/2006/relationships/tags" Target="../tags/tag187.xml"/><Relationship Id="rId34" Type="http://schemas.openxmlformats.org/officeDocument/2006/relationships/tags" Target="../tags/tag186.xml"/><Relationship Id="rId33" Type="http://schemas.openxmlformats.org/officeDocument/2006/relationships/tags" Target="../tags/tag185.xml"/><Relationship Id="rId32" Type="http://schemas.openxmlformats.org/officeDocument/2006/relationships/tags" Target="../tags/tag184.xml"/><Relationship Id="rId31" Type="http://schemas.openxmlformats.org/officeDocument/2006/relationships/tags" Target="../tags/tag183.xml"/><Relationship Id="rId30" Type="http://schemas.openxmlformats.org/officeDocument/2006/relationships/tags" Target="../tags/tag182.xml"/><Relationship Id="rId3" Type="http://schemas.openxmlformats.org/officeDocument/2006/relationships/tags" Target="../tags/tag155.xml"/><Relationship Id="rId29" Type="http://schemas.openxmlformats.org/officeDocument/2006/relationships/tags" Target="../tags/tag181.xml"/><Relationship Id="rId28" Type="http://schemas.openxmlformats.org/officeDocument/2006/relationships/tags" Target="../tags/tag180.xml"/><Relationship Id="rId27" Type="http://schemas.openxmlformats.org/officeDocument/2006/relationships/tags" Target="../tags/tag179.xml"/><Relationship Id="rId26" Type="http://schemas.openxmlformats.org/officeDocument/2006/relationships/tags" Target="../tags/tag178.xml"/><Relationship Id="rId25" Type="http://schemas.openxmlformats.org/officeDocument/2006/relationships/tags" Target="../tags/tag177.xml"/><Relationship Id="rId24" Type="http://schemas.openxmlformats.org/officeDocument/2006/relationships/tags" Target="../tags/tag176.xml"/><Relationship Id="rId23" Type="http://schemas.openxmlformats.org/officeDocument/2006/relationships/tags" Target="../tags/tag175.xml"/><Relationship Id="rId22" Type="http://schemas.openxmlformats.org/officeDocument/2006/relationships/tags" Target="../tags/tag174.xml"/><Relationship Id="rId21" Type="http://schemas.openxmlformats.org/officeDocument/2006/relationships/tags" Target="../tags/tag173.xml"/><Relationship Id="rId20" Type="http://schemas.openxmlformats.org/officeDocument/2006/relationships/tags" Target="../tags/tag172.xml"/><Relationship Id="rId2" Type="http://schemas.openxmlformats.org/officeDocument/2006/relationships/tags" Target="../tags/tag154.xml"/><Relationship Id="rId19" Type="http://schemas.openxmlformats.org/officeDocument/2006/relationships/tags" Target="../tags/tag171.xml"/><Relationship Id="rId18" Type="http://schemas.openxmlformats.org/officeDocument/2006/relationships/tags" Target="../tags/tag170.xml"/><Relationship Id="rId17" Type="http://schemas.openxmlformats.org/officeDocument/2006/relationships/tags" Target="../tags/tag169.xml"/><Relationship Id="rId16" Type="http://schemas.openxmlformats.org/officeDocument/2006/relationships/tags" Target="../tags/tag168.xml"/><Relationship Id="rId15" Type="http://schemas.openxmlformats.org/officeDocument/2006/relationships/tags" Target="../tags/tag167.xml"/><Relationship Id="rId14" Type="http://schemas.openxmlformats.org/officeDocument/2006/relationships/tags" Target="../tags/tag166.xml"/><Relationship Id="rId13" Type="http://schemas.openxmlformats.org/officeDocument/2006/relationships/tags" Target="../tags/tag165.xml"/><Relationship Id="rId12" Type="http://schemas.openxmlformats.org/officeDocument/2006/relationships/tags" Target="../tags/tag164.xml"/><Relationship Id="rId11" Type="http://schemas.openxmlformats.org/officeDocument/2006/relationships/tags" Target="../tags/tag163.xml"/><Relationship Id="rId10" Type="http://schemas.openxmlformats.org/officeDocument/2006/relationships/tags" Target="../tags/tag162.xml"/><Relationship Id="rId1" Type="http://schemas.openxmlformats.org/officeDocument/2006/relationships/tags" Target="../tags/tag153.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7.xml"/><Relationship Id="rId4" Type="http://schemas.openxmlformats.org/officeDocument/2006/relationships/tags" Target="../tags/tag209.xml"/><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slides/_rels/slide9.xml.rels><?xml version="1.0" encoding="UTF-8" standalone="yes"?>
<Relationships xmlns="http://schemas.openxmlformats.org/package/2006/relationships"><Relationship Id="rId9" Type="http://schemas.openxmlformats.org/officeDocument/2006/relationships/tags" Target="../tags/tag218.xml"/><Relationship Id="rId8" Type="http://schemas.openxmlformats.org/officeDocument/2006/relationships/tags" Target="../tags/tag217.xml"/><Relationship Id="rId7" Type="http://schemas.openxmlformats.org/officeDocument/2006/relationships/tags" Target="../tags/tag216.xml"/><Relationship Id="rId6" Type="http://schemas.openxmlformats.org/officeDocument/2006/relationships/tags" Target="../tags/tag215.xml"/><Relationship Id="rId5" Type="http://schemas.openxmlformats.org/officeDocument/2006/relationships/tags" Target="../tags/tag214.xml"/><Relationship Id="rId4" Type="http://schemas.openxmlformats.org/officeDocument/2006/relationships/tags" Target="../tags/tag213.xml"/><Relationship Id="rId3" Type="http://schemas.openxmlformats.org/officeDocument/2006/relationships/tags" Target="../tags/tag212.xml"/><Relationship Id="rId22" Type="http://schemas.openxmlformats.org/officeDocument/2006/relationships/notesSlide" Target="../notesSlides/notesSlide3.xml"/><Relationship Id="rId21" Type="http://schemas.openxmlformats.org/officeDocument/2006/relationships/slideLayout" Target="../slideLayouts/slideLayout27.xml"/><Relationship Id="rId20" Type="http://schemas.openxmlformats.org/officeDocument/2006/relationships/tags" Target="../tags/tag229.xml"/><Relationship Id="rId2" Type="http://schemas.openxmlformats.org/officeDocument/2006/relationships/tags" Target="../tags/tag211.xml"/><Relationship Id="rId19" Type="http://schemas.openxmlformats.org/officeDocument/2006/relationships/tags" Target="../tags/tag228.xml"/><Relationship Id="rId18" Type="http://schemas.openxmlformats.org/officeDocument/2006/relationships/tags" Target="../tags/tag227.xml"/><Relationship Id="rId17" Type="http://schemas.openxmlformats.org/officeDocument/2006/relationships/tags" Target="../tags/tag226.xml"/><Relationship Id="rId16" Type="http://schemas.openxmlformats.org/officeDocument/2006/relationships/tags" Target="../tags/tag225.xml"/><Relationship Id="rId15" Type="http://schemas.openxmlformats.org/officeDocument/2006/relationships/tags" Target="../tags/tag224.xml"/><Relationship Id="rId14" Type="http://schemas.openxmlformats.org/officeDocument/2006/relationships/tags" Target="../tags/tag223.xml"/><Relationship Id="rId13" Type="http://schemas.openxmlformats.org/officeDocument/2006/relationships/tags" Target="../tags/tag222.xml"/><Relationship Id="rId12" Type="http://schemas.openxmlformats.org/officeDocument/2006/relationships/tags" Target="../tags/tag221.xml"/><Relationship Id="rId11" Type="http://schemas.openxmlformats.org/officeDocument/2006/relationships/tags" Target="../tags/tag220.xml"/><Relationship Id="rId10" Type="http://schemas.openxmlformats.org/officeDocument/2006/relationships/tags" Target="../tags/tag219.xml"/><Relationship Id="rId1" Type="http://schemas.openxmlformats.org/officeDocument/2006/relationships/tags" Target="../tags/tag210.xml"/></Relationships>
</file>

<file path=ppt/slides/_rels/slide10.xml.rels><?xml version="1.0" encoding="UTF-8" standalone="yes"?>
<Relationships xmlns="http://schemas.openxmlformats.org/package/2006/relationships"><Relationship Id="rId9" Type="http://schemas.openxmlformats.org/officeDocument/2006/relationships/tags" Target="../tags/tag236.xml"/><Relationship Id="rId8" Type="http://schemas.openxmlformats.org/officeDocument/2006/relationships/image" Target="../media/image14.svg"/><Relationship Id="rId7" Type="http://schemas.openxmlformats.org/officeDocument/2006/relationships/image" Target="../media/image13.png"/><Relationship Id="rId6" Type="http://schemas.openxmlformats.org/officeDocument/2006/relationships/tags" Target="../tags/tag235.xml"/><Relationship Id="rId5" Type="http://schemas.openxmlformats.org/officeDocument/2006/relationships/tags" Target="../tags/tag234.xml"/><Relationship Id="rId4" Type="http://schemas.openxmlformats.org/officeDocument/2006/relationships/tags" Target="../tags/tag233.xml"/><Relationship Id="rId3" Type="http://schemas.openxmlformats.org/officeDocument/2006/relationships/tags" Target="../tags/tag232.xml"/><Relationship Id="rId2" Type="http://schemas.openxmlformats.org/officeDocument/2006/relationships/tags" Target="../tags/tag231.xml"/><Relationship Id="rId13" Type="http://schemas.openxmlformats.org/officeDocument/2006/relationships/notesSlide" Target="../notesSlides/notesSlide4.xml"/><Relationship Id="rId12" Type="http://schemas.openxmlformats.org/officeDocument/2006/relationships/slideLayout" Target="../slideLayouts/slideLayout27.xml"/><Relationship Id="rId11" Type="http://schemas.openxmlformats.org/officeDocument/2006/relationships/tags" Target="../tags/tag238.xml"/><Relationship Id="rId10" Type="http://schemas.openxmlformats.org/officeDocument/2006/relationships/tags" Target="../tags/tag237.xml"/><Relationship Id="rId1" Type="http://schemas.openxmlformats.org/officeDocument/2006/relationships/tags" Target="../tags/tag230.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27.xml"/><Relationship Id="rId6" Type="http://schemas.openxmlformats.org/officeDocument/2006/relationships/tags" Target="../tags/tag244.xml"/><Relationship Id="rId5" Type="http://schemas.openxmlformats.org/officeDocument/2006/relationships/tags" Target="../tags/tag243.xml"/><Relationship Id="rId4" Type="http://schemas.openxmlformats.org/officeDocument/2006/relationships/tags" Target="../tags/tag242.xml"/><Relationship Id="rId3" Type="http://schemas.openxmlformats.org/officeDocument/2006/relationships/tags" Target="../tags/tag241.xml"/><Relationship Id="rId2" Type="http://schemas.openxmlformats.org/officeDocument/2006/relationships/tags" Target="../tags/tag240.xml"/><Relationship Id="rId1" Type="http://schemas.openxmlformats.org/officeDocument/2006/relationships/tags" Target="../tags/tag239.xml"/></Relationships>
</file>

<file path=ppt/slides/_rels/slide12.xml.rels><?xml version="1.0" encoding="UTF-8" standalone="yes"?>
<Relationships xmlns="http://schemas.openxmlformats.org/package/2006/relationships"><Relationship Id="rId9" Type="http://schemas.openxmlformats.org/officeDocument/2006/relationships/image" Target="../media/image16.svg"/><Relationship Id="rId8" Type="http://schemas.openxmlformats.org/officeDocument/2006/relationships/image" Target="../media/image15.png"/><Relationship Id="rId7" Type="http://schemas.openxmlformats.org/officeDocument/2006/relationships/tags" Target="../tags/tag251.xml"/><Relationship Id="rId6" Type="http://schemas.openxmlformats.org/officeDocument/2006/relationships/tags" Target="../tags/tag250.xml"/><Relationship Id="rId5" Type="http://schemas.openxmlformats.org/officeDocument/2006/relationships/tags" Target="../tags/tag249.xml"/><Relationship Id="rId4" Type="http://schemas.openxmlformats.org/officeDocument/2006/relationships/tags" Target="../tags/tag248.xml"/><Relationship Id="rId3" Type="http://schemas.openxmlformats.org/officeDocument/2006/relationships/tags" Target="../tags/tag247.xml"/><Relationship Id="rId2" Type="http://schemas.openxmlformats.org/officeDocument/2006/relationships/tags" Target="../tags/tag246.xml"/><Relationship Id="rId14" Type="http://schemas.openxmlformats.org/officeDocument/2006/relationships/slideLayout" Target="../slideLayouts/slideLayout27.xml"/><Relationship Id="rId13" Type="http://schemas.openxmlformats.org/officeDocument/2006/relationships/tags" Target="../tags/tag253.xml"/><Relationship Id="rId12" Type="http://schemas.openxmlformats.org/officeDocument/2006/relationships/image" Target="../media/image18.svg"/><Relationship Id="rId11" Type="http://schemas.openxmlformats.org/officeDocument/2006/relationships/image" Target="../media/image17.png"/><Relationship Id="rId10" Type="http://schemas.openxmlformats.org/officeDocument/2006/relationships/tags" Target="../tags/tag252.xml"/><Relationship Id="rId1" Type="http://schemas.openxmlformats.org/officeDocument/2006/relationships/tags" Target="../tags/tag245.xml"/></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27.xml"/><Relationship Id="rId5" Type="http://schemas.openxmlformats.org/officeDocument/2006/relationships/tags" Target="../tags/tag258.xml"/><Relationship Id="rId4" Type="http://schemas.openxmlformats.org/officeDocument/2006/relationships/tags" Target="../tags/tag257.xml"/><Relationship Id="rId3" Type="http://schemas.openxmlformats.org/officeDocument/2006/relationships/tags" Target="../tags/tag256.xml"/><Relationship Id="rId2" Type="http://schemas.openxmlformats.org/officeDocument/2006/relationships/tags" Target="../tags/tag255.xml"/><Relationship Id="rId1" Type="http://schemas.openxmlformats.org/officeDocument/2006/relationships/tags" Target="../tags/tag254.xml"/></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27.xml"/><Relationship Id="rId5" Type="http://schemas.openxmlformats.org/officeDocument/2006/relationships/tags" Target="../tags/tag263.xml"/><Relationship Id="rId4" Type="http://schemas.openxmlformats.org/officeDocument/2006/relationships/tags" Target="../tags/tag262.xml"/><Relationship Id="rId3" Type="http://schemas.openxmlformats.org/officeDocument/2006/relationships/tags" Target="../tags/tag261.xml"/><Relationship Id="rId2" Type="http://schemas.openxmlformats.org/officeDocument/2006/relationships/tags" Target="../tags/tag260.xml"/><Relationship Id="rId1" Type="http://schemas.openxmlformats.org/officeDocument/2006/relationships/tags" Target="../tags/tag259.xml"/></Relationships>
</file>

<file path=ppt/slides/_rels/slide15.xml.rels><?xml version="1.0" encoding="UTF-8" standalone="yes"?>
<Relationships xmlns="http://schemas.openxmlformats.org/package/2006/relationships"><Relationship Id="rId9" Type="http://schemas.openxmlformats.org/officeDocument/2006/relationships/tags" Target="../tags/tag272.xml"/><Relationship Id="rId8" Type="http://schemas.openxmlformats.org/officeDocument/2006/relationships/tags" Target="../tags/tag271.xml"/><Relationship Id="rId7" Type="http://schemas.openxmlformats.org/officeDocument/2006/relationships/tags" Target="../tags/tag270.xml"/><Relationship Id="rId6" Type="http://schemas.openxmlformats.org/officeDocument/2006/relationships/tags" Target="../tags/tag269.xml"/><Relationship Id="rId5" Type="http://schemas.openxmlformats.org/officeDocument/2006/relationships/tags" Target="../tags/tag268.xml"/><Relationship Id="rId4" Type="http://schemas.openxmlformats.org/officeDocument/2006/relationships/tags" Target="../tags/tag267.xml"/><Relationship Id="rId3" Type="http://schemas.openxmlformats.org/officeDocument/2006/relationships/tags" Target="../tags/tag266.xml"/><Relationship Id="rId2" Type="http://schemas.openxmlformats.org/officeDocument/2006/relationships/tags" Target="../tags/tag265.xml"/><Relationship Id="rId14" Type="http://schemas.openxmlformats.org/officeDocument/2006/relationships/notesSlide" Target="../notesSlides/notesSlide8.xml"/><Relationship Id="rId13" Type="http://schemas.openxmlformats.org/officeDocument/2006/relationships/slideLayout" Target="../slideLayouts/slideLayout27.xml"/><Relationship Id="rId12" Type="http://schemas.openxmlformats.org/officeDocument/2006/relationships/tags" Target="../tags/tag275.xml"/><Relationship Id="rId11" Type="http://schemas.openxmlformats.org/officeDocument/2006/relationships/tags" Target="../tags/tag274.xml"/><Relationship Id="rId10" Type="http://schemas.openxmlformats.org/officeDocument/2006/relationships/tags" Target="../tags/tag273.xml"/><Relationship Id="rId1" Type="http://schemas.openxmlformats.org/officeDocument/2006/relationships/tags" Target="../tags/tag264.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7.xml"/><Relationship Id="rId4" Type="http://schemas.openxmlformats.org/officeDocument/2006/relationships/tags" Target="../tags/tag277.xml"/><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tags" Target="../tags/tag276.xml"/></Relationships>
</file>

<file path=ppt/slides/_rels/slide17.xml.rels><?xml version="1.0" encoding="UTF-8" standalone="yes"?>
<Relationships xmlns="http://schemas.openxmlformats.org/package/2006/relationships"><Relationship Id="rId9" Type="http://schemas.openxmlformats.org/officeDocument/2006/relationships/tags" Target="../tags/tag286.xml"/><Relationship Id="rId8" Type="http://schemas.openxmlformats.org/officeDocument/2006/relationships/tags" Target="../tags/tag285.xml"/><Relationship Id="rId7" Type="http://schemas.openxmlformats.org/officeDocument/2006/relationships/tags" Target="../tags/tag284.xml"/><Relationship Id="rId6" Type="http://schemas.openxmlformats.org/officeDocument/2006/relationships/tags" Target="../tags/tag283.xml"/><Relationship Id="rId5" Type="http://schemas.openxmlformats.org/officeDocument/2006/relationships/tags" Target="../tags/tag282.xml"/><Relationship Id="rId4" Type="http://schemas.openxmlformats.org/officeDocument/2006/relationships/tags" Target="../tags/tag281.xml"/><Relationship Id="rId3" Type="http://schemas.openxmlformats.org/officeDocument/2006/relationships/tags" Target="../tags/tag280.xml"/><Relationship Id="rId2" Type="http://schemas.openxmlformats.org/officeDocument/2006/relationships/tags" Target="../tags/tag279.xml"/><Relationship Id="rId10" Type="http://schemas.openxmlformats.org/officeDocument/2006/relationships/slideLayout" Target="../slideLayouts/slideLayout27.xml"/><Relationship Id="rId1" Type="http://schemas.openxmlformats.org/officeDocument/2006/relationships/tags" Target="../tags/tag278.xml"/></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27.xml"/><Relationship Id="rId6" Type="http://schemas.openxmlformats.org/officeDocument/2006/relationships/tags" Target="../tags/tag292.xml"/><Relationship Id="rId5" Type="http://schemas.openxmlformats.org/officeDocument/2006/relationships/tags" Target="../tags/tag291.xml"/><Relationship Id="rId4" Type="http://schemas.openxmlformats.org/officeDocument/2006/relationships/tags" Target="../tags/tag290.xml"/><Relationship Id="rId3" Type="http://schemas.openxmlformats.org/officeDocument/2006/relationships/tags" Target="../tags/tag289.xml"/><Relationship Id="rId2" Type="http://schemas.openxmlformats.org/officeDocument/2006/relationships/tags" Target="../tags/tag288.xml"/><Relationship Id="rId1" Type="http://schemas.openxmlformats.org/officeDocument/2006/relationships/tags" Target="../tags/tag287.xml"/></Relationships>
</file>

<file path=ppt/slides/_rels/slide19.xml.rels><?xml version="1.0" encoding="UTF-8" standalone="yes"?>
<Relationships xmlns="http://schemas.openxmlformats.org/package/2006/relationships"><Relationship Id="rId9" Type="http://schemas.openxmlformats.org/officeDocument/2006/relationships/tags" Target="../tags/tag301.xml"/><Relationship Id="rId8" Type="http://schemas.openxmlformats.org/officeDocument/2006/relationships/tags" Target="../tags/tag300.xml"/><Relationship Id="rId7" Type="http://schemas.openxmlformats.org/officeDocument/2006/relationships/tags" Target="../tags/tag299.xml"/><Relationship Id="rId6" Type="http://schemas.openxmlformats.org/officeDocument/2006/relationships/tags" Target="../tags/tag298.xml"/><Relationship Id="rId5" Type="http://schemas.openxmlformats.org/officeDocument/2006/relationships/tags" Target="../tags/tag297.xml"/><Relationship Id="rId4" Type="http://schemas.openxmlformats.org/officeDocument/2006/relationships/tags" Target="../tags/tag296.xml"/><Relationship Id="rId3" Type="http://schemas.openxmlformats.org/officeDocument/2006/relationships/tags" Target="../tags/tag295.xml"/><Relationship Id="rId2" Type="http://schemas.openxmlformats.org/officeDocument/2006/relationships/tags" Target="../tags/tag294.xml"/><Relationship Id="rId13" Type="http://schemas.openxmlformats.org/officeDocument/2006/relationships/notesSlide" Target="../notesSlides/notesSlide10.xml"/><Relationship Id="rId12" Type="http://schemas.openxmlformats.org/officeDocument/2006/relationships/slideLayout" Target="../slideLayouts/slideLayout27.xml"/><Relationship Id="rId11" Type="http://schemas.openxmlformats.org/officeDocument/2006/relationships/tags" Target="../tags/tag303.xml"/><Relationship Id="rId10" Type="http://schemas.openxmlformats.org/officeDocument/2006/relationships/tags" Target="../tags/tag302.xml"/><Relationship Id="rId1" Type="http://schemas.openxmlformats.org/officeDocument/2006/relationships/tags" Target="../tags/tag293.xml"/></Relationships>
</file>

<file path=ppt/slides/_rels/slide20.xml.rels><?xml version="1.0" encoding="UTF-8" standalone="yes"?>
<Relationships xmlns="http://schemas.openxmlformats.org/package/2006/relationships"><Relationship Id="rId9" Type="http://schemas.openxmlformats.org/officeDocument/2006/relationships/tags" Target="../tags/tag312.xml"/><Relationship Id="rId8" Type="http://schemas.openxmlformats.org/officeDocument/2006/relationships/tags" Target="../tags/tag311.xml"/><Relationship Id="rId7" Type="http://schemas.openxmlformats.org/officeDocument/2006/relationships/tags" Target="../tags/tag310.xml"/><Relationship Id="rId6" Type="http://schemas.openxmlformats.org/officeDocument/2006/relationships/tags" Target="../tags/tag309.xml"/><Relationship Id="rId5" Type="http://schemas.openxmlformats.org/officeDocument/2006/relationships/tags" Target="../tags/tag308.xml"/><Relationship Id="rId4" Type="http://schemas.openxmlformats.org/officeDocument/2006/relationships/tags" Target="../tags/tag307.xml"/><Relationship Id="rId3" Type="http://schemas.openxmlformats.org/officeDocument/2006/relationships/tags" Target="../tags/tag306.xml"/><Relationship Id="rId2" Type="http://schemas.openxmlformats.org/officeDocument/2006/relationships/tags" Target="../tags/tag305.xml"/><Relationship Id="rId11" Type="http://schemas.openxmlformats.org/officeDocument/2006/relationships/slideLayout" Target="../slideLayouts/slideLayout27.xml"/><Relationship Id="rId10" Type="http://schemas.openxmlformats.org/officeDocument/2006/relationships/tags" Target="../tags/tag313.xml"/><Relationship Id="rId1" Type="http://schemas.openxmlformats.org/officeDocument/2006/relationships/tags" Target="../tags/tag304.xml"/></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7.xml"/><Relationship Id="rId5" Type="http://schemas.openxmlformats.org/officeDocument/2006/relationships/tags" Target="../tags/tag318.xml"/><Relationship Id="rId4" Type="http://schemas.openxmlformats.org/officeDocument/2006/relationships/tags" Target="../tags/tag317.xml"/><Relationship Id="rId3" Type="http://schemas.openxmlformats.org/officeDocument/2006/relationships/tags" Target="../tags/tag316.xml"/><Relationship Id="rId2" Type="http://schemas.openxmlformats.org/officeDocument/2006/relationships/tags" Target="../tags/tag315.xml"/><Relationship Id="rId1" Type="http://schemas.openxmlformats.org/officeDocument/2006/relationships/tags" Target="../tags/tag314.xml"/></Relationships>
</file>

<file path=ppt/slides/_rels/slide22.xml.rels><?xml version="1.0" encoding="UTF-8" standalone="yes"?>
<Relationships xmlns="http://schemas.openxmlformats.org/package/2006/relationships"><Relationship Id="rId9" Type="http://schemas.openxmlformats.org/officeDocument/2006/relationships/tags" Target="../tags/tag325.xml"/><Relationship Id="rId8" Type="http://schemas.openxmlformats.org/officeDocument/2006/relationships/tags" Target="../tags/tag324.xml"/><Relationship Id="rId7" Type="http://schemas.openxmlformats.org/officeDocument/2006/relationships/image" Target="../media/image22.svg"/><Relationship Id="rId6" Type="http://schemas.openxmlformats.org/officeDocument/2006/relationships/image" Target="../media/image21.png"/><Relationship Id="rId5" Type="http://schemas.openxmlformats.org/officeDocument/2006/relationships/tags" Target="../tags/tag323.xml"/><Relationship Id="rId4" Type="http://schemas.openxmlformats.org/officeDocument/2006/relationships/tags" Target="../tags/tag322.xml"/><Relationship Id="rId3" Type="http://schemas.openxmlformats.org/officeDocument/2006/relationships/tags" Target="../tags/tag321.xml"/><Relationship Id="rId2" Type="http://schemas.openxmlformats.org/officeDocument/2006/relationships/tags" Target="../tags/tag320.xml"/><Relationship Id="rId17" Type="http://schemas.openxmlformats.org/officeDocument/2006/relationships/slideLayout" Target="../slideLayouts/slideLayout27.xml"/><Relationship Id="rId16" Type="http://schemas.openxmlformats.org/officeDocument/2006/relationships/tags" Target="../tags/tag330.xml"/><Relationship Id="rId15" Type="http://schemas.openxmlformats.org/officeDocument/2006/relationships/tags" Target="../tags/tag329.xml"/><Relationship Id="rId14" Type="http://schemas.openxmlformats.org/officeDocument/2006/relationships/tags" Target="../tags/tag328.xml"/><Relationship Id="rId13" Type="http://schemas.openxmlformats.org/officeDocument/2006/relationships/image" Target="../media/image24.svg"/><Relationship Id="rId12" Type="http://schemas.openxmlformats.org/officeDocument/2006/relationships/image" Target="../media/image23.png"/><Relationship Id="rId11" Type="http://schemas.openxmlformats.org/officeDocument/2006/relationships/tags" Target="../tags/tag327.xml"/><Relationship Id="rId10" Type="http://schemas.openxmlformats.org/officeDocument/2006/relationships/tags" Target="../tags/tag326.xml"/><Relationship Id="rId1" Type="http://schemas.openxmlformats.org/officeDocument/2006/relationships/tags" Target="../tags/tag319.xml"/></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27.xml"/><Relationship Id="rId6" Type="http://schemas.openxmlformats.org/officeDocument/2006/relationships/tags" Target="../tags/tag336.xml"/><Relationship Id="rId5" Type="http://schemas.openxmlformats.org/officeDocument/2006/relationships/tags" Target="../tags/tag335.xml"/><Relationship Id="rId4" Type="http://schemas.openxmlformats.org/officeDocument/2006/relationships/tags" Target="../tags/tag334.xml"/><Relationship Id="rId3" Type="http://schemas.openxmlformats.org/officeDocument/2006/relationships/tags" Target="../tags/tag333.xml"/><Relationship Id="rId2" Type="http://schemas.openxmlformats.org/officeDocument/2006/relationships/tags" Target="../tags/tag332.xml"/><Relationship Id="rId1" Type="http://schemas.openxmlformats.org/officeDocument/2006/relationships/tags" Target="../tags/tag331.xml"/></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7.xml"/><Relationship Id="rId4" Type="http://schemas.openxmlformats.org/officeDocument/2006/relationships/tags" Target="../tags/tag340.xml"/><Relationship Id="rId3" Type="http://schemas.openxmlformats.org/officeDocument/2006/relationships/tags" Target="../tags/tag339.xml"/><Relationship Id="rId2" Type="http://schemas.openxmlformats.org/officeDocument/2006/relationships/tags" Target="../tags/tag338.xml"/><Relationship Id="rId1" Type="http://schemas.openxmlformats.org/officeDocument/2006/relationships/tags" Target="../tags/tag337.xml"/></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27.xml"/><Relationship Id="rId6" Type="http://schemas.openxmlformats.org/officeDocument/2006/relationships/tags" Target="../tags/tag346.xml"/><Relationship Id="rId5" Type="http://schemas.openxmlformats.org/officeDocument/2006/relationships/tags" Target="../tags/tag345.xml"/><Relationship Id="rId4" Type="http://schemas.openxmlformats.org/officeDocument/2006/relationships/tags" Target="../tags/tag344.xml"/><Relationship Id="rId3" Type="http://schemas.openxmlformats.org/officeDocument/2006/relationships/tags" Target="../tags/tag343.xml"/><Relationship Id="rId2" Type="http://schemas.openxmlformats.org/officeDocument/2006/relationships/tags" Target="../tags/tag342.xml"/><Relationship Id="rId1" Type="http://schemas.openxmlformats.org/officeDocument/2006/relationships/tags" Target="../tags/tag341.xml"/></Relationships>
</file>

<file path=ppt/slides/_rels/slide26.xml.rels><?xml version="1.0" encoding="UTF-8" standalone="yes"?>
<Relationships xmlns="http://schemas.openxmlformats.org/package/2006/relationships"><Relationship Id="rId7" Type="http://schemas.openxmlformats.org/officeDocument/2006/relationships/slideLayout" Target="../slideLayouts/slideLayout30.xml"/><Relationship Id="rId6" Type="http://schemas.openxmlformats.org/officeDocument/2006/relationships/tags" Target="../tags/tag352.xml"/><Relationship Id="rId5" Type="http://schemas.openxmlformats.org/officeDocument/2006/relationships/tags" Target="../tags/tag351.xml"/><Relationship Id="rId4" Type="http://schemas.openxmlformats.org/officeDocument/2006/relationships/tags" Target="../tags/tag350.xml"/><Relationship Id="rId3" Type="http://schemas.openxmlformats.org/officeDocument/2006/relationships/tags" Target="../tags/tag349.xml"/><Relationship Id="rId2" Type="http://schemas.openxmlformats.org/officeDocument/2006/relationships/tags" Target="../tags/tag348.xml"/><Relationship Id="rId1" Type="http://schemas.openxmlformats.org/officeDocument/2006/relationships/tags" Target="../tags/tag347.xml"/></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27.xml"/><Relationship Id="rId6" Type="http://schemas.openxmlformats.org/officeDocument/2006/relationships/tags" Target="../tags/tag358.xml"/><Relationship Id="rId5" Type="http://schemas.openxmlformats.org/officeDocument/2006/relationships/tags" Target="../tags/tag357.xml"/><Relationship Id="rId4" Type="http://schemas.openxmlformats.org/officeDocument/2006/relationships/tags" Target="../tags/tag356.xml"/><Relationship Id="rId3" Type="http://schemas.openxmlformats.org/officeDocument/2006/relationships/tags" Target="../tags/tag355.xml"/><Relationship Id="rId2" Type="http://schemas.openxmlformats.org/officeDocument/2006/relationships/tags" Target="../tags/tag354.xml"/><Relationship Id="rId1" Type="http://schemas.openxmlformats.org/officeDocument/2006/relationships/tags" Target="../tags/tag353.xml"/></Relationships>
</file>

<file path=ppt/slides/_rels/slide28.xml.rels><?xml version="1.0" encoding="UTF-8" standalone="yes"?>
<Relationships xmlns="http://schemas.openxmlformats.org/package/2006/relationships"><Relationship Id="rId9" Type="http://schemas.openxmlformats.org/officeDocument/2006/relationships/tags" Target="../tags/tag365.xml"/><Relationship Id="rId8" Type="http://schemas.openxmlformats.org/officeDocument/2006/relationships/image" Target="../media/image25.svg"/><Relationship Id="rId7" Type="http://schemas.openxmlformats.org/officeDocument/2006/relationships/image" Target="../media/image13.png"/><Relationship Id="rId6" Type="http://schemas.openxmlformats.org/officeDocument/2006/relationships/tags" Target="../tags/tag364.xml"/><Relationship Id="rId5" Type="http://schemas.openxmlformats.org/officeDocument/2006/relationships/tags" Target="../tags/tag363.xml"/><Relationship Id="rId4" Type="http://schemas.openxmlformats.org/officeDocument/2006/relationships/tags" Target="../tags/tag362.xml"/><Relationship Id="rId3" Type="http://schemas.openxmlformats.org/officeDocument/2006/relationships/tags" Target="../tags/tag361.xml"/><Relationship Id="rId2" Type="http://schemas.openxmlformats.org/officeDocument/2006/relationships/tags" Target="../tags/tag360.xml"/><Relationship Id="rId14" Type="http://schemas.openxmlformats.org/officeDocument/2006/relationships/slideLayout" Target="../slideLayouts/slideLayout30.xml"/><Relationship Id="rId13" Type="http://schemas.openxmlformats.org/officeDocument/2006/relationships/tags" Target="../tags/tag367.xml"/><Relationship Id="rId12" Type="http://schemas.openxmlformats.org/officeDocument/2006/relationships/image" Target="../media/image27.svg"/><Relationship Id="rId11" Type="http://schemas.openxmlformats.org/officeDocument/2006/relationships/image" Target="../media/image26.png"/><Relationship Id="rId10" Type="http://schemas.openxmlformats.org/officeDocument/2006/relationships/tags" Target="../tags/tag366.xml"/><Relationship Id="rId1" Type="http://schemas.openxmlformats.org/officeDocument/2006/relationships/tags" Target="../tags/tag359.xml"/></Relationships>
</file>

<file path=ppt/slides/_rels/slide29.xml.rels><?xml version="1.0" encoding="UTF-8" standalone="yes"?>
<Relationships xmlns="http://schemas.openxmlformats.org/package/2006/relationships"><Relationship Id="rId9" Type="http://schemas.openxmlformats.org/officeDocument/2006/relationships/tags" Target="../tags/tag374.xml"/><Relationship Id="rId8" Type="http://schemas.openxmlformats.org/officeDocument/2006/relationships/image" Target="../media/image29.svg"/><Relationship Id="rId7" Type="http://schemas.openxmlformats.org/officeDocument/2006/relationships/image" Target="../media/image28.png"/><Relationship Id="rId6" Type="http://schemas.openxmlformats.org/officeDocument/2006/relationships/tags" Target="../tags/tag373.xml"/><Relationship Id="rId5" Type="http://schemas.openxmlformats.org/officeDocument/2006/relationships/tags" Target="../tags/tag372.xml"/><Relationship Id="rId4" Type="http://schemas.openxmlformats.org/officeDocument/2006/relationships/tags" Target="../tags/tag371.xml"/><Relationship Id="rId3" Type="http://schemas.openxmlformats.org/officeDocument/2006/relationships/tags" Target="../tags/tag370.xml"/><Relationship Id="rId2" Type="http://schemas.openxmlformats.org/officeDocument/2006/relationships/tags" Target="../tags/tag369.xml"/><Relationship Id="rId15" Type="http://schemas.openxmlformats.org/officeDocument/2006/relationships/slideLayout" Target="../slideLayouts/slideLayout27.xml"/><Relationship Id="rId14" Type="http://schemas.openxmlformats.org/officeDocument/2006/relationships/tags" Target="../tags/tag377.xml"/><Relationship Id="rId13" Type="http://schemas.openxmlformats.org/officeDocument/2006/relationships/image" Target="../media/image31.svg"/><Relationship Id="rId12" Type="http://schemas.openxmlformats.org/officeDocument/2006/relationships/image" Target="../media/image30.png"/><Relationship Id="rId11" Type="http://schemas.openxmlformats.org/officeDocument/2006/relationships/tags" Target="../tags/tag376.xml"/><Relationship Id="rId10" Type="http://schemas.openxmlformats.org/officeDocument/2006/relationships/tags" Target="../tags/tag375.xml"/><Relationship Id="rId1" Type="http://schemas.openxmlformats.org/officeDocument/2006/relationships/tags" Target="../tags/tag368.xml"/></Relationships>
</file>

<file path=ppt/slides/_rels/slide30.xml.rels><?xml version="1.0" encoding="UTF-8" standalone="yes"?>
<Relationships xmlns="http://schemas.openxmlformats.org/package/2006/relationships"><Relationship Id="rId9" Type="http://schemas.openxmlformats.org/officeDocument/2006/relationships/tags" Target="../tags/tag384.xml"/><Relationship Id="rId8" Type="http://schemas.openxmlformats.org/officeDocument/2006/relationships/image" Target="../media/image33.svg"/><Relationship Id="rId7" Type="http://schemas.openxmlformats.org/officeDocument/2006/relationships/image" Target="../media/image32.png"/><Relationship Id="rId6" Type="http://schemas.openxmlformats.org/officeDocument/2006/relationships/tags" Target="../tags/tag383.xml"/><Relationship Id="rId5" Type="http://schemas.openxmlformats.org/officeDocument/2006/relationships/tags" Target="../tags/tag382.xml"/><Relationship Id="rId4" Type="http://schemas.openxmlformats.org/officeDocument/2006/relationships/tags" Target="../tags/tag381.xml"/><Relationship Id="rId3" Type="http://schemas.openxmlformats.org/officeDocument/2006/relationships/tags" Target="../tags/tag380.xml"/><Relationship Id="rId2" Type="http://schemas.openxmlformats.org/officeDocument/2006/relationships/tags" Target="../tags/tag379.xml"/><Relationship Id="rId15" Type="http://schemas.openxmlformats.org/officeDocument/2006/relationships/slideLayout" Target="../slideLayouts/slideLayout27.xml"/><Relationship Id="rId14" Type="http://schemas.openxmlformats.org/officeDocument/2006/relationships/tags" Target="../tags/tag387.xml"/><Relationship Id="rId13" Type="http://schemas.openxmlformats.org/officeDocument/2006/relationships/image" Target="../media/image35.svg"/><Relationship Id="rId12" Type="http://schemas.openxmlformats.org/officeDocument/2006/relationships/image" Target="../media/image34.png"/><Relationship Id="rId11" Type="http://schemas.openxmlformats.org/officeDocument/2006/relationships/tags" Target="../tags/tag386.xml"/><Relationship Id="rId10" Type="http://schemas.openxmlformats.org/officeDocument/2006/relationships/tags" Target="../tags/tag385.xml"/><Relationship Id="rId1" Type="http://schemas.openxmlformats.org/officeDocument/2006/relationships/tags" Target="../tags/tag378.xml"/></Relationships>
</file>

<file path=ppt/slides/_rels/slide31.xml.rels><?xml version="1.0" encoding="UTF-8" standalone="yes"?>
<Relationships xmlns="http://schemas.openxmlformats.org/package/2006/relationships"><Relationship Id="rId9" Type="http://schemas.openxmlformats.org/officeDocument/2006/relationships/tags" Target="../tags/tag396.xml"/><Relationship Id="rId8" Type="http://schemas.openxmlformats.org/officeDocument/2006/relationships/tags" Target="../tags/tag395.xml"/><Relationship Id="rId7" Type="http://schemas.openxmlformats.org/officeDocument/2006/relationships/tags" Target="../tags/tag394.xml"/><Relationship Id="rId6" Type="http://schemas.openxmlformats.org/officeDocument/2006/relationships/tags" Target="../tags/tag393.xml"/><Relationship Id="rId5" Type="http://schemas.openxmlformats.org/officeDocument/2006/relationships/tags" Target="../tags/tag392.xml"/><Relationship Id="rId4" Type="http://schemas.openxmlformats.org/officeDocument/2006/relationships/tags" Target="../tags/tag391.xml"/><Relationship Id="rId3" Type="http://schemas.openxmlformats.org/officeDocument/2006/relationships/tags" Target="../tags/tag390.xml"/><Relationship Id="rId2" Type="http://schemas.openxmlformats.org/officeDocument/2006/relationships/tags" Target="../tags/tag389.xml"/><Relationship Id="rId14" Type="http://schemas.openxmlformats.org/officeDocument/2006/relationships/slideLayout" Target="../slideLayouts/slideLayout27.xml"/><Relationship Id="rId13" Type="http://schemas.openxmlformats.org/officeDocument/2006/relationships/tags" Target="../tags/tag400.xml"/><Relationship Id="rId12" Type="http://schemas.openxmlformats.org/officeDocument/2006/relationships/tags" Target="../tags/tag399.xml"/><Relationship Id="rId11" Type="http://schemas.openxmlformats.org/officeDocument/2006/relationships/tags" Target="../tags/tag398.xml"/><Relationship Id="rId10" Type="http://schemas.openxmlformats.org/officeDocument/2006/relationships/tags" Target="../tags/tag397.xml"/><Relationship Id="rId1" Type="http://schemas.openxmlformats.org/officeDocument/2006/relationships/tags" Target="../tags/tag388.xml"/></Relationships>
</file>

<file path=ppt/slides/_rels/slide32.xml.rels><?xml version="1.0" encoding="UTF-8" standalone="yes"?>
<Relationships xmlns="http://schemas.openxmlformats.org/package/2006/relationships"><Relationship Id="rId9" Type="http://schemas.openxmlformats.org/officeDocument/2006/relationships/tags" Target="../tags/tag409.xml"/><Relationship Id="rId8" Type="http://schemas.openxmlformats.org/officeDocument/2006/relationships/tags" Target="../tags/tag408.xml"/><Relationship Id="rId7" Type="http://schemas.openxmlformats.org/officeDocument/2006/relationships/tags" Target="../tags/tag407.xml"/><Relationship Id="rId6" Type="http://schemas.openxmlformats.org/officeDocument/2006/relationships/tags" Target="../tags/tag406.xml"/><Relationship Id="rId5" Type="http://schemas.openxmlformats.org/officeDocument/2006/relationships/tags" Target="../tags/tag405.xml"/><Relationship Id="rId4" Type="http://schemas.openxmlformats.org/officeDocument/2006/relationships/tags" Target="../tags/tag404.xml"/><Relationship Id="rId3" Type="http://schemas.openxmlformats.org/officeDocument/2006/relationships/tags" Target="../tags/tag403.xml"/><Relationship Id="rId2" Type="http://schemas.openxmlformats.org/officeDocument/2006/relationships/tags" Target="../tags/tag402.xml"/><Relationship Id="rId19" Type="http://schemas.openxmlformats.org/officeDocument/2006/relationships/slideLayout" Target="../slideLayouts/slideLayout27.xml"/><Relationship Id="rId18" Type="http://schemas.openxmlformats.org/officeDocument/2006/relationships/tags" Target="../tags/tag418.xml"/><Relationship Id="rId17" Type="http://schemas.openxmlformats.org/officeDocument/2006/relationships/tags" Target="../tags/tag417.xml"/><Relationship Id="rId16" Type="http://schemas.openxmlformats.org/officeDocument/2006/relationships/tags" Target="../tags/tag416.xml"/><Relationship Id="rId15" Type="http://schemas.openxmlformats.org/officeDocument/2006/relationships/tags" Target="../tags/tag415.xml"/><Relationship Id="rId14" Type="http://schemas.openxmlformats.org/officeDocument/2006/relationships/tags" Target="../tags/tag414.xml"/><Relationship Id="rId13" Type="http://schemas.openxmlformats.org/officeDocument/2006/relationships/tags" Target="../tags/tag413.xml"/><Relationship Id="rId12" Type="http://schemas.openxmlformats.org/officeDocument/2006/relationships/tags" Target="../tags/tag412.xml"/><Relationship Id="rId11" Type="http://schemas.openxmlformats.org/officeDocument/2006/relationships/tags" Target="../tags/tag411.xml"/><Relationship Id="rId10" Type="http://schemas.openxmlformats.org/officeDocument/2006/relationships/tags" Target="../tags/tag410.xml"/><Relationship Id="rId1" Type="http://schemas.openxmlformats.org/officeDocument/2006/relationships/tags" Target="../tags/tag401.xml"/></Relationships>
</file>

<file path=ppt/slides/_rels/slide33.xml.rels><?xml version="1.0" encoding="UTF-8" standalone="yes"?>
<Relationships xmlns="http://schemas.openxmlformats.org/package/2006/relationships"><Relationship Id="rId9" Type="http://schemas.openxmlformats.org/officeDocument/2006/relationships/image" Target="../media/image39.png"/><Relationship Id="rId8" Type="http://schemas.openxmlformats.org/officeDocument/2006/relationships/image" Target="../media/image38.png"/><Relationship Id="rId7" Type="http://schemas.openxmlformats.org/officeDocument/2006/relationships/image" Target="../media/image4.svg"/><Relationship Id="rId6" Type="http://schemas.openxmlformats.org/officeDocument/2006/relationships/image" Target="../media/image37.png"/><Relationship Id="rId5" Type="http://schemas.openxmlformats.org/officeDocument/2006/relationships/tags" Target="../tags/tag421.xml"/><Relationship Id="rId4" Type="http://schemas.openxmlformats.org/officeDocument/2006/relationships/image" Target="../media/image2.svg"/><Relationship Id="rId3" Type="http://schemas.openxmlformats.org/officeDocument/2006/relationships/image" Target="../media/image36.png"/><Relationship Id="rId2" Type="http://schemas.openxmlformats.org/officeDocument/2006/relationships/tags" Target="../tags/tag420.xml"/><Relationship Id="rId11" Type="http://schemas.openxmlformats.org/officeDocument/2006/relationships/slideLayout" Target="../slideLayouts/slideLayout27.xml"/><Relationship Id="rId10" Type="http://schemas.openxmlformats.org/officeDocument/2006/relationships/tags" Target="../tags/tag422.xml"/><Relationship Id="rId1" Type="http://schemas.openxmlformats.org/officeDocument/2006/relationships/tags" Target="../tags/tag419.xml"/></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27.xml"/><Relationship Id="rId5" Type="http://schemas.openxmlformats.org/officeDocument/2006/relationships/tags" Target="../tags/tag427.xml"/><Relationship Id="rId4" Type="http://schemas.openxmlformats.org/officeDocument/2006/relationships/tags" Target="../tags/tag426.xml"/><Relationship Id="rId3" Type="http://schemas.openxmlformats.org/officeDocument/2006/relationships/tags" Target="../tags/tag425.xml"/><Relationship Id="rId2" Type="http://schemas.openxmlformats.org/officeDocument/2006/relationships/tags" Target="../tags/tag424.xml"/><Relationship Id="rId1" Type="http://schemas.openxmlformats.org/officeDocument/2006/relationships/tags" Target="../tags/tag423.xml"/></Relationships>
</file>

<file path=ppt/slides/_rels/slide35.xml.rels><?xml version="1.0" encoding="UTF-8" standalone="yes"?>
<Relationships xmlns="http://schemas.openxmlformats.org/package/2006/relationships"><Relationship Id="rId9" Type="http://schemas.openxmlformats.org/officeDocument/2006/relationships/tags" Target="../tags/tag436.xml"/><Relationship Id="rId8" Type="http://schemas.openxmlformats.org/officeDocument/2006/relationships/tags" Target="../tags/tag435.xml"/><Relationship Id="rId7" Type="http://schemas.openxmlformats.org/officeDocument/2006/relationships/tags" Target="../tags/tag434.xml"/><Relationship Id="rId6" Type="http://schemas.openxmlformats.org/officeDocument/2006/relationships/tags" Target="../tags/tag433.xml"/><Relationship Id="rId5" Type="http://schemas.openxmlformats.org/officeDocument/2006/relationships/tags" Target="../tags/tag432.xml"/><Relationship Id="rId4" Type="http://schemas.openxmlformats.org/officeDocument/2006/relationships/tags" Target="../tags/tag431.xml"/><Relationship Id="rId3" Type="http://schemas.openxmlformats.org/officeDocument/2006/relationships/tags" Target="../tags/tag430.xml"/><Relationship Id="rId2" Type="http://schemas.openxmlformats.org/officeDocument/2006/relationships/tags" Target="../tags/tag429.xml"/><Relationship Id="rId10" Type="http://schemas.openxmlformats.org/officeDocument/2006/relationships/slideLayout" Target="../slideLayouts/slideLayout27.xml"/><Relationship Id="rId1" Type="http://schemas.openxmlformats.org/officeDocument/2006/relationships/tags" Target="../tags/tag428.xml"/></Relationships>
</file>

<file path=ppt/slides/_rels/slide36.xml.rels><?xml version="1.0" encoding="UTF-8" standalone="yes"?>
<Relationships xmlns="http://schemas.openxmlformats.org/package/2006/relationships"><Relationship Id="rId9" Type="http://schemas.openxmlformats.org/officeDocument/2006/relationships/tags" Target="../tags/tag445.xml"/><Relationship Id="rId8" Type="http://schemas.openxmlformats.org/officeDocument/2006/relationships/tags" Target="../tags/tag444.xml"/><Relationship Id="rId7" Type="http://schemas.openxmlformats.org/officeDocument/2006/relationships/tags" Target="../tags/tag443.xml"/><Relationship Id="rId6" Type="http://schemas.openxmlformats.org/officeDocument/2006/relationships/tags" Target="../tags/tag442.xml"/><Relationship Id="rId5" Type="http://schemas.openxmlformats.org/officeDocument/2006/relationships/tags" Target="../tags/tag441.xml"/><Relationship Id="rId4" Type="http://schemas.openxmlformats.org/officeDocument/2006/relationships/tags" Target="../tags/tag440.xml"/><Relationship Id="rId3" Type="http://schemas.openxmlformats.org/officeDocument/2006/relationships/tags" Target="../tags/tag439.xml"/><Relationship Id="rId2" Type="http://schemas.openxmlformats.org/officeDocument/2006/relationships/tags" Target="../tags/tag438.xml"/><Relationship Id="rId19" Type="http://schemas.openxmlformats.org/officeDocument/2006/relationships/slideLayout" Target="../slideLayouts/slideLayout27.xml"/><Relationship Id="rId18" Type="http://schemas.openxmlformats.org/officeDocument/2006/relationships/tags" Target="../tags/tag454.xml"/><Relationship Id="rId17" Type="http://schemas.openxmlformats.org/officeDocument/2006/relationships/tags" Target="../tags/tag453.xml"/><Relationship Id="rId16" Type="http://schemas.openxmlformats.org/officeDocument/2006/relationships/tags" Target="../tags/tag452.xml"/><Relationship Id="rId15" Type="http://schemas.openxmlformats.org/officeDocument/2006/relationships/tags" Target="../tags/tag451.xml"/><Relationship Id="rId14" Type="http://schemas.openxmlformats.org/officeDocument/2006/relationships/tags" Target="../tags/tag450.xml"/><Relationship Id="rId13" Type="http://schemas.openxmlformats.org/officeDocument/2006/relationships/tags" Target="../tags/tag449.xml"/><Relationship Id="rId12" Type="http://schemas.openxmlformats.org/officeDocument/2006/relationships/tags" Target="../tags/tag448.xml"/><Relationship Id="rId11" Type="http://schemas.openxmlformats.org/officeDocument/2006/relationships/tags" Target="../tags/tag447.xml"/><Relationship Id="rId10" Type="http://schemas.openxmlformats.org/officeDocument/2006/relationships/tags" Target="../tags/tag446.xml"/><Relationship Id="rId1" Type="http://schemas.openxmlformats.org/officeDocument/2006/relationships/tags" Target="../tags/tag437.xml"/></Relationships>
</file>

<file path=ppt/slides/_rels/slide37.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27.xml"/><Relationship Id="rId5" Type="http://schemas.openxmlformats.org/officeDocument/2006/relationships/tags" Target="../tags/tag459.xml"/><Relationship Id="rId4" Type="http://schemas.openxmlformats.org/officeDocument/2006/relationships/tags" Target="../tags/tag458.xml"/><Relationship Id="rId3" Type="http://schemas.openxmlformats.org/officeDocument/2006/relationships/tags" Target="../tags/tag457.xml"/><Relationship Id="rId2" Type="http://schemas.openxmlformats.org/officeDocument/2006/relationships/tags" Target="../tags/tag456.xml"/><Relationship Id="rId1" Type="http://schemas.openxmlformats.org/officeDocument/2006/relationships/tags" Target="../tags/tag455.xml"/></Relationships>
</file>

<file path=ppt/slides/_rels/slide38.xml.rels><?xml version="1.0" encoding="UTF-8" standalone="yes"?>
<Relationships xmlns="http://schemas.openxmlformats.org/package/2006/relationships"><Relationship Id="rId7" Type="http://schemas.openxmlformats.org/officeDocument/2006/relationships/slideLayout" Target="../slideLayouts/slideLayout27.xml"/><Relationship Id="rId6" Type="http://schemas.openxmlformats.org/officeDocument/2006/relationships/tags" Target="../tags/tag465.xml"/><Relationship Id="rId5" Type="http://schemas.openxmlformats.org/officeDocument/2006/relationships/tags" Target="../tags/tag464.xml"/><Relationship Id="rId4" Type="http://schemas.openxmlformats.org/officeDocument/2006/relationships/tags" Target="../tags/tag463.xml"/><Relationship Id="rId3" Type="http://schemas.openxmlformats.org/officeDocument/2006/relationships/tags" Target="../tags/tag462.xml"/><Relationship Id="rId2" Type="http://schemas.openxmlformats.org/officeDocument/2006/relationships/tags" Target="../tags/tag461.xml"/><Relationship Id="rId1" Type="http://schemas.openxmlformats.org/officeDocument/2006/relationships/tags" Target="../tags/tag460.xml"/></Relationships>
</file>

<file path=ppt/slides/_rels/slide39.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27.xml"/><Relationship Id="rId5" Type="http://schemas.openxmlformats.org/officeDocument/2006/relationships/tags" Target="../tags/tag470.xml"/><Relationship Id="rId4" Type="http://schemas.openxmlformats.org/officeDocument/2006/relationships/tags" Target="../tags/tag469.xml"/><Relationship Id="rId3" Type="http://schemas.openxmlformats.org/officeDocument/2006/relationships/tags" Target="../tags/tag468.xml"/><Relationship Id="rId2" Type="http://schemas.openxmlformats.org/officeDocument/2006/relationships/tags" Target="../tags/tag467.xml"/><Relationship Id="rId1" Type="http://schemas.openxmlformats.org/officeDocument/2006/relationships/tags" Target="../tags/tag466.xml"/></Relationships>
</file>

<file path=ppt/slides/_rels/slide40.xml.rels><?xml version="1.0" encoding="UTF-8" standalone="yes"?>
<Relationships xmlns="http://schemas.openxmlformats.org/package/2006/relationships"><Relationship Id="rId9" Type="http://schemas.openxmlformats.org/officeDocument/2006/relationships/tags" Target="../tags/tag477.xml"/><Relationship Id="rId8" Type="http://schemas.openxmlformats.org/officeDocument/2006/relationships/tags" Target="../tags/tag476.xml"/><Relationship Id="rId7" Type="http://schemas.openxmlformats.org/officeDocument/2006/relationships/image" Target="../media/image41.svg"/><Relationship Id="rId6" Type="http://schemas.openxmlformats.org/officeDocument/2006/relationships/image" Target="../media/image40.png"/><Relationship Id="rId5" Type="http://schemas.openxmlformats.org/officeDocument/2006/relationships/tags" Target="../tags/tag475.xml"/><Relationship Id="rId4" Type="http://schemas.openxmlformats.org/officeDocument/2006/relationships/tags" Target="../tags/tag474.xml"/><Relationship Id="rId3" Type="http://schemas.openxmlformats.org/officeDocument/2006/relationships/tags" Target="../tags/tag473.xml"/><Relationship Id="rId2" Type="http://schemas.openxmlformats.org/officeDocument/2006/relationships/tags" Target="../tags/tag472.xml"/><Relationship Id="rId19" Type="http://schemas.openxmlformats.org/officeDocument/2006/relationships/slideLayout" Target="../slideLayouts/slideLayout27.xml"/><Relationship Id="rId18" Type="http://schemas.openxmlformats.org/officeDocument/2006/relationships/tags" Target="../tags/tag484.xml"/><Relationship Id="rId17" Type="http://schemas.openxmlformats.org/officeDocument/2006/relationships/tags" Target="../tags/tag483.xml"/><Relationship Id="rId16" Type="http://schemas.openxmlformats.org/officeDocument/2006/relationships/tags" Target="../tags/tag482.xml"/><Relationship Id="rId15" Type="http://schemas.openxmlformats.org/officeDocument/2006/relationships/tags" Target="../tags/tag481.xml"/><Relationship Id="rId14" Type="http://schemas.openxmlformats.org/officeDocument/2006/relationships/tags" Target="../tags/tag480.xml"/><Relationship Id="rId13" Type="http://schemas.openxmlformats.org/officeDocument/2006/relationships/image" Target="../media/image43.svg"/><Relationship Id="rId12" Type="http://schemas.openxmlformats.org/officeDocument/2006/relationships/image" Target="../media/image42.png"/><Relationship Id="rId11" Type="http://schemas.openxmlformats.org/officeDocument/2006/relationships/tags" Target="../tags/tag479.xml"/><Relationship Id="rId10" Type="http://schemas.openxmlformats.org/officeDocument/2006/relationships/tags" Target="../tags/tag478.xml"/><Relationship Id="rId1" Type="http://schemas.openxmlformats.org/officeDocument/2006/relationships/tags" Target="../tags/tag471.xml"/></Relationships>
</file>

<file path=ppt/slides/_rels/slide41.xml.rels><?xml version="1.0" encoding="UTF-8" standalone="yes"?>
<Relationships xmlns="http://schemas.openxmlformats.org/package/2006/relationships"><Relationship Id="rId9" Type="http://schemas.openxmlformats.org/officeDocument/2006/relationships/tags" Target="../tags/tag491.xml"/><Relationship Id="rId8" Type="http://schemas.openxmlformats.org/officeDocument/2006/relationships/tags" Target="../tags/tag490.xml"/><Relationship Id="rId7" Type="http://schemas.openxmlformats.org/officeDocument/2006/relationships/image" Target="../media/image44.svg"/><Relationship Id="rId6" Type="http://schemas.openxmlformats.org/officeDocument/2006/relationships/image" Target="../media/image40.png"/><Relationship Id="rId5" Type="http://schemas.openxmlformats.org/officeDocument/2006/relationships/tags" Target="../tags/tag489.xml"/><Relationship Id="rId4" Type="http://schemas.openxmlformats.org/officeDocument/2006/relationships/tags" Target="../tags/tag488.xml"/><Relationship Id="rId3" Type="http://schemas.openxmlformats.org/officeDocument/2006/relationships/tags" Target="../tags/tag487.xml"/><Relationship Id="rId2" Type="http://schemas.openxmlformats.org/officeDocument/2006/relationships/tags" Target="../tags/tag486.xml"/><Relationship Id="rId19" Type="http://schemas.openxmlformats.org/officeDocument/2006/relationships/slideLayout" Target="../slideLayouts/slideLayout27.xml"/><Relationship Id="rId18" Type="http://schemas.openxmlformats.org/officeDocument/2006/relationships/tags" Target="../tags/tag498.xml"/><Relationship Id="rId17" Type="http://schemas.openxmlformats.org/officeDocument/2006/relationships/tags" Target="../tags/tag497.xml"/><Relationship Id="rId16" Type="http://schemas.openxmlformats.org/officeDocument/2006/relationships/tags" Target="../tags/tag496.xml"/><Relationship Id="rId15" Type="http://schemas.openxmlformats.org/officeDocument/2006/relationships/tags" Target="../tags/tag495.xml"/><Relationship Id="rId14" Type="http://schemas.openxmlformats.org/officeDocument/2006/relationships/tags" Target="../tags/tag494.xml"/><Relationship Id="rId13" Type="http://schemas.openxmlformats.org/officeDocument/2006/relationships/image" Target="../media/image45.svg"/><Relationship Id="rId12" Type="http://schemas.openxmlformats.org/officeDocument/2006/relationships/image" Target="../media/image42.png"/><Relationship Id="rId11" Type="http://schemas.openxmlformats.org/officeDocument/2006/relationships/tags" Target="../tags/tag493.xml"/><Relationship Id="rId10" Type="http://schemas.openxmlformats.org/officeDocument/2006/relationships/tags" Target="../tags/tag492.xml"/><Relationship Id="rId1" Type="http://schemas.openxmlformats.org/officeDocument/2006/relationships/tags" Target="../tags/tag485.xml"/></Relationships>
</file>

<file path=ppt/slides/_rels/slide42.xml.rels><?xml version="1.0" encoding="UTF-8" standalone="yes"?>
<Relationships xmlns="http://schemas.openxmlformats.org/package/2006/relationships"><Relationship Id="rId9" Type="http://schemas.openxmlformats.org/officeDocument/2006/relationships/tags" Target="../tags/tag505.xml"/><Relationship Id="rId8" Type="http://schemas.openxmlformats.org/officeDocument/2006/relationships/tags" Target="../tags/tag504.xml"/><Relationship Id="rId7" Type="http://schemas.openxmlformats.org/officeDocument/2006/relationships/image" Target="../media/image46.svg"/><Relationship Id="rId6" Type="http://schemas.openxmlformats.org/officeDocument/2006/relationships/image" Target="../media/image40.png"/><Relationship Id="rId5" Type="http://schemas.openxmlformats.org/officeDocument/2006/relationships/tags" Target="../tags/tag503.xml"/><Relationship Id="rId4" Type="http://schemas.openxmlformats.org/officeDocument/2006/relationships/tags" Target="../tags/tag502.xml"/><Relationship Id="rId3" Type="http://schemas.openxmlformats.org/officeDocument/2006/relationships/tags" Target="../tags/tag501.xml"/><Relationship Id="rId2" Type="http://schemas.openxmlformats.org/officeDocument/2006/relationships/tags" Target="../tags/tag500.xml"/><Relationship Id="rId15" Type="http://schemas.openxmlformats.org/officeDocument/2006/relationships/slideLayout" Target="../slideLayouts/slideLayout27.xml"/><Relationship Id="rId14" Type="http://schemas.openxmlformats.org/officeDocument/2006/relationships/tags" Target="../tags/tag510.xml"/><Relationship Id="rId13" Type="http://schemas.openxmlformats.org/officeDocument/2006/relationships/tags" Target="../tags/tag509.xml"/><Relationship Id="rId12" Type="http://schemas.openxmlformats.org/officeDocument/2006/relationships/tags" Target="../tags/tag508.xml"/><Relationship Id="rId11" Type="http://schemas.openxmlformats.org/officeDocument/2006/relationships/tags" Target="../tags/tag507.xml"/><Relationship Id="rId10" Type="http://schemas.openxmlformats.org/officeDocument/2006/relationships/tags" Target="../tags/tag506.xml"/><Relationship Id="rId1" Type="http://schemas.openxmlformats.org/officeDocument/2006/relationships/tags" Target="../tags/tag499.xml"/></Relationships>
</file>

<file path=ppt/slides/_rels/slide43.xml.rels><?xml version="1.0" encoding="UTF-8" standalone="yes"?>
<Relationships xmlns="http://schemas.openxmlformats.org/package/2006/relationships"><Relationship Id="rId9" Type="http://schemas.openxmlformats.org/officeDocument/2006/relationships/tags" Target="../tags/tag519.xml"/><Relationship Id="rId8" Type="http://schemas.openxmlformats.org/officeDocument/2006/relationships/tags" Target="../tags/tag518.xml"/><Relationship Id="rId7" Type="http://schemas.openxmlformats.org/officeDocument/2006/relationships/tags" Target="../tags/tag517.xml"/><Relationship Id="rId6" Type="http://schemas.openxmlformats.org/officeDocument/2006/relationships/tags" Target="../tags/tag516.xml"/><Relationship Id="rId5" Type="http://schemas.openxmlformats.org/officeDocument/2006/relationships/tags" Target="../tags/tag515.xml"/><Relationship Id="rId4" Type="http://schemas.openxmlformats.org/officeDocument/2006/relationships/tags" Target="../tags/tag514.xml"/><Relationship Id="rId3" Type="http://schemas.openxmlformats.org/officeDocument/2006/relationships/tags" Target="../tags/tag513.xml"/><Relationship Id="rId2" Type="http://schemas.openxmlformats.org/officeDocument/2006/relationships/tags" Target="../tags/tag512.xml"/><Relationship Id="rId10" Type="http://schemas.openxmlformats.org/officeDocument/2006/relationships/slideLayout" Target="../slideLayouts/slideLayout27.xml"/><Relationship Id="rId1" Type="http://schemas.openxmlformats.org/officeDocument/2006/relationships/tags" Target="../tags/tag511.xml"/></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27.xml"/><Relationship Id="rId5" Type="http://schemas.openxmlformats.org/officeDocument/2006/relationships/tags" Target="../tags/tag524.xml"/><Relationship Id="rId4" Type="http://schemas.openxmlformats.org/officeDocument/2006/relationships/tags" Target="../tags/tag523.xml"/><Relationship Id="rId3" Type="http://schemas.openxmlformats.org/officeDocument/2006/relationships/tags" Target="../tags/tag522.xml"/><Relationship Id="rId2" Type="http://schemas.openxmlformats.org/officeDocument/2006/relationships/tags" Target="../tags/tag521.xml"/><Relationship Id="rId1" Type="http://schemas.openxmlformats.org/officeDocument/2006/relationships/tags" Target="../tags/tag520.xml"/></Relationships>
</file>

<file path=ppt/slides/_rels/slide45.xml.rels><?xml version="1.0" encoding="UTF-8" standalone="yes"?>
<Relationships xmlns="http://schemas.openxmlformats.org/package/2006/relationships"><Relationship Id="rId8" Type="http://schemas.openxmlformats.org/officeDocument/2006/relationships/slideLayout" Target="../slideLayouts/slideLayout27.xml"/><Relationship Id="rId7" Type="http://schemas.openxmlformats.org/officeDocument/2006/relationships/tags" Target="../tags/tag531.xml"/><Relationship Id="rId6" Type="http://schemas.openxmlformats.org/officeDocument/2006/relationships/tags" Target="../tags/tag530.xml"/><Relationship Id="rId5" Type="http://schemas.openxmlformats.org/officeDocument/2006/relationships/tags" Target="../tags/tag529.xml"/><Relationship Id="rId4" Type="http://schemas.openxmlformats.org/officeDocument/2006/relationships/tags" Target="../tags/tag528.xml"/><Relationship Id="rId3" Type="http://schemas.openxmlformats.org/officeDocument/2006/relationships/tags" Target="../tags/tag527.xml"/><Relationship Id="rId2" Type="http://schemas.openxmlformats.org/officeDocument/2006/relationships/tags" Target="../tags/tag526.xml"/><Relationship Id="rId1" Type="http://schemas.openxmlformats.org/officeDocument/2006/relationships/tags" Target="../tags/tag525.xml"/></Relationships>
</file>

<file path=ppt/slides/_rels/slide46.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27.xml"/><Relationship Id="rId5" Type="http://schemas.openxmlformats.org/officeDocument/2006/relationships/tags" Target="../tags/tag536.xml"/><Relationship Id="rId4" Type="http://schemas.openxmlformats.org/officeDocument/2006/relationships/tags" Target="../tags/tag535.xml"/><Relationship Id="rId3" Type="http://schemas.openxmlformats.org/officeDocument/2006/relationships/tags" Target="../tags/tag534.xml"/><Relationship Id="rId2" Type="http://schemas.openxmlformats.org/officeDocument/2006/relationships/tags" Target="../tags/tag533.xml"/><Relationship Id="rId1" Type="http://schemas.openxmlformats.org/officeDocument/2006/relationships/tags" Target="../tags/tag532.xml"/></Relationships>
</file>

<file path=ppt/slides/_rels/slide47.xml.rels><?xml version="1.0" encoding="UTF-8" standalone="yes"?>
<Relationships xmlns="http://schemas.openxmlformats.org/package/2006/relationships"><Relationship Id="rId9" Type="http://schemas.openxmlformats.org/officeDocument/2006/relationships/tags" Target="../tags/tag545.xml"/><Relationship Id="rId8" Type="http://schemas.openxmlformats.org/officeDocument/2006/relationships/tags" Target="../tags/tag544.xml"/><Relationship Id="rId7" Type="http://schemas.openxmlformats.org/officeDocument/2006/relationships/tags" Target="../tags/tag543.xml"/><Relationship Id="rId6" Type="http://schemas.openxmlformats.org/officeDocument/2006/relationships/tags" Target="../tags/tag542.xml"/><Relationship Id="rId59" Type="http://schemas.openxmlformats.org/officeDocument/2006/relationships/slideLayout" Target="../slideLayouts/slideLayout27.xml"/><Relationship Id="rId58" Type="http://schemas.openxmlformats.org/officeDocument/2006/relationships/tags" Target="../tags/tag594.xml"/><Relationship Id="rId57" Type="http://schemas.openxmlformats.org/officeDocument/2006/relationships/tags" Target="../tags/tag593.xml"/><Relationship Id="rId56" Type="http://schemas.openxmlformats.org/officeDocument/2006/relationships/tags" Target="../tags/tag592.xml"/><Relationship Id="rId55" Type="http://schemas.openxmlformats.org/officeDocument/2006/relationships/tags" Target="../tags/tag591.xml"/><Relationship Id="rId54" Type="http://schemas.openxmlformats.org/officeDocument/2006/relationships/tags" Target="../tags/tag590.xml"/><Relationship Id="rId53" Type="http://schemas.openxmlformats.org/officeDocument/2006/relationships/tags" Target="../tags/tag589.xml"/><Relationship Id="rId52" Type="http://schemas.openxmlformats.org/officeDocument/2006/relationships/tags" Target="../tags/tag588.xml"/><Relationship Id="rId51" Type="http://schemas.openxmlformats.org/officeDocument/2006/relationships/tags" Target="../tags/tag587.xml"/><Relationship Id="rId50" Type="http://schemas.openxmlformats.org/officeDocument/2006/relationships/tags" Target="../tags/tag586.xml"/><Relationship Id="rId5" Type="http://schemas.openxmlformats.org/officeDocument/2006/relationships/tags" Target="../tags/tag541.xml"/><Relationship Id="rId49" Type="http://schemas.openxmlformats.org/officeDocument/2006/relationships/tags" Target="../tags/tag585.xml"/><Relationship Id="rId48" Type="http://schemas.openxmlformats.org/officeDocument/2006/relationships/tags" Target="../tags/tag584.xml"/><Relationship Id="rId47" Type="http://schemas.openxmlformats.org/officeDocument/2006/relationships/tags" Target="../tags/tag583.xml"/><Relationship Id="rId46" Type="http://schemas.openxmlformats.org/officeDocument/2006/relationships/tags" Target="../tags/tag582.xml"/><Relationship Id="rId45" Type="http://schemas.openxmlformats.org/officeDocument/2006/relationships/tags" Target="../tags/tag581.xml"/><Relationship Id="rId44" Type="http://schemas.openxmlformats.org/officeDocument/2006/relationships/tags" Target="../tags/tag580.xml"/><Relationship Id="rId43" Type="http://schemas.openxmlformats.org/officeDocument/2006/relationships/tags" Target="../tags/tag579.xml"/><Relationship Id="rId42" Type="http://schemas.openxmlformats.org/officeDocument/2006/relationships/tags" Target="../tags/tag578.xml"/><Relationship Id="rId41" Type="http://schemas.openxmlformats.org/officeDocument/2006/relationships/tags" Target="../tags/tag577.xml"/><Relationship Id="rId40" Type="http://schemas.openxmlformats.org/officeDocument/2006/relationships/tags" Target="../tags/tag576.xml"/><Relationship Id="rId4" Type="http://schemas.openxmlformats.org/officeDocument/2006/relationships/tags" Target="../tags/tag540.xml"/><Relationship Id="rId39" Type="http://schemas.openxmlformats.org/officeDocument/2006/relationships/tags" Target="../tags/tag575.xml"/><Relationship Id="rId38" Type="http://schemas.openxmlformats.org/officeDocument/2006/relationships/tags" Target="../tags/tag574.xml"/><Relationship Id="rId37" Type="http://schemas.openxmlformats.org/officeDocument/2006/relationships/tags" Target="../tags/tag573.xml"/><Relationship Id="rId36" Type="http://schemas.openxmlformats.org/officeDocument/2006/relationships/tags" Target="../tags/tag572.xml"/><Relationship Id="rId35" Type="http://schemas.openxmlformats.org/officeDocument/2006/relationships/tags" Target="../tags/tag571.xml"/><Relationship Id="rId34" Type="http://schemas.openxmlformats.org/officeDocument/2006/relationships/tags" Target="../tags/tag570.xml"/><Relationship Id="rId33" Type="http://schemas.openxmlformats.org/officeDocument/2006/relationships/tags" Target="../tags/tag569.xml"/><Relationship Id="rId32" Type="http://schemas.openxmlformats.org/officeDocument/2006/relationships/tags" Target="../tags/tag568.xml"/><Relationship Id="rId31" Type="http://schemas.openxmlformats.org/officeDocument/2006/relationships/tags" Target="../tags/tag567.xml"/><Relationship Id="rId30" Type="http://schemas.openxmlformats.org/officeDocument/2006/relationships/tags" Target="../tags/tag566.xml"/><Relationship Id="rId3" Type="http://schemas.openxmlformats.org/officeDocument/2006/relationships/tags" Target="../tags/tag539.xml"/><Relationship Id="rId29" Type="http://schemas.openxmlformats.org/officeDocument/2006/relationships/tags" Target="../tags/tag565.xml"/><Relationship Id="rId28" Type="http://schemas.openxmlformats.org/officeDocument/2006/relationships/tags" Target="../tags/tag564.xml"/><Relationship Id="rId27" Type="http://schemas.openxmlformats.org/officeDocument/2006/relationships/tags" Target="../tags/tag563.xml"/><Relationship Id="rId26" Type="http://schemas.openxmlformats.org/officeDocument/2006/relationships/tags" Target="../tags/tag562.xml"/><Relationship Id="rId25" Type="http://schemas.openxmlformats.org/officeDocument/2006/relationships/tags" Target="../tags/tag561.xml"/><Relationship Id="rId24" Type="http://schemas.openxmlformats.org/officeDocument/2006/relationships/tags" Target="../tags/tag560.xml"/><Relationship Id="rId23" Type="http://schemas.openxmlformats.org/officeDocument/2006/relationships/tags" Target="../tags/tag559.xml"/><Relationship Id="rId22" Type="http://schemas.openxmlformats.org/officeDocument/2006/relationships/tags" Target="../tags/tag558.xml"/><Relationship Id="rId21" Type="http://schemas.openxmlformats.org/officeDocument/2006/relationships/tags" Target="../tags/tag557.xml"/><Relationship Id="rId20" Type="http://schemas.openxmlformats.org/officeDocument/2006/relationships/tags" Target="../tags/tag556.xml"/><Relationship Id="rId2" Type="http://schemas.openxmlformats.org/officeDocument/2006/relationships/tags" Target="../tags/tag538.xml"/><Relationship Id="rId19" Type="http://schemas.openxmlformats.org/officeDocument/2006/relationships/tags" Target="../tags/tag555.xml"/><Relationship Id="rId18" Type="http://schemas.openxmlformats.org/officeDocument/2006/relationships/tags" Target="../tags/tag554.xml"/><Relationship Id="rId17" Type="http://schemas.openxmlformats.org/officeDocument/2006/relationships/tags" Target="../tags/tag553.xml"/><Relationship Id="rId16" Type="http://schemas.openxmlformats.org/officeDocument/2006/relationships/tags" Target="../tags/tag552.xml"/><Relationship Id="rId15" Type="http://schemas.openxmlformats.org/officeDocument/2006/relationships/tags" Target="../tags/tag551.xml"/><Relationship Id="rId14" Type="http://schemas.openxmlformats.org/officeDocument/2006/relationships/tags" Target="../tags/tag550.xml"/><Relationship Id="rId13" Type="http://schemas.openxmlformats.org/officeDocument/2006/relationships/tags" Target="../tags/tag549.xml"/><Relationship Id="rId12" Type="http://schemas.openxmlformats.org/officeDocument/2006/relationships/tags" Target="../tags/tag548.xml"/><Relationship Id="rId11" Type="http://schemas.openxmlformats.org/officeDocument/2006/relationships/tags" Target="../tags/tag547.xml"/><Relationship Id="rId10" Type="http://schemas.openxmlformats.org/officeDocument/2006/relationships/tags" Target="../tags/tag546.xml"/><Relationship Id="rId1" Type="http://schemas.openxmlformats.org/officeDocument/2006/relationships/tags" Target="../tags/tag537.xml"/></Relationships>
</file>

<file path=ppt/slides/_rels/slide48.xml.rels><?xml version="1.0" encoding="UTF-8" standalone="yes"?>
<Relationships xmlns="http://schemas.openxmlformats.org/package/2006/relationships"><Relationship Id="rId9" Type="http://schemas.openxmlformats.org/officeDocument/2006/relationships/tags" Target="../tags/tag603.xml"/><Relationship Id="rId8" Type="http://schemas.openxmlformats.org/officeDocument/2006/relationships/tags" Target="../tags/tag602.xml"/><Relationship Id="rId7" Type="http://schemas.openxmlformats.org/officeDocument/2006/relationships/tags" Target="../tags/tag601.xml"/><Relationship Id="rId60" Type="http://schemas.openxmlformats.org/officeDocument/2006/relationships/slideLayout" Target="../slideLayouts/slideLayout27.xml"/><Relationship Id="rId6" Type="http://schemas.openxmlformats.org/officeDocument/2006/relationships/tags" Target="../tags/tag600.xml"/><Relationship Id="rId59" Type="http://schemas.openxmlformats.org/officeDocument/2006/relationships/tags" Target="../tags/tag653.xml"/><Relationship Id="rId58" Type="http://schemas.openxmlformats.org/officeDocument/2006/relationships/tags" Target="../tags/tag652.xml"/><Relationship Id="rId57" Type="http://schemas.openxmlformats.org/officeDocument/2006/relationships/tags" Target="../tags/tag651.xml"/><Relationship Id="rId56" Type="http://schemas.openxmlformats.org/officeDocument/2006/relationships/tags" Target="../tags/tag650.xml"/><Relationship Id="rId55" Type="http://schemas.openxmlformats.org/officeDocument/2006/relationships/tags" Target="../tags/tag649.xml"/><Relationship Id="rId54" Type="http://schemas.openxmlformats.org/officeDocument/2006/relationships/tags" Target="../tags/tag648.xml"/><Relationship Id="rId53" Type="http://schemas.openxmlformats.org/officeDocument/2006/relationships/tags" Target="../tags/tag647.xml"/><Relationship Id="rId52" Type="http://schemas.openxmlformats.org/officeDocument/2006/relationships/tags" Target="../tags/tag646.xml"/><Relationship Id="rId51" Type="http://schemas.openxmlformats.org/officeDocument/2006/relationships/tags" Target="../tags/tag645.xml"/><Relationship Id="rId50" Type="http://schemas.openxmlformats.org/officeDocument/2006/relationships/tags" Target="../tags/tag644.xml"/><Relationship Id="rId5" Type="http://schemas.openxmlformats.org/officeDocument/2006/relationships/tags" Target="../tags/tag599.xml"/><Relationship Id="rId49" Type="http://schemas.openxmlformats.org/officeDocument/2006/relationships/tags" Target="../tags/tag643.xml"/><Relationship Id="rId48" Type="http://schemas.openxmlformats.org/officeDocument/2006/relationships/tags" Target="../tags/tag642.xml"/><Relationship Id="rId47" Type="http://schemas.openxmlformats.org/officeDocument/2006/relationships/tags" Target="../tags/tag641.xml"/><Relationship Id="rId46" Type="http://schemas.openxmlformats.org/officeDocument/2006/relationships/tags" Target="../tags/tag640.xml"/><Relationship Id="rId45" Type="http://schemas.openxmlformats.org/officeDocument/2006/relationships/tags" Target="../tags/tag639.xml"/><Relationship Id="rId44" Type="http://schemas.openxmlformats.org/officeDocument/2006/relationships/tags" Target="../tags/tag638.xml"/><Relationship Id="rId43" Type="http://schemas.openxmlformats.org/officeDocument/2006/relationships/tags" Target="../tags/tag637.xml"/><Relationship Id="rId42" Type="http://schemas.openxmlformats.org/officeDocument/2006/relationships/tags" Target="../tags/tag636.xml"/><Relationship Id="rId41" Type="http://schemas.openxmlformats.org/officeDocument/2006/relationships/tags" Target="../tags/tag635.xml"/><Relationship Id="rId40" Type="http://schemas.openxmlformats.org/officeDocument/2006/relationships/tags" Target="../tags/tag634.xml"/><Relationship Id="rId4" Type="http://schemas.openxmlformats.org/officeDocument/2006/relationships/tags" Target="../tags/tag598.xml"/><Relationship Id="rId39" Type="http://schemas.openxmlformats.org/officeDocument/2006/relationships/tags" Target="../tags/tag633.xml"/><Relationship Id="rId38" Type="http://schemas.openxmlformats.org/officeDocument/2006/relationships/tags" Target="../tags/tag632.xml"/><Relationship Id="rId37" Type="http://schemas.openxmlformats.org/officeDocument/2006/relationships/tags" Target="../tags/tag631.xml"/><Relationship Id="rId36" Type="http://schemas.openxmlformats.org/officeDocument/2006/relationships/tags" Target="../tags/tag630.xml"/><Relationship Id="rId35" Type="http://schemas.openxmlformats.org/officeDocument/2006/relationships/tags" Target="../tags/tag629.xml"/><Relationship Id="rId34" Type="http://schemas.openxmlformats.org/officeDocument/2006/relationships/tags" Target="../tags/tag628.xml"/><Relationship Id="rId33" Type="http://schemas.openxmlformats.org/officeDocument/2006/relationships/tags" Target="../tags/tag627.xml"/><Relationship Id="rId32" Type="http://schemas.openxmlformats.org/officeDocument/2006/relationships/tags" Target="../tags/tag626.xml"/><Relationship Id="rId31" Type="http://schemas.openxmlformats.org/officeDocument/2006/relationships/tags" Target="../tags/tag625.xml"/><Relationship Id="rId30" Type="http://schemas.openxmlformats.org/officeDocument/2006/relationships/tags" Target="../tags/tag624.xml"/><Relationship Id="rId3" Type="http://schemas.openxmlformats.org/officeDocument/2006/relationships/tags" Target="../tags/tag597.xml"/><Relationship Id="rId29" Type="http://schemas.openxmlformats.org/officeDocument/2006/relationships/tags" Target="../tags/tag623.xml"/><Relationship Id="rId28" Type="http://schemas.openxmlformats.org/officeDocument/2006/relationships/tags" Target="../tags/tag622.xml"/><Relationship Id="rId27" Type="http://schemas.openxmlformats.org/officeDocument/2006/relationships/tags" Target="../tags/tag621.xml"/><Relationship Id="rId26" Type="http://schemas.openxmlformats.org/officeDocument/2006/relationships/tags" Target="../tags/tag620.xml"/><Relationship Id="rId25" Type="http://schemas.openxmlformats.org/officeDocument/2006/relationships/tags" Target="../tags/tag619.xml"/><Relationship Id="rId24" Type="http://schemas.openxmlformats.org/officeDocument/2006/relationships/tags" Target="../tags/tag618.xml"/><Relationship Id="rId23" Type="http://schemas.openxmlformats.org/officeDocument/2006/relationships/tags" Target="../tags/tag617.xml"/><Relationship Id="rId22" Type="http://schemas.openxmlformats.org/officeDocument/2006/relationships/tags" Target="../tags/tag616.xml"/><Relationship Id="rId21" Type="http://schemas.openxmlformats.org/officeDocument/2006/relationships/tags" Target="../tags/tag615.xml"/><Relationship Id="rId20" Type="http://schemas.openxmlformats.org/officeDocument/2006/relationships/tags" Target="../tags/tag614.xml"/><Relationship Id="rId2" Type="http://schemas.openxmlformats.org/officeDocument/2006/relationships/tags" Target="../tags/tag596.xml"/><Relationship Id="rId19" Type="http://schemas.openxmlformats.org/officeDocument/2006/relationships/tags" Target="../tags/tag613.xml"/><Relationship Id="rId18" Type="http://schemas.openxmlformats.org/officeDocument/2006/relationships/tags" Target="../tags/tag612.xml"/><Relationship Id="rId17" Type="http://schemas.openxmlformats.org/officeDocument/2006/relationships/tags" Target="../tags/tag611.xml"/><Relationship Id="rId16" Type="http://schemas.openxmlformats.org/officeDocument/2006/relationships/tags" Target="../tags/tag610.xml"/><Relationship Id="rId15" Type="http://schemas.openxmlformats.org/officeDocument/2006/relationships/tags" Target="../tags/tag609.xml"/><Relationship Id="rId14" Type="http://schemas.openxmlformats.org/officeDocument/2006/relationships/tags" Target="../tags/tag608.xml"/><Relationship Id="rId13" Type="http://schemas.openxmlformats.org/officeDocument/2006/relationships/tags" Target="../tags/tag607.xml"/><Relationship Id="rId12" Type="http://schemas.openxmlformats.org/officeDocument/2006/relationships/tags" Target="../tags/tag606.xml"/><Relationship Id="rId11" Type="http://schemas.openxmlformats.org/officeDocument/2006/relationships/tags" Target="../tags/tag605.xml"/><Relationship Id="rId10" Type="http://schemas.openxmlformats.org/officeDocument/2006/relationships/tags" Target="../tags/tag604.xml"/><Relationship Id="rId1" Type="http://schemas.openxmlformats.org/officeDocument/2006/relationships/tags" Target="../tags/tag595.xml"/></Relationships>
</file>

<file path=ppt/slides/_rels/slide49.xml.rels><?xml version="1.0" encoding="UTF-8" standalone="yes"?>
<Relationships xmlns="http://schemas.openxmlformats.org/package/2006/relationships"><Relationship Id="rId9" Type="http://schemas.openxmlformats.org/officeDocument/2006/relationships/tags" Target="../tags/tag662.xml"/><Relationship Id="rId8" Type="http://schemas.openxmlformats.org/officeDocument/2006/relationships/tags" Target="../tags/tag661.xml"/><Relationship Id="rId7" Type="http://schemas.openxmlformats.org/officeDocument/2006/relationships/tags" Target="../tags/tag660.xml"/><Relationship Id="rId60" Type="http://schemas.openxmlformats.org/officeDocument/2006/relationships/slideLayout" Target="../slideLayouts/slideLayout27.xml"/><Relationship Id="rId6" Type="http://schemas.openxmlformats.org/officeDocument/2006/relationships/tags" Target="../tags/tag659.xml"/><Relationship Id="rId59" Type="http://schemas.openxmlformats.org/officeDocument/2006/relationships/tags" Target="../tags/tag712.xml"/><Relationship Id="rId58" Type="http://schemas.openxmlformats.org/officeDocument/2006/relationships/tags" Target="../tags/tag711.xml"/><Relationship Id="rId57" Type="http://schemas.openxmlformats.org/officeDocument/2006/relationships/tags" Target="../tags/tag710.xml"/><Relationship Id="rId56" Type="http://schemas.openxmlformats.org/officeDocument/2006/relationships/tags" Target="../tags/tag709.xml"/><Relationship Id="rId55" Type="http://schemas.openxmlformats.org/officeDocument/2006/relationships/tags" Target="../tags/tag708.xml"/><Relationship Id="rId54" Type="http://schemas.openxmlformats.org/officeDocument/2006/relationships/tags" Target="../tags/tag707.xml"/><Relationship Id="rId53" Type="http://schemas.openxmlformats.org/officeDocument/2006/relationships/tags" Target="../tags/tag706.xml"/><Relationship Id="rId52" Type="http://schemas.openxmlformats.org/officeDocument/2006/relationships/tags" Target="../tags/tag705.xml"/><Relationship Id="rId51" Type="http://schemas.openxmlformats.org/officeDocument/2006/relationships/tags" Target="../tags/tag704.xml"/><Relationship Id="rId50" Type="http://schemas.openxmlformats.org/officeDocument/2006/relationships/tags" Target="../tags/tag703.xml"/><Relationship Id="rId5" Type="http://schemas.openxmlformats.org/officeDocument/2006/relationships/tags" Target="../tags/tag658.xml"/><Relationship Id="rId49" Type="http://schemas.openxmlformats.org/officeDocument/2006/relationships/tags" Target="../tags/tag702.xml"/><Relationship Id="rId48" Type="http://schemas.openxmlformats.org/officeDocument/2006/relationships/tags" Target="../tags/tag701.xml"/><Relationship Id="rId47" Type="http://schemas.openxmlformats.org/officeDocument/2006/relationships/tags" Target="../tags/tag700.xml"/><Relationship Id="rId46" Type="http://schemas.openxmlformats.org/officeDocument/2006/relationships/tags" Target="../tags/tag699.xml"/><Relationship Id="rId45" Type="http://schemas.openxmlformats.org/officeDocument/2006/relationships/tags" Target="../tags/tag698.xml"/><Relationship Id="rId44" Type="http://schemas.openxmlformats.org/officeDocument/2006/relationships/tags" Target="../tags/tag697.xml"/><Relationship Id="rId43" Type="http://schemas.openxmlformats.org/officeDocument/2006/relationships/tags" Target="../tags/tag696.xml"/><Relationship Id="rId42" Type="http://schemas.openxmlformats.org/officeDocument/2006/relationships/tags" Target="../tags/tag695.xml"/><Relationship Id="rId41" Type="http://schemas.openxmlformats.org/officeDocument/2006/relationships/tags" Target="../tags/tag694.xml"/><Relationship Id="rId40" Type="http://schemas.openxmlformats.org/officeDocument/2006/relationships/tags" Target="../tags/tag693.xml"/><Relationship Id="rId4" Type="http://schemas.openxmlformats.org/officeDocument/2006/relationships/tags" Target="../tags/tag657.xml"/><Relationship Id="rId39" Type="http://schemas.openxmlformats.org/officeDocument/2006/relationships/tags" Target="../tags/tag692.xml"/><Relationship Id="rId38" Type="http://schemas.openxmlformats.org/officeDocument/2006/relationships/tags" Target="../tags/tag691.xml"/><Relationship Id="rId37" Type="http://schemas.openxmlformats.org/officeDocument/2006/relationships/tags" Target="../tags/tag690.xml"/><Relationship Id="rId36" Type="http://schemas.openxmlformats.org/officeDocument/2006/relationships/tags" Target="../tags/tag689.xml"/><Relationship Id="rId35" Type="http://schemas.openxmlformats.org/officeDocument/2006/relationships/tags" Target="../tags/tag688.xml"/><Relationship Id="rId34" Type="http://schemas.openxmlformats.org/officeDocument/2006/relationships/tags" Target="../tags/tag687.xml"/><Relationship Id="rId33" Type="http://schemas.openxmlformats.org/officeDocument/2006/relationships/tags" Target="../tags/tag686.xml"/><Relationship Id="rId32" Type="http://schemas.openxmlformats.org/officeDocument/2006/relationships/tags" Target="../tags/tag685.xml"/><Relationship Id="rId31" Type="http://schemas.openxmlformats.org/officeDocument/2006/relationships/tags" Target="../tags/tag684.xml"/><Relationship Id="rId30" Type="http://schemas.openxmlformats.org/officeDocument/2006/relationships/tags" Target="../tags/tag683.xml"/><Relationship Id="rId3" Type="http://schemas.openxmlformats.org/officeDocument/2006/relationships/tags" Target="../tags/tag656.xml"/><Relationship Id="rId29" Type="http://schemas.openxmlformats.org/officeDocument/2006/relationships/tags" Target="../tags/tag682.xml"/><Relationship Id="rId28" Type="http://schemas.openxmlformats.org/officeDocument/2006/relationships/tags" Target="../tags/tag681.xml"/><Relationship Id="rId27" Type="http://schemas.openxmlformats.org/officeDocument/2006/relationships/tags" Target="../tags/tag680.xml"/><Relationship Id="rId26" Type="http://schemas.openxmlformats.org/officeDocument/2006/relationships/tags" Target="../tags/tag679.xml"/><Relationship Id="rId25" Type="http://schemas.openxmlformats.org/officeDocument/2006/relationships/tags" Target="../tags/tag678.xml"/><Relationship Id="rId24" Type="http://schemas.openxmlformats.org/officeDocument/2006/relationships/tags" Target="../tags/tag677.xml"/><Relationship Id="rId23" Type="http://schemas.openxmlformats.org/officeDocument/2006/relationships/tags" Target="../tags/tag676.xml"/><Relationship Id="rId22" Type="http://schemas.openxmlformats.org/officeDocument/2006/relationships/tags" Target="../tags/tag675.xml"/><Relationship Id="rId21" Type="http://schemas.openxmlformats.org/officeDocument/2006/relationships/tags" Target="../tags/tag674.xml"/><Relationship Id="rId20" Type="http://schemas.openxmlformats.org/officeDocument/2006/relationships/tags" Target="../tags/tag673.xml"/><Relationship Id="rId2" Type="http://schemas.openxmlformats.org/officeDocument/2006/relationships/tags" Target="../tags/tag655.xml"/><Relationship Id="rId19" Type="http://schemas.openxmlformats.org/officeDocument/2006/relationships/tags" Target="../tags/tag672.xml"/><Relationship Id="rId18" Type="http://schemas.openxmlformats.org/officeDocument/2006/relationships/tags" Target="../tags/tag671.xml"/><Relationship Id="rId17" Type="http://schemas.openxmlformats.org/officeDocument/2006/relationships/tags" Target="../tags/tag670.xml"/><Relationship Id="rId16" Type="http://schemas.openxmlformats.org/officeDocument/2006/relationships/tags" Target="../tags/tag669.xml"/><Relationship Id="rId15" Type="http://schemas.openxmlformats.org/officeDocument/2006/relationships/tags" Target="../tags/tag668.xml"/><Relationship Id="rId14" Type="http://schemas.openxmlformats.org/officeDocument/2006/relationships/tags" Target="../tags/tag667.xml"/><Relationship Id="rId13" Type="http://schemas.openxmlformats.org/officeDocument/2006/relationships/tags" Target="../tags/tag666.xml"/><Relationship Id="rId12" Type="http://schemas.openxmlformats.org/officeDocument/2006/relationships/tags" Target="../tags/tag665.xml"/><Relationship Id="rId11" Type="http://schemas.openxmlformats.org/officeDocument/2006/relationships/tags" Target="../tags/tag664.xml"/><Relationship Id="rId10" Type="http://schemas.openxmlformats.org/officeDocument/2006/relationships/tags" Target="../tags/tag663.xml"/><Relationship Id="rId1" Type="http://schemas.openxmlformats.org/officeDocument/2006/relationships/tags" Target="../tags/tag654.xml"/></Relationships>
</file>

<file path=ppt/slides/_rels/slide5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27.xml"/><Relationship Id="rId5" Type="http://schemas.openxmlformats.org/officeDocument/2006/relationships/tags" Target="../tags/tag717.xml"/><Relationship Id="rId4" Type="http://schemas.openxmlformats.org/officeDocument/2006/relationships/tags" Target="../tags/tag716.xml"/><Relationship Id="rId3" Type="http://schemas.openxmlformats.org/officeDocument/2006/relationships/tags" Target="../tags/tag715.xml"/><Relationship Id="rId2" Type="http://schemas.openxmlformats.org/officeDocument/2006/relationships/tags" Target="../tags/tag714.xml"/><Relationship Id="rId1" Type="http://schemas.openxmlformats.org/officeDocument/2006/relationships/tags" Target="../tags/tag713.xml"/></Relationships>
</file>

<file path=ppt/slides/_rels/slide51.xml.rels><?xml version="1.0" encoding="UTF-8" standalone="yes"?>
<Relationships xmlns="http://schemas.openxmlformats.org/package/2006/relationships"><Relationship Id="rId5" Type="http://schemas.openxmlformats.org/officeDocument/2006/relationships/slideLayout" Target="../slideLayouts/slideLayout27.xml"/><Relationship Id="rId4" Type="http://schemas.openxmlformats.org/officeDocument/2006/relationships/tags" Target="../tags/tag718.xml"/><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jpeg"/></Relationships>
</file>

<file path=ppt/slides/_rels/slide52.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tags" Target="../tags/tag726.xml"/><Relationship Id="rId7" Type="http://schemas.openxmlformats.org/officeDocument/2006/relationships/tags" Target="../tags/tag725.xml"/><Relationship Id="rId6" Type="http://schemas.openxmlformats.org/officeDocument/2006/relationships/tags" Target="../tags/tag724.xml"/><Relationship Id="rId5" Type="http://schemas.openxmlformats.org/officeDocument/2006/relationships/tags" Target="../tags/tag723.xml"/><Relationship Id="rId4" Type="http://schemas.openxmlformats.org/officeDocument/2006/relationships/tags" Target="../tags/tag722.xml"/><Relationship Id="rId3" Type="http://schemas.openxmlformats.org/officeDocument/2006/relationships/tags" Target="../tags/tag721.xml"/><Relationship Id="rId2" Type="http://schemas.openxmlformats.org/officeDocument/2006/relationships/tags" Target="../tags/tag720.xml"/><Relationship Id="rId1" Type="http://schemas.openxmlformats.org/officeDocument/2006/relationships/tags" Target="../tags/tag719.xml"/></Relationships>
</file>

<file path=ppt/slides/_rels/slide53.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27.xml"/><Relationship Id="rId5" Type="http://schemas.openxmlformats.org/officeDocument/2006/relationships/tags" Target="../tags/tag731.xml"/><Relationship Id="rId4" Type="http://schemas.openxmlformats.org/officeDocument/2006/relationships/tags" Target="../tags/tag730.xml"/><Relationship Id="rId3" Type="http://schemas.openxmlformats.org/officeDocument/2006/relationships/tags" Target="../tags/tag729.xml"/><Relationship Id="rId2" Type="http://schemas.openxmlformats.org/officeDocument/2006/relationships/tags" Target="../tags/tag728.xml"/><Relationship Id="rId1" Type="http://schemas.openxmlformats.org/officeDocument/2006/relationships/tags" Target="../tags/tag727.xml"/></Relationships>
</file>

<file path=ppt/slides/_rels/slide54.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slideLayout" Target="../slideLayouts/slideLayout30.xml"/><Relationship Id="rId7" Type="http://schemas.openxmlformats.org/officeDocument/2006/relationships/tags" Target="../tags/tag738.xml"/><Relationship Id="rId6" Type="http://schemas.openxmlformats.org/officeDocument/2006/relationships/tags" Target="../tags/tag737.xml"/><Relationship Id="rId5" Type="http://schemas.openxmlformats.org/officeDocument/2006/relationships/tags" Target="../tags/tag736.xml"/><Relationship Id="rId4" Type="http://schemas.openxmlformats.org/officeDocument/2006/relationships/tags" Target="../tags/tag735.xml"/><Relationship Id="rId3" Type="http://schemas.openxmlformats.org/officeDocument/2006/relationships/tags" Target="../tags/tag734.xml"/><Relationship Id="rId2" Type="http://schemas.openxmlformats.org/officeDocument/2006/relationships/tags" Target="../tags/tag733.xml"/><Relationship Id="rId1" Type="http://schemas.openxmlformats.org/officeDocument/2006/relationships/tags" Target="../tags/tag732.xml"/></Relationships>
</file>

<file path=ppt/slides/_rels/slide55.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27.xml"/><Relationship Id="rId5" Type="http://schemas.openxmlformats.org/officeDocument/2006/relationships/tags" Target="../tags/tag743.xml"/><Relationship Id="rId4" Type="http://schemas.openxmlformats.org/officeDocument/2006/relationships/tags" Target="../tags/tag742.xml"/><Relationship Id="rId3" Type="http://schemas.openxmlformats.org/officeDocument/2006/relationships/tags" Target="../tags/tag741.xml"/><Relationship Id="rId2" Type="http://schemas.openxmlformats.org/officeDocument/2006/relationships/tags" Target="../tags/tag740.xml"/><Relationship Id="rId1" Type="http://schemas.openxmlformats.org/officeDocument/2006/relationships/tags" Target="../tags/tag739.xml"/></Relationships>
</file>

<file path=ppt/slides/_rels/slide56.xml.rels><?xml version="1.0" encoding="UTF-8" standalone="yes"?>
<Relationships xmlns="http://schemas.openxmlformats.org/package/2006/relationships"><Relationship Id="rId9" Type="http://schemas.openxmlformats.org/officeDocument/2006/relationships/tags" Target="../tags/tag752.xml"/><Relationship Id="rId8" Type="http://schemas.openxmlformats.org/officeDocument/2006/relationships/tags" Target="../tags/tag751.xml"/><Relationship Id="rId7" Type="http://schemas.openxmlformats.org/officeDocument/2006/relationships/tags" Target="../tags/tag750.xml"/><Relationship Id="rId6" Type="http://schemas.openxmlformats.org/officeDocument/2006/relationships/tags" Target="../tags/tag749.xml"/><Relationship Id="rId5" Type="http://schemas.openxmlformats.org/officeDocument/2006/relationships/tags" Target="../tags/tag748.xml"/><Relationship Id="rId4" Type="http://schemas.openxmlformats.org/officeDocument/2006/relationships/tags" Target="../tags/tag747.xml"/><Relationship Id="rId3" Type="http://schemas.openxmlformats.org/officeDocument/2006/relationships/tags" Target="../tags/tag746.xml"/><Relationship Id="rId2" Type="http://schemas.openxmlformats.org/officeDocument/2006/relationships/tags" Target="../tags/tag745.xml"/><Relationship Id="rId17" Type="http://schemas.openxmlformats.org/officeDocument/2006/relationships/notesSlide" Target="../notesSlides/notesSlide24.xml"/><Relationship Id="rId16" Type="http://schemas.openxmlformats.org/officeDocument/2006/relationships/slideLayout" Target="../slideLayouts/slideLayout29.xml"/><Relationship Id="rId15" Type="http://schemas.openxmlformats.org/officeDocument/2006/relationships/tags" Target="../tags/tag758.xml"/><Relationship Id="rId14" Type="http://schemas.openxmlformats.org/officeDocument/2006/relationships/tags" Target="../tags/tag757.xml"/><Relationship Id="rId13" Type="http://schemas.openxmlformats.org/officeDocument/2006/relationships/tags" Target="../tags/tag756.xml"/><Relationship Id="rId12" Type="http://schemas.openxmlformats.org/officeDocument/2006/relationships/tags" Target="../tags/tag755.xml"/><Relationship Id="rId11" Type="http://schemas.openxmlformats.org/officeDocument/2006/relationships/tags" Target="../tags/tag754.xml"/><Relationship Id="rId10" Type="http://schemas.openxmlformats.org/officeDocument/2006/relationships/tags" Target="../tags/tag753.xml"/><Relationship Id="rId1" Type="http://schemas.openxmlformats.org/officeDocument/2006/relationships/tags" Target="../tags/tag744.xml"/></Relationships>
</file>

<file path=ppt/slides/_rels/slide57.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27.xml"/><Relationship Id="rId5" Type="http://schemas.openxmlformats.org/officeDocument/2006/relationships/tags" Target="../tags/tag763.xml"/><Relationship Id="rId4" Type="http://schemas.openxmlformats.org/officeDocument/2006/relationships/tags" Target="../tags/tag762.xml"/><Relationship Id="rId3" Type="http://schemas.openxmlformats.org/officeDocument/2006/relationships/tags" Target="../tags/tag761.xml"/><Relationship Id="rId2" Type="http://schemas.openxmlformats.org/officeDocument/2006/relationships/tags" Target="../tags/tag760.xml"/><Relationship Id="rId1" Type="http://schemas.openxmlformats.org/officeDocument/2006/relationships/tags" Target="../tags/tag759.xml"/></Relationships>
</file>

<file path=ppt/slides/_rels/slide58.xml.rels><?xml version="1.0" encoding="UTF-8" standalone="yes"?>
<Relationships xmlns="http://schemas.openxmlformats.org/package/2006/relationships"><Relationship Id="rId8" Type="http://schemas.openxmlformats.org/officeDocument/2006/relationships/slideLayout" Target="../slideLayouts/slideLayout27.xml"/><Relationship Id="rId7" Type="http://schemas.openxmlformats.org/officeDocument/2006/relationships/tags" Target="../tags/tag770.xml"/><Relationship Id="rId6" Type="http://schemas.openxmlformats.org/officeDocument/2006/relationships/tags" Target="../tags/tag769.xml"/><Relationship Id="rId5" Type="http://schemas.openxmlformats.org/officeDocument/2006/relationships/tags" Target="../tags/tag768.xml"/><Relationship Id="rId4" Type="http://schemas.openxmlformats.org/officeDocument/2006/relationships/tags" Target="../tags/tag767.xml"/><Relationship Id="rId3" Type="http://schemas.openxmlformats.org/officeDocument/2006/relationships/tags" Target="../tags/tag766.xml"/><Relationship Id="rId2" Type="http://schemas.openxmlformats.org/officeDocument/2006/relationships/tags" Target="../tags/tag765.xml"/><Relationship Id="rId1" Type="http://schemas.openxmlformats.org/officeDocument/2006/relationships/tags" Target="../tags/tag764.xml"/></Relationships>
</file>

<file path=ppt/slides/_rels/slide59.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tags" Target="../tags/tag778.xml"/><Relationship Id="rId7" Type="http://schemas.openxmlformats.org/officeDocument/2006/relationships/tags" Target="../tags/tag777.xml"/><Relationship Id="rId6" Type="http://schemas.openxmlformats.org/officeDocument/2006/relationships/tags" Target="../tags/tag776.xml"/><Relationship Id="rId5" Type="http://schemas.openxmlformats.org/officeDocument/2006/relationships/tags" Target="../tags/tag775.xml"/><Relationship Id="rId4" Type="http://schemas.openxmlformats.org/officeDocument/2006/relationships/tags" Target="../tags/tag774.xml"/><Relationship Id="rId3" Type="http://schemas.openxmlformats.org/officeDocument/2006/relationships/tags" Target="../tags/tag773.xml"/><Relationship Id="rId2" Type="http://schemas.openxmlformats.org/officeDocument/2006/relationships/tags" Target="../tags/tag772.xml"/><Relationship Id="rId1" Type="http://schemas.openxmlformats.org/officeDocument/2006/relationships/tags" Target="../tags/tag771.xml"/></Relationships>
</file>

<file path=ppt/slides/_rels/slide60.xml.rels><?xml version="1.0" encoding="UTF-8" standalone="yes"?>
<Relationships xmlns="http://schemas.openxmlformats.org/package/2006/relationships"><Relationship Id="rId9" Type="http://schemas.openxmlformats.org/officeDocument/2006/relationships/tags" Target="../tags/tag787.xml"/><Relationship Id="rId8" Type="http://schemas.openxmlformats.org/officeDocument/2006/relationships/tags" Target="../tags/tag786.xml"/><Relationship Id="rId7" Type="http://schemas.openxmlformats.org/officeDocument/2006/relationships/tags" Target="../tags/tag785.xml"/><Relationship Id="rId6" Type="http://schemas.openxmlformats.org/officeDocument/2006/relationships/tags" Target="../tags/tag784.xml"/><Relationship Id="rId5" Type="http://schemas.openxmlformats.org/officeDocument/2006/relationships/tags" Target="../tags/tag783.xml"/><Relationship Id="rId4" Type="http://schemas.openxmlformats.org/officeDocument/2006/relationships/tags" Target="../tags/tag782.xml"/><Relationship Id="rId3" Type="http://schemas.openxmlformats.org/officeDocument/2006/relationships/tags" Target="../tags/tag781.xml"/><Relationship Id="rId2" Type="http://schemas.openxmlformats.org/officeDocument/2006/relationships/tags" Target="../tags/tag780.xml"/><Relationship Id="rId18" Type="http://schemas.openxmlformats.org/officeDocument/2006/relationships/notesSlide" Target="../notesSlides/notesSlide26.xml"/><Relationship Id="rId17" Type="http://schemas.openxmlformats.org/officeDocument/2006/relationships/slideLayout" Target="../slideLayouts/slideLayout27.xml"/><Relationship Id="rId16" Type="http://schemas.openxmlformats.org/officeDocument/2006/relationships/tags" Target="../tags/tag790.xml"/><Relationship Id="rId15" Type="http://schemas.openxmlformats.org/officeDocument/2006/relationships/image" Target="../media/image53.svg"/><Relationship Id="rId14" Type="http://schemas.openxmlformats.org/officeDocument/2006/relationships/image" Target="../media/image52.png"/><Relationship Id="rId13" Type="http://schemas.openxmlformats.org/officeDocument/2006/relationships/tags" Target="../tags/tag789.xml"/><Relationship Id="rId12" Type="http://schemas.openxmlformats.org/officeDocument/2006/relationships/tags" Target="../tags/tag788.xml"/><Relationship Id="rId11" Type="http://schemas.openxmlformats.org/officeDocument/2006/relationships/image" Target="../media/image51.svg"/><Relationship Id="rId10" Type="http://schemas.openxmlformats.org/officeDocument/2006/relationships/image" Target="../media/image50.png"/><Relationship Id="rId1" Type="http://schemas.openxmlformats.org/officeDocument/2006/relationships/tags" Target="../tags/tag779.xml"/></Relationships>
</file>

<file path=ppt/slides/_rels/slide61.xml.rels><?xml version="1.0" encoding="UTF-8" standalone="yes"?>
<Relationships xmlns="http://schemas.openxmlformats.org/package/2006/relationships"><Relationship Id="rId9" Type="http://schemas.openxmlformats.org/officeDocument/2006/relationships/tags" Target="../tags/tag799.xml"/><Relationship Id="rId8" Type="http://schemas.openxmlformats.org/officeDocument/2006/relationships/tags" Target="../tags/tag798.xml"/><Relationship Id="rId7" Type="http://schemas.openxmlformats.org/officeDocument/2006/relationships/tags" Target="../tags/tag797.xml"/><Relationship Id="rId6" Type="http://schemas.openxmlformats.org/officeDocument/2006/relationships/tags" Target="../tags/tag796.xml"/><Relationship Id="rId5" Type="http://schemas.openxmlformats.org/officeDocument/2006/relationships/tags" Target="../tags/tag795.xml"/><Relationship Id="rId4" Type="http://schemas.openxmlformats.org/officeDocument/2006/relationships/tags" Target="../tags/tag794.xml"/><Relationship Id="rId3" Type="http://schemas.openxmlformats.org/officeDocument/2006/relationships/tags" Target="../tags/tag793.xml"/><Relationship Id="rId24" Type="http://schemas.openxmlformats.org/officeDocument/2006/relationships/notesSlide" Target="../notesSlides/notesSlide27.xml"/><Relationship Id="rId23" Type="http://schemas.openxmlformats.org/officeDocument/2006/relationships/slideLayout" Target="../slideLayouts/slideLayout27.xml"/><Relationship Id="rId22" Type="http://schemas.openxmlformats.org/officeDocument/2006/relationships/tags" Target="../tags/tag810.xml"/><Relationship Id="rId21" Type="http://schemas.openxmlformats.org/officeDocument/2006/relationships/image" Target="../media/image55.png"/><Relationship Id="rId20" Type="http://schemas.openxmlformats.org/officeDocument/2006/relationships/image" Target="../media/image54.png"/><Relationship Id="rId2" Type="http://schemas.openxmlformats.org/officeDocument/2006/relationships/tags" Target="../tags/tag792.xml"/><Relationship Id="rId19" Type="http://schemas.openxmlformats.org/officeDocument/2006/relationships/tags" Target="../tags/tag809.xml"/><Relationship Id="rId18" Type="http://schemas.openxmlformats.org/officeDocument/2006/relationships/tags" Target="../tags/tag808.xml"/><Relationship Id="rId17" Type="http://schemas.openxmlformats.org/officeDocument/2006/relationships/tags" Target="../tags/tag807.xml"/><Relationship Id="rId16" Type="http://schemas.openxmlformats.org/officeDocument/2006/relationships/tags" Target="../tags/tag806.xml"/><Relationship Id="rId15" Type="http://schemas.openxmlformats.org/officeDocument/2006/relationships/tags" Target="../tags/tag805.xml"/><Relationship Id="rId14" Type="http://schemas.openxmlformats.org/officeDocument/2006/relationships/tags" Target="../tags/tag804.xml"/><Relationship Id="rId13" Type="http://schemas.openxmlformats.org/officeDocument/2006/relationships/tags" Target="../tags/tag803.xml"/><Relationship Id="rId12" Type="http://schemas.openxmlformats.org/officeDocument/2006/relationships/tags" Target="../tags/tag802.xml"/><Relationship Id="rId11" Type="http://schemas.openxmlformats.org/officeDocument/2006/relationships/tags" Target="../tags/tag801.xml"/><Relationship Id="rId10" Type="http://schemas.openxmlformats.org/officeDocument/2006/relationships/tags" Target="../tags/tag800.xml"/><Relationship Id="rId1" Type="http://schemas.openxmlformats.org/officeDocument/2006/relationships/tags" Target="../tags/tag791.xml"/></Relationships>
</file>

<file path=ppt/slides/_rels/slide62.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slideLayout" Target="../slideLayouts/slideLayout27.xml"/><Relationship Id="rId5" Type="http://schemas.openxmlformats.org/officeDocument/2006/relationships/tags" Target="../tags/tag815.xml"/><Relationship Id="rId4" Type="http://schemas.openxmlformats.org/officeDocument/2006/relationships/tags" Target="../tags/tag814.xml"/><Relationship Id="rId3" Type="http://schemas.openxmlformats.org/officeDocument/2006/relationships/tags" Target="../tags/tag813.xml"/><Relationship Id="rId2" Type="http://schemas.openxmlformats.org/officeDocument/2006/relationships/tags" Target="../tags/tag812.xml"/><Relationship Id="rId1" Type="http://schemas.openxmlformats.org/officeDocument/2006/relationships/tags" Target="../tags/tag811.xml"/></Relationships>
</file>

<file path=ppt/slides/_rels/slide63.xml.rels><?xml version="1.0" encoding="UTF-8" standalone="yes"?>
<Relationships xmlns="http://schemas.openxmlformats.org/package/2006/relationships"><Relationship Id="rId7" Type="http://schemas.openxmlformats.org/officeDocument/2006/relationships/notesSlide" Target="../notesSlides/notesSlide29.xml"/><Relationship Id="rId6" Type="http://schemas.openxmlformats.org/officeDocument/2006/relationships/slideLayout" Target="../slideLayouts/slideLayout27.xml"/><Relationship Id="rId5" Type="http://schemas.openxmlformats.org/officeDocument/2006/relationships/tags" Target="../tags/tag820.xml"/><Relationship Id="rId4" Type="http://schemas.openxmlformats.org/officeDocument/2006/relationships/tags" Target="../tags/tag819.xml"/><Relationship Id="rId3" Type="http://schemas.openxmlformats.org/officeDocument/2006/relationships/tags" Target="../tags/tag818.xml"/><Relationship Id="rId2" Type="http://schemas.openxmlformats.org/officeDocument/2006/relationships/tags" Target="../tags/tag817.xml"/><Relationship Id="rId1" Type="http://schemas.openxmlformats.org/officeDocument/2006/relationships/tags" Target="../tags/tag816.xml"/></Relationships>
</file>

<file path=ppt/slides/_rels/slide64.xml.rels><?xml version="1.0" encoding="UTF-8" standalone="yes"?>
<Relationships xmlns="http://schemas.openxmlformats.org/package/2006/relationships"><Relationship Id="rId9" Type="http://schemas.openxmlformats.org/officeDocument/2006/relationships/image" Target="../media/image2.svg"/><Relationship Id="rId8" Type="http://schemas.openxmlformats.org/officeDocument/2006/relationships/image" Target="../media/image36.png"/><Relationship Id="rId7" Type="http://schemas.openxmlformats.org/officeDocument/2006/relationships/tags" Target="../tags/tag827.xml"/><Relationship Id="rId6" Type="http://schemas.openxmlformats.org/officeDocument/2006/relationships/tags" Target="../tags/tag826.xml"/><Relationship Id="rId5" Type="http://schemas.openxmlformats.org/officeDocument/2006/relationships/tags" Target="../tags/tag825.xml"/><Relationship Id="rId4" Type="http://schemas.openxmlformats.org/officeDocument/2006/relationships/tags" Target="../tags/tag824.xml"/><Relationship Id="rId3" Type="http://schemas.openxmlformats.org/officeDocument/2006/relationships/tags" Target="../tags/tag823.xml"/><Relationship Id="rId2" Type="http://schemas.openxmlformats.org/officeDocument/2006/relationships/tags" Target="../tags/tag822.xml"/><Relationship Id="rId14" Type="http://schemas.openxmlformats.org/officeDocument/2006/relationships/slideLayout" Target="../slideLayouts/slideLayout27.xml"/><Relationship Id="rId13" Type="http://schemas.openxmlformats.org/officeDocument/2006/relationships/tags" Target="../tags/tag829.xml"/><Relationship Id="rId12" Type="http://schemas.openxmlformats.org/officeDocument/2006/relationships/image" Target="../media/image4.svg"/><Relationship Id="rId11" Type="http://schemas.openxmlformats.org/officeDocument/2006/relationships/image" Target="../media/image37.png"/><Relationship Id="rId10" Type="http://schemas.openxmlformats.org/officeDocument/2006/relationships/tags" Target="../tags/tag828.xml"/><Relationship Id="rId1" Type="http://schemas.openxmlformats.org/officeDocument/2006/relationships/tags" Target="../tags/tag821.xml"/></Relationships>
</file>

<file path=ppt/slides/_rels/slide65.xml.rels><?xml version="1.0" encoding="UTF-8" standalone="yes"?>
<Relationships xmlns="http://schemas.openxmlformats.org/package/2006/relationships"><Relationship Id="rId7" Type="http://schemas.openxmlformats.org/officeDocument/2006/relationships/slideLayout" Target="../slideLayouts/slideLayout27.xml"/><Relationship Id="rId6" Type="http://schemas.openxmlformats.org/officeDocument/2006/relationships/tags" Target="../tags/tag835.xml"/><Relationship Id="rId5" Type="http://schemas.openxmlformats.org/officeDocument/2006/relationships/tags" Target="../tags/tag834.xml"/><Relationship Id="rId4" Type="http://schemas.openxmlformats.org/officeDocument/2006/relationships/tags" Target="../tags/tag833.xml"/><Relationship Id="rId3" Type="http://schemas.openxmlformats.org/officeDocument/2006/relationships/tags" Target="../tags/tag832.xml"/><Relationship Id="rId2" Type="http://schemas.openxmlformats.org/officeDocument/2006/relationships/tags" Target="../tags/tag831.xml"/><Relationship Id="rId1" Type="http://schemas.openxmlformats.org/officeDocument/2006/relationships/tags" Target="../tags/tag830.xml"/></Relationships>
</file>

<file path=ppt/slides/_rels/slide66.xml.rels><?xml version="1.0" encoding="UTF-8" standalone="yes"?>
<Relationships xmlns="http://schemas.openxmlformats.org/package/2006/relationships"><Relationship Id="rId9" Type="http://schemas.openxmlformats.org/officeDocument/2006/relationships/tags" Target="../tags/tag844.xml"/><Relationship Id="rId8" Type="http://schemas.openxmlformats.org/officeDocument/2006/relationships/tags" Target="../tags/tag843.xml"/><Relationship Id="rId7" Type="http://schemas.openxmlformats.org/officeDocument/2006/relationships/tags" Target="../tags/tag842.xml"/><Relationship Id="rId6" Type="http://schemas.openxmlformats.org/officeDocument/2006/relationships/tags" Target="../tags/tag841.xml"/><Relationship Id="rId5" Type="http://schemas.openxmlformats.org/officeDocument/2006/relationships/tags" Target="../tags/tag840.xml"/><Relationship Id="rId4" Type="http://schemas.openxmlformats.org/officeDocument/2006/relationships/tags" Target="../tags/tag839.xml"/><Relationship Id="rId3" Type="http://schemas.openxmlformats.org/officeDocument/2006/relationships/tags" Target="../tags/tag838.xml"/><Relationship Id="rId2" Type="http://schemas.openxmlformats.org/officeDocument/2006/relationships/tags" Target="../tags/tag837.xml"/><Relationship Id="rId12" Type="http://schemas.openxmlformats.org/officeDocument/2006/relationships/slideLayout" Target="../slideLayouts/slideLayout30.xml"/><Relationship Id="rId11" Type="http://schemas.openxmlformats.org/officeDocument/2006/relationships/tags" Target="../tags/tag846.xml"/><Relationship Id="rId10" Type="http://schemas.openxmlformats.org/officeDocument/2006/relationships/tags" Target="../tags/tag845.xml"/><Relationship Id="rId1" Type="http://schemas.openxmlformats.org/officeDocument/2006/relationships/tags" Target="../tags/tag8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ctrTitle"/>
            <p:custDataLst>
              <p:tags r:id="rId1"/>
            </p:custDataLst>
          </p:nvPr>
        </p:nvSpPr>
        <p:spPr>
          <a:xfrm>
            <a:off x="1068070" y="1415415"/>
            <a:ext cx="6217920" cy="2254885"/>
          </a:xfrm>
        </p:spPr>
        <p:txBody>
          <a:bodyPr/>
          <a:p>
            <a:pPr marL="0" indent="0" algn="l">
              <a:lnSpc>
                <a:spcPct val="100000"/>
              </a:lnSpc>
              <a:spcBef>
                <a:spcPts val="0"/>
              </a:spcBef>
              <a:spcAft>
                <a:spcPts val="0"/>
              </a:spcAft>
              <a:buSzPct val="100000"/>
            </a:pPr>
            <a:r>
              <a:rPr lang="zh-CN" altLang="en-US" sz="8000"/>
              <a:t>法理与宪法学</a:t>
            </a:r>
            <a:endParaRPr lang="zh-CN" altLang="en-US" sz="8000"/>
          </a:p>
        </p:txBody>
      </p:sp>
      <p:sp>
        <p:nvSpPr>
          <p:cNvPr id="3" name="署名"/>
          <p:cNvSpPr>
            <a:spLocks noGrp="1"/>
          </p:cNvSpPr>
          <p:nvPr>
            <p:ph type="body" sz="quarter" idx="17"/>
            <p:custDataLst>
              <p:tags r:id="rId2"/>
            </p:custDataLst>
          </p:nvPr>
        </p:nvSpPr>
        <p:spPr>
          <a:xfrm>
            <a:off x="1068070" y="4217670"/>
            <a:ext cx="5231130" cy="1857375"/>
          </a:xfrm>
          <a:prstGeom prst="roundRect">
            <a:avLst>
              <a:gd name="adj" fmla="val 50000"/>
            </a:avLst>
          </a:prstGeom>
          <a:solidFill>
            <a:schemeClr val="accent1">
              <a:lumMod val="20000"/>
              <a:lumOff val="80000"/>
              <a:alpha val="50000"/>
            </a:schemeClr>
          </a:solidFill>
          <a:ln>
            <a:solidFill>
              <a:schemeClr val="accent1">
                <a:lumMod val="20000"/>
                <a:lumOff val="80000"/>
              </a:schemeClr>
            </a:solidFill>
          </a:ln>
        </p:spPr>
        <p:txBody>
          <a:bodyPr>
            <a:noAutofit/>
          </a:bodyPr>
          <a:p>
            <a:r>
              <a:rPr lang="zh-CN" altLang="en-US" sz="3200"/>
              <a:t>周星星</a:t>
            </a:r>
            <a:endParaRPr lang="en-US" altLang="zh-CN" sz="3200"/>
          </a:p>
          <a:p>
            <a:r>
              <a:rPr lang="en-US" altLang="zh-CN" sz="3200"/>
              <a:t>546299042@qq.com</a:t>
            </a:r>
            <a:endParaRPr lang="en-US" altLang="zh-CN" sz="3200"/>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5798185" y="3156585"/>
            <a:ext cx="5922645" cy="1416050"/>
          </a:xfrm>
        </p:spPr>
        <p:txBody>
          <a:bodyPr>
            <a:normAutofit fontScale="90000"/>
          </a:bodyPr>
          <a:p>
            <a:pPr algn="l"/>
            <a:br>
              <a:rPr lang="zh-CN" altLang="en-US" sz="4000" b="0"/>
            </a:br>
            <a:br>
              <a:rPr lang="zh-CN" altLang="en-US" sz="4000" b="0"/>
            </a:br>
            <a:br>
              <a:rPr lang="zh-CN" altLang="en-US" sz="4000" b="0"/>
            </a:br>
            <a:br>
              <a:rPr lang="zh-CN" altLang="en-US" sz="4000" b="0"/>
            </a:br>
            <a:br>
              <a:rPr lang="zh-CN" altLang="en-US" sz="4000" b="0"/>
            </a:br>
            <a:br>
              <a:rPr lang="zh-CN" altLang="en-US" sz="4000" b="0"/>
            </a:br>
            <a:br>
              <a:rPr lang="zh-CN" altLang="en-US" sz="4000" b="0"/>
            </a:br>
            <a:br>
              <a:rPr lang="zh-CN" altLang="en-US" sz="4000" b="0"/>
            </a:br>
            <a:br>
              <a:rPr lang="zh-CN" altLang="en-US" sz="4000" b="0"/>
            </a:br>
            <a:br>
              <a:rPr lang="zh-CN" altLang="en-US" sz="4000" b="0"/>
            </a:br>
            <a:r>
              <a:rPr lang="zh-CN" altLang="en-US" sz="4000" b="0">
                <a:latin typeface="微软雅黑" panose="020B0503020204020204" charset="-122"/>
                <a:ea typeface="微软雅黑" panose="020B0503020204020204" charset="-122"/>
                <a:cs typeface="微软雅黑" panose="020B0503020204020204" charset="-122"/>
              </a:rPr>
              <a:t>论述基本权利与人权的联系和区别</a:t>
            </a:r>
            <a:br>
              <a:rPr lang="en-US" altLang="zh-CN" sz="4000" b="0">
                <a:latin typeface="微软雅黑" panose="020B0503020204020204" charset="-122"/>
                <a:ea typeface="微软雅黑" panose="020B0503020204020204" charset="-122"/>
                <a:cs typeface="微软雅黑" panose="020B0503020204020204" charset="-122"/>
              </a:rPr>
            </a:br>
            <a:endParaRPr lang="zh-CN" altLang="en-US" sz="2800" b="0">
              <a:latin typeface="微软雅黑" panose="020B0503020204020204" charset="-122"/>
              <a:ea typeface="微软雅黑" panose="020B0503020204020204" charset="-122"/>
              <a:cs typeface="微软雅黑" panose="020B0503020204020204" charset="-122"/>
            </a:endParaRPr>
          </a:p>
        </p:txBody>
      </p:sp>
      <p:sp>
        <p:nvSpPr>
          <p:cNvPr id="3" name="文本占位符 2"/>
          <p:cNvSpPr>
            <a:spLocks noGrp="1"/>
          </p:cNvSpPr>
          <p:nvPr>
            <p:ph type="body" sz="quarter" idx="13"/>
            <p:custDataLst>
              <p:tags r:id="rId2"/>
            </p:custDataLst>
          </p:nvPr>
        </p:nvSpPr>
        <p:spPr>
          <a:xfrm>
            <a:off x="7467600" y="2217420"/>
            <a:ext cx="2456815" cy="831215"/>
          </a:xfrm>
        </p:spPr>
        <p:txBody>
          <a:bodyPr>
            <a:normAutofit lnSpcReduction="20000"/>
          </a:bodyPr>
          <a:p>
            <a:r>
              <a:rPr lang="zh-CN" altLang="en-US" sz="4800"/>
              <a:t>课前回顾</a:t>
            </a:r>
            <a:endParaRPr lang="zh-CN" altLang="en-US" sz="4800"/>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0" y="902970"/>
            <a:ext cx="9335135" cy="796925"/>
          </a:xfrm>
        </p:spPr>
        <p:txBody>
          <a:bodyPr>
            <a:normAutofit/>
          </a:bodyPr>
          <a:lstStyle/>
          <a:p>
            <a:r>
              <a:rPr lang="zh-CN" altLang="en-US" sz="4800" dirty="0" smtClean="0">
                <a:solidFill>
                  <a:srgbClr val="002060"/>
                </a:solidFill>
              </a:rPr>
              <a:t>第十四章 </a:t>
            </a:r>
            <a:r>
              <a:rPr lang="en-US" altLang="zh-CN" sz="4800" dirty="0" smtClean="0">
                <a:solidFill>
                  <a:srgbClr val="002060"/>
                </a:solidFill>
              </a:rPr>
              <a:t> </a:t>
            </a:r>
            <a:r>
              <a:rPr sz="4800" dirty="0" smtClean="0">
                <a:solidFill>
                  <a:srgbClr val="002060"/>
                </a:solidFill>
              </a:rPr>
              <a:t>公民的基本权利和义务</a:t>
            </a:r>
            <a:endParaRPr sz="4800" dirty="0" smtClean="0">
              <a:solidFill>
                <a:srgbClr val="002060"/>
              </a:solidFill>
            </a:endParaRPr>
          </a:p>
        </p:txBody>
      </p:sp>
      <p:sp>
        <p:nvSpPr>
          <p:cNvPr id="4" name="文本占位符 3"/>
          <p:cNvSpPr>
            <a:spLocks noGrp="1"/>
          </p:cNvSpPr>
          <p:nvPr>
            <p:ph type="body" sz="quarter" idx="17"/>
            <p:custDataLst>
              <p:tags r:id="rId2"/>
            </p:custDataLst>
          </p:nvPr>
        </p:nvSpPr>
        <p:spPr>
          <a:xfrm>
            <a:off x="793750" y="2502535"/>
            <a:ext cx="6684645" cy="3766185"/>
          </a:xfrm>
        </p:spPr>
        <p:txBody>
          <a:bodyPr>
            <a:noAutofit/>
          </a:bodyPr>
          <a:p>
            <a:pPr algn="l" fontAlgn="auto">
              <a:lnSpc>
                <a:spcPct val="140000"/>
              </a:lnSpc>
            </a:pPr>
            <a:r>
              <a:rPr lang="en-US" altLang="zh-CN" sz="3200" b="1" dirty="0" smtClean="0">
                <a:solidFill>
                  <a:srgbClr val="0070C0"/>
                </a:solidFill>
                <a:cs typeface="微软雅黑" panose="020B0503020204020204" charset="-122"/>
                <a:sym typeface="+mn-ea"/>
              </a:rPr>
              <a:t> </a:t>
            </a:r>
            <a:endParaRPr lang="en-US" altLang="zh-CN" sz="3200" b="1" dirty="0" smtClean="0">
              <a:solidFill>
                <a:srgbClr val="0070C0"/>
              </a:solidFill>
              <a:cs typeface="微软雅黑" panose="020B0503020204020204" charset="-122"/>
              <a:sym typeface="+mn-ea"/>
            </a:endParaRPr>
          </a:p>
          <a:p>
            <a:pPr algn="l" fontAlgn="auto">
              <a:lnSpc>
                <a:spcPct val="140000"/>
              </a:lnSpc>
            </a:pPr>
            <a:r>
              <a:rPr lang="en-US" altLang="zh-CN" sz="3200" b="1" dirty="0" smtClean="0">
                <a:solidFill>
                  <a:srgbClr val="0070C0"/>
                </a:solidFill>
                <a:cs typeface="微软雅黑" panose="020B0503020204020204" charset="-122"/>
                <a:sym typeface="+mn-ea"/>
              </a:rPr>
              <a:t>    </a:t>
            </a:r>
            <a:r>
              <a:rPr lang="zh-CN" altLang="en-US" sz="3600" b="1" dirty="0" smtClean="0">
                <a:solidFill>
                  <a:srgbClr val="0070C0"/>
                </a:solidFill>
                <a:latin typeface="微软雅黑" panose="020B0503020204020204" charset="-122"/>
                <a:ea typeface="微软雅黑" panose="020B0503020204020204" charset="-122"/>
                <a:cs typeface="微软雅黑" panose="020B0503020204020204" charset="-122"/>
                <a:sym typeface="+mn-ea"/>
              </a:rPr>
              <a:t>第一节 </a:t>
            </a:r>
            <a:r>
              <a:rPr lang="en-US" altLang="zh-CN" sz="3600" b="1" dirty="0" smtClean="0">
                <a:solidFill>
                  <a:srgbClr val="0070C0"/>
                </a:solidFill>
                <a:latin typeface="微软雅黑" panose="020B0503020204020204" charset="-122"/>
                <a:ea typeface="微软雅黑" panose="020B0503020204020204" charset="-122"/>
                <a:cs typeface="微软雅黑" panose="020B0503020204020204" charset="-122"/>
                <a:sym typeface="+mn-ea"/>
              </a:rPr>
              <a:t> </a:t>
            </a:r>
            <a:r>
              <a:rPr lang="zh-CN" altLang="en-US" sz="3600" b="1" dirty="0" smtClean="0">
                <a:solidFill>
                  <a:srgbClr val="0070C0"/>
                </a:solidFill>
                <a:latin typeface="微软雅黑" panose="020B0503020204020204" charset="-122"/>
                <a:ea typeface="微软雅黑" panose="020B0503020204020204" charset="-122"/>
                <a:cs typeface="微软雅黑" panose="020B0503020204020204" charset="-122"/>
              </a:rPr>
              <a:t>公民基本权利的一般原理</a:t>
            </a:r>
            <a:endParaRPr lang="zh-CN" altLang="en-US" sz="3600" b="1" dirty="0" smtClean="0">
              <a:solidFill>
                <a:srgbClr val="0070C0"/>
              </a:solidFill>
              <a:latin typeface="微软雅黑" panose="020B0503020204020204" charset="-122"/>
              <a:ea typeface="微软雅黑" panose="020B0503020204020204" charset="-122"/>
              <a:cs typeface="微软雅黑" panose="020B0503020204020204" charset="-122"/>
            </a:endParaRPr>
          </a:p>
          <a:p>
            <a:pPr algn="l" fontAlgn="auto">
              <a:lnSpc>
                <a:spcPct val="140000"/>
              </a:lnSpc>
            </a:pPr>
            <a:r>
              <a:rPr lang="en-US" altLang="zh-CN" sz="3600" b="1" dirty="0" smtClean="0">
                <a:solidFill>
                  <a:srgbClr val="0070C0"/>
                </a:solidFill>
                <a:latin typeface="微软雅黑" panose="020B0503020204020204" charset="-122"/>
                <a:ea typeface="微软雅黑" panose="020B0503020204020204" charset="-122"/>
                <a:cs typeface="微软雅黑" panose="020B0503020204020204" charset="-122"/>
              </a:rPr>
              <a:t>   </a:t>
            </a:r>
            <a:r>
              <a:rPr lang="zh-CN" altLang="en-US" sz="3600" b="1" dirty="0" smtClean="0">
                <a:solidFill>
                  <a:srgbClr val="0070C0"/>
                </a:solidFill>
                <a:latin typeface="微软雅黑" panose="020B0503020204020204" charset="-122"/>
                <a:ea typeface="微软雅黑" panose="020B0503020204020204" charset="-122"/>
                <a:cs typeface="微软雅黑" panose="020B0503020204020204" charset="-122"/>
              </a:rPr>
              <a:t>第二节</a:t>
            </a:r>
            <a:r>
              <a:rPr lang="en-US" altLang="zh-CN" sz="3600" b="1" dirty="0" smtClean="0">
                <a:solidFill>
                  <a:srgbClr val="0070C0"/>
                </a:solidFill>
                <a:latin typeface="微软雅黑" panose="020B0503020204020204" charset="-122"/>
                <a:ea typeface="微软雅黑" panose="020B0503020204020204" charset="-122"/>
                <a:cs typeface="微软雅黑" panose="020B0503020204020204" charset="-122"/>
              </a:rPr>
              <a:t>  </a:t>
            </a:r>
            <a:r>
              <a:rPr lang="zh-CN" altLang="en-US" sz="3600" b="1" dirty="0" smtClean="0">
                <a:solidFill>
                  <a:srgbClr val="0070C0"/>
                </a:solidFill>
                <a:latin typeface="微软雅黑" panose="020B0503020204020204" charset="-122"/>
                <a:ea typeface="微软雅黑" panose="020B0503020204020204" charset="-122"/>
                <a:cs typeface="微软雅黑" panose="020B0503020204020204" charset="-122"/>
              </a:rPr>
              <a:t>公民的基本权利</a:t>
            </a:r>
            <a:endParaRPr lang="zh-CN" altLang="en-US" sz="3600" b="1" dirty="0" smtClean="0">
              <a:solidFill>
                <a:srgbClr val="0070C0"/>
              </a:solidFill>
              <a:latin typeface="微软雅黑" panose="020B0503020204020204" charset="-122"/>
              <a:ea typeface="微软雅黑" panose="020B0503020204020204" charset="-122"/>
              <a:cs typeface="微软雅黑" panose="020B0503020204020204" charset="-122"/>
            </a:endParaRPr>
          </a:p>
          <a:p>
            <a:pPr algn="l" fontAlgn="auto">
              <a:lnSpc>
                <a:spcPct val="140000"/>
              </a:lnSpc>
            </a:pPr>
            <a:r>
              <a:rPr lang="en-US" altLang="zh-CN" sz="3600" b="1" dirty="0" smtClean="0">
                <a:solidFill>
                  <a:srgbClr val="0070C0"/>
                </a:solidFill>
                <a:latin typeface="微软雅黑" panose="020B0503020204020204" charset="-122"/>
                <a:ea typeface="微软雅黑" panose="020B0503020204020204" charset="-122"/>
                <a:cs typeface="微软雅黑" panose="020B0503020204020204" charset="-122"/>
                <a:sym typeface="+mn-ea"/>
              </a:rPr>
              <a:t>   </a:t>
            </a:r>
            <a:r>
              <a:rPr lang="zh-CN" altLang="en-US" sz="3600" b="1" dirty="0" smtClean="0">
                <a:solidFill>
                  <a:srgbClr val="0070C0"/>
                </a:solidFill>
                <a:latin typeface="微软雅黑" panose="020B0503020204020204" charset="-122"/>
                <a:ea typeface="微软雅黑" panose="020B0503020204020204" charset="-122"/>
                <a:cs typeface="微软雅黑" panose="020B0503020204020204" charset="-122"/>
                <a:sym typeface="+mn-ea"/>
              </a:rPr>
              <a:t>第三节 </a:t>
            </a:r>
            <a:r>
              <a:rPr lang="en-US" altLang="zh-CN" sz="3600" b="1" dirty="0" smtClean="0">
                <a:solidFill>
                  <a:srgbClr val="0070C0"/>
                </a:solidFill>
                <a:latin typeface="微软雅黑" panose="020B0503020204020204" charset="-122"/>
                <a:ea typeface="微软雅黑" panose="020B0503020204020204" charset="-122"/>
                <a:cs typeface="微软雅黑" panose="020B0503020204020204" charset="-122"/>
                <a:sym typeface="+mn-ea"/>
              </a:rPr>
              <a:t> </a:t>
            </a:r>
            <a:r>
              <a:rPr lang="zh-CN" altLang="en-US" sz="3600" b="1" dirty="0" smtClean="0">
                <a:solidFill>
                  <a:srgbClr val="0070C0"/>
                </a:solidFill>
                <a:latin typeface="微软雅黑" panose="020B0503020204020204" charset="-122"/>
                <a:ea typeface="微软雅黑" panose="020B0503020204020204" charset="-122"/>
                <a:cs typeface="微软雅黑" panose="020B0503020204020204" charset="-122"/>
                <a:sym typeface="+mn-ea"/>
              </a:rPr>
              <a:t>公民的基本义务</a:t>
            </a:r>
            <a:endParaRPr lang="zh-CN" altLang="en-US" sz="4000" b="1" dirty="0" smtClean="0">
              <a:solidFill>
                <a:srgbClr val="0070C0"/>
              </a:solidFill>
              <a:latin typeface="微软雅黑" panose="020B0503020204020204" charset="-122"/>
              <a:ea typeface="微软雅黑" panose="020B0503020204020204" charset="-122"/>
              <a:cs typeface="微软雅黑" panose="020B0503020204020204" charset="-122"/>
            </a:endParaRPr>
          </a:p>
          <a:p>
            <a:endParaRPr lang="zh-CN" altLang="en-US" sz="4000" b="1" dirty="0" smtClean="0">
              <a:solidFill>
                <a:srgbClr val="0070C0"/>
              </a:solidFill>
              <a:latin typeface="微软雅黑" panose="020B0503020204020204" charset="-122"/>
              <a:ea typeface="微软雅黑" panose="020B0503020204020204" charset="-122"/>
              <a:cs typeface="微软雅黑" panose="020B0503020204020204" charset="-122"/>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wrap="square">
            <a:normAutofit/>
          </a:bodyPr>
          <a:lstStyle/>
          <a:p>
            <a:r>
              <a:rPr lang="zh-CN" altLang="en-US" sz="4000" dirty="0">
                <a:latin typeface="微软雅黑" panose="020B0503020204020204" charset="-122"/>
                <a:ea typeface="微软雅黑" panose="020B0503020204020204" charset="-122"/>
                <a:cs typeface="微软雅黑" panose="020B0503020204020204" charset="-122"/>
              </a:rPr>
              <a:t>第二节</a:t>
            </a:r>
            <a:r>
              <a:rPr lang="en-US" altLang="zh-CN" sz="4000" dirty="0">
                <a:latin typeface="微软雅黑" panose="020B0503020204020204" charset="-122"/>
                <a:ea typeface="微软雅黑" panose="020B0503020204020204" charset="-122"/>
                <a:cs typeface="微软雅黑" panose="020B0503020204020204" charset="-122"/>
              </a:rPr>
              <a:t>  </a:t>
            </a:r>
            <a:r>
              <a:rPr lang="zh-CN" altLang="en-US" sz="4000" dirty="0">
                <a:latin typeface="微软雅黑" panose="020B0503020204020204" charset="-122"/>
                <a:ea typeface="微软雅黑" panose="020B0503020204020204" charset="-122"/>
                <a:cs typeface="微软雅黑" panose="020B0503020204020204" charset="-122"/>
              </a:rPr>
              <a:t>公民的基本权利</a:t>
            </a:r>
            <a:endParaRPr lang="zh-CN" altLang="en-US" sz="4000" dirty="0">
              <a:latin typeface="微软雅黑" panose="020B0503020204020204" charset="-122"/>
              <a:ea typeface="微软雅黑" panose="020B0503020204020204" charset="-122"/>
              <a:cs typeface="微软雅黑" panose="020B0503020204020204" charset="-122"/>
            </a:endParaRPr>
          </a:p>
        </p:txBody>
      </p:sp>
      <p:sp>
        <p:nvSpPr>
          <p:cNvPr id="2" name="圆角矩形 9"/>
          <p:cNvSpPr/>
          <p:nvPr>
            <p:custDataLst>
              <p:tags r:id="rId2"/>
            </p:custDataLst>
          </p:nvPr>
        </p:nvSpPr>
        <p:spPr>
          <a:xfrm>
            <a:off x="2075009" y="1721818"/>
            <a:ext cx="2947711" cy="748432"/>
          </a:xfrm>
          <a:prstGeom prst="roundRect">
            <a:avLst/>
          </a:prstGeom>
          <a:solidFill>
            <a:schemeClr val="accent2">
              <a:lumMod val="70000"/>
              <a:lumOff val="3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0170" tIns="71755" numCol="1" spcCol="0" rtlCol="0" fromWordArt="0" anchor="ctr" anchorCtr="0" forceAA="0" compatLnSpc="1">
            <a:noAutofit/>
          </a:bodyPr>
          <a:p>
            <a:pPr algn="ctr"/>
            <a:r>
              <a:rPr lang="en-US" altLang="zh-CN" sz="3600" kern="0" dirty="0">
                <a:ln>
                  <a:noFill/>
                  <a:prstDash val="sysDot"/>
                </a:ln>
                <a:solidFill>
                  <a:srgbClr val="FFFFFF"/>
                </a:solidFill>
                <a:latin typeface="微软雅黑" panose="020B0503020204020204" charset="-122"/>
                <a:ea typeface="微软雅黑" panose="020B0503020204020204" charset="-122"/>
                <a:cs typeface="微软雅黑" panose="020B0503020204020204" charset="-122"/>
                <a:sym typeface="+mn-ea"/>
              </a:rPr>
              <a:t>02</a:t>
            </a:r>
            <a:r>
              <a:rPr lang="zh-CN" altLang="en-US" sz="3600" kern="0" dirty="0">
                <a:ln>
                  <a:noFill/>
                  <a:prstDash val="sysDot"/>
                </a:ln>
                <a:solidFill>
                  <a:srgbClr val="FFFFFF"/>
                </a:solidFill>
                <a:latin typeface="微软雅黑" panose="020B0503020204020204" charset="-122"/>
                <a:ea typeface="微软雅黑" panose="020B0503020204020204" charset="-122"/>
                <a:cs typeface="微软雅黑" panose="020B0503020204020204" charset="-122"/>
                <a:sym typeface="+mn-ea"/>
              </a:rPr>
              <a:t>政治权利</a:t>
            </a:r>
            <a:endParaRPr lang="zh-CN" altLang="en-US" sz="3600" kern="0" dirty="0">
              <a:ln>
                <a:noFill/>
                <a:prstDash val="sysDot"/>
              </a:ln>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cxnSp>
        <p:nvCxnSpPr>
          <p:cNvPr id="3" name="直接箭头连接符 183"/>
          <p:cNvCxnSpPr/>
          <p:nvPr>
            <p:custDataLst>
              <p:tags r:id="rId3"/>
            </p:custDataLst>
          </p:nvPr>
        </p:nvCxnSpPr>
        <p:spPr>
          <a:xfrm>
            <a:off x="636945" y="3799660"/>
            <a:ext cx="10870405" cy="0"/>
          </a:xfrm>
          <a:prstGeom prst="straightConnector1">
            <a:avLst/>
          </a:prstGeom>
          <a:ln w="19050">
            <a:gradFill>
              <a:gsLst>
                <a:gs pos="0">
                  <a:schemeClr val="accent1">
                    <a:alpha val="100000"/>
                  </a:schemeClr>
                </a:gs>
                <a:gs pos="100000">
                  <a:schemeClr val="accent1">
                    <a:lumMod val="60000"/>
                    <a:lumOff val="40000"/>
                    <a:alpha val="100000"/>
                  </a:schemeClr>
                </a:gs>
              </a:gsLst>
              <a:lin ang="10800000" scaled="1"/>
            </a:gradFill>
            <a:tailEnd type="none"/>
          </a:ln>
        </p:spPr>
        <p:style>
          <a:lnRef idx="1">
            <a:schemeClr val="accent1"/>
          </a:lnRef>
          <a:fillRef idx="0">
            <a:schemeClr val="accent1"/>
          </a:fillRef>
          <a:effectRef idx="0">
            <a:schemeClr val="accent1"/>
          </a:effectRef>
          <a:fontRef idx="minor">
            <a:schemeClr val="tx1"/>
          </a:fontRef>
        </p:style>
      </p:cxnSp>
      <p:sp>
        <p:nvSpPr>
          <p:cNvPr id="4" name="圆角矩形 11"/>
          <p:cNvSpPr/>
          <p:nvPr>
            <p:custDataLst>
              <p:tags r:id="rId4"/>
            </p:custDataLst>
          </p:nvPr>
        </p:nvSpPr>
        <p:spPr>
          <a:xfrm>
            <a:off x="4576601" y="2653044"/>
            <a:ext cx="2947711" cy="748432"/>
          </a:xfrm>
          <a:prstGeom prst="roundRect">
            <a:avLst/>
          </a:prstGeom>
          <a:solidFill>
            <a:schemeClr val="accent4">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0170" tIns="71755" numCol="1" spcCol="0" rtlCol="0" fromWordArt="0" anchor="ctr" anchorCtr="0" forceAA="0" compatLnSpc="1">
            <a:noAutofit/>
          </a:bodyPr>
          <a:p>
            <a:pPr algn="ctr"/>
            <a:r>
              <a:rPr lang="en-US" altLang="zh-CN" sz="3600" kern="0" dirty="0">
                <a:ln>
                  <a:noFill/>
                  <a:prstDash val="sysDot"/>
                </a:ln>
                <a:solidFill>
                  <a:srgbClr val="FFFFFF"/>
                </a:solidFill>
                <a:latin typeface="微软雅黑" panose="020B0503020204020204" charset="-122"/>
                <a:ea typeface="微软雅黑" panose="020B0503020204020204" charset="-122"/>
                <a:cs typeface="微软雅黑" panose="020B0503020204020204" charset="-122"/>
                <a:sym typeface="+mn-ea"/>
              </a:rPr>
              <a:t>04</a:t>
            </a:r>
            <a:r>
              <a:rPr lang="zh-CN" altLang="en-US" sz="3600" kern="0" dirty="0">
                <a:ln>
                  <a:noFill/>
                  <a:prstDash val="sysDot"/>
                </a:ln>
                <a:solidFill>
                  <a:srgbClr val="FFFFFF"/>
                </a:solidFill>
                <a:latin typeface="微软雅黑" panose="020B0503020204020204" charset="-122"/>
                <a:ea typeface="微软雅黑" panose="020B0503020204020204" charset="-122"/>
                <a:cs typeface="微软雅黑" panose="020B0503020204020204" charset="-122"/>
                <a:sym typeface="+mn-ea"/>
              </a:rPr>
              <a:t>人身自由</a:t>
            </a:r>
            <a:endParaRPr lang="zh-CN" altLang="en-US" sz="3600" kern="0" dirty="0">
              <a:ln>
                <a:noFill/>
                <a:prstDash val="sysDot"/>
              </a:ln>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5" name="圆角矩形 35"/>
          <p:cNvSpPr/>
          <p:nvPr>
            <p:custDataLst>
              <p:tags r:id="rId5"/>
            </p:custDataLst>
          </p:nvPr>
        </p:nvSpPr>
        <p:spPr>
          <a:xfrm>
            <a:off x="6996430" y="1639570"/>
            <a:ext cx="3901440" cy="831215"/>
          </a:xfrm>
          <a:prstGeom prst="roundRect">
            <a:avLst/>
          </a:prstGeom>
          <a:solidFill>
            <a:schemeClr val="accent6">
              <a:lumMod val="90000"/>
              <a:lumOff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0170" tIns="71755" numCol="1" spcCol="0" rtlCol="0" fromWordArt="0" anchor="ctr" anchorCtr="0" forceAA="0" compatLnSpc="1">
            <a:noAutofit/>
          </a:bodyPr>
          <a:p>
            <a:pPr algn="ctr"/>
            <a:r>
              <a:rPr lang="en-US" altLang="zh-CN" sz="3600" kern="0" dirty="0">
                <a:ln>
                  <a:noFill/>
                  <a:prstDash val="sysDot"/>
                </a:ln>
                <a:solidFill>
                  <a:srgbClr val="FFFFFF"/>
                </a:solidFill>
                <a:latin typeface="微软雅黑" panose="020B0503020204020204" charset="-122"/>
                <a:ea typeface="微软雅黑" panose="020B0503020204020204" charset="-122"/>
                <a:sym typeface="+mn-ea"/>
              </a:rPr>
              <a:t>06</a:t>
            </a:r>
            <a:r>
              <a:rPr lang="zh-CN" altLang="en-US" sz="3600" kern="0" dirty="0">
                <a:ln>
                  <a:noFill/>
                  <a:prstDash val="sysDot"/>
                </a:ln>
                <a:solidFill>
                  <a:srgbClr val="FFFFFF"/>
                </a:solidFill>
                <a:latin typeface="微软雅黑" panose="020B0503020204020204" charset="-122"/>
                <a:ea typeface="微软雅黑" panose="020B0503020204020204" charset="-122"/>
                <a:sym typeface="+mn-ea"/>
              </a:rPr>
              <a:t>文化教育权利</a:t>
            </a:r>
            <a:endParaRPr lang="zh-CN" altLang="en-US" sz="3600" kern="0" dirty="0">
              <a:ln>
                <a:noFill/>
                <a:prstDash val="sysDot"/>
              </a:ln>
              <a:solidFill>
                <a:srgbClr val="FFFFFF"/>
              </a:solidFill>
              <a:latin typeface="微软雅黑" panose="020B0503020204020204" charset="-122"/>
              <a:ea typeface="微软雅黑" panose="020B0503020204020204" charset="-122"/>
              <a:sym typeface="+mn-ea"/>
            </a:endParaRPr>
          </a:p>
        </p:txBody>
      </p:sp>
      <p:cxnSp>
        <p:nvCxnSpPr>
          <p:cNvPr id="6" name="直接连接符 32"/>
          <p:cNvCxnSpPr/>
          <p:nvPr>
            <p:custDataLst>
              <p:tags r:id="rId6"/>
            </p:custDataLst>
          </p:nvPr>
        </p:nvCxnSpPr>
        <p:spPr>
          <a:xfrm>
            <a:off x="3548865" y="2470250"/>
            <a:ext cx="0" cy="1317266"/>
          </a:xfrm>
          <a:prstGeom prst="line">
            <a:avLst/>
          </a:prstGeom>
          <a:ln w="12700" cmpd="sng">
            <a:solidFill>
              <a:schemeClr val="accent2"/>
            </a:solidFill>
            <a:prstDash val="solid"/>
            <a:headEnd type="none"/>
            <a:tailEnd type="oval"/>
          </a:ln>
        </p:spPr>
        <p:style>
          <a:lnRef idx="1">
            <a:schemeClr val="accent1"/>
          </a:lnRef>
          <a:fillRef idx="0">
            <a:schemeClr val="accent1"/>
          </a:fillRef>
          <a:effectRef idx="0">
            <a:schemeClr val="accent1"/>
          </a:effectRef>
          <a:fontRef idx="minor">
            <a:schemeClr val="tx1"/>
          </a:fontRef>
        </p:style>
      </p:cxnSp>
      <p:cxnSp>
        <p:nvCxnSpPr>
          <p:cNvPr id="7" name="直接连接符 37"/>
          <p:cNvCxnSpPr/>
          <p:nvPr>
            <p:custDataLst>
              <p:tags r:id="rId7"/>
            </p:custDataLst>
          </p:nvPr>
        </p:nvCxnSpPr>
        <p:spPr>
          <a:xfrm>
            <a:off x="8552049" y="2470250"/>
            <a:ext cx="0" cy="1317266"/>
          </a:xfrm>
          <a:prstGeom prst="line">
            <a:avLst/>
          </a:prstGeom>
          <a:ln w="12700" cmpd="sng">
            <a:solidFill>
              <a:schemeClr val="accent6"/>
            </a:solidFill>
            <a:prstDash val="solid"/>
            <a:headEnd type="none"/>
            <a:tailEnd type="oval"/>
          </a:ln>
        </p:spPr>
        <p:style>
          <a:lnRef idx="1">
            <a:schemeClr val="accent1"/>
          </a:lnRef>
          <a:fillRef idx="0">
            <a:schemeClr val="accent1"/>
          </a:fillRef>
          <a:effectRef idx="0">
            <a:schemeClr val="accent1"/>
          </a:effectRef>
          <a:fontRef idx="minor">
            <a:schemeClr val="tx1"/>
          </a:fontRef>
        </p:style>
      </p:cxnSp>
      <p:cxnSp>
        <p:nvCxnSpPr>
          <p:cNvPr id="8" name="直接连接符 26"/>
          <p:cNvCxnSpPr/>
          <p:nvPr>
            <p:custDataLst>
              <p:tags r:id="rId8"/>
            </p:custDataLst>
          </p:nvPr>
        </p:nvCxnSpPr>
        <p:spPr>
          <a:xfrm>
            <a:off x="6050457" y="3396363"/>
            <a:ext cx="0" cy="391153"/>
          </a:xfrm>
          <a:prstGeom prst="line">
            <a:avLst/>
          </a:prstGeom>
          <a:ln w="12700" cmpd="sng">
            <a:solidFill>
              <a:schemeClr val="accent4"/>
            </a:solidFill>
            <a:prstDash val="solid"/>
            <a:headEnd type="none"/>
            <a:tailEnd type="oval"/>
          </a:ln>
        </p:spPr>
        <p:style>
          <a:lnRef idx="1">
            <a:schemeClr val="accent1"/>
          </a:lnRef>
          <a:fillRef idx="0">
            <a:schemeClr val="accent1"/>
          </a:fillRef>
          <a:effectRef idx="0">
            <a:schemeClr val="accent1"/>
          </a:effectRef>
          <a:fontRef idx="minor">
            <a:schemeClr val="tx1"/>
          </a:fontRef>
        </p:style>
      </p:cxnSp>
      <p:cxnSp>
        <p:nvCxnSpPr>
          <p:cNvPr id="9" name="直接连接符 12"/>
          <p:cNvCxnSpPr/>
          <p:nvPr>
            <p:custDataLst>
              <p:tags r:id="rId9"/>
            </p:custDataLst>
          </p:nvPr>
        </p:nvCxnSpPr>
        <p:spPr>
          <a:xfrm flipV="1">
            <a:off x="4799661" y="3811804"/>
            <a:ext cx="0" cy="1317266"/>
          </a:xfrm>
          <a:prstGeom prst="line">
            <a:avLst/>
          </a:prstGeom>
          <a:ln w="12700" cmpd="sng">
            <a:solidFill>
              <a:schemeClr val="accent3"/>
            </a:solidFill>
            <a:prstDash val="solid"/>
            <a:headEnd type="none"/>
            <a:tailEnd type="oval"/>
          </a:ln>
        </p:spPr>
        <p:style>
          <a:lnRef idx="1">
            <a:schemeClr val="accent1"/>
          </a:lnRef>
          <a:fillRef idx="0">
            <a:schemeClr val="accent1"/>
          </a:fillRef>
          <a:effectRef idx="0">
            <a:schemeClr val="accent1"/>
          </a:effectRef>
          <a:fontRef idx="minor">
            <a:schemeClr val="tx1"/>
          </a:fontRef>
        </p:style>
      </p:cxnSp>
      <p:cxnSp>
        <p:nvCxnSpPr>
          <p:cNvPr id="11" name="直接连接符 13"/>
          <p:cNvCxnSpPr/>
          <p:nvPr>
            <p:custDataLst>
              <p:tags r:id="rId10"/>
            </p:custDataLst>
          </p:nvPr>
        </p:nvCxnSpPr>
        <p:spPr>
          <a:xfrm flipV="1">
            <a:off x="9802846" y="3811804"/>
            <a:ext cx="0" cy="1317266"/>
          </a:xfrm>
          <a:prstGeom prst="line">
            <a:avLst/>
          </a:prstGeom>
          <a:ln w="12700" cmpd="sng">
            <a:solidFill>
              <a:schemeClr val="accent1"/>
            </a:solidFill>
            <a:prstDash val="solid"/>
            <a:headEnd type="none"/>
            <a:tailEnd type="oval"/>
          </a:ln>
        </p:spPr>
        <p:style>
          <a:lnRef idx="1">
            <a:schemeClr val="accent1"/>
          </a:lnRef>
          <a:fillRef idx="0">
            <a:schemeClr val="accent1"/>
          </a:fillRef>
          <a:effectRef idx="0">
            <a:schemeClr val="accent1"/>
          </a:effectRef>
          <a:fontRef idx="minor">
            <a:schemeClr val="tx1"/>
          </a:fontRef>
        </p:style>
      </p:cxnSp>
      <p:sp>
        <p:nvSpPr>
          <p:cNvPr id="20" name="圆角矩形 15"/>
          <p:cNvSpPr/>
          <p:nvPr>
            <p:custDataLst>
              <p:tags r:id="rId11"/>
            </p:custDataLst>
          </p:nvPr>
        </p:nvSpPr>
        <p:spPr>
          <a:xfrm>
            <a:off x="3301365" y="5128895"/>
            <a:ext cx="2971800" cy="1056640"/>
          </a:xfrm>
          <a:prstGeom prst="roundRect">
            <a:avLst/>
          </a:prstGeom>
          <a:solidFill>
            <a:schemeClr val="accent3">
              <a:lumMod val="84000"/>
              <a:lumOff val="1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0170" tIns="71755" numCol="1" spcCol="0" rtlCol="0" fromWordArt="0" anchor="ctr" anchorCtr="0" forceAA="0" compatLnSpc="1">
            <a:noAutofit/>
          </a:bodyPr>
          <a:p>
            <a:pPr algn="ctr"/>
            <a:r>
              <a:rPr lang="en-US" altLang="zh-CN" sz="3600" kern="0" dirty="0">
                <a:ln>
                  <a:noFill/>
                  <a:prstDash val="sysDot"/>
                </a:ln>
                <a:solidFill>
                  <a:srgbClr val="FFFFFF"/>
                </a:solidFill>
                <a:latin typeface="微软雅黑" panose="020B0503020204020204" charset="-122"/>
                <a:ea typeface="微软雅黑" panose="020B0503020204020204" charset="-122"/>
                <a:cs typeface="微软雅黑" panose="020B0503020204020204" charset="-122"/>
                <a:sym typeface="+mn-ea"/>
              </a:rPr>
              <a:t>03</a:t>
            </a:r>
            <a:r>
              <a:rPr lang="zh-CN" altLang="en-US" sz="3600" kern="0" dirty="0">
                <a:ln>
                  <a:noFill/>
                  <a:prstDash val="sysDot"/>
                </a:ln>
                <a:solidFill>
                  <a:srgbClr val="FFFFFF"/>
                </a:solidFill>
                <a:latin typeface="微软雅黑" panose="020B0503020204020204" charset="-122"/>
                <a:ea typeface="微软雅黑" panose="020B0503020204020204" charset="-122"/>
                <a:cs typeface="微软雅黑" panose="020B0503020204020204" charset="-122"/>
                <a:sym typeface="+mn-ea"/>
              </a:rPr>
              <a:t>宗教信仰自由</a:t>
            </a:r>
            <a:endParaRPr lang="zh-CN" altLang="en-US" sz="3600" kern="0" dirty="0">
              <a:ln>
                <a:noFill/>
                <a:prstDash val="sysDot"/>
              </a:ln>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21" name="圆角矩形 17"/>
          <p:cNvSpPr/>
          <p:nvPr>
            <p:custDataLst>
              <p:tags r:id="rId12"/>
            </p:custDataLst>
          </p:nvPr>
        </p:nvSpPr>
        <p:spPr>
          <a:xfrm>
            <a:off x="7301230" y="5128895"/>
            <a:ext cx="4206240" cy="748665"/>
          </a:xfrm>
          <a:prstGeom prst="roundRect">
            <a:avLst/>
          </a:prstGeom>
          <a:solidFill>
            <a:schemeClr val="accent1">
              <a:lumMod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0170" tIns="71755" numCol="1" spcCol="0" rtlCol="0" fromWordArt="0" anchor="ctr" anchorCtr="0" forceAA="0" compatLnSpc="1">
            <a:noAutofit/>
          </a:bodyPr>
          <a:p>
            <a:pPr algn="ctr"/>
            <a:r>
              <a:rPr lang="en-US" altLang="zh-CN" sz="3600" kern="0" dirty="0">
                <a:ln>
                  <a:noFill/>
                  <a:prstDash val="sysDot"/>
                </a:ln>
                <a:solidFill>
                  <a:srgbClr val="FFFFFF"/>
                </a:solidFill>
                <a:latin typeface="微软雅黑" panose="020B0503020204020204" charset="-122"/>
                <a:ea typeface="微软雅黑" panose="020B0503020204020204" charset="-122"/>
                <a:cs typeface="微软雅黑" panose="020B0503020204020204" charset="-122"/>
                <a:sym typeface="+mn-ea"/>
              </a:rPr>
              <a:t>07</a:t>
            </a:r>
            <a:r>
              <a:rPr lang="zh-CN" altLang="en-US" sz="3600" kern="0" dirty="0">
                <a:ln>
                  <a:noFill/>
                  <a:prstDash val="sysDot"/>
                </a:ln>
                <a:solidFill>
                  <a:srgbClr val="FFFFFF"/>
                </a:solidFill>
                <a:latin typeface="微软雅黑" panose="020B0503020204020204" charset="-122"/>
                <a:ea typeface="微软雅黑" panose="020B0503020204020204" charset="-122"/>
                <a:cs typeface="微软雅黑" panose="020B0503020204020204" charset="-122"/>
                <a:sym typeface="+mn-ea"/>
              </a:rPr>
              <a:t>监督权与请求权</a:t>
            </a:r>
            <a:endParaRPr lang="zh-CN" altLang="en-US" sz="3600" kern="0" dirty="0">
              <a:ln>
                <a:noFill/>
                <a:prstDash val="sysDot"/>
              </a:ln>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cxnSp>
        <p:nvCxnSpPr>
          <p:cNvPr id="22" name="直接连接符 27"/>
          <p:cNvCxnSpPr/>
          <p:nvPr>
            <p:custDataLst>
              <p:tags r:id="rId13"/>
            </p:custDataLst>
          </p:nvPr>
        </p:nvCxnSpPr>
        <p:spPr>
          <a:xfrm flipV="1">
            <a:off x="2298069" y="3804134"/>
            <a:ext cx="0" cy="391153"/>
          </a:xfrm>
          <a:prstGeom prst="line">
            <a:avLst/>
          </a:prstGeom>
          <a:ln w="12700" cmpd="sng">
            <a:solidFill>
              <a:schemeClr val="accent1"/>
            </a:solidFill>
            <a:prstDash val="solid"/>
            <a:headEnd type="none"/>
            <a:tailEnd type="oval"/>
          </a:ln>
        </p:spPr>
        <p:style>
          <a:lnRef idx="1">
            <a:schemeClr val="accent1"/>
          </a:lnRef>
          <a:fillRef idx="0">
            <a:schemeClr val="accent1"/>
          </a:fillRef>
          <a:effectRef idx="0">
            <a:schemeClr val="accent1"/>
          </a:effectRef>
          <a:fontRef idx="minor">
            <a:schemeClr val="tx1"/>
          </a:fontRef>
        </p:style>
      </p:cxnSp>
      <p:cxnSp>
        <p:nvCxnSpPr>
          <p:cNvPr id="23" name="直接连接符 28"/>
          <p:cNvCxnSpPr/>
          <p:nvPr>
            <p:custDataLst>
              <p:tags r:id="rId14"/>
            </p:custDataLst>
          </p:nvPr>
        </p:nvCxnSpPr>
        <p:spPr>
          <a:xfrm flipV="1">
            <a:off x="7301253" y="3811804"/>
            <a:ext cx="0" cy="391153"/>
          </a:xfrm>
          <a:prstGeom prst="line">
            <a:avLst/>
          </a:prstGeom>
          <a:ln w="12700" cmpd="sng">
            <a:solidFill>
              <a:schemeClr val="accent5"/>
            </a:solidFill>
            <a:prstDash val="solid"/>
            <a:headEnd type="none"/>
            <a:tailEnd type="oval"/>
          </a:ln>
        </p:spPr>
        <p:style>
          <a:lnRef idx="1">
            <a:schemeClr val="accent1"/>
          </a:lnRef>
          <a:fillRef idx="0">
            <a:schemeClr val="accent1"/>
          </a:fillRef>
          <a:effectRef idx="0">
            <a:schemeClr val="accent1"/>
          </a:effectRef>
          <a:fontRef idx="minor">
            <a:schemeClr val="tx1"/>
          </a:fontRef>
        </p:style>
      </p:cxnSp>
      <p:sp>
        <p:nvSpPr>
          <p:cNvPr id="24" name="圆角矩形 33"/>
          <p:cNvSpPr/>
          <p:nvPr>
            <p:custDataLst>
              <p:tags r:id="rId15"/>
            </p:custDataLst>
          </p:nvPr>
        </p:nvSpPr>
        <p:spPr>
          <a:xfrm>
            <a:off x="824213" y="4197845"/>
            <a:ext cx="2947711" cy="748432"/>
          </a:xfrm>
          <a:prstGeom prst="round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0170" tIns="71755" numCol="1" spcCol="0" rtlCol="0" fromWordArt="0" anchor="ctr" anchorCtr="0" forceAA="0" compatLnSpc="1">
            <a:noAutofit/>
          </a:bodyPr>
          <a:p>
            <a:pPr algn="ctr"/>
            <a:r>
              <a:rPr lang="en-US" altLang="zh-CN" sz="3600" kern="0" dirty="0">
                <a:ln>
                  <a:noFill/>
                  <a:prstDash val="sysDot"/>
                </a:ln>
                <a:solidFill>
                  <a:srgbClr val="FFFFFF"/>
                </a:solidFill>
                <a:latin typeface="微软雅黑" panose="020B0503020204020204" charset="-122"/>
                <a:ea typeface="微软雅黑" panose="020B0503020204020204" charset="-122"/>
                <a:sym typeface="+mn-ea"/>
              </a:rPr>
              <a:t>01</a:t>
            </a:r>
            <a:r>
              <a:rPr lang="zh-CN" altLang="en-US" sz="3600" kern="0" dirty="0">
                <a:ln>
                  <a:noFill/>
                  <a:prstDash val="sysDot"/>
                </a:ln>
                <a:solidFill>
                  <a:srgbClr val="FFFFFF"/>
                </a:solidFill>
                <a:latin typeface="微软雅黑" panose="020B0503020204020204" charset="-122"/>
                <a:ea typeface="微软雅黑" panose="020B0503020204020204" charset="-122"/>
                <a:sym typeface="+mn-ea"/>
              </a:rPr>
              <a:t>平等权</a:t>
            </a:r>
            <a:endParaRPr lang="zh-CN" altLang="en-US" sz="3600" kern="0" dirty="0">
              <a:ln>
                <a:noFill/>
                <a:prstDash val="sysDot"/>
              </a:ln>
              <a:solidFill>
                <a:srgbClr val="FFFFFF"/>
              </a:solidFill>
              <a:latin typeface="微软雅黑" panose="020B0503020204020204" charset="-122"/>
              <a:ea typeface="微软雅黑" panose="020B0503020204020204" charset="-122"/>
              <a:sym typeface="+mn-ea"/>
            </a:endParaRPr>
          </a:p>
        </p:txBody>
      </p:sp>
      <p:sp>
        <p:nvSpPr>
          <p:cNvPr id="25" name="圆角矩形 38"/>
          <p:cNvSpPr/>
          <p:nvPr>
            <p:custDataLst>
              <p:tags r:id="rId16"/>
            </p:custDataLst>
          </p:nvPr>
        </p:nvSpPr>
        <p:spPr>
          <a:xfrm>
            <a:off x="5144135" y="4205605"/>
            <a:ext cx="3630930" cy="748665"/>
          </a:xfrm>
          <a:prstGeom prst="roundRect">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0170" tIns="71755" numCol="1" spcCol="0" rtlCol="0" fromWordArt="0" anchor="ctr" anchorCtr="0" forceAA="0" compatLnSpc="1">
            <a:noAutofit/>
          </a:bodyPr>
          <a:p>
            <a:pPr algn="ctr"/>
            <a:r>
              <a:rPr lang="en-US" altLang="zh-CN" sz="3600" kern="0" dirty="0">
                <a:ln>
                  <a:noFill/>
                  <a:prstDash val="sysDot"/>
                </a:ln>
                <a:solidFill>
                  <a:srgbClr val="FFFFFF"/>
                </a:solidFill>
                <a:latin typeface="微软雅黑" panose="020B0503020204020204" charset="-122"/>
                <a:ea typeface="微软雅黑" panose="020B0503020204020204" charset="-122"/>
                <a:cs typeface="微软雅黑" panose="020B0503020204020204" charset="-122"/>
                <a:sym typeface="+mn-ea"/>
              </a:rPr>
              <a:t>05</a:t>
            </a:r>
            <a:r>
              <a:rPr lang="zh-CN" altLang="en-US" sz="3600" kern="0" dirty="0">
                <a:ln>
                  <a:noFill/>
                  <a:prstDash val="sysDot"/>
                </a:ln>
                <a:solidFill>
                  <a:srgbClr val="FFFFFF"/>
                </a:solidFill>
                <a:latin typeface="微软雅黑" panose="020B0503020204020204" charset="-122"/>
                <a:ea typeface="微软雅黑" panose="020B0503020204020204" charset="-122"/>
                <a:cs typeface="微软雅黑" panose="020B0503020204020204" charset="-122"/>
                <a:sym typeface="+mn-ea"/>
              </a:rPr>
              <a:t>社会经济权利</a:t>
            </a:r>
            <a:endParaRPr lang="zh-CN" altLang="en-US" sz="3600" kern="0" dirty="0">
              <a:ln>
                <a:noFill/>
                <a:prstDash val="sysDot"/>
              </a:ln>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7"/>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dirty="0">
                <a:latin typeface="+mn-ea"/>
                <a:ea typeface="+mn-ea"/>
                <a:cs typeface="+mn-cs"/>
              </a:rPr>
              <a:t>一、平等权</a:t>
            </a:r>
            <a:endParaRPr lang="zh-CN" altLang="en-US" dirty="0">
              <a:latin typeface="+mn-ea"/>
              <a:ea typeface="+mn-ea"/>
              <a:cs typeface="+mn-cs"/>
            </a:endParaRPr>
          </a:p>
        </p:txBody>
      </p:sp>
      <p:sp>
        <p:nvSpPr>
          <p:cNvPr id="3" name="圆角矩形 1"/>
          <p:cNvSpPr/>
          <p:nvPr>
            <p:custDataLst>
              <p:tags r:id="rId2"/>
            </p:custDataLst>
          </p:nvPr>
        </p:nvSpPr>
        <p:spPr>
          <a:xfrm>
            <a:off x="696595" y="2061318"/>
            <a:ext cx="596865" cy="596865"/>
          </a:xfrm>
          <a:prstGeom prst="roundRect">
            <a:avLst/>
          </a:prstGeom>
          <a:gradFill>
            <a:gsLst>
              <a:gs pos="0">
                <a:schemeClr val="accent1">
                  <a:lumMod val="60000"/>
                  <a:lumOff val="40000"/>
                  <a:alpha val="76000"/>
                </a:schemeClr>
              </a:gs>
              <a:gs pos="100000">
                <a:schemeClr val="accent1">
                  <a:alpha val="100000"/>
                </a:schemeClr>
              </a:gs>
            </a:gsLst>
            <a:lin ang="2700000" scaled="0"/>
          </a:gradFill>
          <a:ln>
            <a:noFill/>
          </a:ln>
          <a:effectLst>
            <a:outerShdw blurRad="177800" dist="38100" dir="2700000" algn="tl" rotWithShape="0">
              <a:schemeClr val="accent1">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mn-ea"/>
            </a:endParaRPr>
          </a:p>
        </p:txBody>
      </p:sp>
      <p:sp>
        <p:nvSpPr>
          <p:cNvPr id="20" name="矩形 19"/>
          <p:cNvSpPr/>
          <p:nvPr>
            <p:custDataLst>
              <p:tags r:id="rId3"/>
            </p:custDataLst>
          </p:nvPr>
        </p:nvSpPr>
        <p:spPr>
          <a:xfrm>
            <a:off x="1443355" y="1776095"/>
            <a:ext cx="4728210" cy="3140075"/>
          </a:xfrm>
          <a:prstGeom prst="rect">
            <a:avLst/>
          </a:prstGeom>
          <a:noFill/>
        </p:spPr>
        <p:txBody>
          <a:bodyPr wrap="square" lIns="0" tIns="0" rIns="0" bIns="0" rtlCol="0" anchor="ctr" anchorCtr="0">
            <a:noAutofit/>
          </a:bodyPr>
          <a:p>
            <a:pPr indent="0" fontAlgn="auto">
              <a:lnSpc>
                <a:spcPct val="150000"/>
              </a:lnSpc>
              <a:spcBef>
                <a:spcPct val="0"/>
              </a:spcBef>
              <a:spcAft>
                <a:spcPct val="0"/>
              </a:spcAft>
            </a:pPr>
            <a:endParaRPr lang="en-US" altLang="en-US" kern="0" dirty="0">
              <a:ln>
                <a:noFill/>
                <a:prstDash val="sysDot"/>
              </a:ln>
              <a:solidFill>
                <a:schemeClr val="tx1">
                  <a:lumMod val="85000"/>
                  <a:lumOff val="15000"/>
                </a:schemeClr>
              </a:solidFill>
              <a:latin typeface="+mn-ea"/>
            </a:endParaRPr>
          </a:p>
          <a:p>
            <a:pPr indent="0" fontAlgn="auto">
              <a:lnSpc>
                <a:spcPct val="150000"/>
              </a:lnSpc>
              <a:spcBef>
                <a:spcPct val="0"/>
              </a:spcBef>
              <a:spcAft>
                <a:spcPct val="0"/>
              </a:spcAft>
            </a:pPr>
            <a:r>
              <a:rPr lang="zh-CN" altLang="en-US" sz="2800" b="1" kern="0" dirty="0">
                <a:ln>
                  <a:noFill/>
                  <a:prstDash val="sysDot"/>
                </a:ln>
                <a:solidFill>
                  <a:schemeClr val="tx1">
                    <a:lumMod val="85000"/>
                    <a:lumOff val="15000"/>
                  </a:schemeClr>
                </a:solidFill>
                <a:latin typeface="+mn-ea"/>
              </a:rPr>
              <a:t>（一）概念：</a:t>
            </a:r>
            <a:r>
              <a:rPr lang="zh-CN" altLang="en-US" sz="2400" kern="0" dirty="0">
                <a:ln>
                  <a:noFill/>
                  <a:prstDash val="sysDot"/>
                </a:ln>
                <a:solidFill>
                  <a:schemeClr val="tx1">
                    <a:lumMod val="85000"/>
                    <a:lumOff val="15000"/>
                  </a:schemeClr>
                </a:solidFill>
                <a:latin typeface="+mn-ea"/>
              </a:rPr>
              <a:t>公民平等地享有权利，</a:t>
            </a:r>
            <a:r>
              <a:rPr lang="zh-CN" altLang="en-US" sz="2400" b="1" kern="0" dirty="0">
                <a:ln>
                  <a:noFill/>
                  <a:prstDash val="sysDot"/>
                </a:ln>
                <a:solidFill>
                  <a:schemeClr val="tx1">
                    <a:lumMod val="85000"/>
                    <a:lumOff val="15000"/>
                  </a:schemeClr>
                </a:solidFill>
                <a:latin typeface="+mn-ea"/>
              </a:rPr>
              <a:t>不受任何差别对待</a:t>
            </a:r>
            <a:r>
              <a:rPr lang="zh-CN" altLang="en-US" sz="2400" kern="0" dirty="0">
                <a:ln>
                  <a:noFill/>
                  <a:prstDash val="sysDot"/>
                </a:ln>
                <a:solidFill>
                  <a:schemeClr val="tx1">
                    <a:lumMod val="85000"/>
                    <a:lumOff val="15000"/>
                  </a:schemeClr>
                </a:solidFill>
                <a:latin typeface="+mn-ea"/>
              </a:rPr>
              <a:t>，要求国家</a:t>
            </a:r>
            <a:r>
              <a:rPr lang="zh-CN" altLang="en-US" sz="2400" b="1" kern="0" dirty="0">
                <a:ln>
                  <a:noFill/>
                  <a:prstDash val="sysDot"/>
                </a:ln>
                <a:solidFill>
                  <a:schemeClr val="tx1">
                    <a:lumMod val="85000"/>
                    <a:lumOff val="15000"/>
                  </a:schemeClr>
                </a:solidFill>
                <a:latin typeface="+mn-ea"/>
              </a:rPr>
              <a:t>给予同等保护</a:t>
            </a:r>
            <a:r>
              <a:rPr lang="zh-CN" altLang="en-US" sz="2400" kern="0" dirty="0">
                <a:ln>
                  <a:noFill/>
                  <a:prstDash val="sysDot"/>
                </a:ln>
                <a:solidFill>
                  <a:schemeClr val="tx1">
                    <a:lumMod val="85000"/>
                    <a:lumOff val="15000"/>
                  </a:schemeClr>
                </a:solidFill>
                <a:latin typeface="+mn-ea"/>
              </a:rPr>
              <a:t>的权利与原则。形式平等（机会平等）和实质平等（合理的差别对待）。</a:t>
            </a:r>
            <a:endParaRPr lang="zh-CN" altLang="en-US" sz="2400" kern="0" dirty="0">
              <a:ln>
                <a:noFill/>
                <a:prstDash val="sysDot"/>
              </a:ln>
              <a:solidFill>
                <a:schemeClr val="tx1">
                  <a:lumMod val="85000"/>
                  <a:lumOff val="15000"/>
                </a:schemeClr>
              </a:solidFill>
              <a:latin typeface="+mn-ea"/>
            </a:endParaRPr>
          </a:p>
          <a:p>
            <a:pPr indent="0" fontAlgn="auto">
              <a:lnSpc>
                <a:spcPct val="150000"/>
              </a:lnSpc>
              <a:spcBef>
                <a:spcPct val="0"/>
              </a:spcBef>
              <a:spcAft>
                <a:spcPct val="0"/>
              </a:spcAft>
            </a:pPr>
            <a:endParaRPr lang="zh-CN" altLang="en-US" sz="2400" kern="0" dirty="0">
              <a:ln>
                <a:noFill/>
                <a:prstDash val="sysDot"/>
              </a:ln>
              <a:solidFill>
                <a:schemeClr val="tx1">
                  <a:lumMod val="85000"/>
                  <a:lumOff val="15000"/>
                </a:schemeClr>
              </a:solidFill>
              <a:latin typeface="+mn-ea"/>
            </a:endParaRPr>
          </a:p>
        </p:txBody>
      </p:sp>
      <p:pic>
        <p:nvPicPr>
          <p:cNvPr id="13" name="图片 12" descr="343439383331313b343532303031393bd2b5bca8b9dcc0ed"/>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836287" y="2201010"/>
            <a:ext cx="317481" cy="317481"/>
          </a:xfrm>
          <a:prstGeom prst="rect">
            <a:avLst/>
          </a:prstGeom>
        </p:spPr>
      </p:pic>
      <p:pic>
        <p:nvPicPr>
          <p:cNvPr id="24" name="图片 23" descr="343439383331313b343532303032303bb8f6c8cbd0c5cfa2"/>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837557" y="5293278"/>
            <a:ext cx="313672" cy="313672"/>
          </a:xfrm>
          <a:prstGeom prst="rect">
            <a:avLst/>
          </a:prstGeom>
        </p:spPr>
      </p:pic>
      <p:pic>
        <p:nvPicPr>
          <p:cNvPr id="2" name="图片 1" descr="cbaf344c34ab34a3af2ce716103ba6d8"/>
          <p:cNvPicPr>
            <a:picLocks noChangeAspect="1"/>
          </p:cNvPicPr>
          <p:nvPr/>
        </p:nvPicPr>
        <p:blipFill>
          <a:blip r:embed="rId10"/>
          <a:stretch>
            <a:fillRect/>
          </a:stretch>
        </p:blipFill>
        <p:spPr>
          <a:xfrm>
            <a:off x="6203950" y="1600200"/>
            <a:ext cx="5988050" cy="5257800"/>
          </a:xfrm>
          <a:prstGeom prst="rect">
            <a:avLst/>
          </a:prstGeom>
        </p:spPr>
      </p:pic>
    </p:spTree>
    <p:custDataLst>
      <p:tags r:id="rId1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normAutofit/>
          </a:bodyPr>
          <a:lstStyle/>
          <a:p>
            <a:r>
              <a:rPr lang="zh-CN" altLang="en-US" sz="2800" kern="0" dirty="0">
                <a:ln>
                  <a:noFill/>
                  <a:prstDash val="sysDot"/>
                </a:ln>
                <a:solidFill>
                  <a:schemeClr val="tx1">
                    <a:lumMod val="85000"/>
                    <a:lumOff val="15000"/>
                  </a:schemeClr>
                </a:solidFill>
                <a:latin typeface="+mn-ea"/>
                <a:sym typeface="+mn-ea"/>
              </a:rPr>
              <a:t>（二）宪法地位</a:t>
            </a:r>
            <a:r>
              <a:rPr lang="en-US" altLang="zh-CN" dirty="0">
                <a:latin typeface="+mn-ea"/>
                <a:ea typeface="+mn-ea"/>
                <a:cs typeface="+mn-cs"/>
              </a:rPr>
              <a:t> </a:t>
            </a:r>
            <a:r>
              <a:rPr lang="en-US" altLang="zh-CN" sz="2665" dirty="0">
                <a:latin typeface="+mn-ea"/>
                <a:ea typeface="+mn-ea"/>
                <a:cs typeface="+mn-cs"/>
              </a:rPr>
              <a:t> </a:t>
            </a:r>
            <a:endParaRPr lang="zh-CN" altLang="en-US" sz="2665" dirty="0">
              <a:latin typeface="+mn-ea"/>
              <a:ea typeface="+mn-ea"/>
              <a:cs typeface="+mn-cs"/>
            </a:endParaRPr>
          </a:p>
        </p:txBody>
      </p:sp>
      <p:sp>
        <p:nvSpPr>
          <p:cNvPr id="60" name="任意多边形: 形状 7"/>
          <p:cNvSpPr/>
          <p:nvPr>
            <p:custDataLst>
              <p:tags r:id="rId2"/>
            </p:custDataLst>
          </p:nvPr>
        </p:nvSpPr>
        <p:spPr>
          <a:xfrm>
            <a:off x="412466" y="2160663"/>
            <a:ext cx="5684716" cy="2667041"/>
          </a:xfrm>
          <a:custGeom>
            <a:avLst/>
            <a:gdLst>
              <a:gd name="connsiteX0" fmla="*/ 4268455 w 5196959"/>
              <a:gd name="connsiteY0" fmla="*/ 2443174 h 2443174"/>
              <a:gd name="connsiteX1" fmla="*/ 0 w 5196959"/>
              <a:gd name="connsiteY1" fmla="*/ 2443174 h 2443174"/>
              <a:gd name="connsiteX2" fmla="*/ 0 w 5196959"/>
              <a:gd name="connsiteY2" fmla="*/ 0 h 2443174"/>
              <a:gd name="connsiteX3" fmla="*/ 4998766 w 5196959"/>
              <a:gd name="connsiteY3" fmla="*/ 0 h 2443174"/>
              <a:gd name="connsiteX4" fmla="*/ 5188277 w 5196959"/>
              <a:gd name="connsiteY4" fmla="*/ 255708 h 2443174"/>
              <a:gd name="connsiteX5" fmla="*/ 4597293 w 5196959"/>
              <a:gd name="connsiteY5" fmla="*/ 2199517 h 2443174"/>
              <a:gd name="connsiteX6" fmla="*/ 4268455 w 5196959"/>
              <a:gd name="connsiteY6" fmla="*/ 2443174 h 2443174"/>
              <a:gd name="connsiteX0-1" fmla="*/ 0 w 5196960"/>
              <a:gd name="connsiteY0-2" fmla="*/ 0 h 2443174"/>
              <a:gd name="connsiteX1-3" fmla="*/ 4998766 w 5196960"/>
              <a:gd name="connsiteY1-4" fmla="*/ 0 h 2443174"/>
              <a:gd name="connsiteX2-5" fmla="*/ 5188277 w 5196960"/>
              <a:gd name="connsiteY2-6" fmla="*/ 255708 h 2443174"/>
              <a:gd name="connsiteX3-7" fmla="*/ 4597293 w 5196960"/>
              <a:gd name="connsiteY3-8" fmla="*/ 2199517 h 2443174"/>
              <a:gd name="connsiteX4-9" fmla="*/ 4268455 w 5196960"/>
              <a:gd name="connsiteY4-10" fmla="*/ 2443174 h 2443174"/>
              <a:gd name="connsiteX5-11" fmla="*/ 0 w 5196960"/>
              <a:gd name="connsiteY5-12" fmla="*/ 2443174 h 2443174"/>
              <a:gd name="connsiteX6-13" fmla="*/ 91440 w 5196960"/>
              <a:gd name="connsiteY6-14" fmla="*/ 91440 h 2443174"/>
              <a:gd name="connsiteX0-15" fmla="*/ 41910 w 5238870"/>
              <a:gd name="connsiteY0-16" fmla="*/ 0 h 2443174"/>
              <a:gd name="connsiteX1-17" fmla="*/ 5040676 w 5238870"/>
              <a:gd name="connsiteY1-18" fmla="*/ 0 h 2443174"/>
              <a:gd name="connsiteX2-19" fmla="*/ 5230187 w 5238870"/>
              <a:gd name="connsiteY2-20" fmla="*/ 255708 h 2443174"/>
              <a:gd name="connsiteX3-21" fmla="*/ 4639203 w 5238870"/>
              <a:gd name="connsiteY3-22" fmla="*/ 2199517 h 2443174"/>
              <a:gd name="connsiteX4-23" fmla="*/ 4310365 w 5238870"/>
              <a:gd name="connsiteY4-24" fmla="*/ 2443174 h 2443174"/>
              <a:gd name="connsiteX5-25" fmla="*/ 41910 w 5238870"/>
              <a:gd name="connsiteY5-26" fmla="*/ 2443174 h 2443174"/>
              <a:gd name="connsiteX6-27" fmla="*/ 0 w 5238870"/>
              <a:gd name="connsiteY6-28" fmla="*/ 415290 h 2443174"/>
              <a:gd name="connsiteX0-29" fmla="*/ 0 w 5196960"/>
              <a:gd name="connsiteY0-30" fmla="*/ 0 h 2443174"/>
              <a:gd name="connsiteX1-31" fmla="*/ 4998766 w 5196960"/>
              <a:gd name="connsiteY1-32" fmla="*/ 0 h 2443174"/>
              <a:gd name="connsiteX2-33" fmla="*/ 5188277 w 5196960"/>
              <a:gd name="connsiteY2-34" fmla="*/ 255708 h 2443174"/>
              <a:gd name="connsiteX3-35" fmla="*/ 4597293 w 5196960"/>
              <a:gd name="connsiteY3-36" fmla="*/ 2199517 h 2443174"/>
              <a:gd name="connsiteX4-37" fmla="*/ 4268455 w 5196960"/>
              <a:gd name="connsiteY4-38" fmla="*/ 2443174 h 2443174"/>
              <a:gd name="connsiteX5-39" fmla="*/ 0 w 5196960"/>
              <a:gd name="connsiteY5-40" fmla="*/ 2443174 h 244317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196960" h="2443174">
                <a:moveTo>
                  <a:pt x="0" y="0"/>
                </a:moveTo>
                <a:lnTo>
                  <a:pt x="4998766" y="0"/>
                </a:lnTo>
                <a:cubicBezTo>
                  <a:pt x="5131820" y="0"/>
                  <a:pt x="5226906" y="128432"/>
                  <a:pt x="5188277" y="255708"/>
                </a:cubicBezTo>
                <a:lnTo>
                  <a:pt x="4597293" y="2199517"/>
                </a:lnTo>
                <a:cubicBezTo>
                  <a:pt x="4553217" y="2344292"/>
                  <a:pt x="4419833" y="2443174"/>
                  <a:pt x="4268455" y="2443174"/>
                </a:cubicBezTo>
                <a:lnTo>
                  <a:pt x="0" y="2443174"/>
                </a:lnTo>
              </a:path>
            </a:pathLst>
          </a:custGeom>
          <a:gradFill>
            <a:gsLst>
              <a:gs pos="45000">
                <a:schemeClr val="accent1">
                  <a:alpha val="100000"/>
                </a:schemeClr>
              </a:gs>
              <a:gs pos="0">
                <a:schemeClr val="accent1">
                  <a:alpha val="0"/>
                </a:schemeClr>
              </a:gs>
            </a:gsLst>
            <a:lin ang="0" scaled="1"/>
          </a:gradFill>
          <a:ln w="22225" cap="flat">
            <a:gradFill>
              <a:gsLst>
                <a:gs pos="47000">
                  <a:schemeClr val="accent1">
                    <a:lumMod val="75000"/>
                    <a:alpha val="100000"/>
                  </a:schemeClr>
                </a:gs>
                <a:gs pos="100000">
                  <a:schemeClr val="bg1">
                    <a:alpha val="0"/>
                  </a:schemeClr>
                </a:gs>
              </a:gsLst>
              <a:lin ang="10740000" scaled="0"/>
            </a:gradFill>
            <a:prstDash val="solid"/>
            <a:miter/>
          </a:ln>
        </p:spPr>
        <p:txBody>
          <a:bodyPr rtlCol="0" anchor="ctr"/>
          <a:lstStyle/>
          <a:p>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61" name="任意多边形: 形状 8"/>
          <p:cNvSpPr/>
          <p:nvPr>
            <p:custDataLst>
              <p:tags r:id="rId3"/>
            </p:custDataLst>
          </p:nvPr>
        </p:nvSpPr>
        <p:spPr>
          <a:xfrm>
            <a:off x="5785697" y="2156777"/>
            <a:ext cx="5672685" cy="2670979"/>
          </a:xfrm>
          <a:custGeom>
            <a:avLst/>
            <a:gdLst>
              <a:gd name="connsiteX0" fmla="*/ 970270 w 5196959"/>
              <a:gd name="connsiteY0" fmla="*/ 0 h 2443174"/>
              <a:gd name="connsiteX1" fmla="*/ 5196960 w 5196959"/>
              <a:gd name="connsiteY1" fmla="*/ 0 h 2443174"/>
              <a:gd name="connsiteX2" fmla="*/ 5196960 w 5196959"/>
              <a:gd name="connsiteY2" fmla="*/ 2443174 h 2443174"/>
              <a:gd name="connsiteX3" fmla="*/ 198194 w 5196959"/>
              <a:gd name="connsiteY3" fmla="*/ 2443174 h 2443174"/>
              <a:gd name="connsiteX4" fmla="*/ 8683 w 5196959"/>
              <a:gd name="connsiteY4" fmla="*/ 2187466 h 2443174"/>
              <a:gd name="connsiteX5" fmla="*/ 587616 w 5196959"/>
              <a:gd name="connsiteY5" fmla="*/ 283606 h 2443174"/>
              <a:gd name="connsiteX6" fmla="*/ 970270 w 5196959"/>
              <a:gd name="connsiteY6" fmla="*/ 0 h 2443174"/>
              <a:gd name="connsiteX0-1" fmla="*/ 5196960 w 5288400"/>
              <a:gd name="connsiteY0-2" fmla="*/ 0 h 2443174"/>
              <a:gd name="connsiteX1-3" fmla="*/ 5196960 w 5288400"/>
              <a:gd name="connsiteY1-4" fmla="*/ 2443174 h 2443174"/>
              <a:gd name="connsiteX2-5" fmla="*/ 198194 w 5288400"/>
              <a:gd name="connsiteY2-6" fmla="*/ 2443174 h 2443174"/>
              <a:gd name="connsiteX3-7" fmla="*/ 8683 w 5288400"/>
              <a:gd name="connsiteY3-8" fmla="*/ 2187466 h 2443174"/>
              <a:gd name="connsiteX4-9" fmla="*/ 587616 w 5288400"/>
              <a:gd name="connsiteY4-10" fmla="*/ 283606 h 2443174"/>
              <a:gd name="connsiteX5-11" fmla="*/ 970270 w 5288400"/>
              <a:gd name="connsiteY5-12" fmla="*/ 0 h 2443174"/>
              <a:gd name="connsiteX6-13" fmla="*/ 5288400 w 5288400"/>
              <a:gd name="connsiteY6-14" fmla="*/ 91440 h 2443174"/>
              <a:gd name="connsiteX0-15" fmla="*/ 5196960 w 5196960"/>
              <a:gd name="connsiteY0-16" fmla="*/ 0 h 2443174"/>
              <a:gd name="connsiteX1-17" fmla="*/ 5196960 w 5196960"/>
              <a:gd name="connsiteY1-18" fmla="*/ 2443174 h 2443174"/>
              <a:gd name="connsiteX2-19" fmla="*/ 198194 w 5196960"/>
              <a:gd name="connsiteY2-20" fmla="*/ 2443174 h 2443174"/>
              <a:gd name="connsiteX3-21" fmla="*/ 8683 w 5196960"/>
              <a:gd name="connsiteY3-22" fmla="*/ 2187466 h 2443174"/>
              <a:gd name="connsiteX4-23" fmla="*/ 587616 w 5196960"/>
              <a:gd name="connsiteY4-24" fmla="*/ 283606 h 2443174"/>
              <a:gd name="connsiteX5-25" fmla="*/ 970270 w 5196960"/>
              <a:gd name="connsiteY5-26" fmla="*/ 0 h 2443174"/>
              <a:gd name="connsiteX6-27" fmla="*/ 5183625 w 5196960"/>
              <a:gd name="connsiteY6-28" fmla="*/ 34290 h 2443174"/>
              <a:gd name="connsiteX0-29" fmla="*/ 5196960 w 5196960"/>
              <a:gd name="connsiteY0-30" fmla="*/ 0 h 2443174"/>
              <a:gd name="connsiteX1-31" fmla="*/ 5196960 w 5196960"/>
              <a:gd name="connsiteY1-32" fmla="*/ 2443174 h 2443174"/>
              <a:gd name="connsiteX2-33" fmla="*/ 198194 w 5196960"/>
              <a:gd name="connsiteY2-34" fmla="*/ 2443174 h 2443174"/>
              <a:gd name="connsiteX3-35" fmla="*/ 8683 w 5196960"/>
              <a:gd name="connsiteY3-36" fmla="*/ 2187466 h 2443174"/>
              <a:gd name="connsiteX4-37" fmla="*/ 587616 w 5196960"/>
              <a:gd name="connsiteY4-38" fmla="*/ 283606 h 2443174"/>
              <a:gd name="connsiteX5-39" fmla="*/ 970270 w 5196960"/>
              <a:gd name="connsiteY5-40" fmla="*/ 0 h 2443174"/>
              <a:gd name="connsiteX6-41" fmla="*/ 5183625 w 5196960"/>
              <a:gd name="connsiteY6-42" fmla="*/ 5715 h 2443174"/>
              <a:gd name="connsiteX0-43" fmla="*/ 5196960 w 5196960"/>
              <a:gd name="connsiteY0-44" fmla="*/ 3810 h 2446984"/>
              <a:gd name="connsiteX1-45" fmla="*/ 5196960 w 5196960"/>
              <a:gd name="connsiteY1-46" fmla="*/ 2446984 h 2446984"/>
              <a:gd name="connsiteX2-47" fmla="*/ 198194 w 5196960"/>
              <a:gd name="connsiteY2-48" fmla="*/ 2446984 h 2446984"/>
              <a:gd name="connsiteX3-49" fmla="*/ 8683 w 5196960"/>
              <a:gd name="connsiteY3-50" fmla="*/ 2191276 h 2446984"/>
              <a:gd name="connsiteX4-51" fmla="*/ 587616 w 5196960"/>
              <a:gd name="connsiteY4-52" fmla="*/ 287416 h 2446984"/>
              <a:gd name="connsiteX5-53" fmla="*/ 970270 w 5196960"/>
              <a:gd name="connsiteY5-54" fmla="*/ 3810 h 2446984"/>
              <a:gd name="connsiteX6-55" fmla="*/ 4840725 w 5196960"/>
              <a:gd name="connsiteY6-56" fmla="*/ 0 h 2446984"/>
              <a:gd name="connsiteX0-57" fmla="*/ 5196960 w 5196960"/>
              <a:gd name="connsiteY0-58" fmla="*/ 2446984 h 2446984"/>
              <a:gd name="connsiteX1-59" fmla="*/ 198194 w 5196960"/>
              <a:gd name="connsiteY1-60" fmla="*/ 2446984 h 2446984"/>
              <a:gd name="connsiteX2-61" fmla="*/ 8683 w 5196960"/>
              <a:gd name="connsiteY2-62" fmla="*/ 2191276 h 2446984"/>
              <a:gd name="connsiteX3-63" fmla="*/ 587616 w 5196960"/>
              <a:gd name="connsiteY3-64" fmla="*/ 287416 h 2446984"/>
              <a:gd name="connsiteX4-65" fmla="*/ 970270 w 5196960"/>
              <a:gd name="connsiteY4-66" fmla="*/ 3810 h 2446984"/>
              <a:gd name="connsiteX5-67" fmla="*/ 4840725 w 5196960"/>
              <a:gd name="connsiteY5-68" fmla="*/ 0 h 2446984"/>
              <a:gd name="connsiteX0-69" fmla="*/ 5196960 w 5196960"/>
              <a:gd name="connsiteY0-70" fmla="*/ 2446984 h 2446984"/>
              <a:gd name="connsiteX1-71" fmla="*/ 198194 w 5196960"/>
              <a:gd name="connsiteY1-72" fmla="*/ 2446984 h 2446984"/>
              <a:gd name="connsiteX2-73" fmla="*/ 8683 w 5196960"/>
              <a:gd name="connsiteY2-74" fmla="*/ 2191276 h 2446984"/>
              <a:gd name="connsiteX3-75" fmla="*/ 587616 w 5196960"/>
              <a:gd name="connsiteY3-76" fmla="*/ 287416 h 2446984"/>
              <a:gd name="connsiteX4-77" fmla="*/ 970270 w 5196960"/>
              <a:gd name="connsiteY4-78" fmla="*/ 3810 h 2446984"/>
              <a:gd name="connsiteX5-79" fmla="*/ 5174100 w 5196960"/>
              <a:gd name="connsiteY5-80" fmla="*/ 0 h 24469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196960" h="2446984">
                <a:moveTo>
                  <a:pt x="5196960" y="2446984"/>
                </a:moveTo>
                <a:lnTo>
                  <a:pt x="198194" y="2446984"/>
                </a:lnTo>
                <a:cubicBezTo>
                  <a:pt x="65140" y="2446984"/>
                  <a:pt x="-29945" y="2318552"/>
                  <a:pt x="8683" y="2191276"/>
                </a:cubicBezTo>
                <a:lnTo>
                  <a:pt x="587616" y="287416"/>
                </a:lnTo>
                <a:cubicBezTo>
                  <a:pt x="638791" y="119035"/>
                  <a:pt x="794131" y="3810"/>
                  <a:pt x="970270" y="3810"/>
                </a:cubicBezTo>
                <a:lnTo>
                  <a:pt x="5174100" y="0"/>
                </a:lnTo>
              </a:path>
            </a:pathLst>
          </a:custGeom>
          <a:gradFill flip="none" rotWithShape="1">
            <a:gsLst>
              <a:gs pos="56000">
                <a:schemeClr val="accent2">
                  <a:alpha val="100000"/>
                </a:schemeClr>
              </a:gs>
              <a:gs pos="100000">
                <a:schemeClr val="accent2">
                  <a:lumMod val="95000"/>
                  <a:alpha val="0"/>
                </a:schemeClr>
              </a:gs>
            </a:gsLst>
            <a:lin ang="0" scaled="1"/>
            <a:tileRect/>
          </a:gradFill>
          <a:ln w="22225" cap="flat">
            <a:gradFill>
              <a:gsLst>
                <a:gs pos="57000">
                  <a:schemeClr val="accent2">
                    <a:lumMod val="75000"/>
                    <a:alpha val="100000"/>
                  </a:schemeClr>
                </a:gs>
                <a:gs pos="0">
                  <a:schemeClr val="bg1">
                    <a:alpha val="0"/>
                  </a:schemeClr>
                </a:gs>
              </a:gsLst>
              <a:lin ang="10800000" scaled="1"/>
            </a:gradFill>
            <a:prstDash val="solid"/>
            <a:miter/>
          </a:ln>
        </p:spPr>
        <p:txBody>
          <a:bodyPr rtlCol="0" anchor="ctr"/>
          <a:lstStyle/>
          <a:p>
            <a:endParaRPr lang="zh-CN" altLang="en-US">
              <a:solidFill>
                <a:schemeClr val="tx1"/>
              </a:solidFill>
            </a:endParaRPr>
          </a:p>
        </p:txBody>
      </p:sp>
      <p:sp>
        <p:nvSpPr>
          <p:cNvPr id="65" name="矩形 64"/>
          <p:cNvSpPr/>
          <p:nvPr>
            <p:custDataLst>
              <p:tags r:id="rId4"/>
            </p:custDataLst>
          </p:nvPr>
        </p:nvSpPr>
        <p:spPr>
          <a:xfrm>
            <a:off x="6541135" y="2534285"/>
            <a:ext cx="4556125" cy="18630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50000"/>
              </a:lnSpc>
            </a:pPr>
            <a:r>
              <a:rPr lang="en-US" altLang="zh-CN" sz="2400" kern="0" spc="0" dirty="0">
                <a:ln>
                  <a:noFill/>
                  <a:prstDash val="sysDot"/>
                </a:ln>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2400" kern="0" spc="0" dirty="0">
                <a:ln>
                  <a:noFill/>
                  <a:prstDash val="sysDot"/>
                </a:ln>
                <a:solidFill>
                  <a:schemeClr val="tx1"/>
                </a:solidFill>
                <a:latin typeface="微软雅黑" panose="020B0503020204020204" charset="-122"/>
                <a:ea typeface="微软雅黑" panose="020B0503020204020204" charset="-122"/>
                <a:cs typeface="微软雅黑" panose="020B0503020204020204" charset="-122"/>
                <a:sym typeface="+mn-ea"/>
              </a:rPr>
              <a:t>平等权既是基本权利，</a:t>
            </a:r>
            <a:r>
              <a:rPr lang="zh-CN" altLang="en-US" sz="2400" b="1" kern="0" spc="0" dirty="0">
                <a:ln>
                  <a:noFill/>
                  <a:prstDash val="sysDot"/>
                </a:ln>
                <a:solidFill>
                  <a:schemeClr val="tx1"/>
                </a:solidFill>
                <a:latin typeface="微软雅黑" panose="020B0503020204020204" charset="-122"/>
                <a:ea typeface="微软雅黑" panose="020B0503020204020204" charset="-122"/>
                <a:cs typeface="微软雅黑" panose="020B0503020204020204" charset="-122"/>
                <a:sym typeface="+mn-ea"/>
              </a:rPr>
              <a:t>又是宪法原则。</a:t>
            </a:r>
            <a:endParaRPr lang="zh-CN" altLang="en-US" sz="2400" b="1" kern="0" spc="0" dirty="0">
              <a:ln>
                <a:noFill/>
                <a:prstDash val="sysDot"/>
              </a:ln>
              <a:solidFill>
                <a:schemeClr val="tx1"/>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pPr>
            <a:endParaRPr lang="zh-CN" altLang="en-US" sz="2400" b="1" kern="0" spc="0" dirty="0">
              <a:ln>
                <a:noFill/>
                <a:prstDash val="sysDot"/>
              </a:ln>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69" name="任意多边形: 形状 39"/>
          <p:cNvSpPr/>
          <p:nvPr>
            <p:custDataLst>
              <p:tags r:id="rId5"/>
            </p:custDataLst>
          </p:nvPr>
        </p:nvSpPr>
        <p:spPr>
          <a:xfrm>
            <a:off x="369599" y="1764468"/>
            <a:ext cx="770191" cy="770191"/>
          </a:xfrm>
          <a:custGeom>
            <a:avLst/>
            <a:gdLst>
              <a:gd name="connsiteX0" fmla="*/ 1135085 w 1135085"/>
              <a:gd name="connsiteY0" fmla="*/ 567543 h 1135085"/>
              <a:gd name="connsiteX1" fmla="*/ 567543 w 1135085"/>
              <a:gd name="connsiteY1" fmla="*/ 1135085 h 1135085"/>
              <a:gd name="connsiteX2" fmla="*/ 0 w 1135085"/>
              <a:gd name="connsiteY2" fmla="*/ 567543 h 1135085"/>
              <a:gd name="connsiteX3" fmla="*/ 567543 w 1135085"/>
              <a:gd name="connsiteY3" fmla="*/ 0 h 1135085"/>
              <a:gd name="connsiteX4" fmla="*/ 1135085 w 1135085"/>
              <a:gd name="connsiteY4" fmla="*/ 567543 h 113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85" h="1135085">
                <a:moveTo>
                  <a:pt x="1135085" y="567543"/>
                </a:moveTo>
                <a:cubicBezTo>
                  <a:pt x="1135085" y="880988"/>
                  <a:pt x="880988" y="1135085"/>
                  <a:pt x="567543" y="1135085"/>
                </a:cubicBezTo>
                <a:cubicBezTo>
                  <a:pt x="254097" y="1135085"/>
                  <a:pt x="0" y="880988"/>
                  <a:pt x="0" y="567543"/>
                </a:cubicBezTo>
                <a:cubicBezTo>
                  <a:pt x="0" y="254098"/>
                  <a:pt x="254097" y="0"/>
                  <a:pt x="567543" y="0"/>
                </a:cubicBezTo>
                <a:cubicBezTo>
                  <a:pt x="880988" y="0"/>
                  <a:pt x="1135085" y="254098"/>
                  <a:pt x="1135085" y="567543"/>
                </a:cubicBezTo>
                <a:close/>
              </a:path>
            </a:pathLst>
          </a:custGeom>
          <a:solidFill>
            <a:schemeClr val="accent1"/>
          </a:solidFill>
          <a:ln w="25400" cap="flat">
            <a:solidFill>
              <a:srgbClr val="FFFFFF"/>
            </a:solidFill>
            <a:prstDash val="solid"/>
            <a:miter/>
          </a:ln>
        </p:spPr>
        <p:txBody>
          <a:bodyPr rtlCol="0" anchor="ctr"/>
          <a:lstStyle/>
          <a:p>
            <a:endParaRPr lang="zh-CN" altLang="en-US" dirty="0">
              <a:solidFill>
                <a:schemeClr val="tx1"/>
              </a:solidFill>
            </a:endParaRPr>
          </a:p>
        </p:txBody>
      </p:sp>
      <p:sp>
        <p:nvSpPr>
          <p:cNvPr id="70" name="任意多边形: 形状 40"/>
          <p:cNvSpPr/>
          <p:nvPr>
            <p:custDataLst>
              <p:tags r:id="rId6"/>
            </p:custDataLst>
          </p:nvPr>
        </p:nvSpPr>
        <p:spPr>
          <a:xfrm>
            <a:off x="10726309" y="1764468"/>
            <a:ext cx="770191" cy="770191"/>
          </a:xfrm>
          <a:custGeom>
            <a:avLst/>
            <a:gdLst>
              <a:gd name="connsiteX0" fmla="*/ 1135085 w 1135085"/>
              <a:gd name="connsiteY0" fmla="*/ 567543 h 1135085"/>
              <a:gd name="connsiteX1" fmla="*/ 567543 w 1135085"/>
              <a:gd name="connsiteY1" fmla="*/ 1135085 h 1135085"/>
              <a:gd name="connsiteX2" fmla="*/ 0 w 1135085"/>
              <a:gd name="connsiteY2" fmla="*/ 567543 h 1135085"/>
              <a:gd name="connsiteX3" fmla="*/ 567543 w 1135085"/>
              <a:gd name="connsiteY3" fmla="*/ 0 h 1135085"/>
              <a:gd name="connsiteX4" fmla="*/ 1135085 w 1135085"/>
              <a:gd name="connsiteY4" fmla="*/ 567543 h 113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85" h="1135085">
                <a:moveTo>
                  <a:pt x="1135085" y="567543"/>
                </a:moveTo>
                <a:cubicBezTo>
                  <a:pt x="1135085" y="880988"/>
                  <a:pt x="880988" y="1135085"/>
                  <a:pt x="567543" y="1135085"/>
                </a:cubicBezTo>
                <a:cubicBezTo>
                  <a:pt x="254097" y="1135085"/>
                  <a:pt x="0" y="880988"/>
                  <a:pt x="0" y="567543"/>
                </a:cubicBezTo>
                <a:cubicBezTo>
                  <a:pt x="0" y="254098"/>
                  <a:pt x="254097" y="0"/>
                  <a:pt x="567543" y="0"/>
                </a:cubicBezTo>
                <a:cubicBezTo>
                  <a:pt x="880988" y="0"/>
                  <a:pt x="1135085" y="254098"/>
                  <a:pt x="1135085" y="567543"/>
                </a:cubicBezTo>
                <a:close/>
              </a:path>
            </a:pathLst>
          </a:custGeom>
          <a:solidFill>
            <a:schemeClr val="accent2"/>
          </a:solidFill>
          <a:ln w="25400" cap="flat">
            <a:solidFill>
              <a:srgbClr val="FFFFFF"/>
            </a:solidFill>
            <a:prstDash val="solid"/>
            <a:miter/>
          </a:ln>
        </p:spPr>
        <p:txBody>
          <a:bodyPr rtlCol="0" anchor="ctr"/>
          <a:lstStyle/>
          <a:p>
            <a:endParaRPr lang="zh-CN" altLang="en-US" dirty="0">
              <a:solidFill>
                <a:schemeClr val="tx1"/>
              </a:solidFill>
            </a:endParaRPr>
          </a:p>
        </p:txBody>
      </p:sp>
      <p:pic>
        <p:nvPicPr>
          <p:cNvPr id="71" name="图片 13" descr="/data/temp/8ddb721d-b572-4a38-b842-32cfe656eb1b/4e32d653-b983-11f0-a6ee-9ad9b9ad7f03.svg4e32d653-b983-11f0-a6ee-9ad9b9ad7f03"/>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rcRect/>
          <a:stretch>
            <a:fillRect/>
          </a:stretch>
        </p:blipFill>
        <p:spPr>
          <a:xfrm>
            <a:off x="583082" y="1969633"/>
            <a:ext cx="343274" cy="343274"/>
          </a:xfrm>
          <a:prstGeom prst="rect">
            <a:avLst/>
          </a:prstGeom>
        </p:spPr>
      </p:pic>
      <p:pic>
        <p:nvPicPr>
          <p:cNvPr id="72" name="图片 3" descr="/data/temp/8ddb721d-b572-4a38-b842-32cfe656eb1b/4e32d7a5-b983-11f0-a6ee-9ad9b9ad7f03.svg4e32d7a5-b983-11f0-a6ee-9ad9b9ad7f03"/>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rcRect/>
          <a:stretch>
            <a:fillRect/>
          </a:stretch>
        </p:blipFill>
        <p:spPr>
          <a:xfrm>
            <a:off x="10939792" y="1985575"/>
            <a:ext cx="343274" cy="343274"/>
          </a:xfrm>
          <a:prstGeom prst="rect">
            <a:avLst/>
          </a:prstGeom>
        </p:spPr>
      </p:pic>
      <p:sp>
        <p:nvSpPr>
          <p:cNvPr id="73" name="矩形 72"/>
          <p:cNvSpPr/>
          <p:nvPr>
            <p:custDataLst>
              <p:tags r:id="rId13"/>
            </p:custDataLst>
          </p:nvPr>
        </p:nvSpPr>
        <p:spPr>
          <a:xfrm>
            <a:off x="734060" y="2639695"/>
            <a:ext cx="4585970" cy="17576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50000"/>
              </a:lnSpc>
            </a:pPr>
            <a:r>
              <a:rPr lang="zh-CN" altLang="en-US" sz="2400" kern="0" spc="0" dirty="0">
                <a:ln>
                  <a:noFill/>
                  <a:prstDash val="sysDot"/>
                </a:ln>
                <a:solidFill>
                  <a:schemeClr val="tx1"/>
                </a:solidFill>
                <a:latin typeface="微软雅黑" panose="020B0503020204020204" charset="-122"/>
                <a:ea typeface="微软雅黑" panose="020B0503020204020204" charset="-122"/>
                <a:cs typeface="微软雅黑" panose="020B0503020204020204" charset="-122"/>
                <a:sym typeface="+mn-ea"/>
              </a:rPr>
              <a:t>在我国，依据宪法规定，平等权既是公民行使其他权利的基础，</a:t>
            </a:r>
            <a:r>
              <a:rPr lang="zh-CN" altLang="en-US" sz="2400" b="1" kern="0" spc="0" dirty="0">
                <a:ln>
                  <a:noFill/>
                  <a:prstDash val="sysDot"/>
                </a:ln>
                <a:solidFill>
                  <a:schemeClr val="tx1"/>
                </a:solidFill>
                <a:latin typeface="微软雅黑" panose="020B0503020204020204" charset="-122"/>
                <a:ea typeface="微软雅黑" panose="020B0503020204020204" charset="-122"/>
                <a:cs typeface="微软雅黑" panose="020B0503020204020204" charset="-122"/>
                <a:sym typeface="+mn-ea"/>
              </a:rPr>
              <a:t>也是</a:t>
            </a:r>
            <a:endParaRPr lang="zh-CN" altLang="en-US" sz="2400" b="1" kern="0" spc="0" dirty="0">
              <a:ln>
                <a:noFill/>
                <a:prstDash val="sysDot"/>
              </a:ln>
              <a:solidFill>
                <a:schemeClr val="tx1"/>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pPr>
            <a:r>
              <a:rPr lang="zh-CN" altLang="en-US" sz="2400" b="1" kern="0" spc="0" dirty="0">
                <a:ln>
                  <a:noFill/>
                  <a:prstDash val="sysDot"/>
                </a:ln>
                <a:solidFill>
                  <a:schemeClr val="tx1"/>
                </a:solidFill>
                <a:latin typeface="微软雅黑" panose="020B0503020204020204" charset="-122"/>
                <a:ea typeface="微软雅黑" panose="020B0503020204020204" charset="-122"/>
                <a:cs typeface="微软雅黑" panose="020B0503020204020204" charset="-122"/>
                <a:sym typeface="+mn-ea"/>
              </a:rPr>
              <a:t>获得利益的具体权利</a:t>
            </a:r>
            <a:r>
              <a:rPr lang="zh-CN" altLang="en-US" sz="2400" b="1" kern="0" spc="0" dirty="0">
                <a:ln>
                  <a:noFill/>
                  <a:prstDash val="sysDot"/>
                </a:ln>
                <a:solidFill>
                  <a:srgbClr val="FF0000"/>
                </a:solidFill>
                <a:latin typeface="微软雅黑" panose="020B0503020204020204" charset="-122"/>
                <a:ea typeface="微软雅黑" panose="020B0503020204020204" charset="-122"/>
                <a:cs typeface="微软雅黑" panose="020B0503020204020204" charset="-122"/>
                <a:sym typeface="+mn-ea"/>
              </a:rPr>
              <a:t>（可作请求权依据）</a:t>
            </a:r>
            <a:r>
              <a:rPr lang="zh-CN" altLang="en-US" sz="2400" b="1" kern="0" spc="0" dirty="0">
                <a:ln>
                  <a:noFill/>
                  <a:prstDash val="sysDot"/>
                </a:ln>
                <a:solidFill>
                  <a:schemeClr val="tx1"/>
                </a:solidFill>
                <a:latin typeface="微软雅黑" panose="020B0503020204020204" charset="-122"/>
                <a:ea typeface="微软雅黑" panose="020B0503020204020204" charset="-122"/>
                <a:cs typeface="微软雅黑" panose="020B0503020204020204" charset="-122"/>
                <a:sym typeface="+mn-ea"/>
              </a:rPr>
              <a:t>。</a:t>
            </a:r>
            <a:endParaRPr lang="zh-CN" altLang="en-US" sz="2400" kern="0" spc="0" dirty="0">
              <a:ln>
                <a:noFill/>
                <a:prstDash val="sysDot"/>
              </a:ln>
              <a:solidFill>
                <a:schemeClr val="tx1"/>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pPr>
            <a:endParaRPr lang="zh-CN" altLang="en-US" sz="2400" kern="0" spc="0" dirty="0">
              <a:ln>
                <a:noFill/>
                <a:prstDash val="sysDot"/>
              </a:ln>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419100" y="135845"/>
            <a:ext cx="10800000" cy="720000"/>
          </a:xfrm>
        </p:spPr>
        <p:txBody>
          <a:bodyPr/>
          <a:lstStyle/>
          <a:p>
            <a:r>
              <a:rPr lang="zh-CN" altLang="en-US"/>
              <a:t>（三）内容</a:t>
            </a:r>
            <a:endParaRPr lang="zh-CN" altLang="en-US"/>
          </a:p>
        </p:txBody>
      </p:sp>
      <p:sp>
        <p:nvSpPr>
          <p:cNvPr id="2" name="任意多边形: 形状 9"/>
          <p:cNvSpPr/>
          <p:nvPr>
            <p:custDataLst>
              <p:tags r:id="rId2"/>
            </p:custDataLst>
          </p:nvPr>
        </p:nvSpPr>
        <p:spPr>
          <a:xfrm>
            <a:off x="6340418" y="1530760"/>
            <a:ext cx="5551389" cy="5087701"/>
          </a:xfrm>
          <a:custGeom>
            <a:avLst/>
            <a:gdLst>
              <a:gd name="connsiteX0" fmla="*/ 28983 w 3269842"/>
              <a:gd name="connsiteY0" fmla="*/ 52063 h 2468804"/>
              <a:gd name="connsiteX1" fmla="*/ 16600 w 3269842"/>
              <a:gd name="connsiteY1" fmla="*/ 261613 h 2468804"/>
              <a:gd name="connsiteX2" fmla="*/ 64225 w 3269842"/>
              <a:gd name="connsiteY2" fmla="*/ 2377020 h 2468804"/>
              <a:gd name="connsiteX3" fmla="*/ 3216239 w 3269842"/>
              <a:gd name="connsiteY3" fmla="*/ 2362638 h 2468804"/>
              <a:gd name="connsiteX4" fmla="*/ 3226621 w 3269842"/>
              <a:gd name="connsiteY4" fmla="*/ 74732 h 2468804"/>
              <a:gd name="connsiteX5" fmla="*/ 29364 w 3269842"/>
              <a:gd name="connsiteY5" fmla="*/ 52253 h 246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9842" h="2468804">
                <a:moveTo>
                  <a:pt x="28983" y="52063"/>
                </a:moveTo>
                <a:cubicBezTo>
                  <a:pt x="24792" y="87305"/>
                  <a:pt x="20601" y="161029"/>
                  <a:pt x="16600" y="261613"/>
                </a:cubicBezTo>
                <a:cubicBezTo>
                  <a:pt x="-6260" y="846543"/>
                  <a:pt x="-17785" y="2335872"/>
                  <a:pt x="64225" y="2377020"/>
                </a:cubicBezTo>
                <a:cubicBezTo>
                  <a:pt x="279967" y="2485891"/>
                  <a:pt x="2564252" y="2516752"/>
                  <a:pt x="3216239" y="2362638"/>
                </a:cubicBezTo>
                <a:cubicBezTo>
                  <a:pt x="3301964" y="2342254"/>
                  <a:pt x="3268626" y="182651"/>
                  <a:pt x="3226621" y="74732"/>
                </a:cubicBezTo>
                <a:cubicBezTo>
                  <a:pt x="1891406" y="-36424"/>
                  <a:pt x="1443255" y="-6516"/>
                  <a:pt x="29364" y="52253"/>
                </a:cubicBezTo>
                <a:close/>
              </a:path>
            </a:pathLst>
          </a:custGeom>
          <a:solidFill>
            <a:schemeClr val="accent2">
              <a:lumMod val="60000"/>
              <a:lumOff val="40000"/>
            </a:schemeClr>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 name="任意多边形: 形状 11"/>
          <p:cNvSpPr/>
          <p:nvPr>
            <p:custDataLst>
              <p:tags r:id="rId3"/>
            </p:custDataLst>
          </p:nvPr>
        </p:nvSpPr>
        <p:spPr>
          <a:xfrm>
            <a:off x="6240235" y="1358147"/>
            <a:ext cx="5551389" cy="5173670"/>
          </a:xfrm>
          <a:custGeom>
            <a:avLst/>
            <a:gdLst>
              <a:gd name="connsiteX0" fmla="*/ 29011 w 3269968"/>
              <a:gd name="connsiteY0" fmla="*/ 52063 h 2468815"/>
              <a:gd name="connsiteX1" fmla="*/ 16628 w 3269968"/>
              <a:gd name="connsiteY1" fmla="*/ 261613 h 2468815"/>
              <a:gd name="connsiteX2" fmla="*/ 64253 w 3269968"/>
              <a:gd name="connsiteY2" fmla="*/ 2377116 h 2468815"/>
              <a:gd name="connsiteX3" fmla="*/ 3216171 w 3269968"/>
              <a:gd name="connsiteY3" fmla="*/ 2362637 h 2468815"/>
              <a:gd name="connsiteX4" fmla="*/ 3226554 w 3269968"/>
              <a:gd name="connsiteY4" fmla="*/ 74732 h 2468815"/>
              <a:gd name="connsiteX5" fmla="*/ 29392 w 3269968"/>
              <a:gd name="connsiteY5" fmla="*/ 52253 h 2468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9968" h="2468815">
                <a:moveTo>
                  <a:pt x="29011" y="52063"/>
                </a:moveTo>
                <a:cubicBezTo>
                  <a:pt x="24820" y="87305"/>
                  <a:pt x="20534" y="161029"/>
                  <a:pt x="16628" y="261613"/>
                </a:cubicBezTo>
                <a:cubicBezTo>
                  <a:pt x="-6232" y="846543"/>
                  <a:pt x="-17852" y="2335872"/>
                  <a:pt x="64253" y="2377116"/>
                </a:cubicBezTo>
                <a:cubicBezTo>
                  <a:pt x="279899" y="2485891"/>
                  <a:pt x="2564185" y="2516752"/>
                  <a:pt x="3216171" y="2362637"/>
                </a:cubicBezTo>
                <a:cubicBezTo>
                  <a:pt x="3302372" y="2342254"/>
                  <a:pt x="3268559" y="182651"/>
                  <a:pt x="3226554" y="74732"/>
                </a:cubicBezTo>
                <a:cubicBezTo>
                  <a:pt x="1891339" y="-36424"/>
                  <a:pt x="1443188" y="-6516"/>
                  <a:pt x="29392" y="52253"/>
                </a:cubicBezTo>
                <a:close/>
              </a:path>
            </a:pathLst>
          </a:custGeom>
          <a:solidFill>
            <a:schemeClr val="accent2"/>
          </a:solidFill>
          <a:ln w="25400" cap="flat">
            <a:solidFill>
              <a:schemeClr val="tx1">
                <a:lumMod val="75000"/>
                <a:lumOff val="25000"/>
              </a:schemeClr>
            </a:solidFill>
            <a:prstDash val="solid"/>
            <a:miter/>
          </a:ln>
        </p:spPr>
        <p:txBody>
          <a:bodyPr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dirty="0">
              <a:solidFill>
                <a:schemeClr val="bg1">
                  <a:lumMod val="95000"/>
                </a:schemeClr>
              </a:solidFill>
              <a:latin typeface="汉仪粗圆简" panose="02010600000101010101" charset="-122"/>
              <a:ea typeface="汉仪粗圆简" panose="02010600000101010101" charset="-122"/>
              <a:sym typeface="汉仪粗圆简" panose="02010600000101010101" charset="-122"/>
            </a:endParaRPr>
          </a:p>
        </p:txBody>
      </p:sp>
      <p:sp>
        <p:nvSpPr>
          <p:cNvPr id="4" name="任意多边形: 形状 13"/>
          <p:cNvSpPr/>
          <p:nvPr>
            <p:custDataLst>
              <p:tags r:id="rId4"/>
            </p:custDataLst>
          </p:nvPr>
        </p:nvSpPr>
        <p:spPr>
          <a:xfrm>
            <a:off x="6680907" y="1518576"/>
            <a:ext cx="221352" cy="206459"/>
          </a:xfrm>
          <a:custGeom>
            <a:avLst/>
            <a:gdLst>
              <a:gd name="connsiteX0" fmla="*/ 106064 w 141618"/>
              <a:gd name="connsiteY0" fmla="*/ 7398 h 131496"/>
              <a:gd name="connsiteX1" fmla="*/ 4814 w 141618"/>
              <a:gd name="connsiteY1" fmla="*/ 91694 h 131496"/>
              <a:gd name="connsiteX2" fmla="*/ 136068 w 141618"/>
              <a:gd name="connsiteY2" fmla="*/ 91694 h 131496"/>
              <a:gd name="connsiteX3" fmla="*/ 106064 w 141618"/>
              <a:gd name="connsiteY3" fmla="*/ 7208 h 131496"/>
            </a:gdLst>
            <a:ahLst/>
            <a:cxnLst>
              <a:cxn ang="0">
                <a:pos x="connsiteX0" y="connsiteY0"/>
              </a:cxn>
              <a:cxn ang="0">
                <a:pos x="connsiteX1" y="connsiteY1"/>
              </a:cxn>
              <a:cxn ang="0">
                <a:pos x="connsiteX2" y="connsiteY2"/>
              </a:cxn>
              <a:cxn ang="0">
                <a:pos x="connsiteX3" y="connsiteY3"/>
              </a:cxn>
            </a:cxnLst>
            <a:rect l="l" t="t" r="r" b="b"/>
            <a:pathLst>
              <a:path w="141618" h="131496">
                <a:moveTo>
                  <a:pt x="106064" y="7398"/>
                </a:moveTo>
                <a:cubicBezTo>
                  <a:pt x="58439" y="-15653"/>
                  <a:pt x="-20713" y="13589"/>
                  <a:pt x="4814" y="91694"/>
                </a:cubicBezTo>
                <a:cubicBezTo>
                  <a:pt x="20911" y="141129"/>
                  <a:pt x="111494" y="147606"/>
                  <a:pt x="136068" y="91694"/>
                </a:cubicBezTo>
                <a:cubicBezTo>
                  <a:pt x="149756" y="60024"/>
                  <a:pt x="136668" y="23152"/>
                  <a:pt x="106064" y="720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 name="任意多边形: 形状 14"/>
          <p:cNvSpPr/>
          <p:nvPr>
            <p:custDataLst>
              <p:tags r:id="rId5"/>
            </p:custDataLst>
          </p:nvPr>
        </p:nvSpPr>
        <p:spPr>
          <a:xfrm>
            <a:off x="6634200" y="1273532"/>
            <a:ext cx="323566" cy="367565"/>
          </a:xfrm>
          <a:custGeom>
            <a:avLst/>
            <a:gdLst>
              <a:gd name="connsiteX0" fmla="*/ 204793 w 206549"/>
              <a:gd name="connsiteY0" fmla="*/ 87440 h 234384"/>
              <a:gd name="connsiteX1" fmla="*/ 122402 w 206549"/>
              <a:gd name="connsiteY1" fmla="*/ 1715 h 234384"/>
              <a:gd name="connsiteX2" fmla="*/ 79920 w 206549"/>
              <a:gd name="connsiteY2" fmla="*/ 234125 h 234384"/>
            </a:gdLst>
            <a:ahLst/>
            <a:cxnLst>
              <a:cxn ang="0">
                <a:pos x="connsiteX0" y="connsiteY0"/>
              </a:cxn>
              <a:cxn ang="0">
                <a:pos x="connsiteX1" y="connsiteY1"/>
              </a:cxn>
              <a:cxn ang="0">
                <a:pos x="connsiteX2" y="connsiteY2"/>
              </a:cxn>
            </a:cxnLst>
            <a:rect l="l" t="t" r="r" b="b"/>
            <a:pathLst>
              <a:path w="206549" h="234384">
                <a:moveTo>
                  <a:pt x="204793" y="87440"/>
                </a:moveTo>
                <a:cubicBezTo>
                  <a:pt x="212984" y="57246"/>
                  <a:pt x="190791" y="14383"/>
                  <a:pt x="122402" y="1715"/>
                </a:cubicBezTo>
                <a:cubicBezTo>
                  <a:pt x="-16282" y="-24288"/>
                  <a:pt x="-46572" y="214789"/>
                  <a:pt x="79920" y="234125"/>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 name="任意多边形: 形状 15"/>
          <p:cNvSpPr/>
          <p:nvPr>
            <p:custDataLst>
              <p:tags r:id="rId6"/>
            </p:custDataLst>
          </p:nvPr>
        </p:nvSpPr>
        <p:spPr>
          <a:xfrm>
            <a:off x="7087734" y="1505038"/>
            <a:ext cx="220675" cy="209844"/>
          </a:xfrm>
          <a:custGeom>
            <a:avLst/>
            <a:gdLst>
              <a:gd name="connsiteX0" fmla="*/ 112265 w 140923"/>
              <a:gd name="connsiteY0" fmla="*/ 122398 h 133896"/>
              <a:gd name="connsiteX1" fmla="*/ 74165 w 140923"/>
              <a:gd name="connsiteY1" fmla="*/ 859 h 133896"/>
              <a:gd name="connsiteX2" fmla="*/ 12538 w 140923"/>
              <a:gd name="connsiteY2" fmla="*/ 108491 h 133896"/>
              <a:gd name="connsiteX3" fmla="*/ 112551 w 140923"/>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923" h="133896">
                <a:moveTo>
                  <a:pt x="112265" y="122398"/>
                </a:moveTo>
                <a:cubicBezTo>
                  <a:pt x="155794" y="93061"/>
                  <a:pt x="154270" y="17623"/>
                  <a:pt x="74165" y="859"/>
                </a:cubicBezTo>
                <a:cubicBezTo>
                  <a:pt x="23302" y="-9904"/>
                  <a:pt x="-23371" y="59342"/>
                  <a:pt x="12538" y="108491"/>
                </a:cubicBezTo>
                <a:cubicBezTo>
                  <a:pt x="30445" y="132875"/>
                  <a:pt x="81499" y="143353"/>
                  <a:pt x="112551" y="12239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9" name="任意多边形: 形状 16"/>
          <p:cNvSpPr/>
          <p:nvPr>
            <p:custDataLst>
              <p:tags r:id="rId7"/>
            </p:custDataLst>
          </p:nvPr>
        </p:nvSpPr>
        <p:spPr>
          <a:xfrm>
            <a:off x="7044411" y="1241040"/>
            <a:ext cx="319504" cy="368919"/>
          </a:xfrm>
          <a:custGeom>
            <a:avLst/>
            <a:gdLst>
              <a:gd name="connsiteX0" fmla="*/ 203863 w 203999"/>
              <a:gd name="connsiteY0" fmla="*/ 88248 h 235097"/>
              <a:gd name="connsiteX1" fmla="*/ 125091 w 203999"/>
              <a:gd name="connsiteY1" fmla="*/ 333 h 235097"/>
              <a:gd name="connsiteX2" fmla="*/ 78990 w 203999"/>
              <a:gd name="connsiteY2" fmla="*/ 234838 h 235097"/>
            </a:gdLst>
            <a:ahLst/>
            <a:cxnLst>
              <a:cxn ang="0">
                <a:pos x="connsiteX0" y="connsiteY0"/>
              </a:cxn>
              <a:cxn ang="0">
                <a:pos x="connsiteX1" y="connsiteY1"/>
              </a:cxn>
              <a:cxn ang="0">
                <a:pos x="connsiteX2" y="connsiteY2"/>
              </a:cxn>
            </a:cxnLst>
            <a:rect l="l" t="t" r="r" b="b"/>
            <a:pathLst>
              <a:path w="203999" h="235097">
                <a:moveTo>
                  <a:pt x="203863" y="88248"/>
                </a:moveTo>
                <a:cubicBezTo>
                  <a:pt x="198529" y="54054"/>
                  <a:pt x="192909" y="7000"/>
                  <a:pt x="125091" y="333"/>
                </a:cubicBezTo>
                <a:cubicBezTo>
                  <a:pt x="-15307" y="-13383"/>
                  <a:pt x="-47407" y="215502"/>
                  <a:pt x="78990" y="234838"/>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0" name="任意多边形: 形状 17"/>
          <p:cNvSpPr/>
          <p:nvPr>
            <p:custDataLst>
              <p:tags r:id="rId8"/>
            </p:custDataLst>
          </p:nvPr>
        </p:nvSpPr>
        <p:spPr>
          <a:xfrm>
            <a:off x="7504714" y="1496238"/>
            <a:ext cx="220675" cy="212552"/>
          </a:xfrm>
          <a:custGeom>
            <a:avLst/>
            <a:gdLst>
              <a:gd name="connsiteX0" fmla="*/ 113795 w 140833"/>
              <a:gd name="connsiteY0" fmla="*/ 121379 h 135591"/>
              <a:gd name="connsiteX1" fmla="*/ 75695 w 140833"/>
              <a:gd name="connsiteY1" fmla="*/ -160 h 135591"/>
              <a:gd name="connsiteX2" fmla="*/ 16640 w 140833"/>
              <a:gd name="connsiteY2" fmla="*/ 114140 h 135591"/>
              <a:gd name="connsiteX3" fmla="*/ 114080 w 140833"/>
              <a:gd name="connsiteY3" fmla="*/ 121760 h 135591"/>
            </a:gdLst>
            <a:ahLst/>
            <a:cxnLst>
              <a:cxn ang="0">
                <a:pos x="connsiteX0" y="connsiteY0"/>
              </a:cxn>
              <a:cxn ang="0">
                <a:pos x="connsiteX1" y="connsiteY1"/>
              </a:cxn>
              <a:cxn ang="0">
                <a:pos x="connsiteX2" y="connsiteY2"/>
              </a:cxn>
              <a:cxn ang="0">
                <a:pos x="connsiteX3" y="connsiteY3"/>
              </a:cxn>
            </a:cxnLst>
            <a:rect l="l" t="t" r="r" b="b"/>
            <a:pathLst>
              <a:path w="140833" h="135591">
                <a:moveTo>
                  <a:pt x="113795" y="121379"/>
                </a:moveTo>
                <a:cubicBezTo>
                  <a:pt x="157324" y="92042"/>
                  <a:pt x="150371" y="-3779"/>
                  <a:pt x="75695" y="-160"/>
                </a:cubicBezTo>
                <a:cubicBezTo>
                  <a:pt x="23783" y="2317"/>
                  <a:pt x="-27556" y="51275"/>
                  <a:pt x="16640" y="114140"/>
                </a:cubicBezTo>
                <a:cubicBezTo>
                  <a:pt x="34070" y="138810"/>
                  <a:pt x="83315" y="142715"/>
                  <a:pt x="114080" y="121760"/>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5" name="任意多边形: 形状 18"/>
          <p:cNvSpPr/>
          <p:nvPr>
            <p:custDataLst>
              <p:tags r:id="rId9"/>
            </p:custDataLst>
          </p:nvPr>
        </p:nvSpPr>
        <p:spPr>
          <a:xfrm>
            <a:off x="7457330" y="1232917"/>
            <a:ext cx="326274" cy="359442"/>
          </a:xfrm>
          <a:custGeom>
            <a:avLst/>
            <a:gdLst>
              <a:gd name="connsiteX0" fmla="*/ 208440 w 208577"/>
              <a:gd name="connsiteY0" fmla="*/ 82738 h 229206"/>
              <a:gd name="connsiteX1" fmla="*/ 118429 w 208577"/>
              <a:gd name="connsiteY1" fmla="*/ 347 h 229206"/>
              <a:gd name="connsiteX2" fmla="*/ 83568 w 208577"/>
              <a:gd name="connsiteY2" fmla="*/ 228947 h 229206"/>
            </a:gdLst>
            <a:ahLst/>
            <a:cxnLst>
              <a:cxn ang="0">
                <a:pos x="connsiteX0" y="connsiteY0"/>
              </a:cxn>
              <a:cxn ang="0">
                <a:pos x="connsiteX1" y="connsiteY1"/>
              </a:cxn>
              <a:cxn ang="0">
                <a:pos x="connsiteX2" y="connsiteY2"/>
              </a:cxn>
            </a:cxnLst>
            <a:rect l="l" t="t" r="r" b="b"/>
            <a:pathLst>
              <a:path w="208577" h="229206">
                <a:moveTo>
                  <a:pt x="208440" y="82738"/>
                </a:moveTo>
                <a:cubicBezTo>
                  <a:pt x="203106" y="48543"/>
                  <a:pt x="186247" y="6538"/>
                  <a:pt x="118429" y="347"/>
                </a:cubicBezTo>
                <a:cubicBezTo>
                  <a:pt x="-21969" y="-13369"/>
                  <a:pt x="-42829" y="209897"/>
                  <a:pt x="83568" y="228947"/>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6" name="任意多边形: 形状 19"/>
          <p:cNvSpPr/>
          <p:nvPr>
            <p:custDataLst>
              <p:tags r:id="rId10"/>
            </p:custDataLst>
          </p:nvPr>
        </p:nvSpPr>
        <p:spPr>
          <a:xfrm>
            <a:off x="7912894" y="1474576"/>
            <a:ext cx="218644" cy="217290"/>
          </a:xfrm>
          <a:custGeom>
            <a:avLst/>
            <a:gdLst>
              <a:gd name="connsiteX0" fmla="*/ 113668 w 139680"/>
              <a:gd name="connsiteY0" fmla="*/ 122016 h 138561"/>
              <a:gd name="connsiteX1" fmla="*/ 75568 w 139680"/>
              <a:gd name="connsiteY1" fmla="*/ 382 h 138561"/>
              <a:gd name="connsiteX2" fmla="*/ 16608 w 139680"/>
              <a:gd name="connsiteY2" fmla="*/ 116778 h 138561"/>
              <a:gd name="connsiteX3" fmla="*/ 114049 w 139680"/>
              <a:gd name="connsiteY3" fmla="*/ 122016 h 138561"/>
            </a:gdLst>
            <a:ahLst/>
            <a:cxnLst>
              <a:cxn ang="0">
                <a:pos x="connsiteX0" y="connsiteY0"/>
              </a:cxn>
              <a:cxn ang="0">
                <a:pos x="connsiteX1" y="connsiteY1"/>
              </a:cxn>
              <a:cxn ang="0">
                <a:pos x="connsiteX2" y="connsiteY2"/>
              </a:cxn>
              <a:cxn ang="0">
                <a:pos x="connsiteX3" y="connsiteY3"/>
              </a:cxn>
            </a:cxnLst>
            <a:rect l="l" t="t" r="r" b="b"/>
            <a:pathLst>
              <a:path w="139680" h="138561">
                <a:moveTo>
                  <a:pt x="113668" y="122016"/>
                </a:moveTo>
                <a:cubicBezTo>
                  <a:pt x="159388" y="80392"/>
                  <a:pt x="143195" y="10479"/>
                  <a:pt x="75568" y="382"/>
                </a:cubicBezTo>
                <a:cubicBezTo>
                  <a:pt x="24228" y="-7238"/>
                  <a:pt x="-27683" y="54294"/>
                  <a:pt x="16608" y="116778"/>
                </a:cubicBezTo>
                <a:cubicBezTo>
                  <a:pt x="34039" y="141447"/>
                  <a:pt x="86331" y="147162"/>
                  <a:pt x="114049" y="122016"/>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8" name="任意多边形: 形状 20"/>
          <p:cNvSpPr/>
          <p:nvPr>
            <p:custDataLst>
              <p:tags r:id="rId11"/>
            </p:custDataLst>
          </p:nvPr>
        </p:nvSpPr>
        <p:spPr>
          <a:xfrm>
            <a:off x="7859418" y="1213964"/>
            <a:ext cx="329658" cy="358089"/>
          </a:xfrm>
          <a:custGeom>
            <a:avLst/>
            <a:gdLst>
              <a:gd name="connsiteX0" fmla="*/ 210535 w 210672"/>
              <a:gd name="connsiteY0" fmla="*/ 76816 h 228618"/>
              <a:gd name="connsiteX1" fmla="*/ 114428 w 210672"/>
              <a:gd name="connsiteY1" fmla="*/ -241 h 228618"/>
              <a:gd name="connsiteX2" fmla="*/ 87091 w 210672"/>
              <a:gd name="connsiteY2" fmla="*/ 228359 h 228618"/>
            </a:gdLst>
            <a:ahLst/>
            <a:cxnLst>
              <a:cxn ang="0">
                <a:pos x="connsiteX0" y="connsiteY0"/>
              </a:cxn>
              <a:cxn ang="0">
                <a:pos x="connsiteX1" y="connsiteY1"/>
              </a:cxn>
              <a:cxn ang="0">
                <a:pos x="connsiteX2" y="connsiteY2"/>
              </a:cxn>
            </a:cxnLst>
            <a:rect l="l" t="t" r="r" b="b"/>
            <a:pathLst>
              <a:path w="210672" h="228618">
                <a:moveTo>
                  <a:pt x="210535" y="76816"/>
                </a:moveTo>
                <a:cubicBezTo>
                  <a:pt x="205201" y="42621"/>
                  <a:pt x="186628" y="-1289"/>
                  <a:pt x="114428" y="-241"/>
                </a:cubicBezTo>
                <a:cubicBezTo>
                  <a:pt x="-26637" y="1854"/>
                  <a:pt x="-39401" y="208737"/>
                  <a:pt x="87091" y="228359"/>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9" name="任意多边形: 形状 21"/>
          <p:cNvSpPr/>
          <p:nvPr>
            <p:custDataLst>
              <p:tags r:id="rId12"/>
            </p:custDataLst>
          </p:nvPr>
        </p:nvSpPr>
        <p:spPr>
          <a:xfrm>
            <a:off x="8304829" y="1464423"/>
            <a:ext cx="221352" cy="206459"/>
          </a:xfrm>
          <a:custGeom>
            <a:avLst/>
            <a:gdLst>
              <a:gd name="connsiteX0" fmla="*/ 106042 w 141596"/>
              <a:gd name="connsiteY0" fmla="*/ 7398 h 131496"/>
              <a:gd name="connsiteX1" fmla="*/ 4792 w 141596"/>
              <a:gd name="connsiteY1" fmla="*/ 91694 h 131496"/>
              <a:gd name="connsiteX2" fmla="*/ 136046 w 141596"/>
              <a:gd name="connsiteY2" fmla="*/ 91694 h 131496"/>
              <a:gd name="connsiteX3" fmla="*/ 106042 w 141596"/>
              <a:gd name="connsiteY3" fmla="*/ 7208 h 131496"/>
            </a:gdLst>
            <a:ahLst/>
            <a:cxnLst>
              <a:cxn ang="0">
                <a:pos x="connsiteX0" y="connsiteY0"/>
              </a:cxn>
              <a:cxn ang="0">
                <a:pos x="connsiteX1" y="connsiteY1"/>
              </a:cxn>
              <a:cxn ang="0">
                <a:pos x="connsiteX2" y="connsiteY2"/>
              </a:cxn>
              <a:cxn ang="0">
                <a:pos x="connsiteX3" y="connsiteY3"/>
              </a:cxn>
            </a:cxnLst>
            <a:rect l="l" t="t" r="r" b="b"/>
            <a:pathLst>
              <a:path w="141596" h="131496">
                <a:moveTo>
                  <a:pt x="106042" y="7398"/>
                </a:moveTo>
                <a:cubicBezTo>
                  <a:pt x="58894" y="-15652"/>
                  <a:pt x="-20735" y="13589"/>
                  <a:pt x="4792" y="91694"/>
                </a:cubicBezTo>
                <a:cubicBezTo>
                  <a:pt x="20889" y="141129"/>
                  <a:pt x="111472" y="147606"/>
                  <a:pt x="136046" y="91694"/>
                </a:cubicBezTo>
                <a:cubicBezTo>
                  <a:pt x="149734" y="60024"/>
                  <a:pt x="136646" y="23152"/>
                  <a:pt x="106042" y="720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0" name="任意多边形: 形状 22"/>
          <p:cNvSpPr/>
          <p:nvPr>
            <p:custDataLst>
              <p:tags r:id="rId13"/>
            </p:custDataLst>
          </p:nvPr>
        </p:nvSpPr>
        <p:spPr>
          <a:xfrm>
            <a:off x="8264891" y="1196364"/>
            <a:ext cx="323566" cy="367565"/>
          </a:xfrm>
          <a:custGeom>
            <a:avLst/>
            <a:gdLst>
              <a:gd name="connsiteX0" fmla="*/ 204753 w 206541"/>
              <a:gd name="connsiteY0" fmla="*/ 87440 h 234384"/>
              <a:gd name="connsiteX1" fmla="*/ 122362 w 206541"/>
              <a:gd name="connsiteY1" fmla="*/ 1715 h 234384"/>
              <a:gd name="connsiteX2" fmla="*/ 79880 w 206541"/>
              <a:gd name="connsiteY2" fmla="*/ 234125 h 234384"/>
            </a:gdLst>
            <a:ahLst/>
            <a:cxnLst>
              <a:cxn ang="0">
                <a:pos x="connsiteX0" y="connsiteY0"/>
              </a:cxn>
              <a:cxn ang="0">
                <a:pos x="connsiteX1" y="connsiteY1"/>
              </a:cxn>
              <a:cxn ang="0">
                <a:pos x="connsiteX2" y="connsiteY2"/>
              </a:cxn>
            </a:cxnLst>
            <a:rect l="l" t="t" r="r" b="b"/>
            <a:pathLst>
              <a:path w="206541" h="234384">
                <a:moveTo>
                  <a:pt x="204753" y="87440"/>
                </a:moveTo>
                <a:cubicBezTo>
                  <a:pt x="213040" y="57246"/>
                  <a:pt x="190847" y="14383"/>
                  <a:pt x="122362" y="1715"/>
                </a:cubicBezTo>
                <a:cubicBezTo>
                  <a:pt x="-16322" y="-24288"/>
                  <a:pt x="-46517" y="214789"/>
                  <a:pt x="79880" y="234125"/>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1" name="任意多边形: 形状 23"/>
          <p:cNvSpPr/>
          <p:nvPr>
            <p:custDataLst>
              <p:tags r:id="rId14"/>
            </p:custDataLst>
          </p:nvPr>
        </p:nvSpPr>
        <p:spPr>
          <a:xfrm>
            <a:off x="8721809" y="1460361"/>
            <a:ext cx="220675" cy="209844"/>
          </a:xfrm>
          <a:custGeom>
            <a:avLst/>
            <a:gdLst>
              <a:gd name="connsiteX0" fmla="*/ 112172 w 140899"/>
              <a:gd name="connsiteY0" fmla="*/ 122398 h 133896"/>
              <a:gd name="connsiteX1" fmla="*/ 74072 w 140899"/>
              <a:gd name="connsiteY1" fmla="*/ 859 h 133896"/>
              <a:gd name="connsiteX2" fmla="*/ 12540 w 140899"/>
              <a:gd name="connsiteY2" fmla="*/ 108492 h 133896"/>
              <a:gd name="connsiteX3" fmla="*/ 112457 w 140899"/>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899" h="133896">
                <a:moveTo>
                  <a:pt x="112172" y="122398"/>
                </a:moveTo>
                <a:cubicBezTo>
                  <a:pt x="155796" y="93061"/>
                  <a:pt x="154272" y="17623"/>
                  <a:pt x="74072" y="859"/>
                </a:cubicBezTo>
                <a:cubicBezTo>
                  <a:pt x="23303" y="-9904"/>
                  <a:pt x="-23369" y="59343"/>
                  <a:pt x="12540" y="108492"/>
                </a:cubicBezTo>
                <a:cubicBezTo>
                  <a:pt x="30447" y="132876"/>
                  <a:pt x="81501" y="143353"/>
                  <a:pt x="112457" y="12239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2" name="任意多边形: 形状 24"/>
          <p:cNvSpPr/>
          <p:nvPr>
            <p:custDataLst>
              <p:tags r:id="rId15"/>
            </p:custDataLst>
          </p:nvPr>
        </p:nvSpPr>
        <p:spPr>
          <a:xfrm>
            <a:off x="8678486" y="1190272"/>
            <a:ext cx="319504" cy="368919"/>
          </a:xfrm>
          <a:custGeom>
            <a:avLst/>
            <a:gdLst>
              <a:gd name="connsiteX0" fmla="*/ 203903 w 204039"/>
              <a:gd name="connsiteY0" fmla="*/ 88248 h 235097"/>
              <a:gd name="connsiteX1" fmla="*/ 125131 w 204039"/>
              <a:gd name="connsiteY1" fmla="*/ 333 h 235097"/>
              <a:gd name="connsiteX2" fmla="*/ 79030 w 204039"/>
              <a:gd name="connsiteY2" fmla="*/ 234838 h 235097"/>
            </a:gdLst>
            <a:ahLst/>
            <a:cxnLst>
              <a:cxn ang="0">
                <a:pos x="connsiteX0" y="connsiteY0"/>
              </a:cxn>
              <a:cxn ang="0">
                <a:pos x="connsiteX1" y="connsiteY1"/>
              </a:cxn>
              <a:cxn ang="0">
                <a:pos x="connsiteX2" y="connsiteY2"/>
              </a:cxn>
            </a:cxnLst>
            <a:rect l="l" t="t" r="r" b="b"/>
            <a:pathLst>
              <a:path w="204039" h="235097">
                <a:moveTo>
                  <a:pt x="203903" y="88248"/>
                </a:moveTo>
                <a:cubicBezTo>
                  <a:pt x="198569" y="54053"/>
                  <a:pt x="192949" y="7000"/>
                  <a:pt x="125131" y="333"/>
                </a:cubicBezTo>
                <a:cubicBezTo>
                  <a:pt x="-15267" y="-13383"/>
                  <a:pt x="-47462" y="215502"/>
                  <a:pt x="79030" y="234838"/>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3" name="任意多边形: 形状 25"/>
          <p:cNvSpPr/>
          <p:nvPr>
            <p:custDataLst>
              <p:tags r:id="rId16"/>
            </p:custDataLst>
          </p:nvPr>
        </p:nvSpPr>
        <p:spPr>
          <a:xfrm>
            <a:off x="9133374" y="1465100"/>
            <a:ext cx="220675" cy="212552"/>
          </a:xfrm>
          <a:custGeom>
            <a:avLst/>
            <a:gdLst>
              <a:gd name="connsiteX0" fmla="*/ 113794 w 140833"/>
              <a:gd name="connsiteY0" fmla="*/ 121469 h 135602"/>
              <a:gd name="connsiteX1" fmla="*/ 75694 w 140833"/>
              <a:gd name="connsiteY1" fmla="*/ -165 h 135602"/>
              <a:gd name="connsiteX2" fmla="*/ 16640 w 140833"/>
              <a:gd name="connsiteY2" fmla="*/ 114135 h 135602"/>
              <a:gd name="connsiteX3" fmla="*/ 114080 w 140833"/>
              <a:gd name="connsiteY3" fmla="*/ 121850 h 135602"/>
            </a:gdLst>
            <a:ahLst/>
            <a:cxnLst>
              <a:cxn ang="0">
                <a:pos x="connsiteX0" y="connsiteY0"/>
              </a:cxn>
              <a:cxn ang="0">
                <a:pos x="connsiteX1" y="connsiteY1"/>
              </a:cxn>
              <a:cxn ang="0">
                <a:pos x="connsiteX2" y="connsiteY2"/>
              </a:cxn>
              <a:cxn ang="0">
                <a:pos x="connsiteX3" y="connsiteY3"/>
              </a:cxn>
            </a:cxnLst>
            <a:rect l="l" t="t" r="r" b="b"/>
            <a:pathLst>
              <a:path w="140833" h="135602">
                <a:moveTo>
                  <a:pt x="113794" y="121469"/>
                </a:moveTo>
                <a:cubicBezTo>
                  <a:pt x="157324" y="92037"/>
                  <a:pt x="150370" y="-3689"/>
                  <a:pt x="75694" y="-165"/>
                </a:cubicBezTo>
                <a:cubicBezTo>
                  <a:pt x="23783" y="2311"/>
                  <a:pt x="-27556" y="51270"/>
                  <a:pt x="16640" y="114135"/>
                </a:cubicBezTo>
                <a:cubicBezTo>
                  <a:pt x="34166" y="138805"/>
                  <a:pt x="83315" y="142710"/>
                  <a:pt x="114080" y="121850"/>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4" name="任意多边形: 形状 26"/>
          <p:cNvSpPr/>
          <p:nvPr>
            <p:custDataLst>
              <p:tags r:id="rId17"/>
            </p:custDataLst>
          </p:nvPr>
        </p:nvSpPr>
        <p:spPr>
          <a:xfrm>
            <a:off x="9085313" y="1202456"/>
            <a:ext cx="326274" cy="360119"/>
          </a:xfrm>
          <a:custGeom>
            <a:avLst/>
            <a:gdLst>
              <a:gd name="connsiteX0" fmla="*/ 208440 w 208577"/>
              <a:gd name="connsiteY0" fmla="*/ 82738 h 229682"/>
              <a:gd name="connsiteX1" fmla="*/ 118429 w 208577"/>
              <a:gd name="connsiteY1" fmla="*/ 347 h 229682"/>
              <a:gd name="connsiteX2" fmla="*/ 83568 w 208577"/>
              <a:gd name="connsiteY2" fmla="*/ 229423 h 229682"/>
            </a:gdLst>
            <a:ahLst/>
            <a:cxnLst>
              <a:cxn ang="0">
                <a:pos x="connsiteX0" y="connsiteY0"/>
              </a:cxn>
              <a:cxn ang="0">
                <a:pos x="connsiteX1" y="connsiteY1"/>
              </a:cxn>
              <a:cxn ang="0">
                <a:pos x="connsiteX2" y="connsiteY2"/>
              </a:cxn>
            </a:cxnLst>
            <a:rect l="l" t="t" r="r" b="b"/>
            <a:pathLst>
              <a:path w="208577" h="229682">
                <a:moveTo>
                  <a:pt x="208440" y="82738"/>
                </a:moveTo>
                <a:cubicBezTo>
                  <a:pt x="203106" y="48543"/>
                  <a:pt x="186247" y="6538"/>
                  <a:pt x="118429" y="347"/>
                </a:cubicBezTo>
                <a:cubicBezTo>
                  <a:pt x="-21970" y="-13369"/>
                  <a:pt x="-42829" y="209897"/>
                  <a:pt x="83568" y="229423"/>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5" name="任意多边形: 形状 27"/>
          <p:cNvSpPr/>
          <p:nvPr>
            <p:custDataLst>
              <p:tags r:id="rId18"/>
            </p:custDataLst>
          </p:nvPr>
        </p:nvSpPr>
        <p:spPr>
          <a:xfrm>
            <a:off x="9553739" y="1485407"/>
            <a:ext cx="218644" cy="217290"/>
          </a:xfrm>
          <a:custGeom>
            <a:avLst/>
            <a:gdLst>
              <a:gd name="connsiteX0" fmla="*/ 113627 w 139639"/>
              <a:gd name="connsiteY0" fmla="*/ 121922 h 138498"/>
              <a:gd name="connsiteX1" fmla="*/ 75527 w 139639"/>
              <a:gd name="connsiteY1" fmla="*/ 383 h 138498"/>
              <a:gd name="connsiteX2" fmla="*/ 16567 w 139639"/>
              <a:gd name="connsiteY2" fmla="*/ 116683 h 138498"/>
              <a:gd name="connsiteX3" fmla="*/ 114008 w 139639"/>
              <a:gd name="connsiteY3" fmla="*/ 121922 h 138498"/>
            </a:gdLst>
            <a:ahLst/>
            <a:cxnLst>
              <a:cxn ang="0">
                <a:pos x="connsiteX0" y="connsiteY0"/>
              </a:cxn>
              <a:cxn ang="0">
                <a:pos x="connsiteX1" y="connsiteY1"/>
              </a:cxn>
              <a:cxn ang="0">
                <a:pos x="connsiteX2" y="connsiteY2"/>
              </a:cxn>
              <a:cxn ang="0">
                <a:pos x="connsiteX3" y="connsiteY3"/>
              </a:cxn>
            </a:cxnLst>
            <a:rect l="l" t="t" r="r" b="b"/>
            <a:pathLst>
              <a:path w="139639" h="138498">
                <a:moveTo>
                  <a:pt x="113627" y="121922"/>
                </a:moveTo>
                <a:cubicBezTo>
                  <a:pt x="159347" y="80298"/>
                  <a:pt x="143154" y="10384"/>
                  <a:pt x="75527" y="383"/>
                </a:cubicBezTo>
                <a:cubicBezTo>
                  <a:pt x="24187" y="-7237"/>
                  <a:pt x="-27629" y="54199"/>
                  <a:pt x="16567" y="116683"/>
                </a:cubicBezTo>
                <a:cubicBezTo>
                  <a:pt x="33998" y="141448"/>
                  <a:pt x="86290" y="147068"/>
                  <a:pt x="114008" y="121922"/>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6" name="任意多边形: 形状 28"/>
          <p:cNvSpPr/>
          <p:nvPr>
            <p:custDataLst>
              <p:tags r:id="rId19"/>
            </p:custDataLst>
          </p:nvPr>
        </p:nvSpPr>
        <p:spPr>
          <a:xfrm>
            <a:off x="9500263" y="1225471"/>
            <a:ext cx="329658" cy="358766"/>
          </a:xfrm>
          <a:custGeom>
            <a:avLst/>
            <a:gdLst>
              <a:gd name="connsiteX0" fmla="*/ 210535 w 210672"/>
              <a:gd name="connsiteY0" fmla="*/ 76724 h 228621"/>
              <a:gd name="connsiteX1" fmla="*/ 114428 w 210672"/>
              <a:gd name="connsiteY1" fmla="*/ -238 h 228621"/>
              <a:gd name="connsiteX2" fmla="*/ 87091 w 210672"/>
              <a:gd name="connsiteY2" fmla="*/ 228362 h 228621"/>
            </a:gdLst>
            <a:ahLst/>
            <a:cxnLst>
              <a:cxn ang="0">
                <a:pos x="connsiteX0" y="connsiteY0"/>
              </a:cxn>
              <a:cxn ang="0">
                <a:pos x="connsiteX1" y="connsiteY1"/>
              </a:cxn>
              <a:cxn ang="0">
                <a:pos x="connsiteX2" y="connsiteY2"/>
              </a:cxn>
            </a:cxnLst>
            <a:rect l="l" t="t" r="r" b="b"/>
            <a:pathLst>
              <a:path w="210672" h="228621">
                <a:moveTo>
                  <a:pt x="210535" y="76724"/>
                </a:moveTo>
                <a:cubicBezTo>
                  <a:pt x="205201" y="42530"/>
                  <a:pt x="186723" y="-1381"/>
                  <a:pt x="114428" y="-238"/>
                </a:cubicBezTo>
                <a:cubicBezTo>
                  <a:pt x="-26637" y="1763"/>
                  <a:pt x="-39401" y="208646"/>
                  <a:pt x="87091" y="228362"/>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7" name="任意多边形: 形状 29"/>
          <p:cNvSpPr/>
          <p:nvPr>
            <p:custDataLst>
              <p:tags r:id="rId20"/>
            </p:custDataLst>
          </p:nvPr>
        </p:nvSpPr>
        <p:spPr>
          <a:xfrm>
            <a:off x="9957181" y="1500299"/>
            <a:ext cx="220675" cy="209844"/>
          </a:xfrm>
          <a:custGeom>
            <a:avLst/>
            <a:gdLst>
              <a:gd name="connsiteX0" fmla="*/ 112171 w 140829"/>
              <a:gd name="connsiteY0" fmla="*/ 122398 h 133896"/>
              <a:gd name="connsiteX1" fmla="*/ 74071 w 140829"/>
              <a:gd name="connsiteY1" fmla="*/ 859 h 133896"/>
              <a:gd name="connsiteX2" fmla="*/ 12540 w 140829"/>
              <a:gd name="connsiteY2" fmla="*/ 108491 h 133896"/>
              <a:gd name="connsiteX3" fmla="*/ 112552 w 140829"/>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829" h="133896">
                <a:moveTo>
                  <a:pt x="112171" y="122398"/>
                </a:moveTo>
                <a:cubicBezTo>
                  <a:pt x="155701" y="93061"/>
                  <a:pt x="154177" y="17623"/>
                  <a:pt x="74071" y="859"/>
                </a:cubicBezTo>
                <a:cubicBezTo>
                  <a:pt x="23303" y="-9904"/>
                  <a:pt x="-23370" y="59342"/>
                  <a:pt x="12540" y="108491"/>
                </a:cubicBezTo>
                <a:cubicBezTo>
                  <a:pt x="30447" y="132875"/>
                  <a:pt x="81501" y="143353"/>
                  <a:pt x="112552" y="12239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8" name="任意多边形: 形状 30"/>
          <p:cNvSpPr/>
          <p:nvPr>
            <p:custDataLst>
              <p:tags r:id="rId21"/>
            </p:custDataLst>
          </p:nvPr>
        </p:nvSpPr>
        <p:spPr>
          <a:xfrm>
            <a:off x="9913858" y="1230210"/>
            <a:ext cx="319504" cy="368919"/>
          </a:xfrm>
          <a:custGeom>
            <a:avLst/>
            <a:gdLst>
              <a:gd name="connsiteX0" fmla="*/ 203903 w 204040"/>
              <a:gd name="connsiteY0" fmla="*/ 88241 h 235185"/>
              <a:gd name="connsiteX1" fmla="*/ 125131 w 204040"/>
              <a:gd name="connsiteY1" fmla="*/ 325 h 235185"/>
              <a:gd name="connsiteX2" fmla="*/ 79030 w 204040"/>
              <a:gd name="connsiteY2" fmla="*/ 234926 h 235185"/>
            </a:gdLst>
            <a:ahLst/>
            <a:cxnLst>
              <a:cxn ang="0">
                <a:pos x="connsiteX0" y="connsiteY0"/>
              </a:cxn>
              <a:cxn ang="0">
                <a:pos x="connsiteX1" y="connsiteY1"/>
              </a:cxn>
              <a:cxn ang="0">
                <a:pos x="connsiteX2" y="connsiteY2"/>
              </a:cxn>
            </a:cxnLst>
            <a:rect l="l" t="t" r="r" b="b"/>
            <a:pathLst>
              <a:path w="204040" h="235185">
                <a:moveTo>
                  <a:pt x="203903" y="88241"/>
                </a:moveTo>
                <a:cubicBezTo>
                  <a:pt x="198569" y="54046"/>
                  <a:pt x="192949" y="6992"/>
                  <a:pt x="125131" y="325"/>
                </a:cubicBezTo>
                <a:cubicBezTo>
                  <a:pt x="-15267" y="-13296"/>
                  <a:pt x="-47462" y="215495"/>
                  <a:pt x="79030" y="234926"/>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9" name="任意多边形: 形状 31"/>
          <p:cNvSpPr/>
          <p:nvPr>
            <p:custDataLst>
              <p:tags r:id="rId22"/>
            </p:custDataLst>
          </p:nvPr>
        </p:nvSpPr>
        <p:spPr>
          <a:xfrm>
            <a:off x="10374838" y="1530760"/>
            <a:ext cx="220675" cy="212552"/>
          </a:xfrm>
          <a:custGeom>
            <a:avLst/>
            <a:gdLst>
              <a:gd name="connsiteX0" fmla="*/ 113795 w 140833"/>
              <a:gd name="connsiteY0" fmla="*/ 121379 h 135591"/>
              <a:gd name="connsiteX1" fmla="*/ 75695 w 140833"/>
              <a:gd name="connsiteY1" fmla="*/ -160 h 135591"/>
              <a:gd name="connsiteX2" fmla="*/ 16640 w 140833"/>
              <a:gd name="connsiteY2" fmla="*/ 114140 h 135591"/>
              <a:gd name="connsiteX3" fmla="*/ 114080 w 140833"/>
              <a:gd name="connsiteY3" fmla="*/ 121760 h 135591"/>
            </a:gdLst>
            <a:ahLst/>
            <a:cxnLst>
              <a:cxn ang="0">
                <a:pos x="connsiteX0" y="connsiteY0"/>
              </a:cxn>
              <a:cxn ang="0">
                <a:pos x="connsiteX1" y="connsiteY1"/>
              </a:cxn>
              <a:cxn ang="0">
                <a:pos x="connsiteX2" y="connsiteY2"/>
              </a:cxn>
              <a:cxn ang="0">
                <a:pos x="connsiteX3" y="connsiteY3"/>
              </a:cxn>
            </a:cxnLst>
            <a:rect l="l" t="t" r="r" b="b"/>
            <a:pathLst>
              <a:path w="140833" h="135591">
                <a:moveTo>
                  <a:pt x="113795" y="121379"/>
                </a:moveTo>
                <a:cubicBezTo>
                  <a:pt x="157324" y="92042"/>
                  <a:pt x="150371" y="-3779"/>
                  <a:pt x="75695" y="-160"/>
                </a:cubicBezTo>
                <a:cubicBezTo>
                  <a:pt x="23783" y="2317"/>
                  <a:pt x="-27556" y="51180"/>
                  <a:pt x="16640" y="114140"/>
                </a:cubicBezTo>
                <a:cubicBezTo>
                  <a:pt x="34166" y="138810"/>
                  <a:pt x="83315" y="142715"/>
                  <a:pt x="114080" y="121760"/>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0" name="任意多边形: 形状 32"/>
          <p:cNvSpPr/>
          <p:nvPr>
            <p:custDataLst>
              <p:tags r:id="rId23"/>
            </p:custDataLst>
          </p:nvPr>
        </p:nvSpPr>
        <p:spPr>
          <a:xfrm>
            <a:off x="10327454" y="1268117"/>
            <a:ext cx="326274" cy="359442"/>
          </a:xfrm>
          <a:custGeom>
            <a:avLst/>
            <a:gdLst>
              <a:gd name="connsiteX0" fmla="*/ 208440 w 208577"/>
              <a:gd name="connsiteY0" fmla="*/ 82738 h 229206"/>
              <a:gd name="connsiteX1" fmla="*/ 118429 w 208577"/>
              <a:gd name="connsiteY1" fmla="*/ 347 h 229206"/>
              <a:gd name="connsiteX2" fmla="*/ 83567 w 208577"/>
              <a:gd name="connsiteY2" fmla="*/ 228947 h 229206"/>
            </a:gdLst>
            <a:ahLst/>
            <a:cxnLst>
              <a:cxn ang="0">
                <a:pos x="connsiteX0" y="connsiteY0"/>
              </a:cxn>
              <a:cxn ang="0">
                <a:pos x="connsiteX1" y="connsiteY1"/>
              </a:cxn>
              <a:cxn ang="0">
                <a:pos x="connsiteX2" y="connsiteY2"/>
              </a:cxn>
            </a:cxnLst>
            <a:rect l="l" t="t" r="r" b="b"/>
            <a:pathLst>
              <a:path w="208577" h="229206">
                <a:moveTo>
                  <a:pt x="208440" y="82738"/>
                </a:moveTo>
                <a:cubicBezTo>
                  <a:pt x="203106" y="48543"/>
                  <a:pt x="186247" y="6538"/>
                  <a:pt x="118429" y="347"/>
                </a:cubicBezTo>
                <a:cubicBezTo>
                  <a:pt x="-21969" y="-13369"/>
                  <a:pt x="-42829" y="209897"/>
                  <a:pt x="83567" y="228947"/>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1" name="任意多边形: 形状 33"/>
          <p:cNvSpPr/>
          <p:nvPr>
            <p:custDataLst>
              <p:tags r:id="rId24"/>
            </p:custDataLst>
          </p:nvPr>
        </p:nvSpPr>
        <p:spPr>
          <a:xfrm>
            <a:off x="10804680" y="1569345"/>
            <a:ext cx="218644" cy="217290"/>
          </a:xfrm>
          <a:custGeom>
            <a:avLst/>
            <a:gdLst>
              <a:gd name="connsiteX0" fmla="*/ 113668 w 139680"/>
              <a:gd name="connsiteY0" fmla="*/ 121922 h 138498"/>
              <a:gd name="connsiteX1" fmla="*/ 75568 w 139680"/>
              <a:gd name="connsiteY1" fmla="*/ 383 h 138498"/>
              <a:gd name="connsiteX2" fmla="*/ 16608 w 139680"/>
              <a:gd name="connsiteY2" fmla="*/ 116683 h 138498"/>
              <a:gd name="connsiteX3" fmla="*/ 114049 w 139680"/>
              <a:gd name="connsiteY3" fmla="*/ 121922 h 138498"/>
            </a:gdLst>
            <a:ahLst/>
            <a:cxnLst>
              <a:cxn ang="0">
                <a:pos x="connsiteX0" y="connsiteY0"/>
              </a:cxn>
              <a:cxn ang="0">
                <a:pos x="connsiteX1" y="connsiteY1"/>
              </a:cxn>
              <a:cxn ang="0">
                <a:pos x="connsiteX2" y="connsiteY2"/>
              </a:cxn>
              <a:cxn ang="0">
                <a:pos x="connsiteX3" y="connsiteY3"/>
              </a:cxn>
            </a:cxnLst>
            <a:rect l="l" t="t" r="r" b="b"/>
            <a:pathLst>
              <a:path w="139680" h="138498">
                <a:moveTo>
                  <a:pt x="113668" y="121922"/>
                </a:moveTo>
                <a:cubicBezTo>
                  <a:pt x="159388" y="80298"/>
                  <a:pt x="143195" y="10384"/>
                  <a:pt x="75568" y="383"/>
                </a:cubicBezTo>
                <a:cubicBezTo>
                  <a:pt x="24228" y="-7237"/>
                  <a:pt x="-27683" y="54199"/>
                  <a:pt x="16608" y="116683"/>
                </a:cubicBezTo>
                <a:cubicBezTo>
                  <a:pt x="34039" y="141448"/>
                  <a:pt x="86331" y="147068"/>
                  <a:pt x="114049" y="121922"/>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2" name="任意多边形: 形状 34"/>
          <p:cNvSpPr/>
          <p:nvPr>
            <p:custDataLst>
              <p:tags r:id="rId25"/>
            </p:custDataLst>
          </p:nvPr>
        </p:nvSpPr>
        <p:spPr>
          <a:xfrm>
            <a:off x="10751204" y="1306701"/>
            <a:ext cx="329658" cy="358089"/>
          </a:xfrm>
          <a:custGeom>
            <a:avLst/>
            <a:gdLst>
              <a:gd name="connsiteX0" fmla="*/ 210550 w 210687"/>
              <a:gd name="connsiteY0" fmla="*/ 76816 h 228618"/>
              <a:gd name="connsiteX1" fmla="*/ 114443 w 210687"/>
              <a:gd name="connsiteY1" fmla="*/ -241 h 228618"/>
              <a:gd name="connsiteX2" fmla="*/ 87011 w 210687"/>
              <a:gd name="connsiteY2" fmla="*/ 228359 h 228618"/>
            </a:gdLst>
            <a:ahLst/>
            <a:cxnLst>
              <a:cxn ang="0">
                <a:pos x="connsiteX0" y="connsiteY0"/>
              </a:cxn>
              <a:cxn ang="0">
                <a:pos x="connsiteX1" y="connsiteY1"/>
              </a:cxn>
              <a:cxn ang="0">
                <a:pos x="connsiteX2" y="connsiteY2"/>
              </a:cxn>
            </a:cxnLst>
            <a:rect l="l" t="t" r="r" b="b"/>
            <a:pathLst>
              <a:path w="210687" h="228618">
                <a:moveTo>
                  <a:pt x="210550" y="76816"/>
                </a:moveTo>
                <a:cubicBezTo>
                  <a:pt x="205216" y="42621"/>
                  <a:pt x="186642" y="-1289"/>
                  <a:pt x="114443" y="-241"/>
                </a:cubicBezTo>
                <a:cubicBezTo>
                  <a:pt x="-26622" y="1854"/>
                  <a:pt x="-39386" y="208737"/>
                  <a:pt x="87011" y="228359"/>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3" name="任意多边形: 形状 9"/>
          <p:cNvSpPr/>
          <p:nvPr>
            <p:custDataLst>
              <p:tags r:id="rId26"/>
            </p:custDataLst>
          </p:nvPr>
        </p:nvSpPr>
        <p:spPr>
          <a:xfrm>
            <a:off x="310449" y="1444115"/>
            <a:ext cx="5551389" cy="5173670"/>
          </a:xfrm>
          <a:custGeom>
            <a:avLst/>
            <a:gdLst>
              <a:gd name="connsiteX0" fmla="*/ 28983 w 3269842"/>
              <a:gd name="connsiteY0" fmla="*/ 52063 h 2468804"/>
              <a:gd name="connsiteX1" fmla="*/ 16600 w 3269842"/>
              <a:gd name="connsiteY1" fmla="*/ 261613 h 2468804"/>
              <a:gd name="connsiteX2" fmla="*/ 64225 w 3269842"/>
              <a:gd name="connsiteY2" fmla="*/ 2377020 h 2468804"/>
              <a:gd name="connsiteX3" fmla="*/ 3216239 w 3269842"/>
              <a:gd name="connsiteY3" fmla="*/ 2362638 h 2468804"/>
              <a:gd name="connsiteX4" fmla="*/ 3226621 w 3269842"/>
              <a:gd name="connsiteY4" fmla="*/ 74732 h 2468804"/>
              <a:gd name="connsiteX5" fmla="*/ 29364 w 3269842"/>
              <a:gd name="connsiteY5" fmla="*/ 52253 h 246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9842" h="2468804">
                <a:moveTo>
                  <a:pt x="28983" y="52063"/>
                </a:moveTo>
                <a:cubicBezTo>
                  <a:pt x="24792" y="87305"/>
                  <a:pt x="20601" y="161029"/>
                  <a:pt x="16600" y="261613"/>
                </a:cubicBezTo>
                <a:cubicBezTo>
                  <a:pt x="-6260" y="846543"/>
                  <a:pt x="-17785" y="2335872"/>
                  <a:pt x="64225" y="2377020"/>
                </a:cubicBezTo>
                <a:cubicBezTo>
                  <a:pt x="279967" y="2485891"/>
                  <a:pt x="2564252" y="2516752"/>
                  <a:pt x="3216239" y="2362638"/>
                </a:cubicBezTo>
                <a:cubicBezTo>
                  <a:pt x="3301964" y="2342254"/>
                  <a:pt x="3268626" y="182651"/>
                  <a:pt x="3226621" y="74732"/>
                </a:cubicBezTo>
                <a:cubicBezTo>
                  <a:pt x="1891406" y="-36424"/>
                  <a:pt x="1443255" y="-6516"/>
                  <a:pt x="29364" y="52253"/>
                </a:cubicBezTo>
                <a:close/>
              </a:path>
            </a:pathLst>
          </a:custGeom>
          <a:solidFill>
            <a:schemeClr val="accent1">
              <a:lumMod val="60000"/>
              <a:lumOff val="40000"/>
            </a:schemeClr>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4" name="任意多边形: 形状 11"/>
          <p:cNvSpPr/>
          <p:nvPr>
            <p:custDataLst>
              <p:tags r:id="rId27"/>
            </p:custDataLst>
          </p:nvPr>
        </p:nvSpPr>
        <p:spPr>
          <a:xfrm>
            <a:off x="186690" y="1357630"/>
            <a:ext cx="5908675" cy="5500370"/>
          </a:xfrm>
          <a:custGeom>
            <a:avLst/>
            <a:gdLst>
              <a:gd name="connsiteX0" fmla="*/ 29011 w 3269968"/>
              <a:gd name="connsiteY0" fmla="*/ 52063 h 2468815"/>
              <a:gd name="connsiteX1" fmla="*/ 16628 w 3269968"/>
              <a:gd name="connsiteY1" fmla="*/ 261613 h 2468815"/>
              <a:gd name="connsiteX2" fmla="*/ 64253 w 3269968"/>
              <a:gd name="connsiteY2" fmla="*/ 2377116 h 2468815"/>
              <a:gd name="connsiteX3" fmla="*/ 3216171 w 3269968"/>
              <a:gd name="connsiteY3" fmla="*/ 2362637 h 2468815"/>
              <a:gd name="connsiteX4" fmla="*/ 3226554 w 3269968"/>
              <a:gd name="connsiteY4" fmla="*/ 74732 h 2468815"/>
              <a:gd name="connsiteX5" fmla="*/ 29392 w 3269968"/>
              <a:gd name="connsiteY5" fmla="*/ 52253 h 2468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9968" h="2468815">
                <a:moveTo>
                  <a:pt x="29011" y="52063"/>
                </a:moveTo>
                <a:cubicBezTo>
                  <a:pt x="24820" y="87305"/>
                  <a:pt x="20534" y="161029"/>
                  <a:pt x="16628" y="261613"/>
                </a:cubicBezTo>
                <a:cubicBezTo>
                  <a:pt x="-6232" y="846543"/>
                  <a:pt x="-17852" y="2335872"/>
                  <a:pt x="64253" y="2377116"/>
                </a:cubicBezTo>
                <a:cubicBezTo>
                  <a:pt x="279899" y="2485891"/>
                  <a:pt x="2564185" y="2516752"/>
                  <a:pt x="3216171" y="2362637"/>
                </a:cubicBezTo>
                <a:cubicBezTo>
                  <a:pt x="3302372" y="2342254"/>
                  <a:pt x="3268559" y="182651"/>
                  <a:pt x="3226554" y="74732"/>
                </a:cubicBezTo>
                <a:cubicBezTo>
                  <a:pt x="1891339" y="-36424"/>
                  <a:pt x="1443188" y="-6516"/>
                  <a:pt x="29392" y="52253"/>
                </a:cubicBezTo>
                <a:close/>
              </a:path>
            </a:pathLst>
          </a:custGeom>
          <a:solidFill>
            <a:schemeClr val="accent1"/>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5" name="任意多边形: 形状 13"/>
          <p:cNvSpPr/>
          <p:nvPr>
            <p:custDataLst>
              <p:tags r:id="rId28"/>
            </p:custDataLst>
          </p:nvPr>
        </p:nvSpPr>
        <p:spPr>
          <a:xfrm>
            <a:off x="710506" y="1518576"/>
            <a:ext cx="221352" cy="206459"/>
          </a:xfrm>
          <a:custGeom>
            <a:avLst/>
            <a:gdLst>
              <a:gd name="connsiteX0" fmla="*/ 106064 w 141618"/>
              <a:gd name="connsiteY0" fmla="*/ 7398 h 131496"/>
              <a:gd name="connsiteX1" fmla="*/ 4814 w 141618"/>
              <a:gd name="connsiteY1" fmla="*/ 91694 h 131496"/>
              <a:gd name="connsiteX2" fmla="*/ 136068 w 141618"/>
              <a:gd name="connsiteY2" fmla="*/ 91694 h 131496"/>
              <a:gd name="connsiteX3" fmla="*/ 106064 w 141618"/>
              <a:gd name="connsiteY3" fmla="*/ 7208 h 131496"/>
            </a:gdLst>
            <a:ahLst/>
            <a:cxnLst>
              <a:cxn ang="0">
                <a:pos x="connsiteX0" y="connsiteY0"/>
              </a:cxn>
              <a:cxn ang="0">
                <a:pos x="connsiteX1" y="connsiteY1"/>
              </a:cxn>
              <a:cxn ang="0">
                <a:pos x="connsiteX2" y="connsiteY2"/>
              </a:cxn>
              <a:cxn ang="0">
                <a:pos x="connsiteX3" y="connsiteY3"/>
              </a:cxn>
            </a:cxnLst>
            <a:rect l="l" t="t" r="r" b="b"/>
            <a:pathLst>
              <a:path w="141618" h="131496">
                <a:moveTo>
                  <a:pt x="106064" y="7398"/>
                </a:moveTo>
                <a:cubicBezTo>
                  <a:pt x="58439" y="-15653"/>
                  <a:pt x="-20713" y="13589"/>
                  <a:pt x="4814" y="91694"/>
                </a:cubicBezTo>
                <a:cubicBezTo>
                  <a:pt x="20911" y="141129"/>
                  <a:pt x="111494" y="147606"/>
                  <a:pt x="136068" y="91694"/>
                </a:cubicBezTo>
                <a:cubicBezTo>
                  <a:pt x="149756" y="60024"/>
                  <a:pt x="136668" y="23152"/>
                  <a:pt x="106064" y="720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6" name="任意多边形: 形状 14"/>
          <p:cNvSpPr/>
          <p:nvPr>
            <p:custDataLst>
              <p:tags r:id="rId29"/>
            </p:custDataLst>
          </p:nvPr>
        </p:nvSpPr>
        <p:spPr>
          <a:xfrm>
            <a:off x="663799" y="1262702"/>
            <a:ext cx="323566" cy="367565"/>
          </a:xfrm>
          <a:custGeom>
            <a:avLst/>
            <a:gdLst>
              <a:gd name="connsiteX0" fmla="*/ 204793 w 206549"/>
              <a:gd name="connsiteY0" fmla="*/ 87440 h 234384"/>
              <a:gd name="connsiteX1" fmla="*/ 122402 w 206549"/>
              <a:gd name="connsiteY1" fmla="*/ 1715 h 234384"/>
              <a:gd name="connsiteX2" fmla="*/ 79920 w 206549"/>
              <a:gd name="connsiteY2" fmla="*/ 234125 h 234384"/>
            </a:gdLst>
            <a:ahLst/>
            <a:cxnLst>
              <a:cxn ang="0">
                <a:pos x="connsiteX0" y="connsiteY0"/>
              </a:cxn>
              <a:cxn ang="0">
                <a:pos x="connsiteX1" y="connsiteY1"/>
              </a:cxn>
              <a:cxn ang="0">
                <a:pos x="connsiteX2" y="connsiteY2"/>
              </a:cxn>
            </a:cxnLst>
            <a:rect l="l" t="t" r="r" b="b"/>
            <a:pathLst>
              <a:path w="206549" h="234384">
                <a:moveTo>
                  <a:pt x="204793" y="87440"/>
                </a:moveTo>
                <a:cubicBezTo>
                  <a:pt x="212984" y="57246"/>
                  <a:pt x="190791" y="14383"/>
                  <a:pt x="122402" y="1715"/>
                </a:cubicBezTo>
                <a:cubicBezTo>
                  <a:pt x="-16282" y="-24288"/>
                  <a:pt x="-46572" y="214789"/>
                  <a:pt x="79920" y="234125"/>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7" name="任意多边形: 形状 15"/>
          <p:cNvSpPr/>
          <p:nvPr>
            <p:custDataLst>
              <p:tags r:id="rId30"/>
            </p:custDataLst>
          </p:nvPr>
        </p:nvSpPr>
        <p:spPr>
          <a:xfrm>
            <a:off x="1117333" y="1505038"/>
            <a:ext cx="220675" cy="209844"/>
          </a:xfrm>
          <a:custGeom>
            <a:avLst/>
            <a:gdLst>
              <a:gd name="connsiteX0" fmla="*/ 112265 w 140923"/>
              <a:gd name="connsiteY0" fmla="*/ 122398 h 133896"/>
              <a:gd name="connsiteX1" fmla="*/ 74165 w 140923"/>
              <a:gd name="connsiteY1" fmla="*/ 859 h 133896"/>
              <a:gd name="connsiteX2" fmla="*/ 12538 w 140923"/>
              <a:gd name="connsiteY2" fmla="*/ 108491 h 133896"/>
              <a:gd name="connsiteX3" fmla="*/ 112551 w 140923"/>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923" h="133896">
                <a:moveTo>
                  <a:pt x="112265" y="122398"/>
                </a:moveTo>
                <a:cubicBezTo>
                  <a:pt x="155794" y="93061"/>
                  <a:pt x="154270" y="17623"/>
                  <a:pt x="74165" y="859"/>
                </a:cubicBezTo>
                <a:cubicBezTo>
                  <a:pt x="23302" y="-9904"/>
                  <a:pt x="-23371" y="59342"/>
                  <a:pt x="12538" y="108491"/>
                </a:cubicBezTo>
                <a:cubicBezTo>
                  <a:pt x="30445" y="132875"/>
                  <a:pt x="81499" y="143353"/>
                  <a:pt x="112551" y="12239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8" name="任意多边形: 形状 16"/>
          <p:cNvSpPr/>
          <p:nvPr>
            <p:custDataLst>
              <p:tags r:id="rId31"/>
            </p:custDataLst>
          </p:nvPr>
        </p:nvSpPr>
        <p:spPr>
          <a:xfrm>
            <a:off x="1074010" y="1241040"/>
            <a:ext cx="319504" cy="368919"/>
          </a:xfrm>
          <a:custGeom>
            <a:avLst/>
            <a:gdLst>
              <a:gd name="connsiteX0" fmla="*/ 203863 w 203999"/>
              <a:gd name="connsiteY0" fmla="*/ 88248 h 235097"/>
              <a:gd name="connsiteX1" fmla="*/ 125091 w 203999"/>
              <a:gd name="connsiteY1" fmla="*/ 333 h 235097"/>
              <a:gd name="connsiteX2" fmla="*/ 78990 w 203999"/>
              <a:gd name="connsiteY2" fmla="*/ 234838 h 235097"/>
            </a:gdLst>
            <a:ahLst/>
            <a:cxnLst>
              <a:cxn ang="0">
                <a:pos x="connsiteX0" y="connsiteY0"/>
              </a:cxn>
              <a:cxn ang="0">
                <a:pos x="connsiteX1" y="connsiteY1"/>
              </a:cxn>
              <a:cxn ang="0">
                <a:pos x="connsiteX2" y="connsiteY2"/>
              </a:cxn>
            </a:cxnLst>
            <a:rect l="l" t="t" r="r" b="b"/>
            <a:pathLst>
              <a:path w="203999" h="235097">
                <a:moveTo>
                  <a:pt x="203863" y="88248"/>
                </a:moveTo>
                <a:cubicBezTo>
                  <a:pt x="198529" y="54054"/>
                  <a:pt x="192909" y="7000"/>
                  <a:pt x="125091" y="333"/>
                </a:cubicBezTo>
                <a:cubicBezTo>
                  <a:pt x="-15307" y="-13383"/>
                  <a:pt x="-47407" y="215502"/>
                  <a:pt x="78990" y="234838"/>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9" name="任意多边形: 形状 17"/>
          <p:cNvSpPr/>
          <p:nvPr>
            <p:custDataLst>
              <p:tags r:id="rId32"/>
            </p:custDataLst>
          </p:nvPr>
        </p:nvSpPr>
        <p:spPr>
          <a:xfrm>
            <a:off x="1534313" y="1496238"/>
            <a:ext cx="220675" cy="212552"/>
          </a:xfrm>
          <a:custGeom>
            <a:avLst/>
            <a:gdLst>
              <a:gd name="connsiteX0" fmla="*/ 113795 w 140833"/>
              <a:gd name="connsiteY0" fmla="*/ 121379 h 135591"/>
              <a:gd name="connsiteX1" fmla="*/ 75695 w 140833"/>
              <a:gd name="connsiteY1" fmla="*/ -160 h 135591"/>
              <a:gd name="connsiteX2" fmla="*/ 16640 w 140833"/>
              <a:gd name="connsiteY2" fmla="*/ 114140 h 135591"/>
              <a:gd name="connsiteX3" fmla="*/ 114080 w 140833"/>
              <a:gd name="connsiteY3" fmla="*/ 121760 h 135591"/>
            </a:gdLst>
            <a:ahLst/>
            <a:cxnLst>
              <a:cxn ang="0">
                <a:pos x="connsiteX0" y="connsiteY0"/>
              </a:cxn>
              <a:cxn ang="0">
                <a:pos x="connsiteX1" y="connsiteY1"/>
              </a:cxn>
              <a:cxn ang="0">
                <a:pos x="connsiteX2" y="connsiteY2"/>
              </a:cxn>
              <a:cxn ang="0">
                <a:pos x="connsiteX3" y="connsiteY3"/>
              </a:cxn>
            </a:cxnLst>
            <a:rect l="l" t="t" r="r" b="b"/>
            <a:pathLst>
              <a:path w="140833" h="135591">
                <a:moveTo>
                  <a:pt x="113795" y="121379"/>
                </a:moveTo>
                <a:cubicBezTo>
                  <a:pt x="157324" y="92042"/>
                  <a:pt x="150371" y="-3779"/>
                  <a:pt x="75695" y="-160"/>
                </a:cubicBezTo>
                <a:cubicBezTo>
                  <a:pt x="23783" y="2317"/>
                  <a:pt x="-27556" y="51275"/>
                  <a:pt x="16640" y="114140"/>
                </a:cubicBezTo>
                <a:cubicBezTo>
                  <a:pt x="34070" y="138810"/>
                  <a:pt x="83315" y="142715"/>
                  <a:pt x="114080" y="121760"/>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0" name="任意多边形: 形状 18"/>
          <p:cNvSpPr/>
          <p:nvPr>
            <p:custDataLst>
              <p:tags r:id="rId33"/>
            </p:custDataLst>
          </p:nvPr>
        </p:nvSpPr>
        <p:spPr>
          <a:xfrm>
            <a:off x="1486929" y="1232917"/>
            <a:ext cx="326274" cy="359442"/>
          </a:xfrm>
          <a:custGeom>
            <a:avLst/>
            <a:gdLst>
              <a:gd name="connsiteX0" fmla="*/ 208440 w 208577"/>
              <a:gd name="connsiteY0" fmla="*/ 82738 h 229206"/>
              <a:gd name="connsiteX1" fmla="*/ 118429 w 208577"/>
              <a:gd name="connsiteY1" fmla="*/ 347 h 229206"/>
              <a:gd name="connsiteX2" fmla="*/ 83568 w 208577"/>
              <a:gd name="connsiteY2" fmla="*/ 228947 h 229206"/>
            </a:gdLst>
            <a:ahLst/>
            <a:cxnLst>
              <a:cxn ang="0">
                <a:pos x="connsiteX0" y="connsiteY0"/>
              </a:cxn>
              <a:cxn ang="0">
                <a:pos x="connsiteX1" y="connsiteY1"/>
              </a:cxn>
              <a:cxn ang="0">
                <a:pos x="connsiteX2" y="connsiteY2"/>
              </a:cxn>
            </a:cxnLst>
            <a:rect l="l" t="t" r="r" b="b"/>
            <a:pathLst>
              <a:path w="208577" h="229206">
                <a:moveTo>
                  <a:pt x="208440" y="82738"/>
                </a:moveTo>
                <a:cubicBezTo>
                  <a:pt x="203106" y="48543"/>
                  <a:pt x="186247" y="6538"/>
                  <a:pt x="118429" y="347"/>
                </a:cubicBezTo>
                <a:cubicBezTo>
                  <a:pt x="-21969" y="-13369"/>
                  <a:pt x="-42829" y="209897"/>
                  <a:pt x="83568" y="228947"/>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1" name="任意多边形: 形状 19"/>
          <p:cNvSpPr/>
          <p:nvPr>
            <p:custDataLst>
              <p:tags r:id="rId34"/>
            </p:custDataLst>
          </p:nvPr>
        </p:nvSpPr>
        <p:spPr>
          <a:xfrm>
            <a:off x="1942494" y="1474576"/>
            <a:ext cx="218644" cy="217290"/>
          </a:xfrm>
          <a:custGeom>
            <a:avLst/>
            <a:gdLst>
              <a:gd name="connsiteX0" fmla="*/ 113668 w 139680"/>
              <a:gd name="connsiteY0" fmla="*/ 122016 h 138561"/>
              <a:gd name="connsiteX1" fmla="*/ 75568 w 139680"/>
              <a:gd name="connsiteY1" fmla="*/ 382 h 138561"/>
              <a:gd name="connsiteX2" fmla="*/ 16608 w 139680"/>
              <a:gd name="connsiteY2" fmla="*/ 116778 h 138561"/>
              <a:gd name="connsiteX3" fmla="*/ 114049 w 139680"/>
              <a:gd name="connsiteY3" fmla="*/ 122016 h 138561"/>
            </a:gdLst>
            <a:ahLst/>
            <a:cxnLst>
              <a:cxn ang="0">
                <a:pos x="connsiteX0" y="connsiteY0"/>
              </a:cxn>
              <a:cxn ang="0">
                <a:pos x="connsiteX1" y="connsiteY1"/>
              </a:cxn>
              <a:cxn ang="0">
                <a:pos x="connsiteX2" y="connsiteY2"/>
              </a:cxn>
              <a:cxn ang="0">
                <a:pos x="connsiteX3" y="connsiteY3"/>
              </a:cxn>
            </a:cxnLst>
            <a:rect l="l" t="t" r="r" b="b"/>
            <a:pathLst>
              <a:path w="139680" h="138561">
                <a:moveTo>
                  <a:pt x="113668" y="122016"/>
                </a:moveTo>
                <a:cubicBezTo>
                  <a:pt x="159388" y="80392"/>
                  <a:pt x="143195" y="10479"/>
                  <a:pt x="75568" y="382"/>
                </a:cubicBezTo>
                <a:cubicBezTo>
                  <a:pt x="24228" y="-7238"/>
                  <a:pt x="-27683" y="54294"/>
                  <a:pt x="16608" y="116778"/>
                </a:cubicBezTo>
                <a:cubicBezTo>
                  <a:pt x="34039" y="141447"/>
                  <a:pt x="86331" y="147162"/>
                  <a:pt x="114049" y="122016"/>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2" name="任意多边形: 形状 20"/>
          <p:cNvSpPr/>
          <p:nvPr>
            <p:custDataLst>
              <p:tags r:id="rId35"/>
            </p:custDataLst>
          </p:nvPr>
        </p:nvSpPr>
        <p:spPr>
          <a:xfrm>
            <a:off x="1889017" y="1213964"/>
            <a:ext cx="329658" cy="358089"/>
          </a:xfrm>
          <a:custGeom>
            <a:avLst/>
            <a:gdLst>
              <a:gd name="connsiteX0" fmla="*/ 210535 w 210672"/>
              <a:gd name="connsiteY0" fmla="*/ 76816 h 228618"/>
              <a:gd name="connsiteX1" fmla="*/ 114428 w 210672"/>
              <a:gd name="connsiteY1" fmla="*/ -241 h 228618"/>
              <a:gd name="connsiteX2" fmla="*/ 87091 w 210672"/>
              <a:gd name="connsiteY2" fmla="*/ 228359 h 228618"/>
            </a:gdLst>
            <a:ahLst/>
            <a:cxnLst>
              <a:cxn ang="0">
                <a:pos x="connsiteX0" y="connsiteY0"/>
              </a:cxn>
              <a:cxn ang="0">
                <a:pos x="connsiteX1" y="connsiteY1"/>
              </a:cxn>
              <a:cxn ang="0">
                <a:pos x="connsiteX2" y="connsiteY2"/>
              </a:cxn>
            </a:cxnLst>
            <a:rect l="l" t="t" r="r" b="b"/>
            <a:pathLst>
              <a:path w="210672" h="228618">
                <a:moveTo>
                  <a:pt x="210535" y="76816"/>
                </a:moveTo>
                <a:cubicBezTo>
                  <a:pt x="205201" y="42621"/>
                  <a:pt x="186628" y="-1289"/>
                  <a:pt x="114428" y="-241"/>
                </a:cubicBezTo>
                <a:cubicBezTo>
                  <a:pt x="-26637" y="1854"/>
                  <a:pt x="-39401" y="208737"/>
                  <a:pt x="87091" y="228359"/>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3" name="任意多边形: 形状 21"/>
          <p:cNvSpPr/>
          <p:nvPr>
            <p:custDataLst>
              <p:tags r:id="rId36"/>
            </p:custDataLst>
          </p:nvPr>
        </p:nvSpPr>
        <p:spPr>
          <a:xfrm>
            <a:off x="2334428" y="1464423"/>
            <a:ext cx="221352" cy="206459"/>
          </a:xfrm>
          <a:custGeom>
            <a:avLst/>
            <a:gdLst>
              <a:gd name="connsiteX0" fmla="*/ 106042 w 141596"/>
              <a:gd name="connsiteY0" fmla="*/ 7398 h 131496"/>
              <a:gd name="connsiteX1" fmla="*/ 4792 w 141596"/>
              <a:gd name="connsiteY1" fmla="*/ 91694 h 131496"/>
              <a:gd name="connsiteX2" fmla="*/ 136046 w 141596"/>
              <a:gd name="connsiteY2" fmla="*/ 91694 h 131496"/>
              <a:gd name="connsiteX3" fmla="*/ 106042 w 141596"/>
              <a:gd name="connsiteY3" fmla="*/ 7208 h 131496"/>
            </a:gdLst>
            <a:ahLst/>
            <a:cxnLst>
              <a:cxn ang="0">
                <a:pos x="connsiteX0" y="connsiteY0"/>
              </a:cxn>
              <a:cxn ang="0">
                <a:pos x="connsiteX1" y="connsiteY1"/>
              </a:cxn>
              <a:cxn ang="0">
                <a:pos x="connsiteX2" y="connsiteY2"/>
              </a:cxn>
              <a:cxn ang="0">
                <a:pos x="connsiteX3" y="connsiteY3"/>
              </a:cxn>
            </a:cxnLst>
            <a:rect l="l" t="t" r="r" b="b"/>
            <a:pathLst>
              <a:path w="141596" h="131496">
                <a:moveTo>
                  <a:pt x="106042" y="7398"/>
                </a:moveTo>
                <a:cubicBezTo>
                  <a:pt x="58894" y="-15652"/>
                  <a:pt x="-20735" y="13589"/>
                  <a:pt x="4792" y="91694"/>
                </a:cubicBezTo>
                <a:cubicBezTo>
                  <a:pt x="20889" y="141129"/>
                  <a:pt x="111472" y="147606"/>
                  <a:pt x="136046" y="91694"/>
                </a:cubicBezTo>
                <a:cubicBezTo>
                  <a:pt x="149734" y="60024"/>
                  <a:pt x="136646" y="23152"/>
                  <a:pt x="106042" y="720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4" name="任意多边形: 形状 22"/>
          <p:cNvSpPr/>
          <p:nvPr>
            <p:custDataLst>
              <p:tags r:id="rId37"/>
            </p:custDataLst>
          </p:nvPr>
        </p:nvSpPr>
        <p:spPr>
          <a:xfrm>
            <a:off x="2294490" y="1196364"/>
            <a:ext cx="323566" cy="367565"/>
          </a:xfrm>
          <a:custGeom>
            <a:avLst/>
            <a:gdLst>
              <a:gd name="connsiteX0" fmla="*/ 204753 w 206541"/>
              <a:gd name="connsiteY0" fmla="*/ 87440 h 234384"/>
              <a:gd name="connsiteX1" fmla="*/ 122362 w 206541"/>
              <a:gd name="connsiteY1" fmla="*/ 1715 h 234384"/>
              <a:gd name="connsiteX2" fmla="*/ 79880 w 206541"/>
              <a:gd name="connsiteY2" fmla="*/ 234125 h 234384"/>
            </a:gdLst>
            <a:ahLst/>
            <a:cxnLst>
              <a:cxn ang="0">
                <a:pos x="connsiteX0" y="connsiteY0"/>
              </a:cxn>
              <a:cxn ang="0">
                <a:pos x="connsiteX1" y="connsiteY1"/>
              </a:cxn>
              <a:cxn ang="0">
                <a:pos x="connsiteX2" y="connsiteY2"/>
              </a:cxn>
            </a:cxnLst>
            <a:rect l="l" t="t" r="r" b="b"/>
            <a:pathLst>
              <a:path w="206541" h="234384">
                <a:moveTo>
                  <a:pt x="204753" y="87440"/>
                </a:moveTo>
                <a:cubicBezTo>
                  <a:pt x="213040" y="57246"/>
                  <a:pt x="190847" y="14383"/>
                  <a:pt x="122362" y="1715"/>
                </a:cubicBezTo>
                <a:cubicBezTo>
                  <a:pt x="-16322" y="-24288"/>
                  <a:pt x="-46517" y="214789"/>
                  <a:pt x="79880" y="234125"/>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5" name="任意多边形: 形状 23"/>
          <p:cNvSpPr/>
          <p:nvPr>
            <p:custDataLst>
              <p:tags r:id="rId38"/>
            </p:custDataLst>
          </p:nvPr>
        </p:nvSpPr>
        <p:spPr>
          <a:xfrm>
            <a:off x="2751408" y="1460361"/>
            <a:ext cx="220675" cy="209844"/>
          </a:xfrm>
          <a:custGeom>
            <a:avLst/>
            <a:gdLst>
              <a:gd name="connsiteX0" fmla="*/ 112172 w 140899"/>
              <a:gd name="connsiteY0" fmla="*/ 122398 h 133896"/>
              <a:gd name="connsiteX1" fmla="*/ 74072 w 140899"/>
              <a:gd name="connsiteY1" fmla="*/ 859 h 133896"/>
              <a:gd name="connsiteX2" fmla="*/ 12540 w 140899"/>
              <a:gd name="connsiteY2" fmla="*/ 108492 h 133896"/>
              <a:gd name="connsiteX3" fmla="*/ 112457 w 140899"/>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899" h="133896">
                <a:moveTo>
                  <a:pt x="112172" y="122398"/>
                </a:moveTo>
                <a:cubicBezTo>
                  <a:pt x="155796" y="93061"/>
                  <a:pt x="154272" y="17623"/>
                  <a:pt x="74072" y="859"/>
                </a:cubicBezTo>
                <a:cubicBezTo>
                  <a:pt x="23303" y="-9904"/>
                  <a:pt x="-23369" y="59343"/>
                  <a:pt x="12540" y="108492"/>
                </a:cubicBezTo>
                <a:cubicBezTo>
                  <a:pt x="30447" y="132876"/>
                  <a:pt x="81501" y="143353"/>
                  <a:pt x="112457" y="12239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6" name="任意多边形: 形状 24"/>
          <p:cNvSpPr/>
          <p:nvPr>
            <p:custDataLst>
              <p:tags r:id="rId39"/>
            </p:custDataLst>
          </p:nvPr>
        </p:nvSpPr>
        <p:spPr>
          <a:xfrm>
            <a:off x="2708086" y="1190272"/>
            <a:ext cx="319504" cy="368919"/>
          </a:xfrm>
          <a:custGeom>
            <a:avLst/>
            <a:gdLst>
              <a:gd name="connsiteX0" fmla="*/ 203903 w 204039"/>
              <a:gd name="connsiteY0" fmla="*/ 88248 h 235097"/>
              <a:gd name="connsiteX1" fmla="*/ 125131 w 204039"/>
              <a:gd name="connsiteY1" fmla="*/ 333 h 235097"/>
              <a:gd name="connsiteX2" fmla="*/ 79030 w 204039"/>
              <a:gd name="connsiteY2" fmla="*/ 234838 h 235097"/>
            </a:gdLst>
            <a:ahLst/>
            <a:cxnLst>
              <a:cxn ang="0">
                <a:pos x="connsiteX0" y="connsiteY0"/>
              </a:cxn>
              <a:cxn ang="0">
                <a:pos x="connsiteX1" y="connsiteY1"/>
              </a:cxn>
              <a:cxn ang="0">
                <a:pos x="connsiteX2" y="connsiteY2"/>
              </a:cxn>
            </a:cxnLst>
            <a:rect l="l" t="t" r="r" b="b"/>
            <a:pathLst>
              <a:path w="204039" h="235097">
                <a:moveTo>
                  <a:pt x="203903" y="88248"/>
                </a:moveTo>
                <a:cubicBezTo>
                  <a:pt x="198569" y="54053"/>
                  <a:pt x="192949" y="7000"/>
                  <a:pt x="125131" y="333"/>
                </a:cubicBezTo>
                <a:cubicBezTo>
                  <a:pt x="-15267" y="-13383"/>
                  <a:pt x="-47462" y="215502"/>
                  <a:pt x="79030" y="234838"/>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7" name="任意多边形: 形状 25"/>
          <p:cNvSpPr/>
          <p:nvPr>
            <p:custDataLst>
              <p:tags r:id="rId40"/>
            </p:custDataLst>
          </p:nvPr>
        </p:nvSpPr>
        <p:spPr>
          <a:xfrm>
            <a:off x="3162973" y="1465100"/>
            <a:ext cx="220675" cy="212552"/>
          </a:xfrm>
          <a:custGeom>
            <a:avLst/>
            <a:gdLst>
              <a:gd name="connsiteX0" fmla="*/ 113794 w 140833"/>
              <a:gd name="connsiteY0" fmla="*/ 121469 h 135602"/>
              <a:gd name="connsiteX1" fmla="*/ 75694 w 140833"/>
              <a:gd name="connsiteY1" fmla="*/ -165 h 135602"/>
              <a:gd name="connsiteX2" fmla="*/ 16640 w 140833"/>
              <a:gd name="connsiteY2" fmla="*/ 114135 h 135602"/>
              <a:gd name="connsiteX3" fmla="*/ 114080 w 140833"/>
              <a:gd name="connsiteY3" fmla="*/ 121850 h 135602"/>
            </a:gdLst>
            <a:ahLst/>
            <a:cxnLst>
              <a:cxn ang="0">
                <a:pos x="connsiteX0" y="connsiteY0"/>
              </a:cxn>
              <a:cxn ang="0">
                <a:pos x="connsiteX1" y="connsiteY1"/>
              </a:cxn>
              <a:cxn ang="0">
                <a:pos x="connsiteX2" y="connsiteY2"/>
              </a:cxn>
              <a:cxn ang="0">
                <a:pos x="connsiteX3" y="connsiteY3"/>
              </a:cxn>
            </a:cxnLst>
            <a:rect l="l" t="t" r="r" b="b"/>
            <a:pathLst>
              <a:path w="140833" h="135602">
                <a:moveTo>
                  <a:pt x="113794" y="121469"/>
                </a:moveTo>
                <a:cubicBezTo>
                  <a:pt x="157324" y="92037"/>
                  <a:pt x="150370" y="-3689"/>
                  <a:pt x="75694" y="-165"/>
                </a:cubicBezTo>
                <a:cubicBezTo>
                  <a:pt x="23783" y="2311"/>
                  <a:pt x="-27556" y="51270"/>
                  <a:pt x="16640" y="114135"/>
                </a:cubicBezTo>
                <a:cubicBezTo>
                  <a:pt x="34166" y="138805"/>
                  <a:pt x="83315" y="142710"/>
                  <a:pt x="114080" y="121850"/>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0" name="任意多边形: 形状 26"/>
          <p:cNvSpPr/>
          <p:nvPr>
            <p:custDataLst>
              <p:tags r:id="rId41"/>
            </p:custDataLst>
          </p:nvPr>
        </p:nvSpPr>
        <p:spPr>
          <a:xfrm>
            <a:off x="3114912" y="1202456"/>
            <a:ext cx="326274" cy="360119"/>
          </a:xfrm>
          <a:custGeom>
            <a:avLst/>
            <a:gdLst>
              <a:gd name="connsiteX0" fmla="*/ 208440 w 208577"/>
              <a:gd name="connsiteY0" fmla="*/ 82738 h 229682"/>
              <a:gd name="connsiteX1" fmla="*/ 118429 w 208577"/>
              <a:gd name="connsiteY1" fmla="*/ 347 h 229682"/>
              <a:gd name="connsiteX2" fmla="*/ 83568 w 208577"/>
              <a:gd name="connsiteY2" fmla="*/ 229423 h 229682"/>
            </a:gdLst>
            <a:ahLst/>
            <a:cxnLst>
              <a:cxn ang="0">
                <a:pos x="connsiteX0" y="connsiteY0"/>
              </a:cxn>
              <a:cxn ang="0">
                <a:pos x="connsiteX1" y="connsiteY1"/>
              </a:cxn>
              <a:cxn ang="0">
                <a:pos x="connsiteX2" y="connsiteY2"/>
              </a:cxn>
            </a:cxnLst>
            <a:rect l="l" t="t" r="r" b="b"/>
            <a:pathLst>
              <a:path w="208577" h="229682">
                <a:moveTo>
                  <a:pt x="208440" y="82738"/>
                </a:moveTo>
                <a:cubicBezTo>
                  <a:pt x="203106" y="48543"/>
                  <a:pt x="186247" y="6538"/>
                  <a:pt x="118429" y="347"/>
                </a:cubicBezTo>
                <a:cubicBezTo>
                  <a:pt x="-21970" y="-13369"/>
                  <a:pt x="-42829" y="209897"/>
                  <a:pt x="83568" y="229423"/>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1" name="任意多边形: 形状 27"/>
          <p:cNvSpPr/>
          <p:nvPr>
            <p:custDataLst>
              <p:tags r:id="rId42"/>
            </p:custDataLst>
          </p:nvPr>
        </p:nvSpPr>
        <p:spPr>
          <a:xfrm>
            <a:off x="3583338" y="1485407"/>
            <a:ext cx="218644" cy="217290"/>
          </a:xfrm>
          <a:custGeom>
            <a:avLst/>
            <a:gdLst>
              <a:gd name="connsiteX0" fmla="*/ 113627 w 139639"/>
              <a:gd name="connsiteY0" fmla="*/ 121922 h 138498"/>
              <a:gd name="connsiteX1" fmla="*/ 75527 w 139639"/>
              <a:gd name="connsiteY1" fmla="*/ 383 h 138498"/>
              <a:gd name="connsiteX2" fmla="*/ 16567 w 139639"/>
              <a:gd name="connsiteY2" fmla="*/ 116683 h 138498"/>
              <a:gd name="connsiteX3" fmla="*/ 114008 w 139639"/>
              <a:gd name="connsiteY3" fmla="*/ 121922 h 138498"/>
            </a:gdLst>
            <a:ahLst/>
            <a:cxnLst>
              <a:cxn ang="0">
                <a:pos x="connsiteX0" y="connsiteY0"/>
              </a:cxn>
              <a:cxn ang="0">
                <a:pos x="connsiteX1" y="connsiteY1"/>
              </a:cxn>
              <a:cxn ang="0">
                <a:pos x="connsiteX2" y="connsiteY2"/>
              </a:cxn>
              <a:cxn ang="0">
                <a:pos x="connsiteX3" y="connsiteY3"/>
              </a:cxn>
            </a:cxnLst>
            <a:rect l="l" t="t" r="r" b="b"/>
            <a:pathLst>
              <a:path w="139639" h="138498">
                <a:moveTo>
                  <a:pt x="113627" y="121922"/>
                </a:moveTo>
                <a:cubicBezTo>
                  <a:pt x="159347" y="80298"/>
                  <a:pt x="143154" y="10384"/>
                  <a:pt x="75527" y="383"/>
                </a:cubicBezTo>
                <a:cubicBezTo>
                  <a:pt x="24187" y="-7237"/>
                  <a:pt x="-27629" y="54199"/>
                  <a:pt x="16567" y="116683"/>
                </a:cubicBezTo>
                <a:cubicBezTo>
                  <a:pt x="33998" y="141448"/>
                  <a:pt x="86290" y="147068"/>
                  <a:pt x="114008" y="121922"/>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7" name="任意多边形: 形状 28"/>
          <p:cNvSpPr/>
          <p:nvPr>
            <p:custDataLst>
              <p:tags r:id="rId43"/>
            </p:custDataLst>
          </p:nvPr>
        </p:nvSpPr>
        <p:spPr>
          <a:xfrm>
            <a:off x="3529862" y="1225471"/>
            <a:ext cx="329658" cy="358766"/>
          </a:xfrm>
          <a:custGeom>
            <a:avLst/>
            <a:gdLst>
              <a:gd name="connsiteX0" fmla="*/ 210535 w 210672"/>
              <a:gd name="connsiteY0" fmla="*/ 76724 h 228621"/>
              <a:gd name="connsiteX1" fmla="*/ 114428 w 210672"/>
              <a:gd name="connsiteY1" fmla="*/ -238 h 228621"/>
              <a:gd name="connsiteX2" fmla="*/ 87091 w 210672"/>
              <a:gd name="connsiteY2" fmla="*/ 228362 h 228621"/>
            </a:gdLst>
            <a:ahLst/>
            <a:cxnLst>
              <a:cxn ang="0">
                <a:pos x="connsiteX0" y="connsiteY0"/>
              </a:cxn>
              <a:cxn ang="0">
                <a:pos x="connsiteX1" y="connsiteY1"/>
              </a:cxn>
              <a:cxn ang="0">
                <a:pos x="connsiteX2" y="connsiteY2"/>
              </a:cxn>
            </a:cxnLst>
            <a:rect l="l" t="t" r="r" b="b"/>
            <a:pathLst>
              <a:path w="210672" h="228621">
                <a:moveTo>
                  <a:pt x="210535" y="76724"/>
                </a:moveTo>
                <a:cubicBezTo>
                  <a:pt x="205201" y="42530"/>
                  <a:pt x="186723" y="-1381"/>
                  <a:pt x="114428" y="-238"/>
                </a:cubicBezTo>
                <a:cubicBezTo>
                  <a:pt x="-26637" y="1763"/>
                  <a:pt x="-39401" y="208646"/>
                  <a:pt x="87091" y="228362"/>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8" name="任意多边形: 形状 29"/>
          <p:cNvSpPr/>
          <p:nvPr>
            <p:custDataLst>
              <p:tags r:id="rId44"/>
            </p:custDataLst>
          </p:nvPr>
        </p:nvSpPr>
        <p:spPr>
          <a:xfrm>
            <a:off x="3986780" y="1500299"/>
            <a:ext cx="220675" cy="209844"/>
          </a:xfrm>
          <a:custGeom>
            <a:avLst/>
            <a:gdLst>
              <a:gd name="connsiteX0" fmla="*/ 112171 w 140829"/>
              <a:gd name="connsiteY0" fmla="*/ 122398 h 133896"/>
              <a:gd name="connsiteX1" fmla="*/ 74071 w 140829"/>
              <a:gd name="connsiteY1" fmla="*/ 859 h 133896"/>
              <a:gd name="connsiteX2" fmla="*/ 12540 w 140829"/>
              <a:gd name="connsiteY2" fmla="*/ 108491 h 133896"/>
              <a:gd name="connsiteX3" fmla="*/ 112552 w 140829"/>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829" h="133896">
                <a:moveTo>
                  <a:pt x="112171" y="122398"/>
                </a:moveTo>
                <a:cubicBezTo>
                  <a:pt x="155701" y="93061"/>
                  <a:pt x="154177" y="17623"/>
                  <a:pt x="74071" y="859"/>
                </a:cubicBezTo>
                <a:cubicBezTo>
                  <a:pt x="23303" y="-9904"/>
                  <a:pt x="-23370" y="59342"/>
                  <a:pt x="12540" y="108491"/>
                </a:cubicBezTo>
                <a:cubicBezTo>
                  <a:pt x="30447" y="132875"/>
                  <a:pt x="81501" y="143353"/>
                  <a:pt x="112552" y="12239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9" name="任意多边形: 形状 30"/>
          <p:cNvSpPr/>
          <p:nvPr>
            <p:custDataLst>
              <p:tags r:id="rId45"/>
            </p:custDataLst>
          </p:nvPr>
        </p:nvSpPr>
        <p:spPr>
          <a:xfrm>
            <a:off x="3943457" y="1230210"/>
            <a:ext cx="319504" cy="368919"/>
          </a:xfrm>
          <a:custGeom>
            <a:avLst/>
            <a:gdLst>
              <a:gd name="connsiteX0" fmla="*/ 203903 w 204040"/>
              <a:gd name="connsiteY0" fmla="*/ 88241 h 235185"/>
              <a:gd name="connsiteX1" fmla="*/ 125131 w 204040"/>
              <a:gd name="connsiteY1" fmla="*/ 325 h 235185"/>
              <a:gd name="connsiteX2" fmla="*/ 79030 w 204040"/>
              <a:gd name="connsiteY2" fmla="*/ 234926 h 235185"/>
            </a:gdLst>
            <a:ahLst/>
            <a:cxnLst>
              <a:cxn ang="0">
                <a:pos x="connsiteX0" y="connsiteY0"/>
              </a:cxn>
              <a:cxn ang="0">
                <a:pos x="connsiteX1" y="connsiteY1"/>
              </a:cxn>
              <a:cxn ang="0">
                <a:pos x="connsiteX2" y="connsiteY2"/>
              </a:cxn>
            </a:cxnLst>
            <a:rect l="l" t="t" r="r" b="b"/>
            <a:pathLst>
              <a:path w="204040" h="235185">
                <a:moveTo>
                  <a:pt x="203903" y="88241"/>
                </a:moveTo>
                <a:cubicBezTo>
                  <a:pt x="198569" y="54046"/>
                  <a:pt x="192949" y="6992"/>
                  <a:pt x="125131" y="325"/>
                </a:cubicBezTo>
                <a:cubicBezTo>
                  <a:pt x="-15267" y="-13296"/>
                  <a:pt x="-47462" y="215495"/>
                  <a:pt x="79030" y="234926"/>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0" name="任意多边形: 形状 31"/>
          <p:cNvSpPr/>
          <p:nvPr>
            <p:custDataLst>
              <p:tags r:id="rId46"/>
            </p:custDataLst>
          </p:nvPr>
        </p:nvSpPr>
        <p:spPr>
          <a:xfrm>
            <a:off x="4404437" y="1530760"/>
            <a:ext cx="220675" cy="212552"/>
          </a:xfrm>
          <a:custGeom>
            <a:avLst/>
            <a:gdLst>
              <a:gd name="connsiteX0" fmla="*/ 113795 w 140833"/>
              <a:gd name="connsiteY0" fmla="*/ 121379 h 135591"/>
              <a:gd name="connsiteX1" fmla="*/ 75695 w 140833"/>
              <a:gd name="connsiteY1" fmla="*/ -160 h 135591"/>
              <a:gd name="connsiteX2" fmla="*/ 16640 w 140833"/>
              <a:gd name="connsiteY2" fmla="*/ 114140 h 135591"/>
              <a:gd name="connsiteX3" fmla="*/ 114080 w 140833"/>
              <a:gd name="connsiteY3" fmla="*/ 121760 h 135591"/>
            </a:gdLst>
            <a:ahLst/>
            <a:cxnLst>
              <a:cxn ang="0">
                <a:pos x="connsiteX0" y="connsiteY0"/>
              </a:cxn>
              <a:cxn ang="0">
                <a:pos x="connsiteX1" y="connsiteY1"/>
              </a:cxn>
              <a:cxn ang="0">
                <a:pos x="connsiteX2" y="connsiteY2"/>
              </a:cxn>
              <a:cxn ang="0">
                <a:pos x="connsiteX3" y="connsiteY3"/>
              </a:cxn>
            </a:cxnLst>
            <a:rect l="l" t="t" r="r" b="b"/>
            <a:pathLst>
              <a:path w="140833" h="135591">
                <a:moveTo>
                  <a:pt x="113795" y="121379"/>
                </a:moveTo>
                <a:cubicBezTo>
                  <a:pt x="157324" y="92042"/>
                  <a:pt x="150371" y="-3779"/>
                  <a:pt x="75695" y="-160"/>
                </a:cubicBezTo>
                <a:cubicBezTo>
                  <a:pt x="23783" y="2317"/>
                  <a:pt x="-27556" y="51180"/>
                  <a:pt x="16640" y="114140"/>
                </a:cubicBezTo>
                <a:cubicBezTo>
                  <a:pt x="34166" y="138810"/>
                  <a:pt x="83315" y="142715"/>
                  <a:pt x="114080" y="121760"/>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1" name="任意多边形: 形状 32"/>
          <p:cNvSpPr/>
          <p:nvPr>
            <p:custDataLst>
              <p:tags r:id="rId47"/>
            </p:custDataLst>
          </p:nvPr>
        </p:nvSpPr>
        <p:spPr>
          <a:xfrm>
            <a:off x="4357053" y="1268117"/>
            <a:ext cx="326274" cy="359442"/>
          </a:xfrm>
          <a:custGeom>
            <a:avLst/>
            <a:gdLst>
              <a:gd name="connsiteX0" fmla="*/ 208440 w 208577"/>
              <a:gd name="connsiteY0" fmla="*/ 82738 h 229206"/>
              <a:gd name="connsiteX1" fmla="*/ 118429 w 208577"/>
              <a:gd name="connsiteY1" fmla="*/ 347 h 229206"/>
              <a:gd name="connsiteX2" fmla="*/ 83567 w 208577"/>
              <a:gd name="connsiteY2" fmla="*/ 228947 h 229206"/>
            </a:gdLst>
            <a:ahLst/>
            <a:cxnLst>
              <a:cxn ang="0">
                <a:pos x="connsiteX0" y="connsiteY0"/>
              </a:cxn>
              <a:cxn ang="0">
                <a:pos x="connsiteX1" y="connsiteY1"/>
              </a:cxn>
              <a:cxn ang="0">
                <a:pos x="connsiteX2" y="connsiteY2"/>
              </a:cxn>
            </a:cxnLst>
            <a:rect l="l" t="t" r="r" b="b"/>
            <a:pathLst>
              <a:path w="208577" h="229206">
                <a:moveTo>
                  <a:pt x="208440" y="82738"/>
                </a:moveTo>
                <a:cubicBezTo>
                  <a:pt x="203106" y="48543"/>
                  <a:pt x="186247" y="6538"/>
                  <a:pt x="118429" y="347"/>
                </a:cubicBezTo>
                <a:cubicBezTo>
                  <a:pt x="-21969" y="-13369"/>
                  <a:pt x="-42829" y="209897"/>
                  <a:pt x="83567" y="228947"/>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2" name="任意多边形: 形状 33"/>
          <p:cNvSpPr/>
          <p:nvPr>
            <p:custDataLst>
              <p:tags r:id="rId48"/>
            </p:custDataLst>
          </p:nvPr>
        </p:nvSpPr>
        <p:spPr>
          <a:xfrm>
            <a:off x="4834279" y="1569345"/>
            <a:ext cx="218644" cy="217290"/>
          </a:xfrm>
          <a:custGeom>
            <a:avLst/>
            <a:gdLst>
              <a:gd name="connsiteX0" fmla="*/ 113668 w 139680"/>
              <a:gd name="connsiteY0" fmla="*/ 121922 h 138498"/>
              <a:gd name="connsiteX1" fmla="*/ 75568 w 139680"/>
              <a:gd name="connsiteY1" fmla="*/ 383 h 138498"/>
              <a:gd name="connsiteX2" fmla="*/ 16608 w 139680"/>
              <a:gd name="connsiteY2" fmla="*/ 116683 h 138498"/>
              <a:gd name="connsiteX3" fmla="*/ 114049 w 139680"/>
              <a:gd name="connsiteY3" fmla="*/ 121922 h 138498"/>
            </a:gdLst>
            <a:ahLst/>
            <a:cxnLst>
              <a:cxn ang="0">
                <a:pos x="connsiteX0" y="connsiteY0"/>
              </a:cxn>
              <a:cxn ang="0">
                <a:pos x="connsiteX1" y="connsiteY1"/>
              </a:cxn>
              <a:cxn ang="0">
                <a:pos x="connsiteX2" y="connsiteY2"/>
              </a:cxn>
              <a:cxn ang="0">
                <a:pos x="connsiteX3" y="connsiteY3"/>
              </a:cxn>
            </a:cxnLst>
            <a:rect l="l" t="t" r="r" b="b"/>
            <a:pathLst>
              <a:path w="139680" h="138498">
                <a:moveTo>
                  <a:pt x="113668" y="121922"/>
                </a:moveTo>
                <a:cubicBezTo>
                  <a:pt x="159388" y="80298"/>
                  <a:pt x="143195" y="10384"/>
                  <a:pt x="75568" y="383"/>
                </a:cubicBezTo>
                <a:cubicBezTo>
                  <a:pt x="24228" y="-7237"/>
                  <a:pt x="-27683" y="54199"/>
                  <a:pt x="16608" y="116683"/>
                </a:cubicBezTo>
                <a:cubicBezTo>
                  <a:pt x="34039" y="141448"/>
                  <a:pt x="86331" y="147068"/>
                  <a:pt x="114049" y="121922"/>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3" name="任意多边形: 形状 34"/>
          <p:cNvSpPr/>
          <p:nvPr>
            <p:custDataLst>
              <p:tags r:id="rId49"/>
            </p:custDataLst>
          </p:nvPr>
        </p:nvSpPr>
        <p:spPr>
          <a:xfrm>
            <a:off x="4780803" y="1321593"/>
            <a:ext cx="329658" cy="358089"/>
          </a:xfrm>
          <a:custGeom>
            <a:avLst/>
            <a:gdLst>
              <a:gd name="connsiteX0" fmla="*/ 210550 w 210687"/>
              <a:gd name="connsiteY0" fmla="*/ 76816 h 228618"/>
              <a:gd name="connsiteX1" fmla="*/ 114443 w 210687"/>
              <a:gd name="connsiteY1" fmla="*/ -241 h 228618"/>
              <a:gd name="connsiteX2" fmla="*/ 87011 w 210687"/>
              <a:gd name="connsiteY2" fmla="*/ 228359 h 228618"/>
            </a:gdLst>
            <a:ahLst/>
            <a:cxnLst>
              <a:cxn ang="0">
                <a:pos x="connsiteX0" y="connsiteY0"/>
              </a:cxn>
              <a:cxn ang="0">
                <a:pos x="connsiteX1" y="connsiteY1"/>
              </a:cxn>
              <a:cxn ang="0">
                <a:pos x="connsiteX2" y="connsiteY2"/>
              </a:cxn>
            </a:cxnLst>
            <a:rect l="l" t="t" r="r" b="b"/>
            <a:pathLst>
              <a:path w="210687" h="228618">
                <a:moveTo>
                  <a:pt x="210550" y="76816"/>
                </a:moveTo>
                <a:cubicBezTo>
                  <a:pt x="205216" y="42621"/>
                  <a:pt x="186642" y="-1289"/>
                  <a:pt x="114443" y="-241"/>
                </a:cubicBezTo>
                <a:cubicBezTo>
                  <a:pt x="-26622" y="1854"/>
                  <a:pt x="-39386" y="208737"/>
                  <a:pt x="87011" y="228359"/>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4" name="矩形 10"/>
          <p:cNvSpPr/>
          <p:nvPr>
            <p:custDataLst>
              <p:tags r:id="rId50"/>
            </p:custDataLst>
          </p:nvPr>
        </p:nvSpPr>
        <p:spPr>
          <a:xfrm>
            <a:off x="274320" y="2257425"/>
            <a:ext cx="5588000" cy="427355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en-US" sz="2400" b="1" dirty="0">
                <a:ln>
                  <a:noFill/>
                  <a:prstDash val="sysDot"/>
                </a:ln>
                <a:solidFill>
                  <a:srgbClr val="FFFFFF"/>
                </a:solidFill>
                <a:latin typeface="+mn-ea"/>
                <a:cs typeface="+mn-ea"/>
              </a:rPr>
              <a:t>1.</a:t>
            </a:r>
            <a:r>
              <a:rPr lang="zh-CN" altLang="en-US" sz="2400" b="1" dirty="0">
                <a:ln>
                  <a:noFill/>
                  <a:prstDash val="sysDot"/>
                </a:ln>
                <a:solidFill>
                  <a:srgbClr val="FFFFFF"/>
                </a:solidFill>
                <a:latin typeface="+mn-ea"/>
                <a:cs typeface="+mn-ea"/>
              </a:rPr>
              <a:t>法律面前人人平等原则。</a:t>
            </a:r>
            <a:r>
              <a:rPr lang="zh-CN" altLang="en-US" sz="2400" dirty="0">
                <a:ln>
                  <a:noFill/>
                  <a:prstDash val="sysDot"/>
                </a:ln>
                <a:solidFill>
                  <a:srgbClr val="FFFFFF"/>
                </a:solidFill>
                <a:latin typeface="+mn-ea"/>
                <a:cs typeface="+mn-ea"/>
              </a:rPr>
              <a:t>具体内容包括：所有公民</a:t>
            </a:r>
            <a:r>
              <a:rPr lang="zh-CN" altLang="en-US" sz="2400" b="1" dirty="0">
                <a:ln>
                  <a:noFill/>
                  <a:prstDash val="sysDot"/>
                </a:ln>
                <a:solidFill>
                  <a:srgbClr val="FFFFFF"/>
                </a:solidFill>
                <a:latin typeface="+mn-ea"/>
                <a:cs typeface="+mn-ea"/>
              </a:rPr>
              <a:t>平等地亨有权利和平等地履行义务</a:t>
            </a:r>
            <a:r>
              <a:rPr lang="zh-CN" altLang="en-US" sz="2400" dirty="0">
                <a:ln>
                  <a:noFill/>
                  <a:prstDash val="sysDot"/>
                </a:ln>
                <a:solidFill>
                  <a:srgbClr val="FFFFFF"/>
                </a:solidFill>
                <a:latin typeface="+mn-ea"/>
                <a:cs typeface="+mn-ea"/>
              </a:rPr>
              <a:t>；所有公民都要遵守法律，</a:t>
            </a:r>
            <a:r>
              <a:rPr lang="zh-CN" altLang="en-US" sz="2400" b="1" dirty="0">
                <a:ln>
                  <a:noFill/>
                  <a:prstDash val="sysDot"/>
                </a:ln>
                <a:solidFill>
                  <a:srgbClr val="FFFFFF"/>
                </a:solidFill>
                <a:latin typeface="+mn-ea"/>
                <a:cs typeface="+mn-ea"/>
              </a:rPr>
              <a:t>不允许有超越法律规定的任何特权</a:t>
            </a:r>
            <a:r>
              <a:rPr lang="zh-CN" altLang="en-US" sz="2400" dirty="0">
                <a:ln>
                  <a:noFill/>
                  <a:prstDash val="sysDot"/>
                </a:ln>
                <a:solidFill>
                  <a:srgbClr val="FFFFFF"/>
                </a:solidFill>
                <a:latin typeface="+mn-ea"/>
                <a:cs typeface="+mn-ea"/>
              </a:rPr>
              <a:t>；所有公民在司法上一律平等，即</a:t>
            </a:r>
            <a:r>
              <a:rPr lang="zh-CN" altLang="en-US" sz="2400" b="1" dirty="0">
                <a:ln>
                  <a:noFill/>
                  <a:prstDash val="sysDot"/>
                </a:ln>
                <a:solidFill>
                  <a:srgbClr val="FFFFFF"/>
                </a:solidFill>
                <a:latin typeface="+mn-ea"/>
                <a:cs typeface="+mn-ea"/>
              </a:rPr>
              <a:t>法律适用上的平等</a:t>
            </a:r>
            <a:r>
              <a:rPr lang="zh-CN" altLang="en-US" sz="2400" dirty="0">
                <a:ln>
                  <a:noFill/>
                  <a:prstDash val="sysDot"/>
                </a:ln>
                <a:solidFill>
                  <a:srgbClr val="FFFFFF"/>
                </a:solidFill>
                <a:latin typeface="+mn-ea"/>
                <a:cs typeface="+mn-ea"/>
              </a:rPr>
              <a:t>；法律规定公民权利能力的平等，同等条件下具有获得相同权利的资格，但不意味着行为能力的绝对平等。</a:t>
            </a:r>
            <a:endParaRPr lang="zh-CN" altLang="en-US" sz="2400" dirty="0">
              <a:ln>
                <a:noFill/>
                <a:prstDash val="sysDot"/>
              </a:ln>
              <a:solidFill>
                <a:srgbClr val="FFFFFF"/>
              </a:solidFill>
              <a:latin typeface="+mn-ea"/>
              <a:cs typeface="+mn-ea"/>
            </a:endParaRPr>
          </a:p>
        </p:txBody>
      </p:sp>
      <p:sp>
        <p:nvSpPr>
          <p:cNvPr id="82" name="矩形 11"/>
          <p:cNvSpPr/>
          <p:nvPr>
            <p:custDataLst>
              <p:tags r:id="rId51"/>
            </p:custDataLst>
          </p:nvPr>
        </p:nvSpPr>
        <p:spPr>
          <a:xfrm>
            <a:off x="6341355" y="2418840"/>
            <a:ext cx="5449418" cy="3965277"/>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en-US" sz="2400" b="1" dirty="0">
                <a:ln>
                  <a:noFill/>
                  <a:prstDash val="sysDot"/>
                </a:ln>
                <a:solidFill>
                  <a:srgbClr val="FFFFFF"/>
                </a:solidFill>
                <a:latin typeface="+mn-ea"/>
                <a:cs typeface="+mn-ea"/>
                <a:sym typeface="+mn-ea"/>
              </a:rPr>
              <a:t>2.</a:t>
            </a:r>
            <a:r>
              <a:rPr lang="zh-CN" altLang="en-US" sz="2400" b="1" dirty="0">
                <a:ln>
                  <a:noFill/>
                  <a:prstDash val="sysDot"/>
                </a:ln>
                <a:solidFill>
                  <a:srgbClr val="FFFFFF"/>
                </a:solidFill>
                <a:latin typeface="+mn-ea"/>
                <a:cs typeface="+mn-ea"/>
                <a:sym typeface="+mn-ea"/>
              </a:rPr>
              <a:t>禁止不合理的差别对待原则。</a:t>
            </a:r>
            <a:r>
              <a:rPr lang="zh-CN" altLang="en-US" sz="2400" dirty="0">
                <a:ln>
                  <a:noFill/>
                  <a:prstDash val="sysDot"/>
                </a:ln>
                <a:solidFill>
                  <a:srgbClr val="FFFFFF"/>
                </a:solidFill>
                <a:latin typeface="+mn-ea"/>
                <a:cs typeface="+mn-ea"/>
                <a:sym typeface="+mn-ea"/>
              </a:rPr>
              <a:t>平等权的相对性客观上允许合理差别措施的存在，在特定历史时期、在一定范围内存在的差别是具有合理性的。</a:t>
            </a:r>
            <a:r>
              <a:rPr lang="zh-CN" altLang="en-US" sz="2400" b="1" dirty="0">
                <a:ln>
                  <a:noFill/>
                  <a:prstDash val="sysDot"/>
                </a:ln>
                <a:solidFill>
                  <a:srgbClr val="FFFFFF"/>
                </a:solidFill>
                <a:latin typeface="+mn-ea"/>
                <a:cs typeface="+mn-ea"/>
                <a:sym typeface="+mn-ea"/>
              </a:rPr>
              <a:t>如宪法对全国人大代表的言论免责权作了特殊规</a:t>
            </a:r>
            <a:endParaRPr lang="en-US" altLang="zh-CN" sz="2400" b="1" dirty="0">
              <a:ln>
                <a:noFill/>
                <a:prstDash val="sysDot"/>
              </a:ln>
              <a:solidFill>
                <a:srgbClr val="FFFFFF"/>
              </a:solidFill>
              <a:latin typeface="+mn-ea"/>
              <a:cs typeface="+mn-ea"/>
              <a:sym typeface="+mn-ea"/>
            </a:endParaRPr>
          </a:p>
          <a:p>
            <a:pPr>
              <a:lnSpc>
                <a:spcPct val="150000"/>
              </a:lnSpc>
              <a:spcBef>
                <a:spcPct val="0"/>
              </a:spcBef>
              <a:spcAft>
                <a:spcPct val="0"/>
              </a:spcAft>
            </a:pPr>
            <a:r>
              <a:rPr lang="zh-CN" altLang="zh-CN" sz="2400" b="1" dirty="0">
                <a:ln>
                  <a:noFill/>
                  <a:prstDash val="sysDot"/>
                </a:ln>
                <a:solidFill>
                  <a:srgbClr val="FFFFFF"/>
                </a:solidFill>
                <a:latin typeface="+mn-ea"/>
                <a:cs typeface="+mn-ea"/>
                <a:sym typeface="+mn-ea"/>
              </a:rPr>
              <a:t>定，</a:t>
            </a:r>
            <a:r>
              <a:rPr lang="zh-CN" altLang="zh-CN" sz="2400" dirty="0">
                <a:ln>
                  <a:noFill/>
                  <a:prstDash val="sysDot"/>
                </a:ln>
                <a:solidFill>
                  <a:srgbClr val="FFFFFF"/>
                </a:solidFill>
                <a:latin typeface="+mn-ea"/>
                <a:cs typeface="+mn-ea"/>
                <a:sym typeface="+mn-ea"/>
              </a:rPr>
              <a:t>这一权利是人民代表基于其取得的代表资格而享有的，其他公民不能享有。</a:t>
            </a:r>
            <a:endParaRPr lang="zh-CN" altLang="zh-CN" sz="2400" dirty="0">
              <a:ln>
                <a:noFill/>
                <a:prstDash val="sysDot"/>
              </a:ln>
              <a:solidFill>
                <a:srgbClr val="FFFFFF"/>
              </a:solidFill>
              <a:latin typeface="+mn-ea"/>
              <a:cs typeface="+mn-ea"/>
              <a:sym typeface="+mn-ea"/>
            </a:endParaRPr>
          </a:p>
        </p:txBody>
      </p:sp>
      <p:sp>
        <p:nvSpPr>
          <p:cNvPr id="83" name="矩形 12"/>
          <p:cNvSpPr/>
          <p:nvPr>
            <p:custDataLst>
              <p:tags r:id="rId52"/>
            </p:custDataLst>
          </p:nvPr>
        </p:nvSpPr>
        <p:spPr>
          <a:xfrm>
            <a:off x="366395" y="1358265"/>
            <a:ext cx="1027430" cy="899795"/>
          </a:xfrm>
          <a:prstGeom prst="rect">
            <a:avLst/>
          </a:prstGeom>
          <a:noFill/>
        </p:spPr>
        <p:txBody>
          <a:bodyPr wrap="none" lIns="0" tIns="0" rIns="0" bIns="0" rtlCol="0" anchor="b">
            <a:noAutofit/>
          </a:bodyPr>
          <a:lstStyle/>
          <a:p>
            <a:pPr>
              <a:spcBef>
                <a:spcPct val="0"/>
              </a:spcBef>
              <a:spcAft>
                <a:spcPct val="0"/>
              </a:spcAft>
              <a:buClr>
                <a:schemeClr val="accent1"/>
              </a:buClr>
              <a:buSzPct val="70000"/>
            </a:pPr>
            <a:r>
              <a:rPr lang="en-US" altLang="zh-CN" sz="5400" b="1">
                <a:solidFill>
                  <a:srgbClr val="FFFFFF"/>
                </a:solidFill>
                <a:latin typeface="微软雅黑" panose="020B0503020204020204" charset="-122"/>
                <a:ea typeface="微软雅黑" panose="020B0503020204020204" charset="-122"/>
                <a:cs typeface="+mn-ea"/>
              </a:rPr>
              <a:t>01</a:t>
            </a:r>
            <a:endParaRPr lang="en-US" altLang="zh-CN" sz="5400" b="1">
              <a:solidFill>
                <a:srgbClr val="FFFFFF"/>
              </a:solidFill>
              <a:latin typeface="微软雅黑" panose="020B0503020204020204" charset="-122"/>
              <a:ea typeface="微软雅黑" panose="020B0503020204020204" charset="-122"/>
              <a:cs typeface="+mn-ea"/>
            </a:endParaRPr>
          </a:p>
        </p:txBody>
      </p:sp>
      <p:sp>
        <p:nvSpPr>
          <p:cNvPr id="84" name="矩形 13"/>
          <p:cNvSpPr/>
          <p:nvPr>
            <p:custDataLst>
              <p:tags r:id="rId53"/>
            </p:custDataLst>
          </p:nvPr>
        </p:nvSpPr>
        <p:spPr>
          <a:xfrm>
            <a:off x="6724173" y="1518686"/>
            <a:ext cx="4684259" cy="900298"/>
          </a:xfrm>
          <a:prstGeom prst="rect">
            <a:avLst/>
          </a:prstGeom>
          <a:noFill/>
        </p:spPr>
        <p:txBody>
          <a:bodyPr wrap="none" lIns="0" tIns="0" rIns="0" bIns="0" rtlCol="0" anchor="b">
            <a:normAutofit/>
          </a:bodyPr>
          <a:lstStyle/>
          <a:p>
            <a:pPr algn="r">
              <a:spcBef>
                <a:spcPct val="0"/>
              </a:spcBef>
              <a:spcAft>
                <a:spcPct val="0"/>
              </a:spcAft>
              <a:buClr>
                <a:schemeClr val="accent1"/>
              </a:buClr>
              <a:buSzPct val="70000"/>
            </a:pPr>
            <a:r>
              <a:rPr lang="en-US" altLang="zh-CN" sz="5400" b="1">
                <a:solidFill>
                  <a:srgbClr val="FFFFFF"/>
                </a:solidFill>
                <a:latin typeface="+mn-ea"/>
                <a:cs typeface="+mn-ea"/>
              </a:rPr>
              <a:t>02</a:t>
            </a:r>
            <a:endParaRPr lang="en-US" altLang="zh-CN" sz="5400" b="1">
              <a:solidFill>
                <a:srgbClr val="FFFFFF"/>
              </a:solidFill>
              <a:latin typeface="+mn-ea"/>
              <a:cs typeface="+mn-ea"/>
            </a:endParaRPr>
          </a:p>
        </p:txBody>
      </p:sp>
      <p:sp>
        <p:nvSpPr>
          <p:cNvPr id="85" name="任意多边形: 形状 16"/>
          <p:cNvSpPr/>
          <p:nvPr>
            <p:custDataLst>
              <p:tags r:id="rId54"/>
            </p:custDataLst>
          </p:nvPr>
        </p:nvSpPr>
        <p:spPr>
          <a:xfrm flipV="1">
            <a:off x="274312" y="2208702"/>
            <a:ext cx="1944446" cy="48737"/>
          </a:xfrm>
          <a:custGeom>
            <a:avLst/>
            <a:gdLst>
              <a:gd name="connsiteX0" fmla="*/ 0 w 2937933"/>
              <a:gd name="connsiteY0" fmla="*/ 38848 h 55782"/>
              <a:gd name="connsiteX1" fmla="*/ 842433 w 2937933"/>
              <a:gd name="connsiteY1" fmla="*/ 17682 h 55782"/>
              <a:gd name="connsiteX2" fmla="*/ 1468967 w 2937933"/>
              <a:gd name="connsiteY2" fmla="*/ 748 h 55782"/>
              <a:gd name="connsiteX3" fmla="*/ 1892300 w 2937933"/>
              <a:gd name="connsiteY3" fmla="*/ 43082 h 55782"/>
              <a:gd name="connsiteX4" fmla="*/ 2760133 w 2937933"/>
              <a:gd name="connsiteY4" fmla="*/ 26148 h 55782"/>
              <a:gd name="connsiteX5" fmla="*/ 2937933 w 2937933"/>
              <a:gd name="connsiteY5" fmla="*/ 55782 h 5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37933" h="55782">
                <a:moveTo>
                  <a:pt x="0" y="38848"/>
                </a:moveTo>
                <a:lnTo>
                  <a:pt x="842433" y="17682"/>
                </a:lnTo>
                <a:cubicBezTo>
                  <a:pt x="1087261" y="11332"/>
                  <a:pt x="1293989" y="-3485"/>
                  <a:pt x="1468967" y="748"/>
                </a:cubicBezTo>
                <a:cubicBezTo>
                  <a:pt x="1643945" y="4981"/>
                  <a:pt x="1892300" y="43082"/>
                  <a:pt x="1892300" y="43082"/>
                </a:cubicBezTo>
                <a:lnTo>
                  <a:pt x="2760133" y="26148"/>
                </a:lnTo>
                <a:cubicBezTo>
                  <a:pt x="2934405" y="28265"/>
                  <a:pt x="2936169" y="42023"/>
                  <a:pt x="2937933" y="55782"/>
                </a:cubicBezTo>
              </a:path>
            </a:pathLst>
          </a:custGeom>
          <a:no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
        <p:nvSpPr>
          <p:cNvPr id="108" name="任意多边形: 形状 16"/>
          <p:cNvSpPr/>
          <p:nvPr>
            <p:custDataLst>
              <p:tags r:id="rId55"/>
            </p:custDataLst>
          </p:nvPr>
        </p:nvSpPr>
        <p:spPr>
          <a:xfrm flipV="1">
            <a:off x="9551031" y="2468028"/>
            <a:ext cx="1944446" cy="48737"/>
          </a:xfrm>
          <a:custGeom>
            <a:avLst/>
            <a:gdLst>
              <a:gd name="connsiteX0" fmla="*/ 0 w 2937933"/>
              <a:gd name="connsiteY0" fmla="*/ 38848 h 55782"/>
              <a:gd name="connsiteX1" fmla="*/ 842433 w 2937933"/>
              <a:gd name="connsiteY1" fmla="*/ 17682 h 55782"/>
              <a:gd name="connsiteX2" fmla="*/ 1468967 w 2937933"/>
              <a:gd name="connsiteY2" fmla="*/ 748 h 55782"/>
              <a:gd name="connsiteX3" fmla="*/ 1892300 w 2937933"/>
              <a:gd name="connsiteY3" fmla="*/ 43082 h 55782"/>
              <a:gd name="connsiteX4" fmla="*/ 2760133 w 2937933"/>
              <a:gd name="connsiteY4" fmla="*/ 26148 h 55782"/>
              <a:gd name="connsiteX5" fmla="*/ 2937933 w 2937933"/>
              <a:gd name="connsiteY5" fmla="*/ 55782 h 5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37933" h="55782">
                <a:moveTo>
                  <a:pt x="0" y="38848"/>
                </a:moveTo>
                <a:lnTo>
                  <a:pt x="842433" y="17682"/>
                </a:lnTo>
                <a:cubicBezTo>
                  <a:pt x="1087261" y="11332"/>
                  <a:pt x="1293989" y="-3485"/>
                  <a:pt x="1468967" y="748"/>
                </a:cubicBezTo>
                <a:cubicBezTo>
                  <a:pt x="1643945" y="4981"/>
                  <a:pt x="1892300" y="43082"/>
                  <a:pt x="1892300" y="43082"/>
                </a:cubicBezTo>
                <a:lnTo>
                  <a:pt x="2760133" y="26148"/>
                </a:lnTo>
                <a:cubicBezTo>
                  <a:pt x="2934405" y="28265"/>
                  <a:pt x="2936169" y="42023"/>
                  <a:pt x="2937933" y="55782"/>
                </a:cubicBezTo>
              </a:path>
            </a:pathLst>
          </a:custGeom>
          <a:no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Tree>
    <p:custDataLst>
      <p:tags r:id="rId56"/>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992" name="Picture 15" descr="u=3644790464,953778469&amp;fm=51&amp;gp=0"/>
          <p:cNvPicPr>
            <a:picLocks noChangeAspect="1"/>
          </p:cNvPicPr>
          <p:nvPr/>
        </p:nvPicPr>
        <p:blipFill>
          <a:blip r:embed="rId1"/>
          <a:stretch>
            <a:fillRect/>
          </a:stretch>
        </p:blipFill>
        <p:spPr>
          <a:xfrm>
            <a:off x="353060" y="993140"/>
            <a:ext cx="3262630" cy="3519805"/>
          </a:xfrm>
          <a:prstGeom prst="rect">
            <a:avLst/>
          </a:prstGeom>
          <a:noFill/>
          <a:ln w="9525">
            <a:noFill/>
          </a:ln>
        </p:spPr>
      </p:pic>
      <p:pic>
        <p:nvPicPr>
          <p:cNvPr id="297993" name="Picture 5" descr="u=929225944,3408661431&amp;fm=52&amp;gp=0"/>
          <p:cNvPicPr>
            <a:picLocks noChangeAspect="1"/>
          </p:cNvPicPr>
          <p:nvPr/>
        </p:nvPicPr>
        <p:blipFill>
          <a:blip r:embed="rId2"/>
          <a:stretch>
            <a:fillRect/>
          </a:stretch>
        </p:blipFill>
        <p:spPr>
          <a:xfrm>
            <a:off x="3872865" y="2403475"/>
            <a:ext cx="3657600" cy="3065145"/>
          </a:xfrm>
          <a:prstGeom prst="rect">
            <a:avLst/>
          </a:prstGeom>
          <a:noFill/>
          <a:ln w="9525">
            <a:noFill/>
          </a:ln>
        </p:spPr>
      </p:pic>
      <p:pic>
        <p:nvPicPr>
          <p:cNvPr id="297994" name="Picture 9" descr="u=52907529,1729610388&amp;fm=51&amp;gp=0"/>
          <p:cNvPicPr>
            <a:picLocks noChangeAspect="1"/>
          </p:cNvPicPr>
          <p:nvPr/>
        </p:nvPicPr>
        <p:blipFill>
          <a:blip r:embed="rId3"/>
          <a:stretch>
            <a:fillRect/>
          </a:stretch>
        </p:blipFill>
        <p:spPr>
          <a:xfrm>
            <a:off x="8096250" y="3705860"/>
            <a:ext cx="3560445" cy="3009265"/>
          </a:xfrm>
          <a:prstGeom prst="rect">
            <a:avLst/>
          </a:prstGeom>
          <a:noFill/>
          <a:ln w="9525">
            <a:noFill/>
          </a:ln>
        </p:spPr>
      </p:pic>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57" name="任意多边形: 形状 356"/>
          <p:cNvSpPr/>
          <p:nvPr>
            <p:custDataLst>
              <p:tags r:id="rId1"/>
            </p:custDataLst>
          </p:nvPr>
        </p:nvSpPr>
        <p:spPr>
          <a:xfrm>
            <a:off x="673100" y="1801495"/>
            <a:ext cx="10904220" cy="4461510"/>
          </a:xfrm>
          <a:custGeom>
            <a:avLst/>
            <a:gdLst>
              <a:gd name="connsiteX0" fmla="*/ 0 w 10904220"/>
              <a:gd name="connsiteY0" fmla="*/ 0 h 4461510"/>
              <a:gd name="connsiteX1" fmla="*/ 10904220 w 10904220"/>
              <a:gd name="connsiteY1" fmla="*/ 0 h 4461510"/>
              <a:gd name="connsiteX2" fmla="*/ 10904220 w 10904220"/>
              <a:gd name="connsiteY2" fmla="*/ 3681772 h 4461510"/>
              <a:gd name="connsiteX3" fmla="*/ 10124482 w 10904220"/>
              <a:gd name="connsiteY3" fmla="*/ 4461510 h 4461510"/>
              <a:gd name="connsiteX4" fmla="*/ 0 w 10904220"/>
              <a:gd name="connsiteY4" fmla="*/ 4461510 h 4461510"/>
              <a:gd name="connsiteX5" fmla="*/ 0 w 10904220"/>
              <a:gd name="connsiteY5" fmla="*/ 0 h 446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04220" h="4461510">
                <a:moveTo>
                  <a:pt x="0" y="0"/>
                </a:moveTo>
                <a:lnTo>
                  <a:pt x="10904220" y="0"/>
                </a:lnTo>
                <a:lnTo>
                  <a:pt x="10904220" y="3681772"/>
                </a:lnTo>
                <a:lnTo>
                  <a:pt x="10124482" y="4461510"/>
                </a:lnTo>
                <a:lnTo>
                  <a:pt x="0" y="4461510"/>
                </a:lnTo>
                <a:lnTo>
                  <a:pt x="0" y="0"/>
                </a:lnTo>
                <a:close/>
              </a:path>
            </a:pathLst>
          </a:custGeom>
          <a:ln w="25400">
            <a:noFill/>
          </a:ln>
          <a:effectLst>
            <a:outerShdw blurRad="76200" dist="38100" dir="2700000" algn="tl"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720000" rIns="720000" rtlCol="0" anchor="ctr"/>
          <a:lstStyle/>
          <a:p>
            <a:pPr indent="0" fontAlgn="auto">
              <a:lnSpc>
                <a:spcPct val="130000"/>
              </a:lnSpc>
            </a:pPr>
            <a:endParaRPr lang="zh-CN" altLang="en-US" kern="0" spc="0" dirty="0">
              <a:ln>
                <a:noFill/>
                <a:prstDash val="sysDot"/>
              </a:ln>
              <a:solidFill>
                <a:srgbClr val="262626"/>
              </a:solidFill>
              <a:latin typeface="+mn-ea"/>
              <a:ea typeface="+mn-ea"/>
              <a:sym typeface="+mn-ea"/>
            </a:endParaRPr>
          </a:p>
        </p:txBody>
      </p:sp>
      <p:sp>
        <p:nvSpPr>
          <p:cNvPr id="17" name="标题 16"/>
          <p:cNvSpPr>
            <a:spLocks noGrp="1"/>
          </p:cNvSpPr>
          <p:nvPr>
            <p:ph type="title"/>
            <p:custDataLst>
              <p:tags r:id="rId2"/>
            </p:custDataLst>
          </p:nvPr>
        </p:nvSpPr>
        <p:spPr>
          <a:xfrm>
            <a:off x="318770" y="383495"/>
            <a:ext cx="10800000" cy="720000"/>
          </a:xfrm>
        </p:spPr>
        <p:txBody>
          <a:bodyPr>
            <a:normAutofit fontScale="90000"/>
          </a:bodyPr>
          <a:lstStyle/>
          <a:p>
            <a:r>
              <a:rPr lang="zh-CN" altLang="en-US" sz="3600"/>
              <a:t>深圳金融高管子女加分政策，是否构成差别对待？是否合理？</a:t>
            </a:r>
            <a:endParaRPr lang="zh-CN" altLang="en-US" sz="3600"/>
          </a:p>
        </p:txBody>
      </p:sp>
      <p:sp>
        <p:nvSpPr>
          <p:cNvPr id="11" name="任意多边形: 形状 1388"/>
          <p:cNvSpPr/>
          <p:nvPr>
            <p:custDataLst>
              <p:tags r:id="rId3"/>
            </p:custDataLst>
          </p:nvPr>
        </p:nvSpPr>
        <p:spPr>
          <a:xfrm>
            <a:off x="673100" y="1717675"/>
            <a:ext cx="10904220" cy="4562475"/>
          </a:xfrm>
          <a:custGeom>
            <a:avLst/>
            <a:gdLst>
              <a:gd name="connsiteX0" fmla="*/ 4515326 w 4682585"/>
              <a:gd name="connsiteY0" fmla="*/ 1881473 h 2174272"/>
              <a:gd name="connsiteX1" fmla="*/ 4515326 w 4682585"/>
              <a:gd name="connsiteY1" fmla="*/ 2028063 h 2174272"/>
              <a:gd name="connsiteX2" fmla="*/ 4673060 w 4682585"/>
              <a:gd name="connsiteY2" fmla="*/ 2028063 h 2174272"/>
              <a:gd name="connsiteX3" fmla="*/ 4673060 w 4682585"/>
              <a:gd name="connsiteY3" fmla="*/ 1881473 h 2174272"/>
              <a:gd name="connsiteX4" fmla="*/ 4348068 w 4682585"/>
              <a:gd name="connsiteY4" fmla="*/ 1881473 h 2174272"/>
              <a:gd name="connsiteX5" fmla="*/ 4348068 w 4682585"/>
              <a:gd name="connsiteY5" fmla="*/ 2028063 h 2174272"/>
              <a:gd name="connsiteX6" fmla="*/ 4505801 w 4682585"/>
              <a:gd name="connsiteY6" fmla="*/ 2028063 h 2174272"/>
              <a:gd name="connsiteX7" fmla="*/ 4505801 w 4682585"/>
              <a:gd name="connsiteY7" fmla="*/ 1881473 h 2174272"/>
              <a:gd name="connsiteX8" fmla="*/ 4180809 w 4682585"/>
              <a:gd name="connsiteY8" fmla="*/ 1881473 h 2174272"/>
              <a:gd name="connsiteX9" fmla="*/ 4180809 w 4682585"/>
              <a:gd name="connsiteY9" fmla="*/ 2028063 h 2174272"/>
              <a:gd name="connsiteX10" fmla="*/ 4338543 w 4682585"/>
              <a:gd name="connsiteY10" fmla="*/ 2028063 h 2174272"/>
              <a:gd name="connsiteX11" fmla="*/ 4338543 w 4682585"/>
              <a:gd name="connsiteY11" fmla="*/ 1881473 h 2174272"/>
              <a:gd name="connsiteX12" fmla="*/ 4013550 w 4682585"/>
              <a:gd name="connsiteY12" fmla="*/ 1881473 h 2174272"/>
              <a:gd name="connsiteX13" fmla="*/ 4013550 w 4682585"/>
              <a:gd name="connsiteY13" fmla="*/ 2028063 h 2174272"/>
              <a:gd name="connsiteX14" fmla="*/ 4171284 w 4682585"/>
              <a:gd name="connsiteY14" fmla="*/ 2028063 h 2174272"/>
              <a:gd name="connsiteX15" fmla="*/ 4171284 w 4682585"/>
              <a:gd name="connsiteY15" fmla="*/ 1881473 h 2174272"/>
              <a:gd name="connsiteX16" fmla="*/ 3846291 w 4682585"/>
              <a:gd name="connsiteY16" fmla="*/ 1881473 h 2174272"/>
              <a:gd name="connsiteX17" fmla="*/ 3846291 w 4682585"/>
              <a:gd name="connsiteY17" fmla="*/ 2028063 h 2174272"/>
              <a:gd name="connsiteX18" fmla="*/ 4004025 w 4682585"/>
              <a:gd name="connsiteY18" fmla="*/ 2028063 h 2174272"/>
              <a:gd name="connsiteX19" fmla="*/ 4004025 w 4682585"/>
              <a:gd name="connsiteY19" fmla="*/ 1881473 h 2174272"/>
              <a:gd name="connsiteX20" fmla="*/ 3678936 w 4682585"/>
              <a:gd name="connsiteY20" fmla="*/ 1881473 h 2174272"/>
              <a:gd name="connsiteX21" fmla="*/ 3678936 w 4682585"/>
              <a:gd name="connsiteY21" fmla="*/ 2028063 h 2174272"/>
              <a:gd name="connsiteX22" fmla="*/ 3836766 w 4682585"/>
              <a:gd name="connsiteY22" fmla="*/ 2028063 h 2174272"/>
              <a:gd name="connsiteX23" fmla="*/ 3836766 w 4682585"/>
              <a:gd name="connsiteY23" fmla="*/ 1881473 h 2174272"/>
              <a:gd name="connsiteX24" fmla="*/ 3511677 w 4682585"/>
              <a:gd name="connsiteY24" fmla="*/ 1881473 h 2174272"/>
              <a:gd name="connsiteX25" fmla="*/ 3511677 w 4682585"/>
              <a:gd name="connsiteY25" fmla="*/ 2028063 h 2174272"/>
              <a:gd name="connsiteX26" fmla="*/ 3669411 w 4682585"/>
              <a:gd name="connsiteY26" fmla="*/ 2028063 h 2174272"/>
              <a:gd name="connsiteX27" fmla="*/ 3669411 w 4682585"/>
              <a:gd name="connsiteY27" fmla="*/ 1881473 h 2174272"/>
              <a:gd name="connsiteX28" fmla="*/ 3344418 w 4682585"/>
              <a:gd name="connsiteY28" fmla="*/ 1881473 h 2174272"/>
              <a:gd name="connsiteX29" fmla="*/ 3344418 w 4682585"/>
              <a:gd name="connsiteY29" fmla="*/ 2028063 h 2174272"/>
              <a:gd name="connsiteX30" fmla="*/ 3502152 w 4682585"/>
              <a:gd name="connsiteY30" fmla="*/ 2028063 h 2174272"/>
              <a:gd name="connsiteX31" fmla="*/ 3502152 w 4682585"/>
              <a:gd name="connsiteY31" fmla="*/ 1881473 h 2174272"/>
              <a:gd name="connsiteX32" fmla="*/ 3177159 w 4682585"/>
              <a:gd name="connsiteY32" fmla="*/ 1881473 h 2174272"/>
              <a:gd name="connsiteX33" fmla="*/ 3177159 w 4682585"/>
              <a:gd name="connsiteY33" fmla="*/ 2028063 h 2174272"/>
              <a:gd name="connsiteX34" fmla="*/ 3334893 w 4682585"/>
              <a:gd name="connsiteY34" fmla="*/ 2028063 h 2174272"/>
              <a:gd name="connsiteX35" fmla="*/ 3334893 w 4682585"/>
              <a:gd name="connsiteY35" fmla="*/ 1881473 h 2174272"/>
              <a:gd name="connsiteX36" fmla="*/ 3009900 w 4682585"/>
              <a:gd name="connsiteY36" fmla="*/ 1881473 h 2174272"/>
              <a:gd name="connsiteX37" fmla="*/ 3009900 w 4682585"/>
              <a:gd name="connsiteY37" fmla="*/ 2028063 h 2174272"/>
              <a:gd name="connsiteX38" fmla="*/ 3167634 w 4682585"/>
              <a:gd name="connsiteY38" fmla="*/ 2028063 h 2174272"/>
              <a:gd name="connsiteX39" fmla="*/ 3167634 w 4682585"/>
              <a:gd name="connsiteY39" fmla="*/ 1881473 h 2174272"/>
              <a:gd name="connsiteX40" fmla="*/ 2842641 w 4682585"/>
              <a:gd name="connsiteY40" fmla="*/ 1881473 h 2174272"/>
              <a:gd name="connsiteX41" fmla="*/ 2842641 w 4682585"/>
              <a:gd name="connsiteY41" fmla="*/ 2028063 h 2174272"/>
              <a:gd name="connsiteX42" fmla="*/ 3000375 w 4682585"/>
              <a:gd name="connsiteY42" fmla="*/ 2028063 h 2174272"/>
              <a:gd name="connsiteX43" fmla="*/ 3000375 w 4682585"/>
              <a:gd name="connsiteY43" fmla="*/ 1881473 h 2174272"/>
              <a:gd name="connsiteX44" fmla="*/ 2675382 w 4682585"/>
              <a:gd name="connsiteY44" fmla="*/ 1881473 h 2174272"/>
              <a:gd name="connsiteX45" fmla="*/ 2675382 w 4682585"/>
              <a:gd name="connsiteY45" fmla="*/ 2028063 h 2174272"/>
              <a:gd name="connsiteX46" fmla="*/ 2833116 w 4682585"/>
              <a:gd name="connsiteY46" fmla="*/ 2028063 h 2174272"/>
              <a:gd name="connsiteX47" fmla="*/ 2833116 w 4682585"/>
              <a:gd name="connsiteY47" fmla="*/ 1881473 h 2174272"/>
              <a:gd name="connsiteX48" fmla="*/ 2508123 w 4682585"/>
              <a:gd name="connsiteY48" fmla="*/ 1881473 h 2174272"/>
              <a:gd name="connsiteX49" fmla="*/ 2508123 w 4682585"/>
              <a:gd name="connsiteY49" fmla="*/ 2028063 h 2174272"/>
              <a:gd name="connsiteX50" fmla="*/ 2665857 w 4682585"/>
              <a:gd name="connsiteY50" fmla="*/ 2028063 h 2174272"/>
              <a:gd name="connsiteX51" fmla="*/ 2665857 w 4682585"/>
              <a:gd name="connsiteY51" fmla="*/ 1881473 h 2174272"/>
              <a:gd name="connsiteX52" fmla="*/ 2340864 w 4682585"/>
              <a:gd name="connsiteY52" fmla="*/ 1881473 h 2174272"/>
              <a:gd name="connsiteX53" fmla="*/ 2340864 w 4682585"/>
              <a:gd name="connsiteY53" fmla="*/ 2028063 h 2174272"/>
              <a:gd name="connsiteX54" fmla="*/ 2498598 w 4682585"/>
              <a:gd name="connsiteY54" fmla="*/ 2028063 h 2174272"/>
              <a:gd name="connsiteX55" fmla="*/ 2498598 w 4682585"/>
              <a:gd name="connsiteY55" fmla="*/ 1881473 h 2174272"/>
              <a:gd name="connsiteX56" fmla="*/ 2173510 w 4682585"/>
              <a:gd name="connsiteY56" fmla="*/ 1881473 h 2174272"/>
              <a:gd name="connsiteX57" fmla="*/ 2173510 w 4682585"/>
              <a:gd name="connsiteY57" fmla="*/ 2028063 h 2174272"/>
              <a:gd name="connsiteX58" fmla="*/ 2331339 w 4682585"/>
              <a:gd name="connsiteY58" fmla="*/ 2028063 h 2174272"/>
              <a:gd name="connsiteX59" fmla="*/ 2331339 w 4682585"/>
              <a:gd name="connsiteY59" fmla="*/ 1881473 h 2174272"/>
              <a:gd name="connsiteX60" fmla="*/ 2006251 w 4682585"/>
              <a:gd name="connsiteY60" fmla="*/ 1881473 h 2174272"/>
              <a:gd name="connsiteX61" fmla="*/ 2006251 w 4682585"/>
              <a:gd name="connsiteY61" fmla="*/ 2028063 h 2174272"/>
              <a:gd name="connsiteX62" fmla="*/ 2163985 w 4682585"/>
              <a:gd name="connsiteY62" fmla="*/ 2028063 h 2174272"/>
              <a:gd name="connsiteX63" fmla="*/ 2163985 w 4682585"/>
              <a:gd name="connsiteY63" fmla="*/ 1881473 h 2174272"/>
              <a:gd name="connsiteX64" fmla="*/ 1838992 w 4682585"/>
              <a:gd name="connsiteY64" fmla="*/ 1881473 h 2174272"/>
              <a:gd name="connsiteX65" fmla="*/ 1838992 w 4682585"/>
              <a:gd name="connsiteY65" fmla="*/ 2028063 h 2174272"/>
              <a:gd name="connsiteX66" fmla="*/ 1996726 w 4682585"/>
              <a:gd name="connsiteY66" fmla="*/ 2028063 h 2174272"/>
              <a:gd name="connsiteX67" fmla="*/ 1996726 w 4682585"/>
              <a:gd name="connsiteY67" fmla="*/ 1881473 h 2174272"/>
              <a:gd name="connsiteX68" fmla="*/ 1671733 w 4682585"/>
              <a:gd name="connsiteY68" fmla="*/ 1881473 h 2174272"/>
              <a:gd name="connsiteX69" fmla="*/ 1671733 w 4682585"/>
              <a:gd name="connsiteY69" fmla="*/ 2028063 h 2174272"/>
              <a:gd name="connsiteX70" fmla="*/ 1829467 w 4682585"/>
              <a:gd name="connsiteY70" fmla="*/ 2028063 h 2174272"/>
              <a:gd name="connsiteX71" fmla="*/ 1829467 w 4682585"/>
              <a:gd name="connsiteY71" fmla="*/ 1881473 h 2174272"/>
              <a:gd name="connsiteX72" fmla="*/ 1504474 w 4682585"/>
              <a:gd name="connsiteY72" fmla="*/ 1881473 h 2174272"/>
              <a:gd name="connsiteX73" fmla="*/ 1504474 w 4682585"/>
              <a:gd name="connsiteY73" fmla="*/ 2028063 h 2174272"/>
              <a:gd name="connsiteX74" fmla="*/ 1662208 w 4682585"/>
              <a:gd name="connsiteY74" fmla="*/ 2028063 h 2174272"/>
              <a:gd name="connsiteX75" fmla="*/ 1662208 w 4682585"/>
              <a:gd name="connsiteY75" fmla="*/ 1881473 h 2174272"/>
              <a:gd name="connsiteX76" fmla="*/ 1337215 w 4682585"/>
              <a:gd name="connsiteY76" fmla="*/ 1881473 h 2174272"/>
              <a:gd name="connsiteX77" fmla="*/ 1337215 w 4682585"/>
              <a:gd name="connsiteY77" fmla="*/ 2028063 h 2174272"/>
              <a:gd name="connsiteX78" fmla="*/ 1494949 w 4682585"/>
              <a:gd name="connsiteY78" fmla="*/ 2028063 h 2174272"/>
              <a:gd name="connsiteX79" fmla="*/ 1494949 w 4682585"/>
              <a:gd name="connsiteY79" fmla="*/ 1881473 h 2174272"/>
              <a:gd name="connsiteX80" fmla="*/ 1169956 w 4682585"/>
              <a:gd name="connsiteY80" fmla="*/ 1881473 h 2174272"/>
              <a:gd name="connsiteX81" fmla="*/ 1169956 w 4682585"/>
              <a:gd name="connsiteY81" fmla="*/ 2028063 h 2174272"/>
              <a:gd name="connsiteX82" fmla="*/ 1327690 w 4682585"/>
              <a:gd name="connsiteY82" fmla="*/ 2028063 h 2174272"/>
              <a:gd name="connsiteX83" fmla="*/ 1327690 w 4682585"/>
              <a:gd name="connsiteY83" fmla="*/ 1881473 h 2174272"/>
              <a:gd name="connsiteX84" fmla="*/ 1002697 w 4682585"/>
              <a:gd name="connsiteY84" fmla="*/ 1881473 h 2174272"/>
              <a:gd name="connsiteX85" fmla="*/ 1002697 w 4682585"/>
              <a:gd name="connsiteY85" fmla="*/ 2028063 h 2174272"/>
              <a:gd name="connsiteX86" fmla="*/ 1160431 w 4682585"/>
              <a:gd name="connsiteY86" fmla="*/ 2028063 h 2174272"/>
              <a:gd name="connsiteX87" fmla="*/ 1160431 w 4682585"/>
              <a:gd name="connsiteY87" fmla="*/ 1881473 h 2174272"/>
              <a:gd name="connsiteX88" fmla="*/ 835438 w 4682585"/>
              <a:gd name="connsiteY88" fmla="*/ 1881473 h 2174272"/>
              <a:gd name="connsiteX89" fmla="*/ 835438 w 4682585"/>
              <a:gd name="connsiteY89" fmla="*/ 2028063 h 2174272"/>
              <a:gd name="connsiteX90" fmla="*/ 993172 w 4682585"/>
              <a:gd name="connsiteY90" fmla="*/ 2028063 h 2174272"/>
              <a:gd name="connsiteX91" fmla="*/ 993172 w 4682585"/>
              <a:gd name="connsiteY91" fmla="*/ 1881473 h 2174272"/>
              <a:gd name="connsiteX92" fmla="*/ 668179 w 4682585"/>
              <a:gd name="connsiteY92" fmla="*/ 1881473 h 2174272"/>
              <a:gd name="connsiteX93" fmla="*/ 668179 w 4682585"/>
              <a:gd name="connsiteY93" fmla="*/ 2028063 h 2174272"/>
              <a:gd name="connsiteX94" fmla="*/ 825913 w 4682585"/>
              <a:gd name="connsiteY94" fmla="*/ 2028063 h 2174272"/>
              <a:gd name="connsiteX95" fmla="*/ 825913 w 4682585"/>
              <a:gd name="connsiteY95" fmla="*/ 1881473 h 2174272"/>
              <a:gd name="connsiteX96" fmla="*/ 500920 w 4682585"/>
              <a:gd name="connsiteY96" fmla="*/ 1881473 h 2174272"/>
              <a:gd name="connsiteX97" fmla="*/ 500920 w 4682585"/>
              <a:gd name="connsiteY97" fmla="*/ 2028063 h 2174272"/>
              <a:gd name="connsiteX98" fmla="*/ 658654 w 4682585"/>
              <a:gd name="connsiteY98" fmla="*/ 2028063 h 2174272"/>
              <a:gd name="connsiteX99" fmla="*/ 658654 w 4682585"/>
              <a:gd name="connsiteY99" fmla="*/ 1881473 h 2174272"/>
              <a:gd name="connsiteX100" fmla="*/ 333566 w 4682585"/>
              <a:gd name="connsiteY100" fmla="*/ 1881473 h 2174272"/>
              <a:gd name="connsiteX101" fmla="*/ 333566 w 4682585"/>
              <a:gd name="connsiteY101" fmla="*/ 2028063 h 2174272"/>
              <a:gd name="connsiteX102" fmla="*/ 491395 w 4682585"/>
              <a:gd name="connsiteY102" fmla="*/ 2028063 h 2174272"/>
              <a:gd name="connsiteX103" fmla="*/ 491395 w 4682585"/>
              <a:gd name="connsiteY103" fmla="*/ 1881473 h 2174272"/>
              <a:gd name="connsiteX104" fmla="*/ 166307 w 4682585"/>
              <a:gd name="connsiteY104" fmla="*/ 1881473 h 2174272"/>
              <a:gd name="connsiteX105" fmla="*/ 166307 w 4682585"/>
              <a:gd name="connsiteY105" fmla="*/ 2028063 h 2174272"/>
              <a:gd name="connsiteX106" fmla="*/ 324041 w 4682585"/>
              <a:gd name="connsiteY106" fmla="*/ 2028063 h 2174272"/>
              <a:gd name="connsiteX107" fmla="*/ 324041 w 4682585"/>
              <a:gd name="connsiteY107" fmla="*/ 1881473 h 2174272"/>
              <a:gd name="connsiteX108" fmla="*/ 9525 w 4682585"/>
              <a:gd name="connsiteY108" fmla="*/ 1881473 h 2174272"/>
              <a:gd name="connsiteX109" fmla="*/ 9525 w 4682585"/>
              <a:gd name="connsiteY109" fmla="*/ 2028063 h 2174272"/>
              <a:gd name="connsiteX110" fmla="*/ 156782 w 4682585"/>
              <a:gd name="connsiteY110" fmla="*/ 2028063 h 2174272"/>
              <a:gd name="connsiteX111" fmla="*/ 156782 w 4682585"/>
              <a:gd name="connsiteY111" fmla="*/ 1881473 h 2174272"/>
              <a:gd name="connsiteX112" fmla="*/ 4515326 w 4682585"/>
              <a:gd name="connsiteY112" fmla="*/ 1725358 h 2174272"/>
              <a:gd name="connsiteX113" fmla="*/ 4515326 w 4682585"/>
              <a:gd name="connsiteY113" fmla="*/ 1871948 h 2174272"/>
              <a:gd name="connsiteX114" fmla="*/ 4673060 w 4682585"/>
              <a:gd name="connsiteY114" fmla="*/ 1871948 h 2174272"/>
              <a:gd name="connsiteX115" fmla="*/ 4673060 w 4682585"/>
              <a:gd name="connsiteY115" fmla="*/ 1725358 h 2174272"/>
              <a:gd name="connsiteX116" fmla="*/ 4348068 w 4682585"/>
              <a:gd name="connsiteY116" fmla="*/ 1725358 h 2174272"/>
              <a:gd name="connsiteX117" fmla="*/ 4348068 w 4682585"/>
              <a:gd name="connsiteY117" fmla="*/ 1871948 h 2174272"/>
              <a:gd name="connsiteX118" fmla="*/ 4505801 w 4682585"/>
              <a:gd name="connsiteY118" fmla="*/ 1871948 h 2174272"/>
              <a:gd name="connsiteX119" fmla="*/ 4505801 w 4682585"/>
              <a:gd name="connsiteY119" fmla="*/ 1725358 h 2174272"/>
              <a:gd name="connsiteX120" fmla="*/ 4180809 w 4682585"/>
              <a:gd name="connsiteY120" fmla="*/ 1725358 h 2174272"/>
              <a:gd name="connsiteX121" fmla="*/ 4180809 w 4682585"/>
              <a:gd name="connsiteY121" fmla="*/ 1871948 h 2174272"/>
              <a:gd name="connsiteX122" fmla="*/ 4338543 w 4682585"/>
              <a:gd name="connsiteY122" fmla="*/ 1871948 h 2174272"/>
              <a:gd name="connsiteX123" fmla="*/ 4338543 w 4682585"/>
              <a:gd name="connsiteY123" fmla="*/ 1725358 h 2174272"/>
              <a:gd name="connsiteX124" fmla="*/ 4013550 w 4682585"/>
              <a:gd name="connsiteY124" fmla="*/ 1725358 h 2174272"/>
              <a:gd name="connsiteX125" fmla="*/ 4013550 w 4682585"/>
              <a:gd name="connsiteY125" fmla="*/ 1871948 h 2174272"/>
              <a:gd name="connsiteX126" fmla="*/ 4171284 w 4682585"/>
              <a:gd name="connsiteY126" fmla="*/ 1871948 h 2174272"/>
              <a:gd name="connsiteX127" fmla="*/ 4171284 w 4682585"/>
              <a:gd name="connsiteY127" fmla="*/ 1725358 h 2174272"/>
              <a:gd name="connsiteX128" fmla="*/ 3846291 w 4682585"/>
              <a:gd name="connsiteY128" fmla="*/ 1725358 h 2174272"/>
              <a:gd name="connsiteX129" fmla="*/ 3846291 w 4682585"/>
              <a:gd name="connsiteY129" fmla="*/ 1871948 h 2174272"/>
              <a:gd name="connsiteX130" fmla="*/ 4004025 w 4682585"/>
              <a:gd name="connsiteY130" fmla="*/ 1871948 h 2174272"/>
              <a:gd name="connsiteX131" fmla="*/ 4004025 w 4682585"/>
              <a:gd name="connsiteY131" fmla="*/ 1725358 h 2174272"/>
              <a:gd name="connsiteX132" fmla="*/ 3678936 w 4682585"/>
              <a:gd name="connsiteY132" fmla="*/ 1725358 h 2174272"/>
              <a:gd name="connsiteX133" fmla="*/ 3678936 w 4682585"/>
              <a:gd name="connsiteY133" fmla="*/ 1871948 h 2174272"/>
              <a:gd name="connsiteX134" fmla="*/ 3836766 w 4682585"/>
              <a:gd name="connsiteY134" fmla="*/ 1871948 h 2174272"/>
              <a:gd name="connsiteX135" fmla="*/ 3836766 w 4682585"/>
              <a:gd name="connsiteY135" fmla="*/ 1725358 h 2174272"/>
              <a:gd name="connsiteX136" fmla="*/ 3511677 w 4682585"/>
              <a:gd name="connsiteY136" fmla="*/ 1725358 h 2174272"/>
              <a:gd name="connsiteX137" fmla="*/ 3511677 w 4682585"/>
              <a:gd name="connsiteY137" fmla="*/ 1871948 h 2174272"/>
              <a:gd name="connsiteX138" fmla="*/ 3669411 w 4682585"/>
              <a:gd name="connsiteY138" fmla="*/ 1871948 h 2174272"/>
              <a:gd name="connsiteX139" fmla="*/ 3669411 w 4682585"/>
              <a:gd name="connsiteY139" fmla="*/ 1725358 h 2174272"/>
              <a:gd name="connsiteX140" fmla="*/ 3344418 w 4682585"/>
              <a:gd name="connsiteY140" fmla="*/ 1725358 h 2174272"/>
              <a:gd name="connsiteX141" fmla="*/ 3344418 w 4682585"/>
              <a:gd name="connsiteY141" fmla="*/ 1871948 h 2174272"/>
              <a:gd name="connsiteX142" fmla="*/ 3502152 w 4682585"/>
              <a:gd name="connsiteY142" fmla="*/ 1871948 h 2174272"/>
              <a:gd name="connsiteX143" fmla="*/ 3502152 w 4682585"/>
              <a:gd name="connsiteY143" fmla="*/ 1725358 h 2174272"/>
              <a:gd name="connsiteX144" fmla="*/ 3177159 w 4682585"/>
              <a:gd name="connsiteY144" fmla="*/ 1725358 h 2174272"/>
              <a:gd name="connsiteX145" fmla="*/ 3177159 w 4682585"/>
              <a:gd name="connsiteY145" fmla="*/ 1871948 h 2174272"/>
              <a:gd name="connsiteX146" fmla="*/ 3334893 w 4682585"/>
              <a:gd name="connsiteY146" fmla="*/ 1871948 h 2174272"/>
              <a:gd name="connsiteX147" fmla="*/ 3334893 w 4682585"/>
              <a:gd name="connsiteY147" fmla="*/ 1725358 h 2174272"/>
              <a:gd name="connsiteX148" fmla="*/ 3009900 w 4682585"/>
              <a:gd name="connsiteY148" fmla="*/ 1725358 h 2174272"/>
              <a:gd name="connsiteX149" fmla="*/ 3009900 w 4682585"/>
              <a:gd name="connsiteY149" fmla="*/ 1871948 h 2174272"/>
              <a:gd name="connsiteX150" fmla="*/ 3167634 w 4682585"/>
              <a:gd name="connsiteY150" fmla="*/ 1871948 h 2174272"/>
              <a:gd name="connsiteX151" fmla="*/ 3167634 w 4682585"/>
              <a:gd name="connsiteY151" fmla="*/ 1725358 h 2174272"/>
              <a:gd name="connsiteX152" fmla="*/ 2842641 w 4682585"/>
              <a:gd name="connsiteY152" fmla="*/ 1725358 h 2174272"/>
              <a:gd name="connsiteX153" fmla="*/ 2842641 w 4682585"/>
              <a:gd name="connsiteY153" fmla="*/ 1871948 h 2174272"/>
              <a:gd name="connsiteX154" fmla="*/ 3000375 w 4682585"/>
              <a:gd name="connsiteY154" fmla="*/ 1871948 h 2174272"/>
              <a:gd name="connsiteX155" fmla="*/ 3000375 w 4682585"/>
              <a:gd name="connsiteY155" fmla="*/ 1725358 h 2174272"/>
              <a:gd name="connsiteX156" fmla="*/ 2675382 w 4682585"/>
              <a:gd name="connsiteY156" fmla="*/ 1725358 h 2174272"/>
              <a:gd name="connsiteX157" fmla="*/ 2675382 w 4682585"/>
              <a:gd name="connsiteY157" fmla="*/ 1871948 h 2174272"/>
              <a:gd name="connsiteX158" fmla="*/ 2833116 w 4682585"/>
              <a:gd name="connsiteY158" fmla="*/ 1871948 h 2174272"/>
              <a:gd name="connsiteX159" fmla="*/ 2833116 w 4682585"/>
              <a:gd name="connsiteY159" fmla="*/ 1725358 h 2174272"/>
              <a:gd name="connsiteX160" fmla="*/ 2508123 w 4682585"/>
              <a:gd name="connsiteY160" fmla="*/ 1725358 h 2174272"/>
              <a:gd name="connsiteX161" fmla="*/ 2508123 w 4682585"/>
              <a:gd name="connsiteY161" fmla="*/ 1871948 h 2174272"/>
              <a:gd name="connsiteX162" fmla="*/ 2665857 w 4682585"/>
              <a:gd name="connsiteY162" fmla="*/ 1871948 h 2174272"/>
              <a:gd name="connsiteX163" fmla="*/ 2665857 w 4682585"/>
              <a:gd name="connsiteY163" fmla="*/ 1725358 h 2174272"/>
              <a:gd name="connsiteX164" fmla="*/ 2340864 w 4682585"/>
              <a:gd name="connsiteY164" fmla="*/ 1725358 h 2174272"/>
              <a:gd name="connsiteX165" fmla="*/ 2340864 w 4682585"/>
              <a:gd name="connsiteY165" fmla="*/ 1871948 h 2174272"/>
              <a:gd name="connsiteX166" fmla="*/ 2498598 w 4682585"/>
              <a:gd name="connsiteY166" fmla="*/ 1871948 h 2174272"/>
              <a:gd name="connsiteX167" fmla="*/ 2498598 w 4682585"/>
              <a:gd name="connsiteY167" fmla="*/ 1725358 h 2174272"/>
              <a:gd name="connsiteX168" fmla="*/ 2173510 w 4682585"/>
              <a:gd name="connsiteY168" fmla="*/ 1725358 h 2174272"/>
              <a:gd name="connsiteX169" fmla="*/ 2173510 w 4682585"/>
              <a:gd name="connsiteY169" fmla="*/ 1871948 h 2174272"/>
              <a:gd name="connsiteX170" fmla="*/ 2331339 w 4682585"/>
              <a:gd name="connsiteY170" fmla="*/ 1871948 h 2174272"/>
              <a:gd name="connsiteX171" fmla="*/ 2331339 w 4682585"/>
              <a:gd name="connsiteY171" fmla="*/ 1725358 h 2174272"/>
              <a:gd name="connsiteX172" fmla="*/ 2006251 w 4682585"/>
              <a:gd name="connsiteY172" fmla="*/ 1725358 h 2174272"/>
              <a:gd name="connsiteX173" fmla="*/ 2006251 w 4682585"/>
              <a:gd name="connsiteY173" fmla="*/ 1871948 h 2174272"/>
              <a:gd name="connsiteX174" fmla="*/ 2163985 w 4682585"/>
              <a:gd name="connsiteY174" fmla="*/ 1871948 h 2174272"/>
              <a:gd name="connsiteX175" fmla="*/ 2163985 w 4682585"/>
              <a:gd name="connsiteY175" fmla="*/ 1725358 h 2174272"/>
              <a:gd name="connsiteX176" fmla="*/ 1838992 w 4682585"/>
              <a:gd name="connsiteY176" fmla="*/ 1725358 h 2174272"/>
              <a:gd name="connsiteX177" fmla="*/ 1838992 w 4682585"/>
              <a:gd name="connsiteY177" fmla="*/ 1871948 h 2174272"/>
              <a:gd name="connsiteX178" fmla="*/ 1996726 w 4682585"/>
              <a:gd name="connsiteY178" fmla="*/ 1871948 h 2174272"/>
              <a:gd name="connsiteX179" fmla="*/ 1996726 w 4682585"/>
              <a:gd name="connsiteY179" fmla="*/ 1725358 h 2174272"/>
              <a:gd name="connsiteX180" fmla="*/ 1671733 w 4682585"/>
              <a:gd name="connsiteY180" fmla="*/ 1725358 h 2174272"/>
              <a:gd name="connsiteX181" fmla="*/ 1671733 w 4682585"/>
              <a:gd name="connsiteY181" fmla="*/ 1871948 h 2174272"/>
              <a:gd name="connsiteX182" fmla="*/ 1829467 w 4682585"/>
              <a:gd name="connsiteY182" fmla="*/ 1871948 h 2174272"/>
              <a:gd name="connsiteX183" fmla="*/ 1829467 w 4682585"/>
              <a:gd name="connsiteY183" fmla="*/ 1725358 h 2174272"/>
              <a:gd name="connsiteX184" fmla="*/ 1504474 w 4682585"/>
              <a:gd name="connsiteY184" fmla="*/ 1725358 h 2174272"/>
              <a:gd name="connsiteX185" fmla="*/ 1504474 w 4682585"/>
              <a:gd name="connsiteY185" fmla="*/ 1871948 h 2174272"/>
              <a:gd name="connsiteX186" fmla="*/ 1662208 w 4682585"/>
              <a:gd name="connsiteY186" fmla="*/ 1871948 h 2174272"/>
              <a:gd name="connsiteX187" fmla="*/ 1662208 w 4682585"/>
              <a:gd name="connsiteY187" fmla="*/ 1725358 h 2174272"/>
              <a:gd name="connsiteX188" fmla="*/ 1337215 w 4682585"/>
              <a:gd name="connsiteY188" fmla="*/ 1725358 h 2174272"/>
              <a:gd name="connsiteX189" fmla="*/ 1337215 w 4682585"/>
              <a:gd name="connsiteY189" fmla="*/ 1871948 h 2174272"/>
              <a:gd name="connsiteX190" fmla="*/ 1494949 w 4682585"/>
              <a:gd name="connsiteY190" fmla="*/ 1871948 h 2174272"/>
              <a:gd name="connsiteX191" fmla="*/ 1494949 w 4682585"/>
              <a:gd name="connsiteY191" fmla="*/ 1725358 h 2174272"/>
              <a:gd name="connsiteX192" fmla="*/ 1169956 w 4682585"/>
              <a:gd name="connsiteY192" fmla="*/ 1725358 h 2174272"/>
              <a:gd name="connsiteX193" fmla="*/ 1169956 w 4682585"/>
              <a:gd name="connsiteY193" fmla="*/ 1871948 h 2174272"/>
              <a:gd name="connsiteX194" fmla="*/ 1327690 w 4682585"/>
              <a:gd name="connsiteY194" fmla="*/ 1871948 h 2174272"/>
              <a:gd name="connsiteX195" fmla="*/ 1327690 w 4682585"/>
              <a:gd name="connsiteY195" fmla="*/ 1725358 h 2174272"/>
              <a:gd name="connsiteX196" fmla="*/ 1002697 w 4682585"/>
              <a:gd name="connsiteY196" fmla="*/ 1725358 h 2174272"/>
              <a:gd name="connsiteX197" fmla="*/ 1002697 w 4682585"/>
              <a:gd name="connsiteY197" fmla="*/ 1871948 h 2174272"/>
              <a:gd name="connsiteX198" fmla="*/ 1160431 w 4682585"/>
              <a:gd name="connsiteY198" fmla="*/ 1871948 h 2174272"/>
              <a:gd name="connsiteX199" fmla="*/ 1160431 w 4682585"/>
              <a:gd name="connsiteY199" fmla="*/ 1725358 h 2174272"/>
              <a:gd name="connsiteX200" fmla="*/ 835438 w 4682585"/>
              <a:gd name="connsiteY200" fmla="*/ 1725358 h 2174272"/>
              <a:gd name="connsiteX201" fmla="*/ 835438 w 4682585"/>
              <a:gd name="connsiteY201" fmla="*/ 1871948 h 2174272"/>
              <a:gd name="connsiteX202" fmla="*/ 993172 w 4682585"/>
              <a:gd name="connsiteY202" fmla="*/ 1871948 h 2174272"/>
              <a:gd name="connsiteX203" fmla="*/ 993172 w 4682585"/>
              <a:gd name="connsiteY203" fmla="*/ 1725358 h 2174272"/>
              <a:gd name="connsiteX204" fmla="*/ 668179 w 4682585"/>
              <a:gd name="connsiteY204" fmla="*/ 1725358 h 2174272"/>
              <a:gd name="connsiteX205" fmla="*/ 668179 w 4682585"/>
              <a:gd name="connsiteY205" fmla="*/ 1871948 h 2174272"/>
              <a:gd name="connsiteX206" fmla="*/ 825913 w 4682585"/>
              <a:gd name="connsiteY206" fmla="*/ 1871948 h 2174272"/>
              <a:gd name="connsiteX207" fmla="*/ 825913 w 4682585"/>
              <a:gd name="connsiteY207" fmla="*/ 1725358 h 2174272"/>
              <a:gd name="connsiteX208" fmla="*/ 500920 w 4682585"/>
              <a:gd name="connsiteY208" fmla="*/ 1725358 h 2174272"/>
              <a:gd name="connsiteX209" fmla="*/ 500920 w 4682585"/>
              <a:gd name="connsiteY209" fmla="*/ 1871948 h 2174272"/>
              <a:gd name="connsiteX210" fmla="*/ 658654 w 4682585"/>
              <a:gd name="connsiteY210" fmla="*/ 1871948 h 2174272"/>
              <a:gd name="connsiteX211" fmla="*/ 658654 w 4682585"/>
              <a:gd name="connsiteY211" fmla="*/ 1725358 h 2174272"/>
              <a:gd name="connsiteX212" fmla="*/ 333566 w 4682585"/>
              <a:gd name="connsiteY212" fmla="*/ 1725358 h 2174272"/>
              <a:gd name="connsiteX213" fmla="*/ 333566 w 4682585"/>
              <a:gd name="connsiteY213" fmla="*/ 1871948 h 2174272"/>
              <a:gd name="connsiteX214" fmla="*/ 491395 w 4682585"/>
              <a:gd name="connsiteY214" fmla="*/ 1871948 h 2174272"/>
              <a:gd name="connsiteX215" fmla="*/ 491395 w 4682585"/>
              <a:gd name="connsiteY215" fmla="*/ 1725358 h 2174272"/>
              <a:gd name="connsiteX216" fmla="*/ 166307 w 4682585"/>
              <a:gd name="connsiteY216" fmla="*/ 1725358 h 2174272"/>
              <a:gd name="connsiteX217" fmla="*/ 166307 w 4682585"/>
              <a:gd name="connsiteY217" fmla="*/ 1871948 h 2174272"/>
              <a:gd name="connsiteX218" fmla="*/ 324041 w 4682585"/>
              <a:gd name="connsiteY218" fmla="*/ 1871948 h 2174272"/>
              <a:gd name="connsiteX219" fmla="*/ 324041 w 4682585"/>
              <a:gd name="connsiteY219" fmla="*/ 1725358 h 2174272"/>
              <a:gd name="connsiteX220" fmla="*/ 9525 w 4682585"/>
              <a:gd name="connsiteY220" fmla="*/ 1725358 h 2174272"/>
              <a:gd name="connsiteX221" fmla="*/ 9525 w 4682585"/>
              <a:gd name="connsiteY221" fmla="*/ 1871948 h 2174272"/>
              <a:gd name="connsiteX222" fmla="*/ 156782 w 4682585"/>
              <a:gd name="connsiteY222" fmla="*/ 1871948 h 2174272"/>
              <a:gd name="connsiteX223" fmla="*/ 156782 w 4682585"/>
              <a:gd name="connsiteY223" fmla="*/ 1725358 h 2174272"/>
              <a:gd name="connsiteX224" fmla="*/ 4515326 w 4682585"/>
              <a:gd name="connsiteY224" fmla="*/ 1569243 h 2174272"/>
              <a:gd name="connsiteX225" fmla="*/ 4515326 w 4682585"/>
              <a:gd name="connsiteY225" fmla="*/ 1715833 h 2174272"/>
              <a:gd name="connsiteX226" fmla="*/ 4673060 w 4682585"/>
              <a:gd name="connsiteY226" fmla="*/ 1715833 h 2174272"/>
              <a:gd name="connsiteX227" fmla="*/ 4673060 w 4682585"/>
              <a:gd name="connsiteY227" fmla="*/ 1569243 h 2174272"/>
              <a:gd name="connsiteX228" fmla="*/ 4348068 w 4682585"/>
              <a:gd name="connsiteY228" fmla="*/ 1569243 h 2174272"/>
              <a:gd name="connsiteX229" fmla="*/ 4348068 w 4682585"/>
              <a:gd name="connsiteY229" fmla="*/ 1715833 h 2174272"/>
              <a:gd name="connsiteX230" fmla="*/ 4505801 w 4682585"/>
              <a:gd name="connsiteY230" fmla="*/ 1715833 h 2174272"/>
              <a:gd name="connsiteX231" fmla="*/ 4505801 w 4682585"/>
              <a:gd name="connsiteY231" fmla="*/ 1569243 h 2174272"/>
              <a:gd name="connsiteX232" fmla="*/ 4180809 w 4682585"/>
              <a:gd name="connsiteY232" fmla="*/ 1569243 h 2174272"/>
              <a:gd name="connsiteX233" fmla="*/ 4180809 w 4682585"/>
              <a:gd name="connsiteY233" fmla="*/ 1715833 h 2174272"/>
              <a:gd name="connsiteX234" fmla="*/ 4338543 w 4682585"/>
              <a:gd name="connsiteY234" fmla="*/ 1715833 h 2174272"/>
              <a:gd name="connsiteX235" fmla="*/ 4338543 w 4682585"/>
              <a:gd name="connsiteY235" fmla="*/ 1569243 h 2174272"/>
              <a:gd name="connsiteX236" fmla="*/ 4013550 w 4682585"/>
              <a:gd name="connsiteY236" fmla="*/ 1569243 h 2174272"/>
              <a:gd name="connsiteX237" fmla="*/ 4013550 w 4682585"/>
              <a:gd name="connsiteY237" fmla="*/ 1715833 h 2174272"/>
              <a:gd name="connsiteX238" fmla="*/ 4171284 w 4682585"/>
              <a:gd name="connsiteY238" fmla="*/ 1715833 h 2174272"/>
              <a:gd name="connsiteX239" fmla="*/ 4171284 w 4682585"/>
              <a:gd name="connsiteY239" fmla="*/ 1569243 h 2174272"/>
              <a:gd name="connsiteX240" fmla="*/ 3846291 w 4682585"/>
              <a:gd name="connsiteY240" fmla="*/ 1569243 h 2174272"/>
              <a:gd name="connsiteX241" fmla="*/ 3846291 w 4682585"/>
              <a:gd name="connsiteY241" fmla="*/ 1715833 h 2174272"/>
              <a:gd name="connsiteX242" fmla="*/ 4004025 w 4682585"/>
              <a:gd name="connsiteY242" fmla="*/ 1715833 h 2174272"/>
              <a:gd name="connsiteX243" fmla="*/ 4004025 w 4682585"/>
              <a:gd name="connsiteY243" fmla="*/ 1569243 h 2174272"/>
              <a:gd name="connsiteX244" fmla="*/ 3678936 w 4682585"/>
              <a:gd name="connsiteY244" fmla="*/ 1569243 h 2174272"/>
              <a:gd name="connsiteX245" fmla="*/ 3678936 w 4682585"/>
              <a:gd name="connsiteY245" fmla="*/ 1715833 h 2174272"/>
              <a:gd name="connsiteX246" fmla="*/ 3836766 w 4682585"/>
              <a:gd name="connsiteY246" fmla="*/ 1715833 h 2174272"/>
              <a:gd name="connsiteX247" fmla="*/ 3836766 w 4682585"/>
              <a:gd name="connsiteY247" fmla="*/ 1569243 h 2174272"/>
              <a:gd name="connsiteX248" fmla="*/ 3511677 w 4682585"/>
              <a:gd name="connsiteY248" fmla="*/ 1569243 h 2174272"/>
              <a:gd name="connsiteX249" fmla="*/ 3511677 w 4682585"/>
              <a:gd name="connsiteY249" fmla="*/ 1715833 h 2174272"/>
              <a:gd name="connsiteX250" fmla="*/ 3669411 w 4682585"/>
              <a:gd name="connsiteY250" fmla="*/ 1715833 h 2174272"/>
              <a:gd name="connsiteX251" fmla="*/ 3669411 w 4682585"/>
              <a:gd name="connsiteY251" fmla="*/ 1569243 h 2174272"/>
              <a:gd name="connsiteX252" fmla="*/ 3344418 w 4682585"/>
              <a:gd name="connsiteY252" fmla="*/ 1569243 h 2174272"/>
              <a:gd name="connsiteX253" fmla="*/ 3344418 w 4682585"/>
              <a:gd name="connsiteY253" fmla="*/ 1715833 h 2174272"/>
              <a:gd name="connsiteX254" fmla="*/ 3502152 w 4682585"/>
              <a:gd name="connsiteY254" fmla="*/ 1715833 h 2174272"/>
              <a:gd name="connsiteX255" fmla="*/ 3502152 w 4682585"/>
              <a:gd name="connsiteY255" fmla="*/ 1569243 h 2174272"/>
              <a:gd name="connsiteX256" fmla="*/ 3177159 w 4682585"/>
              <a:gd name="connsiteY256" fmla="*/ 1569243 h 2174272"/>
              <a:gd name="connsiteX257" fmla="*/ 3177159 w 4682585"/>
              <a:gd name="connsiteY257" fmla="*/ 1715833 h 2174272"/>
              <a:gd name="connsiteX258" fmla="*/ 3334893 w 4682585"/>
              <a:gd name="connsiteY258" fmla="*/ 1715833 h 2174272"/>
              <a:gd name="connsiteX259" fmla="*/ 3334893 w 4682585"/>
              <a:gd name="connsiteY259" fmla="*/ 1569243 h 2174272"/>
              <a:gd name="connsiteX260" fmla="*/ 3009900 w 4682585"/>
              <a:gd name="connsiteY260" fmla="*/ 1569243 h 2174272"/>
              <a:gd name="connsiteX261" fmla="*/ 3009900 w 4682585"/>
              <a:gd name="connsiteY261" fmla="*/ 1715833 h 2174272"/>
              <a:gd name="connsiteX262" fmla="*/ 3167634 w 4682585"/>
              <a:gd name="connsiteY262" fmla="*/ 1715833 h 2174272"/>
              <a:gd name="connsiteX263" fmla="*/ 3167634 w 4682585"/>
              <a:gd name="connsiteY263" fmla="*/ 1569243 h 2174272"/>
              <a:gd name="connsiteX264" fmla="*/ 2842641 w 4682585"/>
              <a:gd name="connsiteY264" fmla="*/ 1569243 h 2174272"/>
              <a:gd name="connsiteX265" fmla="*/ 2842641 w 4682585"/>
              <a:gd name="connsiteY265" fmla="*/ 1715833 h 2174272"/>
              <a:gd name="connsiteX266" fmla="*/ 3000375 w 4682585"/>
              <a:gd name="connsiteY266" fmla="*/ 1715833 h 2174272"/>
              <a:gd name="connsiteX267" fmla="*/ 3000375 w 4682585"/>
              <a:gd name="connsiteY267" fmla="*/ 1569243 h 2174272"/>
              <a:gd name="connsiteX268" fmla="*/ 2675382 w 4682585"/>
              <a:gd name="connsiteY268" fmla="*/ 1569243 h 2174272"/>
              <a:gd name="connsiteX269" fmla="*/ 2675382 w 4682585"/>
              <a:gd name="connsiteY269" fmla="*/ 1715833 h 2174272"/>
              <a:gd name="connsiteX270" fmla="*/ 2833116 w 4682585"/>
              <a:gd name="connsiteY270" fmla="*/ 1715833 h 2174272"/>
              <a:gd name="connsiteX271" fmla="*/ 2833116 w 4682585"/>
              <a:gd name="connsiteY271" fmla="*/ 1569243 h 2174272"/>
              <a:gd name="connsiteX272" fmla="*/ 2508123 w 4682585"/>
              <a:gd name="connsiteY272" fmla="*/ 1569243 h 2174272"/>
              <a:gd name="connsiteX273" fmla="*/ 2508123 w 4682585"/>
              <a:gd name="connsiteY273" fmla="*/ 1715833 h 2174272"/>
              <a:gd name="connsiteX274" fmla="*/ 2665857 w 4682585"/>
              <a:gd name="connsiteY274" fmla="*/ 1715833 h 2174272"/>
              <a:gd name="connsiteX275" fmla="*/ 2665857 w 4682585"/>
              <a:gd name="connsiteY275" fmla="*/ 1569243 h 2174272"/>
              <a:gd name="connsiteX276" fmla="*/ 2340864 w 4682585"/>
              <a:gd name="connsiteY276" fmla="*/ 1569243 h 2174272"/>
              <a:gd name="connsiteX277" fmla="*/ 2340864 w 4682585"/>
              <a:gd name="connsiteY277" fmla="*/ 1715833 h 2174272"/>
              <a:gd name="connsiteX278" fmla="*/ 2498598 w 4682585"/>
              <a:gd name="connsiteY278" fmla="*/ 1715833 h 2174272"/>
              <a:gd name="connsiteX279" fmla="*/ 2498598 w 4682585"/>
              <a:gd name="connsiteY279" fmla="*/ 1569243 h 2174272"/>
              <a:gd name="connsiteX280" fmla="*/ 2173510 w 4682585"/>
              <a:gd name="connsiteY280" fmla="*/ 1569243 h 2174272"/>
              <a:gd name="connsiteX281" fmla="*/ 2173510 w 4682585"/>
              <a:gd name="connsiteY281" fmla="*/ 1715833 h 2174272"/>
              <a:gd name="connsiteX282" fmla="*/ 2331339 w 4682585"/>
              <a:gd name="connsiteY282" fmla="*/ 1715833 h 2174272"/>
              <a:gd name="connsiteX283" fmla="*/ 2331339 w 4682585"/>
              <a:gd name="connsiteY283" fmla="*/ 1569243 h 2174272"/>
              <a:gd name="connsiteX284" fmla="*/ 2006251 w 4682585"/>
              <a:gd name="connsiteY284" fmla="*/ 1569243 h 2174272"/>
              <a:gd name="connsiteX285" fmla="*/ 2006251 w 4682585"/>
              <a:gd name="connsiteY285" fmla="*/ 1715833 h 2174272"/>
              <a:gd name="connsiteX286" fmla="*/ 2163985 w 4682585"/>
              <a:gd name="connsiteY286" fmla="*/ 1715833 h 2174272"/>
              <a:gd name="connsiteX287" fmla="*/ 2163985 w 4682585"/>
              <a:gd name="connsiteY287" fmla="*/ 1569243 h 2174272"/>
              <a:gd name="connsiteX288" fmla="*/ 1838992 w 4682585"/>
              <a:gd name="connsiteY288" fmla="*/ 1569243 h 2174272"/>
              <a:gd name="connsiteX289" fmla="*/ 1838992 w 4682585"/>
              <a:gd name="connsiteY289" fmla="*/ 1715833 h 2174272"/>
              <a:gd name="connsiteX290" fmla="*/ 1996726 w 4682585"/>
              <a:gd name="connsiteY290" fmla="*/ 1715833 h 2174272"/>
              <a:gd name="connsiteX291" fmla="*/ 1996726 w 4682585"/>
              <a:gd name="connsiteY291" fmla="*/ 1569243 h 2174272"/>
              <a:gd name="connsiteX292" fmla="*/ 1671733 w 4682585"/>
              <a:gd name="connsiteY292" fmla="*/ 1569243 h 2174272"/>
              <a:gd name="connsiteX293" fmla="*/ 1671733 w 4682585"/>
              <a:gd name="connsiteY293" fmla="*/ 1715833 h 2174272"/>
              <a:gd name="connsiteX294" fmla="*/ 1829467 w 4682585"/>
              <a:gd name="connsiteY294" fmla="*/ 1715833 h 2174272"/>
              <a:gd name="connsiteX295" fmla="*/ 1829467 w 4682585"/>
              <a:gd name="connsiteY295" fmla="*/ 1569243 h 2174272"/>
              <a:gd name="connsiteX296" fmla="*/ 1504474 w 4682585"/>
              <a:gd name="connsiteY296" fmla="*/ 1569243 h 2174272"/>
              <a:gd name="connsiteX297" fmla="*/ 1504474 w 4682585"/>
              <a:gd name="connsiteY297" fmla="*/ 1715833 h 2174272"/>
              <a:gd name="connsiteX298" fmla="*/ 1662208 w 4682585"/>
              <a:gd name="connsiteY298" fmla="*/ 1715833 h 2174272"/>
              <a:gd name="connsiteX299" fmla="*/ 1662208 w 4682585"/>
              <a:gd name="connsiteY299" fmla="*/ 1569243 h 2174272"/>
              <a:gd name="connsiteX300" fmla="*/ 1337215 w 4682585"/>
              <a:gd name="connsiteY300" fmla="*/ 1569243 h 2174272"/>
              <a:gd name="connsiteX301" fmla="*/ 1337215 w 4682585"/>
              <a:gd name="connsiteY301" fmla="*/ 1715833 h 2174272"/>
              <a:gd name="connsiteX302" fmla="*/ 1494949 w 4682585"/>
              <a:gd name="connsiteY302" fmla="*/ 1715833 h 2174272"/>
              <a:gd name="connsiteX303" fmla="*/ 1494949 w 4682585"/>
              <a:gd name="connsiteY303" fmla="*/ 1569243 h 2174272"/>
              <a:gd name="connsiteX304" fmla="*/ 1169956 w 4682585"/>
              <a:gd name="connsiteY304" fmla="*/ 1569243 h 2174272"/>
              <a:gd name="connsiteX305" fmla="*/ 1169956 w 4682585"/>
              <a:gd name="connsiteY305" fmla="*/ 1715833 h 2174272"/>
              <a:gd name="connsiteX306" fmla="*/ 1327690 w 4682585"/>
              <a:gd name="connsiteY306" fmla="*/ 1715833 h 2174272"/>
              <a:gd name="connsiteX307" fmla="*/ 1327690 w 4682585"/>
              <a:gd name="connsiteY307" fmla="*/ 1569243 h 2174272"/>
              <a:gd name="connsiteX308" fmla="*/ 1002697 w 4682585"/>
              <a:gd name="connsiteY308" fmla="*/ 1569243 h 2174272"/>
              <a:gd name="connsiteX309" fmla="*/ 1002697 w 4682585"/>
              <a:gd name="connsiteY309" fmla="*/ 1715833 h 2174272"/>
              <a:gd name="connsiteX310" fmla="*/ 1160431 w 4682585"/>
              <a:gd name="connsiteY310" fmla="*/ 1715833 h 2174272"/>
              <a:gd name="connsiteX311" fmla="*/ 1160431 w 4682585"/>
              <a:gd name="connsiteY311" fmla="*/ 1569243 h 2174272"/>
              <a:gd name="connsiteX312" fmla="*/ 835438 w 4682585"/>
              <a:gd name="connsiteY312" fmla="*/ 1569243 h 2174272"/>
              <a:gd name="connsiteX313" fmla="*/ 835438 w 4682585"/>
              <a:gd name="connsiteY313" fmla="*/ 1715833 h 2174272"/>
              <a:gd name="connsiteX314" fmla="*/ 993172 w 4682585"/>
              <a:gd name="connsiteY314" fmla="*/ 1715833 h 2174272"/>
              <a:gd name="connsiteX315" fmla="*/ 993172 w 4682585"/>
              <a:gd name="connsiteY315" fmla="*/ 1569243 h 2174272"/>
              <a:gd name="connsiteX316" fmla="*/ 668179 w 4682585"/>
              <a:gd name="connsiteY316" fmla="*/ 1569243 h 2174272"/>
              <a:gd name="connsiteX317" fmla="*/ 668179 w 4682585"/>
              <a:gd name="connsiteY317" fmla="*/ 1715833 h 2174272"/>
              <a:gd name="connsiteX318" fmla="*/ 825913 w 4682585"/>
              <a:gd name="connsiteY318" fmla="*/ 1715833 h 2174272"/>
              <a:gd name="connsiteX319" fmla="*/ 825913 w 4682585"/>
              <a:gd name="connsiteY319" fmla="*/ 1569243 h 2174272"/>
              <a:gd name="connsiteX320" fmla="*/ 500920 w 4682585"/>
              <a:gd name="connsiteY320" fmla="*/ 1569243 h 2174272"/>
              <a:gd name="connsiteX321" fmla="*/ 500920 w 4682585"/>
              <a:gd name="connsiteY321" fmla="*/ 1715833 h 2174272"/>
              <a:gd name="connsiteX322" fmla="*/ 658654 w 4682585"/>
              <a:gd name="connsiteY322" fmla="*/ 1715833 h 2174272"/>
              <a:gd name="connsiteX323" fmla="*/ 658654 w 4682585"/>
              <a:gd name="connsiteY323" fmla="*/ 1569243 h 2174272"/>
              <a:gd name="connsiteX324" fmla="*/ 333566 w 4682585"/>
              <a:gd name="connsiteY324" fmla="*/ 1569243 h 2174272"/>
              <a:gd name="connsiteX325" fmla="*/ 333566 w 4682585"/>
              <a:gd name="connsiteY325" fmla="*/ 1715833 h 2174272"/>
              <a:gd name="connsiteX326" fmla="*/ 491395 w 4682585"/>
              <a:gd name="connsiteY326" fmla="*/ 1715833 h 2174272"/>
              <a:gd name="connsiteX327" fmla="*/ 491395 w 4682585"/>
              <a:gd name="connsiteY327" fmla="*/ 1569243 h 2174272"/>
              <a:gd name="connsiteX328" fmla="*/ 166307 w 4682585"/>
              <a:gd name="connsiteY328" fmla="*/ 1569243 h 2174272"/>
              <a:gd name="connsiteX329" fmla="*/ 166307 w 4682585"/>
              <a:gd name="connsiteY329" fmla="*/ 1715833 h 2174272"/>
              <a:gd name="connsiteX330" fmla="*/ 324041 w 4682585"/>
              <a:gd name="connsiteY330" fmla="*/ 1715833 h 2174272"/>
              <a:gd name="connsiteX331" fmla="*/ 324041 w 4682585"/>
              <a:gd name="connsiteY331" fmla="*/ 1569243 h 2174272"/>
              <a:gd name="connsiteX332" fmla="*/ 9525 w 4682585"/>
              <a:gd name="connsiteY332" fmla="*/ 1569243 h 2174272"/>
              <a:gd name="connsiteX333" fmla="*/ 9525 w 4682585"/>
              <a:gd name="connsiteY333" fmla="*/ 1715833 h 2174272"/>
              <a:gd name="connsiteX334" fmla="*/ 156782 w 4682585"/>
              <a:gd name="connsiteY334" fmla="*/ 1715833 h 2174272"/>
              <a:gd name="connsiteX335" fmla="*/ 156782 w 4682585"/>
              <a:gd name="connsiteY335" fmla="*/ 1569243 h 2174272"/>
              <a:gd name="connsiteX336" fmla="*/ 4515326 w 4682585"/>
              <a:gd name="connsiteY336" fmla="*/ 1413129 h 2174272"/>
              <a:gd name="connsiteX337" fmla="*/ 4515326 w 4682585"/>
              <a:gd name="connsiteY337" fmla="*/ 1559718 h 2174272"/>
              <a:gd name="connsiteX338" fmla="*/ 4673060 w 4682585"/>
              <a:gd name="connsiteY338" fmla="*/ 1559718 h 2174272"/>
              <a:gd name="connsiteX339" fmla="*/ 4673060 w 4682585"/>
              <a:gd name="connsiteY339" fmla="*/ 1413129 h 2174272"/>
              <a:gd name="connsiteX340" fmla="*/ 4348068 w 4682585"/>
              <a:gd name="connsiteY340" fmla="*/ 1413129 h 2174272"/>
              <a:gd name="connsiteX341" fmla="*/ 4348068 w 4682585"/>
              <a:gd name="connsiteY341" fmla="*/ 1559718 h 2174272"/>
              <a:gd name="connsiteX342" fmla="*/ 4505801 w 4682585"/>
              <a:gd name="connsiteY342" fmla="*/ 1559718 h 2174272"/>
              <a:gd name="connsiteX343" fmla="*/ 4505801 w 4682585"/>
              <a:gd name="connsiteY343" fmla="*/ 1413129 h 2174272"/>
              <a:gd name="connsiteX344" fmla="*/ 4180809 w 4682585"/>
              <a:gd name="connsiteY344" fmla="*/ 1413129 h 2174272"/>
              <a:gd name="connsiteX345" fmla="*/ 4180809 w 4682585"/>
              <a:gd name="connsiteY345" fmla="*/ 1559718 h 2174272"/>
              <a:gd name="connsiteX346" fmla="*/ 4338543 w 4682585"/>
              <a:gd name="connsiteY346" fmla="*/ 1559718 h 2174272"/>
              <a:gd name="connsiteX347" fmla="*/ 4338543 w 4682585"/>
              <a:gd name="connsiteY347" fmla="*/ 1413129 h 2174272"/>
              <a:gd name="connsiteX348" fmla="*/ 4013550 w 4682585"/>
              <a:gd name="connsiteY348" fmla="*/ 1413129 h 2174272"/>
              <a:gd name="connsiteX349" fmla="*/ 4013550 w 4682585"/>
              <a:gd name="connsiteY349" fmla="*/ 1559718 h 2174272"/>
              <a:gd name="connsiteX350" fmla="*/ 4171284 w 4682585"/>
              <a:gd name="connsiteY350" fmla="*/ 1559718 h 2174272"/>
              <a:gd name="connsiteX351" fmla="*/ 4171284 w 4682585"/>
              <a:gd name="connsiteY351" fmla="*/ 1413129 h 2174272"/>
              <a:gd name="connsiteX352" fmla="*/ 3846291 w 4682585"/>
              <a:gd name="connsiteY352" fmla="*/ 1413129 h 2174272"/>
              <a:gd name="connsiteX353" fmla="*/ 3846291 w 4682585"/>
              <a:gd name="connsiteY353" fmla="*/ 1559718 h 2174272"/>
              <a:gd name="connsiteX354" fmla="*/ 4004025 w 4682585"/>
              <a:gd name="connsiteY354" fmla="*/ 1559718 h 2174272"/>
              <a:gd name="connsiteX355" fmla="*/ 4004025 w 4682585"/>
              <a:gd name="connsiteY355" fmla="*/ 1413129 h 2174272"/>
              <a:gd name="connsiteX356" fmla="*/ 3678936 w 4682585"/>
              <a:gd name="connsiteY356" fmla="*/ 1413129 h 2174272"/>
              <a:gd name="connsiteX357" fmla="*/ 3678936 w 4682585"/>
              <a:gd name="connsiteY357" fmla="*/ 1559718 h 2174272"/>
              <a:gd name="connsiteX358" fmla="*/ 3836766 w 4682585"/>
              <a:gd name="connsiteY358" fmla="*/ 1559718 h 2174272"/>
              <a:gd name="connsiteX359" fmla="*/ 3836766 w 4682585"/>
              <a:gd name="connsiteY359" fmla="*/ 1413129 h 2174272"/>
              <a:gd name="connsiteX360" fmla="*/ 3511677 w 4682585"/>
              <a:gd name="connsiteY360" fmla="*/ 1413129 h 2174272"/>
              <a:gd name="connsiteX361" fmla="*/ 3511677 w 4682585"/>
              <a:gd name="connsiteY361" fmla="*/ 1559718 h 2174272"/>
              <a:gd name="connsiteX362" fmla="*/ 3669411 w 4682585"/>
              <a:gd name="connsiteY362" fmla="*/ 1559718 h 2174272"/>
              <a:gd name="connsiteX363" fmla="*/ 3669411 w 4682585"/>
              <a:gd name="connsiteY363" fmla="*/ 1413129 h 2174272"/>
              <a:gd name="connsiteX364" fmla="*/ 3344418 w 4682585"/>
              <a:gd name="connsiteY364" fmla="*/ 1413129 h 2174272"/>
              <a:gd name="connsiteX365" fmla="*/ 3344418 w 4682585"/>
              <a:gd name="connsiteY365" fmla="*/ 1559718 h 2174272"/>
              <a:gd name="connsiteX366" fmla="*/ 3502152 w 4682585"/>
              <a:gd name="connsiteY366" fmla="*/ 1559718 h 2174272"/>
              <a:gd name="connsiteX367" fmla="*/ 3502152 w 4682585"/>
              <a:gd name="connsiteY367" fmla="*/ 1413129 h 2174272"/>
              <a:gd name="connsiteX368" fmla="*/ 3177159 w 4682585"/>
              <a:gd name="connsiteY368" fmla="*/ 1413129 h 2174272"/>
              <a:gd name="connsiteX369" fmla="*/ 3177159 w 4682585"/>
              <a:gd name="connsiteY369" fmla="*/ 1559718 h 2174272"/>
              <a:gd name="connsiteX370" fmla="*/ 3334893 w 4682585"/>
              <a:gd name="connsiteY370" fmla="*/ 1559718 h 2174272"/>
              <a:gd name="connsiteX371" fmla="*/ 3334893 w 4682585"/>
              <a:gd name="connsiteY371" fmla="*/ 1413129 h 2174272"/>
              <a:gd name="connsiteX372" fmla="*/ 3009900 w 4682585"/>
              <a:gd name="connsiteY372" fmla="*/ 1413129 h 2174272"/>
              <a:gd name="connsiteX373" fmla="*/ 3009900 w 4682585"/>
              <a:gd name="connsiteY373" fmla="*/ 1559718 h 2174272"/>
              <a:gd name="connsiteX374" fmla="*/ 3167634 w 4682585"/>
              <a:gd name="connsiteY374" fmla="*/ 1559718 h 2174272"/>
              <a:gd name="connsiteX375" fmla="*/ 3167634 w 4682585"/>
              <a:gd name="connsiteY375" fmla="*/ 1413129 h 2174272"/>
              <a:gd name="connsiteX376" fmla="*/ 2842641 w 4682585"/>
              <a:gd name="connsiteY376" fmla="*/ 1413129 h 2174272"/>
              <a:gd name="connsiteX377" fmla="*/ 2842641 w 4682585"/>
              <a:gd name="connsiteY377" fmla="*/ 1559718 h 2174272"/>
              <a:gd name="connsiteX378" fmla="*/ 3000375 w 4682585"/>
              <a:gd name="connsiteY378" fmla="*/ 1559718 h 2174272"/>
              <a:gd name="connsiteX379" fmla="*/ 3000375 w 4682585"/>
              <a:gd name="connsiteY379" fmla="*/ 1413129 h 2174272"/>
              <a:gd name="connsiteX380" fmla="*/ 2675382 w 4682585"/>
              <a:gd name="connsiteY380" fmla="*/ 1413129 h 2174272"/>
              <a:gd name="connsiteX381" fmla="*/ 2675382 w 4682585"/>
              <a:gd name="connsiteY381" fmla="*/ 1559718 h 2174272"/>
              <a:gd name="connsiteX382" fmla="*/ 2833116 w 4682585"/>
              <a:gd name="connsiteY382" fmla="*/ 1559718 h 2174272"/>
              <a:gd name="connsiteX383" fmla="*/ 2833116 w 4682585"/>
              <a:gd name="connsiteY383" fmla="*/ 1413129 h 2174272"/>
              <a:gd name="connsiteX384" fmla="*/ 2508123 w 4682585"/>
              <a:gd name="connsiteY384" fmla="*/ 1413129 h 2174272"/>
              <a:gd name="connsiteX385" fmla="*/ 2508123 w 4682585"/>
              <a:gd name="connsiteY385" fmla="*/ 1559718 h 2174272"/>
              <a:gd name="connsiteX386" fmla="*/ 2665857 w 4682585"/>
              <a:gd name="connsiteY386" fmla="*/ 1559718 h 2174272"/>
              <a:gd name="connsiteX387" fmla="*/ 2665857 w 4682585"/>
              <a:gd name="connsiteY387" fmla="*/ 1413129 h 2174272"/>
              <a:gd name="connsiteX388" fmla="*/ 2340864 w 4682585"/>
              <a:gd name="connsiteY388" fmla="*/ 1413129 h 2174272"/>
              <a:gd name="connsiteX389" fmla="*/ 2340864 w 4682585"/>
              <a:gd name="connsiteY389" fmla="*/ 1559718 h 2174272"/>
              <a:gd name="connsiteX390" fmla="*/ 2498598 w 4682585"/>
              <a:gd name="connsiteY390" fmla="*/ 1559718 h 2174272"/>
              <a:gd name="connsiteX391" fmla="*/ 2498598 w 4682585"/>
              <a:gd name="connsiteY391" fmla="*/ 1413129 h 2174272"/>
              <a:gd name="connsiteX392" fmla="*/ 2173510 w 4682585"/>
              <a:gd name="connsiteY392" fmla="*/ 1413129 h 2174272"/>
              <a:gd name="connsiteX393" fmla="*/ 2173510 w 4682585"/>
              <a:gd name="connsiteY393" fmla="*/ 1559718 h 2174272"/>
              <a:gd name="connsiteX394" fmla="*/ 2331339 w 4682585"/>
              <a:gd name="connsiteY394" fmla="*/ 1559718 h 2174272"/>
              <a:gd name="connsiteX395" fmla="*/ 2331339 w 4682585"/>
              <a:gd name="connsiteY395" fmla="*/ 1413129 h 2174272"/>
              <a:gd name="connsiteX396" fmla="*/ 2006251 w 4682585"/>
              <a:gd name="connsiteY396" fmla="*/ 1413129 h 2174272"/>
              <a:gd name="connsiteX397" fmla="*/ 2006251 w 4682585"/>
              <a:gd name="connsiteY397" fmla="*/ 1559718 h 2174272"/>
              <a:gd name="connsiteX398" fmla="*/ 2163985 w 4682585"/>
              <a:gd name="connsiteY398" fmla="*/ 1559718 h 2174272"/>
              <a:gd name="connsiteX399" fmla="*/ 2163985 w 4682585"/>
              <a:gd name="connsiteY399" fmla="*/ 1413129 h 2174272"/>
              <a:gd name="connsiteX400" fmla="*/ 1838992 w 4682585"/>
              <a:gd name="connsiteY400" fmla="*/ 1413129 h 2174272"/>
              <a:gd name="connsiteX401" fmla="*/ 1838992 w 4682585"/>
              <a:gd name="connsiteY401" fmla="*/ 1559718 h 2174272"/>
              <a:gd name="connsiteX402" fmla="*/ 1996726 w 4682585"/>
              <a:gd name="connsiteY402" fmla="*/ 1559718 h 2174272"/>
              <a:gd name="connsiteX403" fmla="*/ 1996726 w 4682585"/>
              <a:gd name="connsiteY403" fmla="*/ 1413129 h 2174272"/>
              <a:gd name="connsiteX404" fmla="*/ 1671733 w 4682585"/>
              <a:gd name="connsiteY404" fmla="*/ 1413129 h 2174272"/>
              <a:gd name="connsiteX405" fmla="*/ 1671733 w 4682585"/>
              <a:gd name="connsiteY405" fmla="*/ 1559718 h 2174272"/>
              <a:gd name="connsiteX406" fmla="*/ 1829467 w 4682585"/>
              <a:gd name="connsiteY406" fmla="*/ 1559718 h 2174272"/>
              <a:gd name="connsiteX407" fmla="*/ 1829467 w 4682585"/>
              <a:gd name="connsiteY407" fmla="*/ 1413129 h 2174272"/>
              <a:gd name="connsiteX408" fmla="*/ 1504474 w 4682585"/>
              <a:gd name="connsiteY408" fmla="*/ 1413129 h 2174272"/>
              <a:gd name="connsiteX409" fmla="*/ 1504474 w 4682585"/>
              <a:gd name="connsiteY409" fmla="*/ 1559718 h 2174272"/>
              <a:gd name="connsiteX410" fmla="*/ 1662208 w 4682585"/>
              <a:gd name="connsiteY410" fmla="*/ 1559718 h 2174272"/>
              <a:gd name="connsiteX411" fmla="*/ 1662208 w 4682585"/>
              <a:gd name="connsiteY411" fmla="*/ 1413129 h 2174272"/>
              <a:gd name="connsiteX412" fmla="*/ 1337215 w 4682585"/>
              <a:gd name="connsiteY412" fmla="*/ 1413129 h 2174272"/>
              <a:gd name="connsiteX413" fmla="*/ 1337215 w 4682585"/>
              <a:gd name="connsiteY413" fmla="*/ 1559718 h 2174272"/>
              <a:gd name="connsiteX414" fmla="*/ 1494949 w 4682585"/>
              <a:gd name="connsiteY414" fmla="*/ 1559718 h 2174272"/>
              <a:gd name="connsiteX415" fmla="*/ 1494949 w 4682585"/>
              <a:gd name="connsiteY415" fmla="*/ 1413129 h 2174272"/>
              <a:gd name="connsiteX416" fmla="*/ 1169956 w 4682585"/>
              <a:gd name="connsiteY416" fmla="*/ 1413129 h 2174272"/>
              <a:gd name="connsiteX417" fmla="*/ 1169956 w 4682585"/>
              <a:gd name="connsiteY417" fmla="*/ 1559718 h 2174272"/>
              <a:gd name="connsiteX418" fmla="*/ 1327690 w 4682585"/>
              <a:gd name="connsiteY418" fmla="*/ 1559718 h 2174272"/>
              <a:gd name="connsiteX419" fmla="*/ 1327690 w 4682585"/>
              <a:gd name="connsiteY419" fmla="*/ 1413129 h 2174272"/>
              <a:gd name="connsiteX420" fmla="*/ 1002697 w 4682585"/>
              <a:gd name="connsiteY420" fmla="*/ 1413129 h 2174272"/>
              <a:gd name="connsiteX421" fmla="*/ 1002697 w 4682585"/>
              <a:gd name="connsiteY421" fmla="*/ 1559718 h 2174272"/>
              <a:gd name="connsiteX422" fmla="*/ 1160431 w 4682585"/>
              <a:gd name="connsiteY422" fmla="*/ 1559718 h 2174272"/>
              <a:gd name="connsiteX423" fmla="*/ 1160431 w 4682585"/>
              <a:gd name="connsiteY423" fmla="*/ 1413129 h 2174272"/>
              <a:gd name="connsiteX424" fmla="*/ 835438 w 4682585"/>
              <a:gd name="connsiteY424" fmla="*/ 1413129 h 2174272"/>
              <a:gd name="connsiteX425" fmla="*/ 835438 w 4682585"/>
              <a:gd name="connsiteY425" fmla="*/ 1559718 h 2174272"/>
              <a:gd name="connsiteX426" fmla="*/ 993172 w 4682585"/>
              <a:gd name="connsiteY426" fmla="*/ 1559718 h 2174272"/>
              <a:gd name="connsiteX427" fmla="*/ 993172 w 4682585"/>
              <a:gd name="connsiteY427" fmla="*/ 1413129 h 2174272"/>
              <a:gd name="connsiteX428" fmla="*/ 668179 w 4682585"/>
              <a:gd name="connsiteY428" fmla="*/ 1413129 h 2174272"/>
              <a:gd name="connsiteX429" fmla="*/ 668179 w 4682585"/>
              <a:gd name="connsiteY429" fmla="*/ 1559718 h 2174272"/>
              <a:gd name="connsiteX430" fmla="*/ 825913 w 4682585"/>
              <a:gd name="connsiteY430" fmla="*/ 1559718 h 2174272"/>
              <a:gd name="connsiteX431" fmla="*/ 825913 w 4682585"/>
              <a:gd name="connsiteY431" fmla="*/ 1413129 h 2174272"/>
              <a:gd name="connsiteX432" fmla="*/ 500920 w 4682585"/>
              <a:gd name="connsiteY432" fmla="*/ 1413129 h 2174272"/>
              <a:gd name="connsiteX433" fmla="*/ 500920 w 4682585"/>
              <a:gd name="connsiteY433" fmla="*/ 1559718 h 2174272"/>
              <a:gd name="connsiteX434" fmla="*/ 658654 w 4682585"/>
              <a:gd name="connsiteY434" fmla="*/ 1559718 h 2174272"/>
              <a:gd name="connsiteX435" fmla="*/ 658654 w 4682585"/>
              <a:gd name="connsiteY435" fmla="*/ 1413129 h 2174272"/>
              <a:gd name="connsiteX436" fmla="*/ 333566 w 4682585"/>
              <a:gd name="connsiteY436" fmla="*/ 1413129 h 2174272"/>
              <a:gd name="connsiteX437" fmla="*/ 333566 w 4682585"/>
              <a:gd name="connsiteY437" fmla="*/ 1559718 h 2174272"/>
              <a:gd name="connsiteX438" fmla="*/ 491395 w 4682585"/>
              <a:gd name="connsiteY438" fmla="*/ 1559718 h 2174272"/>
              <a:gd name="connsiteX439" fmla="*/ 491395 w 4682585"/>
              <a:gd name="connsiteY439" fmla="*/ 1413129 h 2174272"/>
              <a:gd name="connsiteX440" fmla="*/ 166307 w 4682585"/>
              <a:gd name="connsiteY440" fmla="*/ 1413129 h 2174272"/>
              <a:gd name="connsiteX441" fmla="*/ 166307 w 4682585"/>
              <a:gd name="connsiteY441" fmla="*/ 1559718 h 2174272"/>
              <a:gd name="connsiteX442" fmla="*/ 324041 w 4682585"/>
              <a:gd name="connsiteY442" fmla="*/ 1559718 h 2174272"/>
              <a:gd name="connsiteX443" fmla="*/ 324041 w 4682585"/>
              <a:gd name="connsiteY443" fmla="*/ 1413129 h 2174272"/>
              <a:gd name="connsiteX444" fmla="*/ 9525 w 4682585"/>
              <a:gd name="connsiteY444" fmla="*/ 1413129 h 2174272"/>
              <a:gd name="connsiteX445" fmla="*/ 9525 w 4682585"/>
              <a:gd name="connsiteY445" fmla="*/ 1559718 h 2174272"/>
              <a:gd name="connsiteX446" fmla="*/ 156782 w 4682585"/>
              <a:gd name="connsiteY446" fmla="*/ 1559718 h 2174272"/>
              <a:gd name="connsiteX447" fmla="*/ 156782 w 4682585"/>
              <a:gd name="connsiteY447" fmla="*/ 1413129 h 2174272"/>
              <a:gd name="connsiteX448" fmla="*/ 4515326 w 4682585"/>
              <a:gd name="connsiteY448" fmla="*/ 1257014 h 2174272"/>
              <a:gd name="connsiteX449" fmla="*/ 4515326 w 4682585"/>
              <a:gd name="connsiteY449" fmla="*/ 1403604 h 2174272"/>
              <a:gd name="connsiteX450" fmla="*/ 4673060 w 4682585"/>
              <a:gd name="connsiteY450" fmla="*/ 1403604 h 2174272"/>
              <a:gd name="connsiteX451" fmla="*/ 4673060 w 4682585"/>
              <a:gd name="connsiteY451" fmla="*/ 1257014 h 2174272"/>
              <a:gd name="connsiteX452" fmla="*/ 4348068 w 4682585"/>
              <a:gd name="connsiteY452" fmla="*/ 1257014 h 2174272"/>
              <a:gd name="connsiteX453" fmla="*/ 4348068 w 4682585"/>
              <a:gd name="connsiteY453" fmla="*/ 1403604 h 2174272"/>
              <a:gd name="connsiteX454" fmla="*/ 4505801 w 4682585"/>
              <a:gd name="connsiteY454" fmla="*/ 1403604 h 2174272"/>
              <a:gd name="connsiteX455" fmla="*/ 4505801 w 4682585"/>
              <a:gd name="connsiteY455" fmla="*/ 1257014 h 2174272"/>
              <a:gd name="connsiteX456" fmla="*/ 4180809 w 4682585"/>
              <a:gd name="connsiteY456" fmla="*/ 1257014 h 2174272"/>
              <a:gd name="connsiteX457" fmla="*/ 4180809 w 4682585"/>
              <a:gd name="connsiteY457" fmla="*/ 1403604 h 2174272"/>
              <a:gd name="connsiteX458" fmla="*/ 4338543 w 4682585"/>
              <a:gd name="connsiteY458" fmla="*/ 1403604 h 2174272"/>
              <a:gd name="connsiteX459" fmla="*/ 4338543 w 4682585"/>
              <a:gd name="connsiteY459" fmla="*/ 1257014 h 2174272"/>
              <a:gd name="connsiteX460" fmla="*/ 4013550 w 4682585"/>
              <a:gd name="connsiteY460" fmla="*/ 1257014 h 2174272"/>
              <a:gd name="connsiteX461" fmla="*/ 4013550 w 4682585"/>
              <a:gd name="connsiteY461" fmla="*/ 1403604 h 2174272"/>
              <a:gd name="connsiteX462" fmla="*/ 4171284 w 4682585"/>
              <a:gd name="connsiteY462" fmla="*/ 1403604 h 2174272"/>
              <a:gd name="connsiteX463" fmla="*/ 4171284 w 4682585"/>
              <a:gd name="connsiteY463" fmla="*/ 1257014 h 2174272"/>
              <a:gd name="connsiteX464" fmla="*/ 3846291 w 4682585"/>
              <a:gd name="connsiteY464" fmla="*/ 1257014 h 2174272"/>
              <a:gd name="connsiteX465" fmla="*/ 3846291 w 4682585"/>
              <a:gd name="connsiteY465" fmla="*/ 1403604 h 2174272"/>
              <a:gd name="connsiteX466" fmla="*/ 4004025 w 4682585"/>
              <a:gd name="connsiteY466" fmla="*/ 1403604 h 2174272"/>
              <a:gd name="connsiteX467" fmla="*/ 4004025 w 4682585"/>
              <a:gd name="connsiteY467" fmla="*/ 1257014 h 2174272"/>
              <a:gd name="connsiteX468" fmla="*/ 3678936 w 4682585"/>
              <a:gd name="connsiteY468" fmla="*/ 1257014 h 2174272"/>
              <a:gd name="connsiteX469" fmla="*/ 3678936 w 4682585"/>
              <a:gd name="connsiteY469" fmla="*/ 1403604 h 2174272"/>
              <a:gd name="connsiteX470" fmla="*/ 3836766 w 4682585"/>
              <a:gd name="connsiteY470" fmla="*/ 1403604 h 2174272"/>
              <a:gd name="connsiteX471" fmla="*/ 3836766 w 4682585"/>
              <a:gd name="connsiteY471" fmla="*/ 1257014 h 2174272"/>
              <a:gd name="connsiteX472" fmla="*/ 3511677 w 4682585"/>
              <a:gd name="connsiteY472" fmla="*/ 1257014 h 2174272"/>
              <a:gd name="connsiteX473" fmla="*/ 3511677 w 4682585"/>
              <a:gd name="connsiteY473" fmla="*/ 1403604 h 2174272"/>
              <a:gd name="connsiteX474" fmla="*/ 3669411 w 4682585"/>
              <a:gd name="connsiteY474" fmla="*/ 1403604 h 2174272"/>
              <a:gd name="connsiteX475" fmla="*/ 3669411 w 4682585"/>
              <a:gd name="connsiteY475" fmla="*/ 1257014 h 2174272"/>
              <a:gd name="connsiteX476" fmla="*/ 3344418 w 4682585"/>
              <a:gd name="connsiteY476" fmla="*/ 1257014 h 2174272"/>
              <a:gd name="connsiteX477" fmla="*/ 3344418 w 4682585"/>
              <a:gd name="connsiteY477" fmla="*/ 1403604 h 2174272"/>
              <a:gd name="connsiteX478" fmla="*/ 3502152 w 4682585"/>
              <a:gd name="connsiteY478" fmla="*/ 1403604 h 2174272"/>
              <a:gd name="connsiteX479" fmla="*/ 3502152 w 4682585"/>
              <a:gd name="connsiteY479" fmla="*/ 1257014 h 2174272"/>
              <a:gd name="connsiteX480" fmla="*/ 3177159 w 4682585"/>
              <a:gd name="connsiteY480" fmla="*/ 1257014 h 2174272"/>
              <a:gd name="connsiteX481" fmla="*/ 3177159 w 4682585"/>
              <a:gd name="connsiteY481" fmla="*/ 1403604 h 2174272"/>
              <a:gd name="connsiteX482" fmla="*/ 3334893 w 4682585"/>
              <a:gd name="connsiteY482" fmla="*/ 1403604 h 2174272"/>
              <a:gd name="connsiteX483" fmla="*/ 3334893 w 4682585"/>
              <a:gd name="connsiteY483" fmla="*/ 1257014 h 2174272"/>
              <a:gd name="connsiteX484" fmla="*/ 3009900 w 4682585"/>
              <a:gd name="connsiteY484" fmla="*/ 1257014 h 2174272"/>
              <a:gd name="connsiteX485" fmla="*/ 3009900 w 4682585"/>
              <a:gd name="connsiteY485" fmla="*/ 1403604 h 2174272"/>
              <a:gd name="connsiteX486" fmla="*/ 3167634 w 4682585"/>
              <a:gd name="connsiteY486" fmla="*/ 1403604 h 2174272"/>
              <a:gd name="connsiteX487" fmla="*/ 3167634 w 4682585"/>
              <a:gd name="connsiteY487" fmla="*/ 1257014 h 2174272"/>
              <a:gd name="connsiteX488" fmla="*/ 2842641 w 4682585"/>
              <a:gd name="connsiteY488" fmla="*/ 1257014 h 2174272"/>
              <a:gd name="connsiteX489" fmla="*/ 2842641 w 4682585"/>
              <a:gd name="connsiteY489" fmla="*/ 1403604 h 2174272"/>
              <a:gd name="connsiteX490" fmla="*/ 3000375 w 4682585"/>
              <a:gd name="connsiteY490" fmla="*/ 1403604 h 2174272"/>
              <a:gd name="connsiteX491" fmla="*/ 3000375 w 4682585"/>
              <a:gd name="connsiteY491" fmla="*/ 1257014 h 2174272"/>
              <a:gd name="connsiteX492" fmla="*/ 2675382 w 4682585"/>
              <a:gd name="connsiteY492" fmla="*/ 1257014 h 2174272"/>
              <a:gd name="connsiteX493" fmla="*/ 2675382 w 4682585"/>
              <a:gd name="connsiteY493" fmla="*/ 1403604 h 2174272"/>
              <a:gd name="connsiteX494" fmla="*/ 2833116 w 4682585"/>
              <a:gd name="connsiteY494" fmla="*/ 1403604 h 2174272"/>
              <a:gd name="connsiteX495" fmla="*/ 2833116 w 4682585"/>
              <a:gd name="connsiteY495" fmla="*/ 1257014 h 2174272"/>
              <a:gd name="connsiteX496" fmla="*/ 2508123 w 4682585"/>
              <a:gd name="connsiteY496" fmla="*/ 1257014 h 2174272"/>
              <a:gd name="connsiteX497" fmla="*/ 2508123 w 4682585"/>
              <a:gd name="connsiteY497" fmla="*/ 1403604 h 2174272"/>
              <a:gd name="connsiteX498" fmla="*/ 2665857 w 4682585"/>
              <a:gd name="connsiteY498" fmla="*/ 1403604 h 2174272"/>
              <a:gd name="connsiteX499" fmla="*/ 2665857 w 4682585"/>
              <a:gd name="connsiteY499" fmla="*/ 1257014 h 2174272"/>
              <a:gd name="connsiteX500" fmla="*/ 2340864 w 4682585"/>
              <a:gd name="connsiteY500" fmla="*/ 1257014 h 2174272"/>
              <a:gd name="connsiteX501" fmla="*/ 2340864 w 4682585"/>
              <a:gd name="connsiteY501" fmla="*/ 1403604 h 2174272"/>
              <a:gd name="connsiteX502" fmla="*/ 2498598 w 4682585"/>
              <a:gd name="connsiteY502" fmla="*/ 1403604 h 2174272"/>
              <a:gd name="connsiteX503" fmla="*/ 2498598 w 4682585"/>
              <a:gd name="connsiteY503" fmla="*/ 1257014 h 2174272"/>
              <a:gd name="connsiteX504" fmla="*/ 2173510 w 4682585"/>
              <a:gd name="connsiteY504" fmla="*/ 1257014 h 2174272"/>
              <a:gd name="connsiteX505" fmla="*/ 2173510 w 4682585"/>
              <a:gd name="connsiteY505" fmla="*/ 1403604 h 2174272"/>
              <a:gd name="connsiteX506" fmla="*/ 2331339 w 4682585"/>
              <a:gd name="connsiteY506" fmla="*/ 1403604 h 2174272"/>
              <a:gd name="connsiteX507" fmla="*/ 2331339 w 4682585"/>
              <a:gd name="connsiteY507" fmla="*/ 1257014 h 2174272"/>
              <a:gd name="connsiteX508" fmla="*/ 2006251 w 4682585"/>
              <a:gd name="connsiteY508" fmla="*/ 1257014 h 2174272"/>
              <a:gd name="connsiteX509" fmla="*/ 2006251 w 4682585"/>
              <a:gd name="connsiteY509" fmla="*/ 1403604 h 2174272"/>
              <a:gd name="connsiteX510" fmla="*/ 2163985 w 4682585"/>
              <a:gd name="connsiteY510" fmla="*/ 1403604 h 2174272"/>
              <a:gd name="connsiteX511" fmla="*/ 2163985 w 4682585"/>
              <a:gd name="connsiteY511" fmla="*/ 1257014 h 2174272"/>
              <a:gd name="connsiteX512" fmla="*/ 1838992 w 4682585"/>
              <a:gd name="connsiteY512" fmla="*/ 1257014 h 2174272"/>
              <a:gd name="connsiteX513" fmla="*/ 1838992 w 4682585"/>
              <a:gd name="connsiteY513" fmla="*/ 1403604 h 2174272"/>
              <a:gd name="connsiteX514" fmla="*/ 1996726 w 4682585"/>
              <a:gd name="connsiteY514" fmla="*/ 1403604 h 2174272"/>
              <a:gd name="connsiteX515" fmla="*/ 1996726 w 4682585"/>
              <a:gd name="connsiteY515" fmla="*/ 1257014 h 2174272"/>
              <a:gd name="connsiteX516" fmla="*/ 1671733 w 4682585"/>
              <a:gd name="connsiteY516" fmla="*/ 1257014 h 2174272"/>
              <a:gd name="connsiteX517" fmla="*/ 1671733 w 4682585"/>
              <a:gd name="connsiteY517" fmla="*/ 1403604 h 2174272"/>
              <a:gd name="connsiteX518" fmla="*/ 1829467 w 4682585"/>
              <a:gd name="connsiteY518" fmla="*/ 1403604 h 2174272"/>
              <a:gd name="connsiteX519" fmla="*/ 1829467 w 4682585"/>
              <a:gd name="connsiteY519" fmla="*/ 1257014 h 2174272"/>
              <a:gd name="connsiteX520" fmla="*/ 1504474 w 4682585"/>
              <a:gd name="connsiteY520" fmla="*/ 1257014 h 2174272"/>
              <a:gd name="connsiteX521" fmla="*/ 1504474 w 4682585"/>
              <a:gd name="connsiteY521" fmla="*/ 1403604 h 2174272"/>
              <a:gd name="connsiteX522" fmla="*/ 1662208 w 4682585"/>
              <a:gd name="connsiteY522" fmla="*/ 1403604 h 2174272"/>
              <a:gd name="connsiteX523" fmla="*/ 1662208 w 4682585"/>
              <a:gd name="connsiteY523" fmla="*/ 1257014 h 2174272"/>
              <a:gd name="connsiteX524" fmla="*/ 1337215 w 4682585"/>
              <a:gd name="connsiteY524" fmla="*/ 1257014 h 2174272"/>
              <a:gd name="connsiteX525" fmla="*/ 1337215 w 4682585"/>
              <a:gd name="connsiteY525" fmla="*/ 1403604 h 2174272"/>
              <a:gd name="connsiteX526" fmla="*/ 1494949 w 4682585"/>
              <a:gd name="connsiteY526" fmla="*/ 1403604 h 2174272"/>
              <a:gd name="connsiteX527" fmla="*/ 1494949 w 4682585"/>
              <a:gd name="connsiteY527" fmla="*/ 1257014 h 2174272"/>
              <a:gd name="connsiteX528" fmla="*/ 1169956 w 4682585"/>
              <a:gd name="connsiteY528" fmla="*/ 1257014 h 2174272"/>
              <a:gd name="connsiteX529" fmla="*/ 1169956 w 4682585"/>
              <a:gd name="connsiteY529" fmla="*/ 1403604 h 2174272"/>
              <a:gd name="connsiteX530" fmla="*/ 1327690 w 4682585"/>
              <a:gd name="connsiteY530" fmla="*/ 1403604 h 2174272"/>
              <a:gd name="connsiteX531" fmla="*/ 1327690 w 4682585"/>
              <a:gd name="connsiteY531" fmla="*/ 1257014 h 2174272"/>
              <a:gd name="connsiteX532" fmla="*/ 1002697 w 4682585"/>
              <a:gd name="connsiteY532" fmla="*/ 1257014 h 2174272"/>
              <a:gd name="connsiteX533" fmla="*/ 1002697 w 4682585"/>
              <a:gd name="connsiteY533" fmla="*/ 1403604 h 2174272"/>
              <a:gd name="connsiteX534" fmla="*/ 1160431 w 4682585"/>
              <a:gd name="connsiteY534" fmla="*/ 1403604 h 2174272"/>
              <a:gd name="connsiteX535" fmla="*/ 1160431 w 4682585"/>
              <a:gd name="connsiteY535" fmla="*/ 1257014 h 2174272"/>
              <a:gd name="connsiteX536" fmla="*/ 835438 w 4682585"/>
              <a:gd name="connsiteY536" fmla="*/ 1257014 h 2174272"/>
              <a:gd name="connsiteX537" fmla="*/ 835438 w 4682585"/>
              <a:gd name="connsiteY537" fmla="*/ 1403604 h 2174272"/>
              <a:gd name="connsiteX538" fmla="*/ 993172 w 4682585"/>
              <a:gd name="connsiteY538" fmla="*/ 1403604 h 2174272"/>
              <a:gd name="connsiteX539" fmla="*/ 993172 w 4682585"/>
              <a:gd name="connsiteY539" fmla="*/ 1257014 h 2174272"/>
              <a:gd name="connsiteX540" fmla="*/ 668179 w 4682585"/>
              <a:gd name="connsiteY540" fmla="*/ 1257014 h 2174272"/>
              <a:gd name="connsiteX541" fmla="*/ 668179 w 4682585"/>
              <a:gd name="connsiteY541" fmla="*/ 1403604 h 2174272"/>
              <a:gd name="connsiteX542" fmla="*/ 825913 w 4682585"/>
              <a:gd name="connsiteY542" fmla="*/ 1403604 h 2174272"/>
              <a:gd name="connsiteX543" fmla="*/ 825913 w 4682585"/>
              <a:gd name="connsiteY543" fmla="*/ 1257014 h 2174272"/>
              <a:gd name="connsiteX544" fmla="*/ 500920 w 4682585"/>
              <a:gd name="connsiteY544" fmla="*/ 1257014 h 2174272"/>
              <a:gd name="connsiteX545" fmla="*/ 500920 w 4682585"/>
              <a:gd name="connsiteY545" fmla="*/ 1403604 h 2174272"/>
              <a:gd name="connsiteX546" fmla="*/ 658654 w 4682585"/>
              <a:gd name="connsiteY546" fmla="*/ 1403604 h 2174272"/>
              <a:gd name="connsiteX547" fmla="*/ 658654 w 4682585"/>
              <a:gd name="connsiteY547" fmla="*/ 1257014 h 2174272"/>
              <a:gd name="connsiteX548" fmla="*/ 333566 w 4682585"/>
              <a:gd name="connsiteY548" fmla="*/ 1257014 h 2174272"/>
              <a:gd name="connsiteX549" fmla="*/ 333566 w 4682585"/>
              <a:gd name="connsiteY549" fmla="*/ 1403604 h 2174272"/>
              <a:gd name="connsiteX550" fmla="*/ 491395 w 4682585"/>
              <a:gd name="connsiteY550" fmla="*/ 1403604 h 2174272"/>
              <a:gd name="connsiteX551" fmla="*/ 491395 w 4682585"/>
              <a:gd name="connsiteY551" fmla="*/ 1257014 h 2174272"/>
              <a:gd name="connsiteX552" fmla="*/ 166307 w 4682585"/>
              <a:gd name="connsiteY552" fmla="*/ 1257014 h 2174272"/>
              <a:gd name="connsiteX553" fmla="*/ 166307 w 4682585"/>
              <a:gd name="connsiteY553" fmla="*/ 1403604 h 2174272"/>
              <a:gd name="connsiteX554" fmla="*/ 324041 w 4682585"/>
              <a:gd name="connsiteY554" fmla="*/ 1403604 h 2174272"/>
              <a:gd name="connsiteX555" fmla="*/ 324041 w 4682585"/>
              <a:gd name="connsiteY555" fmla="*/ 1257014 h 2174272"/>
              <a:gd name="connsiteX556" fmla="*/ 9525 w 4682585"/>
              <a:gd name="connsiteY556" fmla="*/ 1257014 h 2174272"/>
              <a:gd name="connsiteX557" fmla="*/ 9525 w 4682585"/>
              <a:gd name="connsiteY557" fmla="*/ 1403604 h 2174272"/>
              <a:gd name="connsiteX558" fmla="*/ 156782 w 4682585"/>
              <a:gd name="connsiteY558" fmla="*/ 1403604 h 2174272"/>
              <a:gd name="connsiteX559" fmla="*/ 156782 w 4682585"/>
              <a:gd name="connsiteY559" fmla="*/ 1257014 h 2174272"/>
              <a:gd name="connsiteX560" fmla="*/ 4515326 w 4682585"/>
              <a:gd name="connsiteY560" fmla="*/ 1100899 h 2174272"/>
              <a:gd name="connsiteX561" fmla="*/ 4515326 w 4682585"/>
              <a:gd name="connsiteY561" fmla="*/ 1247489 h 2174272"/>
              <a:gd name="connsiteX562" fmla="*/ 4673060 w 4682585"/>
              <a:gd name="connsiteY562" fmla="*/ 1247489 h 2174272"/>
              <a:gd name="connsiteX563" fmla="*/ 4673060 w 4682585"/>
              <a:gd name="connsiteY563" fmla="*/ 1100899 h 2174272"/>
              <a:gd name="connsiteX564" fmla="*/ 4348068 w 4682585"/>
              <a:gd name="connsiteY564" fmla="*/ 1100899 h 2174272"/>
              <a:gd name="connsiteX565" fmla="*/ 4348068 w 4682585"/>
              <a:gd name="connsiteY565" fmla="*/ 1247489 h 2174272"/>
              <a:gd name="connsiteX566" fmla="*/ 4505801 w 4682585"/>
              <a:gd name="connsiteY566" fmla="*/ 1247489 h 2174272"/>
              <a:gd name="connsiteX567" fmla="*/ 4505801 w 4682585"/>
              <a:gd name="connsiteY567" fmla="*/ 1100899 h 2174272"/>
              <a:gd name="connsiteX568" fmla="*/ 4180809 w 4682585"/>
              <a:gd name="connsiteY568" fmla="*/ 1100899 h 2174272"/>
              <a:gd name="connsiteX569" fmla="*/ 4180809 w 4682585"/>
              <a:gd name="connsiteY569" fmla="*/ 1247489 h 2174272"/>
              <a:gd name="connsiteX570" fmla="*/ 4338543 w 4682585"/>
              <a:gd name="connsiteY570" fmla="*/ 1247489 h 2174272"/>
              <a:gd name="connsiteX571" fmla="*/ 4338543 w 4682585"/>
              <a:gd name="connsiteY571" fmla="*/ 1100899 h 2174272"/>
              <a:gd name="connsiteX572" fmla="*/ 4013550 w 4682585"/>
              <a:gd name="connsiteY572" fmla="*/ 1100899 h 2174272"/>
              <a:gd name="connsiteX573" fmla="*/ 4013550 w 4682585"/>
              <a:gd name="connsiteY573" fmla="*/ 1247489 h 2174272"/>
              <a:gd name="connsiteX574" fmla="*/ 4171284 w 4682585"/>
              <a:gd name="connsiteY574" fmla="*/ 1247489 h 2174272"/>
              <a:gd name="connsiteX575" fmla="*/ 4171284 w 4682585"/>
              <a:gd name="connsiteY575" fmla="*/ 1100899 h 2174272"/>
              <a:gd name="connsiteX576" fmla="*/ 3846291 w 4682585"/>
              <a:gd name="connsiteY576" fmla="*/ 1100899 h 2174272"/>
              <a:gd name="connsiteX577" fmla="*/ 3846291 w 4682585"/>
              <a:gd name="connsiteY577" fmla="*/ 1247489 h 2174272"/>
              <a:gd name="connsiteX578" fmla="*/ 4004025 w 4682585"/>
              <a:gd name="connsiteY578" fmla="*/ 1247489 h 2174272"/>
              <a:gd name="connsiteX579" fmla="*/ 4004025 w 4682585"/>
              <a:gd name="connsiteY579" fmla="*/ 1100899 h 2174272"/>
              <a:gd name="connsiteX580" fmla="*/ 3678936 w 4682585"/>
              <a:gd name="connsiteY580" fmla="*/ 1100899 h 2174272"/>
              <a:gd name="connsiteX581" fmla="*/ 3678936 w 4682585"/>
              <a:gd name="connsiteY581" fmla="*/ 1247489 h 2174272"/>
              <a:gd name="connsiteX582" fmla="*/ 3836766 w 4682585"/>
              <a:gd name="connsiteY582" fmla="*/ 1247489 h 2174272"/>
              <a:gd name="connsiteX583" fmla="*/ 3836766 w 4682585"/>
              <a:gd name="connsiteY583" fmla="*/ 1100899 h 2174272"/>
              <a:gd name="connsiteX584" fmla="*/ 3511677 w 4682585"/>
              <a:gd name="connsiteY584" fmla="*/ 1100899 h 2174272"/>
              <a:gd name="connsiteX585" fmla="*/ 3511677 w 4682585"/>
              <a:gd name="connsiteY585" fmla="*/ 1247489 h 2174272"/>
              <a:gd name="connsiteX586" fmla="*/ 3669411 w 4682585"/>
              <a:gd name="connsiteY586" fmla="*/ 1247489 h 2174272"/>
              <a:gd name="connsiteX587" fmla="*/ 3669411 w 4682585"/>
              <a:gd name="connsiteY587" fmla="*/ 1100899 h 2174272"/>
              <a:gd name="connsiteX588" fmla="*/ 3344418 w 4682585"/>
              <a:gd name="connsiteY588" fmla="*/ 1100899 h 2174272"/>
              <a:gd name="connsiteX589" fmla="*/ 3344418 w 4682585"/>
              <a:gd name="connsiteY589" fmla="*/ 1247489 h 2174272"/>
              <a:gd name="connsiteX590" fmla="*/ 3502152 w 4682585"/>
              <a:gd name="connsiteY590" fmla="*/ 1247489 h 2174272"/>
              <a:gd name="connsiteX591" fmla="*/ 3502152 w 4682585"/>
              <a:gd name="connsiteY591" fmla="*/ 1100899 h 2174272"/>
              <a:gd name="connsiteX592" fmla="*/ 3177159 w 4682585"/>
              <a:gd name="connsiteY592" fmla="*/ 1100899 h 2174272"/>
              <a:gd name="connsiteX593" fmla="*/ 3177159 w 4682585"/>
              <a:gd name="connsiteY593" fmla="*/ 1247489 h 2174272"/>
              <a:gd name="connsiteX594" fmla="*/ 3334893 w 4682585"/>
              <a:gd name="connsiteY594" fmla="*/ 1247489 h 2174272"/>
              <a:gd name="connsiteX595" fmla="*/ 3334893 w 4682585"/>
              <a:gd name="connsiteY595" fmla="*/ 1100899 h 2174272"/>
              <a:gd name="connsiteX596" fmla="*/ 3009900 w 4682585"/>
              <a:gd name="connsiteY596" fmla="*/ 1100899 h 2174272"/>
              <a:gd name="connsiteX597" fmla="*/ 3009900 w 4682585"/>
              <a:gd name="connsiteY597" fmla="*/ 1247489 h 2174272"/>
              <a:gd name="connsiteX598" fmla="*/ 3167634 w 4682585"/>
              <a:gd name="connsiteY598" fmla="*/ 1247489 h 2174272"/>
              <a:gd name="connsiteX599" fmla="*/ 3167634 w 4682585"/>
              <a:gd name="connsiteY599" fmla="*/ 1100899 h 2174272"/>
              <a:gd name="connsiteX600" fmla="*/ 2842641 w 4682585"/>
              <a:gd name="connsiteY600" fmla="*/ 1100899 h 2174272"/>
              <a:gd name="connsiteX601" fmla="*/ 2842641 w 4682585"/>
              <a:gd name="connsiteY601" fmla="*/ 1247489 h 2174272"/>
              <a:gd name="connsiteX602" fmla="*/ 3000375 w 4682585"/>
              <a:gd name="connsiteY602" fmla="*/ 1247489 h 2174272"/>
              <a:gd name="connsiteX603" fmla="*/ 3000375 w 4682585"/>
              <a:gd name="connsiteY603" fmla="*/ 1100899 h 2174272"/>
              <a:gd name="connsiteX604" fmla="*/ 2675382 w 4682585"/>
              <a:gd name="connsiteY604" fmla="*/ 1100899 h 2174272"/>
              <a:gd name="connsiteX605" fmla="*/ 2675382 w 4682585"/>
              <a:gd name="connsiteY605" fmla="*/ 1247489 h 2174272"/>
              <a:gd name="connsiteX606" fmla="*/ 2833116 w 4682585"/>
              <a:gd name="connsiteY606" fmla="*/ 1247489 h 2174272"/>
              <a:gd name="connsiteX607" fmla="*/ 2833116 w 4682585"/>
              <a:gd name="connsiteY607" fmla="*/ 1100899 h 2174272"/>
              <a:gd name="connsiteX608" fmla="*/ 2508123 w 4682585"/>
              <a:gd name="connsiteY608" fmla="*/ 1100899 h 2174272"/>
              <a:gd name="connsiteX609" fmla="*/ 2508123 w 4682585"/>
              <a:gd name="connsiteY609" fmla="*/ 1247489 h 2174272"/>
              <a:gd name="connsiteX610" fmla="*/ 2665857 w 4682585"/>
              <a:gd name="connsiteY610" fmla="*/ 1247489 h 2174272"/>
              <a:gd name="connsiteX611" fmla="*/ 2665857 w 4682585"/>
              <a:gd name="connsiteY611" fmla="*/ 1100899 h 2174272"/>
              <a:gd name="connsiteX612" fmla="*/ 2340864 w 4682585"/>
              <a:gd name="connsiteY612" fmla="*/ 1100899 h 2174272"/>
              <a:gd name="connsiteX613" fmla="*/ 2340864 w 4682585"/>
              <a:gd name="connsiteY613" fmla="*/ 1247489 h 2174272"/>
              <a:gd name="connsiteX614" fmla="*/ 2498598 w 4682585"/>
              <a:gd name="connsiteY614" fmla="*/ 1247489 h 2174272"/>
              <a:gd name="connsiteX615" fmla="*/ 2498598 w 4682585"/>
              <a:gd name="connsiteY615" fmla="*/ 1100899 h 2174272"/>
              <a:gd name="connsiteX616" fmla="*/ 2173510 w 4682585"/>
              <a:gd name="connsiteY616" fmla="*/ 1100899 h 2174272"/>
              <a:gd name="connsiteX617" fmla="*/ 2173510 w 4682585"/>
              <a:gd name="connsiteY617" fmla="*/ 1247489 h 2174272"/>
              <a:gd name="connsiteX618" fmla="*/ 2331339 w 4682585"/>
              <a:gd name="connsiteY618" fmla="*/ 1247489 h 2174272"/>
              <a:gd name="connsiteX619" fmla="*/ 2331339 w 4682585"/>
              <a:gd name="connsiteY619" fmla="*/ 1100899 h 2174272"/>
              <a:gd name="connsiteX620" fmla="*/ 2006251 w 4682585"/>
              <a:gd name="connsiteY620" fmla="*/ 1100899 h 2174272"/>
              <a:gd name="connsiteX621" fmla="*/ 2006251 w 4682585"/>
              <a:gd name="connsiteY621" fmla="*/ 1247489 h 2174272"/>
              <a:gd name="connsiteX622" fmla="*/ 2163985 w 4682585"/>
              <a:gd name="connsiteY622" fmla="*/ 1247489 h 2174272"/>
              <a:gd name="connsiteX623" fmla="*/ 2163985 w 4682585"/>
              <a:gd name="connsiteY623" fmla="*/ 1100899 h 2174272"/>
              <a:gd name="connsiteX624" fmla="*/ 1838992 w 4682585"/>
              <a:gd name="connsiteY624" fmla="*/ 1100899 h 2174272"/>
              <a:gd name="connsiteX625" fmla="*/ 1838992 w 4682585"/>
              <a:gd name="connsiteY625" fmla="*/ 1247489 h 2174272"/>
              <a:gd name="connsiteX626" fmla="*/ 1996726 w 4682585"/>
              <a:gd name="connsiteY626" fmla="*/ 1247489 h 2174272"/>
              <a:gd name="connsiteX627" fmla="*/ 1996726 w 4682585"/>
              <a:gd name="connsiteY627" fmla="*/ 1100899 h 2174272"/>
              <a:gd name="connsiteX628" fmla="*/ 1671733 w 4682585"/>
              <a:gd name="connsiteY628" fmla="*/ 1100899 h 2174272"/>
              <a:gd name="connsiteX629" fmla="*/ 1671733 w 4682585"/>
              <a:gd name="connsiteY629" fmla="*/ 1247489 h 2174272"/>
              <a:gd name="connsiteX630" fmla="*/ 1829467 w 4682585"/>
              <a:gd name="connsiteY630" fmla="*/ 1247489 h 2174272"/>
              <a:gd name="connsiteX631" fmla="*/ 1829467 w 4682585"/>
              <a:gd name="connsiteY631" fmla="*/ 1100899 h 2174272"/>
              <a:gd name="connsiteX632" fmla="*/ 1504474 w 4682585"/>
              <a:gd name="connsiteY632" fmla="*/ 1100899 h 2174272"/>
              <a:gd name="connsiteX633" fmla="*/ 1504474 w 4682585"/>
              <a:gd name="connsiteY633" fmla="*/ 1247489 h 2174272"/>
              <a:gd name="connsiteX634" fmla="*/ 1662208 w 4682585"/>
              <a:gd name="connsiteY634" fmla="*/ 1247489 h 2174272"/>
              <a:gd name="connsiteX635" fmla="*/ 1662208 w 4682585"/>
              <a:gd name="connsiteY635" fmla="*/ 1100899 h 2174272"/>
              <a:gd name="connsiteX636" fmla="*/ 1337215 w 4682585"/>
              <a:gd name="connsiteY636" fmla="*/ 1100899 h 2174272"/>
              <a:gd name="connsiteX637" fmla="*/ 1337215 w 4682585"/>
              <a:gd name="connsiteY637" fmla="*/ 1247489 h 2174272"/>
              <a:gd name="connsiteX638" fmla="*/ 1494949 w 4682585"/>
              <a:gd name="connsiteY638" fmla="*/ 1247489 h 2174272"/>
              <a:gd name="connsiteX639" fmla="*/ 1494949 w 4682585"/>
              <a:gd name="connsiteY639" fmla="*/ 1100899 h 2174272"/>
              <a:gd name="connsiteX640" fmla="*/ 1169956 w 4682585"/>
              <a:gd name="connsiteY640" fmla="*/ 1100899 h 2174272"/>
              <a:gd name="connsiteX641" fmla="*/ 1169956 w 4682585"/>
              <a:gd name="connsiteY641" fmla="*/ 1247489 h 2174272"/>
              <a:gd name="connsiteX642" fmla="*/ 1327690 w 4682585"/>
              <a:gd name="connsiteY642" fmla="*/ 1247489 h 2174272"/>
              <a:gd name="connsiteX643" fmla="*/ 1327690 w 4682585"/>
              <a:gd name="connsiteY643" fmla="*/ 1100899 h 2174272"/>
              <a:gd name="connsiteX644" fmla="*/ 1002697 w 4682585"/>
              <a:gd name="connsiteY644" fmla="*/ 1100899 h 2174272"/>
              <a:gd name="connsiteX645" fmla="*/ 1002697 w 4682585"/>
              <a:gd name="connsiteY645" fmla="*/ 1247489 h 2174272"/>
              <a:gd name="connsiteX646" fmla="*/ 1160431 w 4682585"/>
              <a:gd name="connsiteY646" fmla="*/ 1247489 h 2174272"/>
              <a:gd name="connsiteX647" fmla="*/ 1160431 w 4682585"/>
              <a:gd name="connsiteY647" fmla="*/ 1100899 h 2174272"/>
              <a:gd name="connsiteX648" fmla="*/ 835438 w 4682585"/>
              <a:gd name="connsiteY648" fmla="*/ 1100899 h 2174272"/>
              <a:gd name="connsiteX649" fmla="*/ 835438 w 4682585"/>
              <a:gd name="connsiteY649" fmla="*/ 1247489 h 2174272"/>
              <a:gd name="connsiteX650" fmla="*/ 993172 w 4682585"/>
              <a:gd name="connsiteY650" fmla="*/ 1247489 h 2174272"/>
              <a:gd name="connsiteX651" fmla="*/ 993172 w 4682585"/>
              <a:gd name="connsiteY651" fmla="*/ 1100899 h 2174272"/>
              <a:gd name="connsiteX652" fmla="*/ 668179 w 4682585"/>
              <a:gd name="connsiteY652" fmla="*/ 1100899 h 2174272"/>
              <a:gd name="connsiteX653" fmla="*/ 668179 w 4682585"/>
              <a:gd name="connsiteY653" fmla="*/ 1247489 h 2174272"/>
              <a:gd name="connsiteX654" fmla="*/ 825913 w 4682585"/>
              <a:gd name="connsiteY654" fmla="*/ 1247489 h 2174272"/>
              <a:gd name="connsiteX655" fmla="*/ 825913 w 4682585"/>
              <a:gd name="connsiteY655" fmla="*/ 1100899 h 2174272"/>
              <a:gd name="connsiteX656" fmla="*/ 500920 w 4682585"/>
              <a:gd name="connsiteY656" fmla="*/ 1100899 h 2174272"/>
              <a:gd name="connsiteX657" fmla="*/ 500920 w 4682585"/>
              <a:gd name="connsiteY657" fmla="*/ 1247489 h 2174272"/>
              <a:gd name="connsiteX658" fmla="*/ 658654 w 4682585"/>
              <a:gd name="connsiteY658" fmla="*/ 1247489 h 2174272"/>
              <a:gd name="connsiteX659" fmla="*/ 658654 w 4682585"/>
              <a:gd name="connsiteY659" fmla="*/ 1100899 h 2174272"/>
              <a:gd name="connsiteX660" fmla="*/ 333566 w 4682585"/>
              <a:gd name="connsiteY660" fmla="*/ 1100899 h 2174272"/>
              <a:gd name="connsiteX661" fmla="*/ 333566 w 4682585"/>
              <a:gd name="connsiteY661" fmla="*/ 1247489 h 2174272"/>
              <a:gd name="connsiteX662" fmla="*/ 491395 w 4682585"/>
              <a:gd name="connsiteY662" fmla="*/ 1247489 h 2174272"/>
              <a:gd name="connsiteX663" fmla="*/ 491395 w 4682585"/>
              <a:gd name="connsiteY663" fmla="*/ 1100899 h 2174272"/>
              <a:gd name="connsiteX664" fmla="*/ 166307 w 4682585"/>
              <a:gd name="connsiteY664" fmla="*/ 1100899 h 2174272"/>
              <a:gd name="connsiteX665" fmla="*/ 166307 w 4682585"/>
              <a:gd name="connsiteY665" fmla="*/ 1247489 h 2174272"/>
              <a:gd name="connsiteX666" fmla="*/ 324041 w 4682585"/>
              <a:gd name="connsiteY666" fmla="*/ 1247489 h 2174272"/>
              <a:gd name="connsiteX667" fmla="*/ 324041 w 4682585"/>
              <a:gd name="connsiteY667" fmla="*/ 1100899 h 2174272"/>
              <a:gd name="connsiteX668" fmla="*/ 9525 w 4682585"/>
              <a:gd name="connsiteY668" fmla="*/ 1100899 h 2174272"/>
              <a:gd name="connsiteX669" fmla="*/ 9525 w 4682585"/>
              <a:gd name="connsiteY669" fmla="*/ 1247489 h 2174272"/>
              <a:gd name="connsiteX670" fmla="*/ 156782 w 4682585"/>
              <a:gd name="connsiteY670" fmla="*/ 1247489 h 2174272"/>
              <a:gd name="connsiteX671" fmla="*/ 156782 w 4682585"/>
              <a:gd name="connsiteY671" fmla="*/ 1100899 h 2174272"/>
              <a:gd name="connsiteX672" fmla="*/ 4515326 w 4682585"/>
              <a:gd name="connsiteY672" fmla="*/ 944784 h 2174272"/>
              <a:gd name="connsiteX673" fmla="*/ 4515326 w 4682585"/>
              <a:gd name="connsiteY673" fmla="*/ 1091374 h 2174272"/>
              <a:gd name="connsiteX674" fmla="*/ 4673060 w 4682585"/>
              <a:gd name="connsiteY674" fmla="*/ 1091374 h 2174272"/>
              <a:gd name="connsiteX675" fmla="*/ 4673060 w 4682585"/>
              <a:gd name="connsiteY675" fmla="*/ 944784 h 2174272"/>
              <a:gd name="connsiteX676" fmla="*/ 4348068 w 4682585"/>
              <a:gd name="connsiteY676" fmla="*/ 944784 h 2174272"/>
              <a:gd name="connsiteX677" fmla="*/ 4348068 w 4682585"/>
              <a:gd name="connsiteY677" fmla="*/ 1091374 h 2174272"/>
              <a:gd name="connsiteX678" fmla="*/ 4505801 w 4682585"/>
              <a:gd name="connsiteY678" fmla="*/ 1091374 h 2174272"/>
              <a:gd name="connsiteX679" fmla="*/ 4505801 w 4682585"/>
              <a:gd name="connsiteY679" fmla="*/ 944784 h 2174272"/>
              <a:gd name="connsiteX680" fmla="*/ 4180809 w 4682585"/>
              <a:gd name="connsiteY680" fmla="*/ 944784 h 2174272"/>
              <a:gd name="connsiteX681" fmla="*/ 4180809 w 4682585"/>
              <a:gd name="connsiteY681" fmla="*/ 1091374 h 2174272"/>
              <a:gd name="connsiteX682" fmla="*/ 4338543 w 4682585"/>
              <a:gd name="connsiteY682" fmla="*/ 1091374 h 2174272"/>
              <a:gd name="connsiteX683" fmla="*/ 4338543 w 4682585"/>
              <a:gd name="connsiteY683" fmla="*/ 944784 h 2174272"/>
              <a:gd name="connsiteX684" fmla="*/ 4013550 w 4682585"/>
              <a:gd name="connsiteY684" fmla="*/ 944784 h 2174272"/>
              <a:gd name="connsiteX685" fmla="*/ 4013550 w 4682585"/>
              <a:gd name="connsiteY685" fmla="*/ 1091374 h 2174272"/>
              <a:gd name="connsiteX686" fmla="*/ 4171284 w 4682585"/>
              <a:gd name="connsiteY686" fmla="*/ 1091374 h 2174272"/>
              <a:gd name="connsiteX687" fmla="*/ 4171284 w 4682585"/>
              <a:gd name="connsiteY687" fmla="*/ 944784 h 2174272"/>
              <a:gd name="connsiteX688" fmla="*/ 3846291 w 4682585"/>
              <a:gd name="connsiteY688" fmla="*/ 944784 h 2174272"/>
              <a:gd name="connsiteX689" fmla="*/ 3846291 w 4682585"/>
              <a:gd name="connsiteY689" fmla="*/ 1091374 h 2174272"/>
              <a:gd name="connsiteX690" fmla="*/ 4004025 w 4682585"/>
              <a:gd name="connsiteY690" fmla="*/ 1091374 h 2174272"/>
              <a:gd name="connsiteX691" fmla="*/ 4004025 w 4682585"/>
              <a:gd name="connsiteY691" fmla="*/ 944784 h 2174272"/>
              <a:gd name="connsiteX692" fmla="*/ 3678936 w 4682585"/>
              <a:gd name="connsiteY692" fmla="*/ 944784 h 2174272"/>
              <a:gd name="connsiteX693" fmla="*/ 3678936 w 4682585"/>
              <a:gd name="connsiteY693" fmla="*/ 1091374 h 2174272"/>
              <a:gd name="connsiteX694" fmla="*/ 3836766 w 4682585"/>
              <a:gd name="connsiteY694" fmla="*/ 1091374 h 2174272"/>
              <a:gd name="connsiteX695" fmla="*/ 3836766 w 4682585"/>
              <a:gd name="connsiteY695" fmla="*/ 944784 h 2174272"/>
              <a:gd name="connsiteX696" fmla="*/ 3511677 w 4682585"/>
              <a:gd name="connsiteY696" fmla="*/ 944784 h 2174272"/>
              <a:gd name="connsiteX697" fmla="*/ 3511677 w 4682585"/>
              <a:gd name="connsiteY697" fmla="*/ 1091374 h 2174272"/>
              <a:gd name="connsiteX698" fmla="*/ 3669411 w 4682585"/>
              <a:gd name="connsiteY698" fmla="*/ 1091374 h 2174272"/>
              <a:gd name="connsiteX699" fmla="*/ 3669411 w 4682585"/>
              <a:gd name="connsiteY699" fmla="*/ 944784 h 2174272"/>
              <a:gd name="connsiteX700" fmla="*/ 3344418 w 4682585"/>
              <a:gd name="connsiteY700" fmla="*/ 944784 h 2174272"/>
              <a:gd name="connsiteX701" fmla="*/ 3344418 w 4682585"/>
              <a:gd name="connsiteY701" fmla="*/ 1091374 h 2174272"/>
              <a:gd name="connsiteX702" fmla="*/ 3502152 w 4682585"/>
              <a:gd name="connsiteY702" fmla="*/ 1091374 h 2174272"/>
              <a:gd name="connsiteX703" fmla="*/ 3502152 w 4682585"/>
              <a:gd name="connsiteY703" fmla="*/ 944784 h 2174272"/>
              <a:gd name="connsiteX704" fmla="*/ 3177159 w 4682585"/>
              <a:gd name="connsiteY704" fmla="*/ 944784 h 2174272"/>
              <a:gd name="connsiteX705" fmla="*/ 3177159 w 4682585"/>
              <a:gd name="connsiteY705" fmla="*/ 1091374 h 2174272"/>
              <a:gd name="connsiteX706" fmla="*/ 3334893 w 4682585"/>
              <a:gd name="connsiteY706" fmla="*/ 1091374 h 2174272"/>
              <a:gd name="connsiteX707" fmla="*/ 3334893 w 4682585"/>
              <a:gd name="connsiteY707" fmla="*/ 944784 h 2174272"/>
              <a:gd name="connsiteX708" fmla="*/ 3009900 w 4682585"/>
              <a:gd name="connsiteY708" fmla="*/ 944784 h 2174272"/>
              <a:gd name="connsiteX709" fmla="*/ 3009900 w 4682585"/>
              <a:gd name="connsiteY709" fmla="*/ 1091374 h 2174272"/>
              <a:gd name="connsiteX710" fmla="*/ 3167634 w 4682585"/>
              <a:gd name="connsiteY710" fmla="*/ 1091374 h 2174272"/>
              <a:gd name="connsiteX711" fmla="*/ 3167634 w 4682585"/>
              <a:gd name="connsiteY711" fmla="*/ 944784 h 2174272"/>
              <a:gd name="connsiteX712" fmla="*/ 2842641 w 4682585"/>
              <a:gd name="connsiteY712" fmla="*/ 944784 h 2174272"/>
              <a:gd name="connsiteX713" fmla="*/ 2842641 w 4682585"/>
              <a:gd name="connsiteY713" fmla="*/ 1091374 h 2174272"/>
              <a:gd name="connsiteX714" fmla="*/ 3000375 w 4682585"/>
              <a:gd name="connsiteY714" fmla="*/ 1091374 h 2174272"/>
              <a:gd name="connsiteX715" fmla="*/ 3000375 w 4682585"/>
              <a:gd name="connsiteY715" fmla="*/ 944784 h 2174272"/>
              <a:gd name="connsiteX716" fmla="*/ 2675382 w 4682585"/>
              <a:gd name="connsiteY716" fmla="*/ 944784 h 2174272"/>
              <a:gd name="connsiteX717" fmla="*/ 2675382 w 4682585"/>
              <a:gd name="connsiteY717" fmla="*/ 1091374 h 2174272"/>
              <a:gd name="connsiteX718" fmla="*/ 2833116 w 4682585"/>
              <a:gd name="connsiteY718" fmla="*/ 1091374 h 2174272"/>
              <a:gd name="connsiteX719" fmla="*/ 2833116 w 4682585"/>
              <a:gd name="connsiteY719" fmla="*/ 944784 h 2174272"/>
              <a:gd name="connsiteX720" fmla="*/ 2508123 w 4682585"/>
              <a:gd name="connsiteY720" fmla="*/ 944784 h 2174272"/>
              <a:gd name="connsiteX721" fmla="*/ 2508123 w 4682585"/>
              <a:gd name="connsiteY721" fmla="*/ 1091374 h 2174272"/>
              <a:gd name="connsiteX722" fmla="*/ 2665857 w 4682585"/>
              <a:gd name="connsiteY722" fmla="*/ 1091374 h 2174272"/>
              <a:gd name="connsiteX723" fmla="*/ 2665857 w 4682585"/>
              <a:gd name="connsiteY723" fmla="*/ 944784 h 2174272"/>
              <a:gd name="connsiteX724" fmla="*/ 2340864 w 4682585"/>
              <a:gd name="connsiteY724" fmla="*/ 944784 h 2174272"/>
              <a:gd name="connsiteX725" fmla="*/ 2340864 w 4682585"/>
              <a:gd name="connsiteY725" fmla="*/ 1091374 h 2174272"/>
              <a:gd name="connsiteX726" fmla="*/ 2498598 w 4682585"/>
              <a:gd name="connsiteY726" fmla="*/ 1091374 h 2174272"/>
              <a:gd name="connsiteX727" fmla="*/ 2498598 w 4682585"/>
              <a:gd name="connsiteY727" fmla="*/ 944784 h 2174272"/>
              <a:gd name="connsiteX728" fmla="*/ 2173510 w 4682585"/>
              <a:gd name="connsiteY728" fmla="*/ 944784 h 2174272"/>
              <a:gd name="connsiteX729" fmla="*/ 2173510 w 4682585"/>
              <a:gd name="connsiteY729" fmla="*/ 1091374 h 2174272"/>
              <a:gd name="connsiteX730" fmla="*/ 2331339 w 4682585"/>
              <a:gd name="connsiteY730" fmla="*/ 1091374 h 2174272"/>
              <a:gd name="connsiteX731" fmla="*/ 2331339 w 4682585"/>
              <a:gd name="connsiteY731" fmla="*/ 944784 h 2174272"/>
              <a:gd name="connsiteX732" fmla="*/ 2006251 w 4682585"/>
              <a:gd name="connsiteY732" fmla="*/ 944784 h 2174272"/>
              <a:gd name="connsiteX733" fmla="*/ 2006251 w 4682585"/>
              <a:gd name="connsiteY733" fmla="*/ 1091374 h 2174272"/>
              <a:gd name="connsiteX734" fmla="*/ 2163985 w 4682585"/>
              <a:gd name="connsiteY734" fmla="*/ 1091374 h 2174272"/>
              <a:gd name="connsiteX735" fmla="*/ 2163985 w 4682585"/>
              <a:gd name="connsiteY735" fmla="*/ 944784 h 2174272"/>
              <a:gd name="connsiteX736" fmla="*/ 1838992 w 4682585"/>
              <a:gd name="connsiteY736" fmla="*/ 944784 h 2174272"/>
              <a:gd name="connsiteX737" fmla="*/ 1838992 w 4682585"/>
              <a:gd name="connsiteY737" fmla="*/ 1091374 h 2174272"/>
              <a:gd name="connsiteX738" fmla="*/ 1996726 w 4682585"/>
              <a:gd name="connsiteY738" fmla="*/ 1091374 h 2174272"/>
              <a:gd name="connsiteX739" fmla="*/ 1996726 w 4682585"/>
              <a:gd name="connsiteY739" fmla="*/ 944784 h 2174272"/>
              <a:gd name="connsiteX740" fmla="*/ 1671733 w 4682585"/>
              <a:gd name="connsiteY740" fmla="*/ 944784 h 2174272"/>
              <a:gd name="connsiteX741" fmla="*/ 1671733 w 4682585"/>
              <a:gd name="connsiteY741" fmla="*/ 1091374 h 2174272"/>
              <a:gd name="connsiteX742" fmla="*/ 1829467 w 4682585"/>
              <a:gd name="connsiteY742" fmla="*/ 1091374 h 2174272"/>
              <a:gd name="connsiteX743" fmla="*/ 1829467 w 4682585"/>
              <a:gd name="connsiteY743" fmla="*/ 944784 h 2174272"/>
              <a:gd name="connsiteX744" fmla="*/ 1504474 w 4682585"/>
              <a:gd name="connsiteY744" fmla="*/ 944784 h 2174272"/>
              <a:gd name="connsiteX745" fmla="*/ 1504474 w 4682585"/>
              <a:gd name="connsiteY745" fmla="*/ 1091374 h 2174272"/>
              <a:gd name="connsiteX746" fmla="*/ 1662208 w 4682585"/>
              <a:gd name="connsiteY746" fmla="*/ 1091374 h 2174272"/>
              <a:gd name="connsiteX747" fmla="*/ 1662208 w 4682585"/>
              <a:gd name="connsiteY747" fmla="*/ 944784 h 2174272"/>
              <a:gd name="connsiteX748" fmla="*/ 1337215 w 4682585"/>
              <a:gd name="connsiteY748" fmla="*/ 944784 h 2174272"/>
              <a:gd name="connsiteX749" fmla="*/ 1337215 w 4682585"/>
              <a:gd name="connsiteY749" fmla="*/ 1091374 h 2174272"/>
              <a:gd name="connsiteX750" fmla="*/ 1494949 w 4682585"/>
              <a:gd name="connsiteY750" fmla="*/ 1091374 h 2174272"/>
              <a:gd name="connsiteX751" fmla="*/ 1494949 w 4682585"/>
              <a:gd name="connsiteY751" fmla="*/ 944784 h 2174272"/>
              <a:gd name="connsiteX752" fmla="*/ 1169956 w 4682585"/>
              <a:gd name="connsiteY752" fmla="*/ 944784 h 2174272"/>
              <a:gd name="connsiteX753" fmla="*/ 1169956 w 4682585"/>
              <a:gd name="connsiteY753" fmla="*/ 1091374 h 2174272"/>
              <a:gd name="connsiteX754" fmla="*/ 1327690 w 4682585"/>
              <a:gd name="connsiteY754" fmla="*/ 1091374 h 2174272"/>
              <a:gd name="connsiteX755" fmla="*/ 1327690 w 4682585"/>
              <a:gd name="connsiteY755" fmla="*/ 944784 h 2174272"/>
              <a:gd name="connsiteX756" fmla="*/ 1002697 w 4682585"/>
              <a:gd name="connsiteY756" fmla="*/ 944784 h 2174272"/>
              <a:gd name="connsiteX757" fmla="*/ 1002697 w 4682585"/>
              <a:gd name="connsiteY757" fmla="*/ 1091374 h 2174272"/>
              <a:gd name="connsiteX758" fmla="*/ 1160431 w 4682585"/>
              <a:gd name="connsiteY758" fmla="*/ 1091374 h 2174272"/>
              <a:gd name="connsiteX759" fmla="*/ 1160431 w 4682585"/>
              <a:gd name="connsiteY759" fmla="*/ 944784 h 2174272"/>
              <a:gd name="connsiteX760" fmla="*/ 835438 w 4682585"/>
              <a:gd name="connsiteY760" fmla="*/ 944784 h 2174272"/>
              <a:gd name="connsiteX761" fmla="*/ 835438 w 4682585"/>
              <a:gd name="connsiteY761" fmla="*/ 1091374 h 2174272"/>
              <a:gd name="connsiteX762" fmla="*/ 993172 w 4682585"/>
              <a:gd name="connsiteY762" fmla="*/ 1091374 h 2174272"/>
              <a:gd name="connsiteX763" fmla="*/ 993172 w 4682585"/>
              <a:gd name="connsiteY763" fmla="*/ 944784 h 2174272"/>
              <a:gd name="connsiteX764" fmla="*/ 668179 w 4682585"/>
              <a:gd name="connsiteY764" fmla="*/ 944784 h 2174272"/>
              <a:gd name="connsiteX765" fmla="*/ 668179 w 4682585"/>
              <a:gd name="connsiteY765" fmla="*/ 1091374 h 2174272"/>
              <a:gd name="connsiteX766" fmla="*/ 825913 w 4682585"/>
              <a:gd name="connsiteY766" fmla="*/ 1091374 h 2174272"/>
              <a:gd name="connsiteX767" fmla="*/ 825913 w 4682585"/>
              <a:gd name="connsiteY767" fmla="*/ 944784 h 2174272"/>
              <a:gd name="connsiteX768" fmla="*/ 500920 w 4682585"/>
              <a:gd name="connsiteY768" fmla="*/ 944784 h 2174272"/>
              <a:gd name="connsiteX769" fmla="*/ 500920 w 4682585"/>
              <a:gd name="connsiteY769" fmla="*/ 1091374 h 2174272"/>
              <a:gd name="connsiteX770" fmla="*/ 658654 w 4682585"/>
              <a:gd name="connsiteY770" fmla="*/ 1091374 h 2174272"/>
              <a:gd name="connsiteX771" fmla="*/ 658654 w 4682585"/>
              <a:gd name="connsiteY771" fmla="*/ 944784 h 2174272"/>
              <a:gd name="connsiteX772" fmla="*/ 333566 w 4682585"/>
              <a:gd name="connsiteY772" fmla="*/ 944784 h 2174272"/>
              <a:gd name="connsiteX773" fmla="*/ 333566 w 4682585"/>
              <a:gd name="connsiteY773" fmla="*/ 1091374 h 2174272"/>
              <a:gd name="connsiteX774" fmla="*/ 491395 w 4682585"/>
              <a:gd name="connsiteY774" fmla="*/ 1091374 h 2174272"/>
              <a:gd name="connsiteX775" fmla="*/ 491395 w 4682585"/>
              <a:gd name="connsiteY775" fmla="*/ 944784 h 2174272"/>
              <a:gd name="connsiteX776" fmla="*/ 166307 w 4682585"/>
              <a:gd name="connsiteY776" fmla="*/ 944784 h 2174272"/>
              <a:gd name="connsiteX777" fmla="*/ 166307 w 4682585"/>
              <a:gd name="connsiteY777" fmla="*/ 1091374 h 2174272"/>
              <a:gd name="connsiteX778" fmla="*/ 324041 w 4682585"/>
              <a:gd name="connsiteY778" fmla="*/ 1091374 h 2174272"/>
              <a:gd name="connsiteX779" fmla="*/ 324041 w 4682585"/>
              <a:gd name="connsiteY779" fmla="*/ 944784 h 2174272"/>
              <a:gd name="connsiteX780" fmla="*/ 9525 w 4682585"/>
              <a:gd name="connsiteY780" fmla="*/ 944784 h 2174272"/>
              <a:gd name="connsiteX781" fmla="*/ 9525 w 4682585"/>
              <a:gd name="connsiteY781" fmla="*/ 1091374 h 2174272"/>
              <a:gd name="connsiteX782" fmla="*/ 156782 w 4682585"/>
              <a:gd name="connsiteY782" fmla="*/ 1091374 h 2174272"/>
              <a:gd name="connsiteX783" fmla="*/ 156782 w 4682585"/>
              <a:gd name="connsiteY783" fmla="*/ 944784 h 2174272"/>
              <a:gd name="connsiteX784" fmla="*/ 4515326 w 4682585"/>
              <a:gd name="connsiteY784" fmla="*/ 788670 h 2174272"/>
              <a:gd name="connsiteX785" fmla="*/ 4515326 w 4682585"/>
              <a:gd name="connsiteY785" fmla="*/ 935259 h 2174272"/>
              <a:gd name="connsiteX786" fmla="*/ 4673060 w 4682585"/>
              <a:gd name="connsiteY786" fmla="*/ 935259 h 2174272"/>
              <a:gd name="connsiteX787" fmla="*/ 4673060 w 4682585"/>
              <a:gd name="connsiteY787" fmla="*/ 788670 h 2174272"/>
              <a:gd name="connsiteX788" fmla="*/ 4348068 w 4682585"/>
              <a:gd name="connsiteY788" fmla="*/ 788670 h 2174272"/>
              <a:gd name="connsiteX789" fmla="*/ 4348068 w 4682585"/>
              <a:gd name="connsiteY789" fmla="*/ 935259 h 2174272"/>
              <a:gd name="connsiteX790" fmla="*/ 4505801 w 4682585"/>
              <a:gd name="connsiteY790" fmla="*/ 935259 h 2174272"/>
              <a:gd name="connsiteX791" fmla="*/ 4505801 w 4682585"/>
              <a:gd name="connsiteY791" fmla="*/ 788670 h 2174272"/>
              <a:gd name="connsiteX792" fmla="*/ 4180809 w 4682585"/>
              <a:gd name="connsiteY792" fmla="*/ 788670 h 2174272"/>
              <a:gd name="connsiteX793" fmla="*/ 4180809 w 4682585"/>
              <a:gd name="connsiteY793" fmla="*/ 935259 h 2174272"/>
              <a:gd name="connsiteX794" fmla="*/ 4338543 w 4682585"/>
              <a:gd name="connsiteY794" fmla="*/ 935259 h 2174272"/>
              <a:gd name="connsiteX795" fmla="*/ 4338543 w 4682585"/>
              <a:gd name="connsiteY795" fmla="*/ 788670 h 2174272"/>
              <a:gd name="connsiteX796" fmla="*/ 4013550 w 4682585"/>
              <a:gd name="connsiteY796" fmla="*/ 788670 h 2174272"/>
              <a:gd name="connsiteX797" fmla="*/ 4013550 w 4682585"/>
              <a:gd name="connsiteY797" fmla="*/ 935259 h 2174272"/>
              <a:gd name="connsiteX798" fmla="*/ 4171284 w 4682585"/>
              <a:gd name="connsiteY798" fmla="*/ 935259 h 2174272"/>
              <a:gd name="connsiteX799" fmla="*/ 4171284 w 4682585"/>
              <a:gd name="connsiteY799" fmla="*/ 788670 h 2174272"/>
              <a:gd name="connsiteX800" fmla="*/ 3846291 w 4682585"/>
              <a:gd name="connsiteY800" fmla="*/ 788670 h 2174272"/>
              <a:gd name="connsiteX801" fmla="*/ 3846291 w 4682585"/>
              <a:gd name="connsiteY801" fmla="*/ 935259 h 2174272"/>
              <a:gd name="connsiteX802" fmla="*/ 4004025 w 4682585"/>
              <a:gd name="connsiteY802" fmla="*/ 935259 h 2174272"/>
              <a:gd name="connsiteX803" fmla="*/ 4004025 w 4682585"/>
              <a:gd name="connsiteY803" fmla="*/ 788670 h 2174272"/>
              <a:gd name="connsiteX804" fmla="*/ 3678936 w 4682585"/>
              <a:gd name="connsiteY804" fmla="*/ 788670 h 2174272"/>
              <a:gd name="connsiteX805" fmla="*/ 3678936 w 4682585"/>
              <a:gd name="connsiteY805" fmla="*/ 935259 h 2174272"/>
              <a:gd name="connsiteX806" fmla="*/ 3836766 w 4682585"/>
              <a:gd name="connsiteY806" fmla="*/ 935259 h 2174272"/>
              <a:gd name="connsiteX807" fmla="*/ 3836766 w 4682585"/>
              <a:gd name="connsiteY807" fmla="*/ 788670 h 2174272"/>
              <a:gd name="connsiteX808" fmla="*/ 3511677 w 4682585"/>
              <a:gd name="connsiteY808" fmla="*/ 788670 h 2174272"/>
              <a:gd name="connsiteX809" fmla="*/ 3511677 w 4682585"/>
              <a:gd name="connsiteY809" fmla="*/ 935259 h 2174272"/>
              <a:gd name="connsiteX810" fmla="*/ 3669411 w 4682585"/>
              <a:gd name="connsiteY810" fmla="*/ 935259 h 2174272"/>
              <a:gd name="connsiteX811" fmla="*/ 3669411 w 4682585"/>
              <a:gd name="connsiteY811" fmla="*/ 788670 h 2174272"/>
              <a:gd name="connsiteX812" fmla="*/ 3344418 w 4682585"/>
              <a:gd name="connsiteY812" fmla="*/ 788670 h 2174272"/>
              <a:gd name="connsiteX813" fmla="*/ 3344418 w 4682585"/>
              <a:gd name="connsiteY813" fmla="*/ 935259 h 2174272"/>
              <a:gd name="connsiteX814" fmla="*/ 3502152 w 4682585"/>
              <a:gd name="connsiteY814" fmla="*/ 935259 h 2174272"/>
              <a:gd name="connsiteX815" fmla="*/ 3502152 w 4682585"/>
              <a:gd name="connsiteY815" fmla="*/ 788670 h 2174272"/>
              <a:gd name="connsiteX816" fmla="*/ 3177159 w 4682585"/>
              <a:gd name="connsiteY816" fmla="*/ 788670 h 2174272"/>
              <a:gd name="connsiteX817" fmla="*/ 3177159 w 4682585"/>
              <a:gd name="connsiteY817" fmla="*/ 935259 h 2174272"/>
              <a:gd name="connsiteX818" fmla="*/ 3334893 w 4682585"/>
              <a:gd name="connsiteY818" fmla="*/ 935259 h 2174272"/>
              <a:gd name="connsiteX819" fmla="*/ 3334893 w 4682585"/>
              <a:gd name="connsiteY819" fmla="*/ 788670 h 2174272"/>
              <a:gd name="connsiteX820" fmla="*/ 3009900 w 4682585"/>
              <a:gd name="connsiteY820" fmla="*/ 788670 h 2174272"/>
              <a:gd name="connsiteX821" fmla="*/ 3009900 w 4682585"/>
              <a:gd name="connsiteY821" fmla="*/ 935259 h 2174272"/>
              <a:gd name="connsiteX822" fmla="*/ 3167634 w 4682585"/>
              <a:gd name="connsiteY822" fmla="*/ 935259 h 2174272"/>
              <a:gd name="connsiteX823" fmla="*/ 3167634 w 4682585"/>
              <a:gd name="connsiteY823" fmla="*/ 788670 h 2174272"/>
              <a:gd name="connsiteX824" fmla="*/ 2842641 w 4682585"/>
              <a:gd name="connsiteY824" fmla="*/ 788670 h 2174272"/>
              <a:gd name="connsiteX825" fmla="*/ 2842641 w 4682585"/>
              <a:gd name="connsiteY825" fmla="*/ 935259 h 2174272"/>
              <a:gd name="connsiteX826" fmla="*/ 3000375 w 4682585"/>
              <a:gd name="connsiteY826" fmla="*/ 935259 h 2174272"/>
              <a:gd name="connsiteX827" fmla="*/ 3000375 w 4682585"/>
              <a:gd name="connsiteY827" fmla="*/ 788670 h 2174272"/>
              <a:gd name="connsiteX828" fmla="*/ 2675382 w 4682585"/>
              <a:gd name="connsiteY828" fmla="*/ 788670 h 2174272"/>
              <a:gd name="connsiteX829" fmla="*/ 2675382 w 4682585"/>
              <a:gd name="connsiteY829" fmla="*/ 935259 h 2174272"/>
              <a:gd name="connsiteX830" fmla="*/ 2833116 w 4682585"/>
              <a:gd name="connsiteY830" fmla="*/ 935259 h 2174272"/>
              <a:gd name="connsiteX831" fmla="*/ 2833116 w 4682585"/>
              <a:gd name="connsiteY831" fmla="*/ 788670 h 2174272"/>
              <a:gd name="connsiteX832" fmla="*/ 2508123 w 4682585"/>
              <a:gd name="connsiteY832" fmla="*/ 788670 h 2174272"/>
              <a:gd name="connsiteX833" fmla="*/ 2508123 w 4682585"/>
              <a:gd name="connsiteY833" fmla="*/ 935259 h 2174272"/>
              <a:gd name="connsiteX834" fmla="*/ 2665857 w 4682585"/>
              <a:gd name="connsiteY834" fmla="*/ 935259 h 2174272"/>
              <a:gd name="connsiteX835" fmla="*/ 2665857 w 4682585"/>
              <a:gd name="connsiteY835" fmla="*/ 788670 h 2174272"/>
              <a:gd name="connsiteX836" fmla="*/ 2340864 w 4682585"/>
              <a:gd name="connsiteY836" fmla="*/ 788670 h 2174272"/>
              <a:gd name="connsiteX837" fmla="*/ 2340864 w 4682585"/>
              <a:gd name="connsiteY837" fmla="*/ 935259 h 2174272"/>
              <a:gd name="connsiteX838" fmla="*/ 2498598 w 4682585"/>
              <a:gd name="connsiteY838" fmla="*/ 935259 h 2174272"/>
              <a:gd name="connsiteX839" fmla="*/ 2498598 w 4682585"/>
              <a:gd name="connsiteY839" fmla="*/ 788670 h 2174272"/>
              <a:gd name="connsiteX840" fmla="*/ 2173510 w 4682585"/>
              <a:gd name="connsiteY840" fmla="*/ 788670 h 2174272"/>
              <a:gd name="connsiteX841" fmla="*/ 2173510 w 4682585"/>
              <a:gd name="connsiteY841" fmla="*/ 935259 h 2174272"/>
              <a:gd name="connsiteX842" fmla="*/ 2331339 w 4682585"/>
              <a:gd name="connsiteY842" fmla="*/ 935259 h 2174272"/>
              <a:gd name="connsiteX843" fmla="*/ 2331339 w 4682585"/>
              <a:gd name="connsiteY843" fmla="*/ 788670 h 2174272"/>
              <a:gd name="connsiteX844" fmla="*/ 2006251 w 4682585"/>
              <a:gd name="connsiteY844" fmla="*/ 788670 h 2174272"/>
              <a:gd name="connsiteX845" fmla="*/ 2006251 w 4682585"/>
              <a:gd name="connsiteY845" fmla="*/ 935259 h 2174272"/>
              <a:gd name="connsiteX846" fmla="*/ 2163985 w 4682585"/>
              <a:gd name="connsiteY846" fmla="*/ 935259 h 2174272"/>
              <a:gd name="connsiteX847" fmla="*/ 2163985 w 4682585"/>
              <a:gd name="connsiteY847" fmla="*/ 788670 h 2174272"/>
              <a:gd name="connsiteX848" fmla="*/ 1838992 w 4682585"/>
              <a:gd name="connsiteY848" fmla="*/ 788670 h 2174272"/>
              <a:gd name="connsiteX849" fmla="*/ 1838992 w 4682585"/>
              <a:gd name="connsiteY849" fmla="*/ 935259 h 2174272"/>
              <a:gd name="connsiteX850" fmla="*/ 1996726 w 4682585"/>
              <a:gd name="connsiteY850" fmla="*/ 935259 h 2174272"/>
              <a:gd name="connsiteX851" fmla="*/ 1996726 w 4682585"/>
              <a:gd name="connsiteY851" fmla="*/ 788670 h 2174272"/>
              <a:gd name="connsiteX852" fmla="*/ 1671733 w 4682585"/>
              <a:gd name="connsiteY852" fmla="*/ 788670 h 2174272"/>
              <a:gd name="connsiteX853" fmla="*/ 1671733 w 4682585"/>
              <a:gd name="connsiteY853" fmla="*/ 935259 h 2174272"/>
              <a:gd name="connsiteX854" fmla="*/ 1829467 w 4682585"/>
              <a:gd name="connsiteY854" fmla="*/ 935259 h 2174272"/>
              <a:gd name="connsiteX855" fmla="*/ 1829467 w 4682585"/>
              <a:gd name="connsiteY855" fmla="*/ 788670 h 2174272"/>
              <a:gd name="connsiteX856" fmla="*/ 1504474 w 4682585"/>
              <a:gd name="connsiteY856" fmla="*/ 788670 h 2174272"/>
              <a:gd name="connsiteX857" fmla="*/ 1504474 w 4682585"/>
              <a:gd name="connsiteY857" fmla="*/ 935259 h 2174272"/>
              <a:gd name="connsiteX858" fmla="*/ 1662208 w 4682585"/>
              <a:gd name="connsiteY858" fmla="*/ 935259 h 2174272"/>
              <a:gd name="connsiteX859" fmla="*/ 1662208 w 4682585"/>
              <a:gd name="connsiteY859" fmla="*/ 788670 h 2174272"/>
              <a:gd name="connsiteX860" fmla="*/ 1337215 w 4682585"/>
              <a:gd name="connsiteY860" fmla="*/ 788670 h 2174272"/>
              <a:gd name="connsiteX861" fmla="*/ 1337215 w 4682585"/>
              <a:gd name="connsiteY861" fmla="*/ 935259 h 2174272"/>
              <a:gd name="connsiteX862" fmla="*/ 1494949 w 4682585"/>
              <a:gd name="connsiteY862" fmla="*/ 935259 h 2174272"/>
              <a:gd name="connsiteX863" fmla="*/ 1494949 w 4682585"/>
              <a:gd name="connsiteY863" fmla="*/ 788670 h 2174272"/>
              <a:gd name="connsiteX864" fmla="*/ 1169956 w 4682585"/>
              <a:gd name="connsiteY864" fmla="*/ 788670 h 2174272"/>
              <a:gd name="connsiteX865" fmla="*/ 1169956 w 4682585"/>
              <a:gd name="connsiteY865" fmla="*/ 935259 h 2174272"/>
              <a:gd name="connsiteX866" fmla="*/ 1327690 w 4682585"/>
              <a:gd name="connsiteY866" fmla="*/ 935259 h 2174272"/>
              <a:gd name="connsiteX867" fmla="*/ 1327690 w 4682585"/>
              <a:gd name="connsiteY867" fmla="*/ 788670 h 2174272"/>
              <a:gd name="connsiteX868" fmla="*/ 1002697 w 4682585"/>
              <a:gd name="connsiteY868" fmla="*/ 788670 h 2174272"/>
              <a:gd name="connsiteX869" fmla="*/ 1002697 w 4682585"/>
              <a:gd name="connsiteY869" fmla="*/ 935259 h 2174272"/>
              <a:gd name="connsiteX870" fmla="*/ 1160431 w 4682585"/>
              <a:gd name="connsiteY870" fmla="*/ 935259 h 2174272"/>
              <a:gd name="connsiteX871" fmla="*/ 1160431 w 4682585"/>
              <a:gd name="connsiteY871" fmla="*/ 788670 h 2174272"/>
              <a:gd name="connsiteX872" fmla="*/ 835438 w 4682585"/>
              <a:gd name="connsiteY872" fmla="*/ 788670 h 2174272"/>
              <a:gd name="connsiteX873" fmla="*/ 835438 w 4682585"/>
              <a:gd name="connsiteY873" fmla="*/ 935259 h 2174272"/>
              <a:gd name="connsiteX874" fmla="*/ 993172 w 4682585"/>
              <a:gd name="connsiteY874" fmla="*/ 935259 h 2174272"/>
              <a:gd name="connsiteX875" fmla="*/ 993172 w 4682585"/>
              <a:gd name="connsiteY875" fmla="*/ 788670 h 2174272"/>
              <a:gd name="connsiteX876" fmla="*/ 668179 w 4682585"/>
              <a:gd name="connsiteY876" fmla="*/ 788670 h 2174272"/>
              <a:gd name="connsiteX877" fmla="*/ 668179 w 4682585"/>
              <a:gd name="connsiteY877" fmla="*/ 935259 h 2174272"/>
              <a:gd name="connsiteX878" fmla="*/ 825913 w 4682585"/>
              <a:gd name="connsiteY878" fmla="*/ 935259 h 2174272"/>
              <a:gd name="connsiteX879" fmla="*/ 825913 w 4682585"/>
              <a:gd name="connsiteY879" fmla="*/ 788670 h 2174272"/>
              <a:gd name="connsiteX880" fmla="*/ 500920 w 4682585"/>
              <a:gd name="connsiteY880" fmla="*/ 788670 h 2174272"/>
              <a:gd name="connsiteX881" fmla="*/ 500920 w 4682585"/>
              <a:gd name="connsiteY881" fmla="*/ 935259 h 2174272"/>
              <a:gd name="connsiteX882" fmla="*/ 658654 w 4682585"/>
              <a:gd name="connsiteY882" fmla="*/ 935259 h 2174272"/>
              <a:gd name="connsiteX883" fmla="*/ 658654 w 4682585"/>
              <a:gd name="connsiteY883" fmla="*/ 788670 h 2174272"/>
              <a:gd name="connsiteX884" fmla="*/ 333566 w 4682585"/>
              <a:gd name="connsiteY884" fmla="*/ 788670 h 2174272"/>
              <a:gd name="connsiteX885" fmla="*/ 333566 w 4682585"/>
              <a:gd name="connsiteY885" fmla="*/ 935259 h 2174272"/>
              <a:gd name="connsiteX886" fmla="*/ 491395 w 4682585"/>
              <a:gd name="connsiteY886" fmla="*/ 935259 h 2174272"/>
              <a:gd name="connsiteX887" fmla="*/ 491395 w 4682585"/>
              <a:gd name="connsiteY887" fmla="*/ 788670 h 2174272"/>
              <a:gd name="connsiteX888" fmla="*/ 166307 w 4682585"/>
              <a:gd name="connsiteY888" fmla="*/ 788670 h 2174272"/>
              <a:gd name="connsiteX889" fmla="*/ 166307 w 4682585"/>
              <a:gd name="connsiteY889" fmla="*/ 935259 h 2174272"/>
              <a:gd name="connsiteX890" fmla="*/ 324041 w 4682585"/>
              <a:gd name="connsiteY890" fmla="*/ 935259 h 2174272"/>
              <a:gd name="connsiteX891" fmla="*/ 324041 w 4682585"/>
              <a:gd name="connsiteY891" fmla="*/ 788670 h 2174272"/>
              <a:gd name="connsiteX892" fmla="*/ 9525 w 4682585"/>
              <a:gd name="connsiteY892" fmla="*/ 788670 h 2174272"/>
              <a:gd name="connsiteX893" fmla="*/ 9525 w 4682585"/>
              <a:gd name="connsiteY893" fmla="*/ 935259 h 2174272"/>
              <a:gd name="connsiteX894" fmla="*/ 156782 w 4682585"/>
              <a:gd name="connsiteY894" fmla="*/ 935259 h 2174272"/>
              <a:gd name="connsiteX895" fmla="*/ 156782 w 4682585"/>
              <a:gd name="connsiteY895" fmla="*/ 788670 h 2174272"/>
              <a:gd name="connsiteX896" fmla="*/ 4515326 w 4682585"/>
              <a:gd name="connsiteY896" fmla="*/ 632555 h 2174272"/>
              <a:gd name="connsiteX897" fmla="*/ 4515326 w 4682585"/>
              <a:gd name="connsiteY897" fmla="*/ 779145 h 2174272"/>
              <a:gd name="connsiteX898" fmla="*/ 4673060 w 4682585"/>
              <a:gd name="connsiteY898" fmla="*/ 779145 h 2174272"/>
              <a:gd name="connsiteX899" fmla="*/ 4673060 w 4682585"/>
              <a:gd name="connsiteY899" fmla="*/ 632555 h 2174272"/>
              <a:gd name="connsiteX900" fmla="*/ 4348068 w 4682585"/>
              <a:gd name="connsiteY900" fmla="*/ 632555 h 2174272"/>
              <a:gd name="connsiteX901" fmla="*/ 4348068 w 4682585"/>
              <a:gd name="connsiteY901" fmla="*/ 779145 h 2174272"/>
              <a:gd name="connsiteX902" fmla="*/ 4505801 w 4682585"/>
              <a:gd name="connsiteY902" fmla="*/ 779145 h 2174272"/>
              <a:gd name="connsiteX903" fmla="*/ 4505801 w 4682585"/>
              <a:gd name="connsiteY903" fmla="*/ 632555 h 2174272"/>
              <a:gd name="connsiteX904" fmla="*/ 4180809 w 4682585"/>
              <a:gd name="connsiteY904" fmla="*/ 632555 h 2174272"/>
              <a:gd name="connsiteX905" fmla="*/ 4180809 w 4682585"/>
              <a:gd name="connsiteY905" fmla="*/ 779145 h 2174272"/>
              <a:gd name="connsiteX906" fmla="*/ 4338543 w 4682585"/>
              <a:gd name="connsiteY906" fmla="*/ 779145 h 2174272"/>
              <a:gd name="connsiteX907" fmla="*/ 4338543 w 4682585"/>
              <a:gd name="connsiteY907" fmla="*/ 632555 h 2174272"/>
              <a:gd name="connsiteX908" fmla="*/ 4013550 w 4682585"/>
              <a:gd name="connsiteY908" fmla="*/ 632555 h 2174272"/>
              <a:gd name="connsiteX909" fmla="*/ 4013550 w 4682585"/>
              <a:gd name="connsiteY909" fmla="*/ 779145 h 2174272"/>
              <a:gd name="connsiteX910" fmla="*/ 4171284 w 4682585"/>
              <a:gd name="connsiteY910" fmla="*/ 779145 h 2174272"/>
              <a:gd name="connsiteX911" fmla="*/ 4171284 w 4682585"/>
              <a:gd name="connsiteY911" fmla="*/ 632555 h 2174272"/>
              <a:gd name="connsiteX912" fmla="*/ 3846291 w 4682585"/>
              <a:gd name="connsiteY912" fmla="*/ 632555 h 2174272"/>
              <a:gd name="connsiteX913" fmla="*/ 3846291 w 4682585"/>
              <a:gd name="connsiteY913" fmla="*/ 779145 h 2174272"/>
              <a:gd name="connsiteX914" fmla="*/ 4004025 w 4682585"/>
              <a:gd name="connsiteY914" fmla="*/ 779145 h 2174272"/>
              <a:gd name="connsiteX915" fmla="*/ 4004025 w 4682585"/>
              <a:gd name="connsiteY915" fmla="*/ 632555 h 2174272"/>
              <a:gd name="connsiteX916" fmla="*/ 3678936 w 4682585"/>
              <a:gd name="connsiteY916" fmla="*/ 632555 h 2174272"/>
              <a:gd name="connsiteX917" fmla="*/ 3678936 w 4682585"/>
              <a:gd name="connsiteY917" fmla="*/ 779145 h 2174272"/>
              <a:gd name="connsiteX918" fmla="*/ 3836766 w 4682585"/>
              <a:gd name="connsiteY918" fmla="*/ 779145 h 2174272"/>
              <a:gd name="connsiteX919" fmla="*/ 3836766 w 4682585"/>
              <a:gd name="connsiteY919" fmla="*/ 632555 h 2174272"/>
              <a:gd name="connsiteX920" fmla="*/ 3511677 w 4682585"/>
              <a:gd name="connsiteY920" fmla="*/ 632555 h 2174272"/>
              <a:gd name="connsiteX921" fmla="*/ 3511677 w 4682585"/>
              <a:gd name="connsiteY921" fmla="*/ 779145 h 2174272"/>
              <a:gd name="connsiteX922" fmla="*/ 3669411 w 4682585"/>
              <a:gd name="connsiteY922" fmla="*/ 779145 h 2174272"/>
              <a:gd name="connsiteX923" fmla="*/ 3669411 w 4682585"/>
              <a:gd name="connsiteY923" fmla="*/ 632555 h 2174272"/>
              <a:gd name="connsiteX924" fmla="*/ 3344418 w 4682585"/>
              <a:gd name="connsiteY924" fmla="*/ 632555 h 2174272"/>
              <a:gd name="connsiteX925" fmla="*/ 3344418 w 4682585"/>
              <a:gd name="connsiteY925" fmla="*/ 779145 h 2174272"/>
              <a:gd name="connsiteX926" fmla="*/ 3502152 w 4682585"/>
              <a:gd name="connsiteY926" fmla="*/ 779145 h 2174272"/>
              <a:gd name="connsiteX927" fmla="*/ 3502152 w 4682585"/>
              <a:gd name="connsiteY927" fmla="*/ 632555 h 2174272"/>
              <a:gd name="connsiteX928" fmla="*/ 3177159 w 4682585"/>
              <a:gd name="connsiteY928" fmla="*/ 632555 h 2174272"/>
              <a:gd name="connsiteX929" fmla="*/ 3177159 w 4682585"/>
              <a:gd name="connsiteY929" fmla="*/ 779145 h 2174272"/>
              <a:gd name="connsiteX930" fmla="*/ 3334893 w 4682585"/>
              <a:gd name="connsiteY930" fmla="*/ 779145 h 2174272"/>
              <a:gd name="connsiteX931" fmla="*/ 3334893 w 4682585"/>
              <a:gd name="connsiteY931" fmla="*/ 632555 h 2174272"/>
              <a:gd name="connsiteX932" fmla="*/ 3009900 w 4682585"/>
              <a:gd name="connsiteY932" fmla="*/ 632555 h 2174272"/>
              <a:gd name="connsiteX933" fmla="*/ 3009900 w 4682585"/>
              <a:gd name="connsiteY933" fmla="*/ 779145 h 2174272"/>
              <a:gd name="connsiteX934" fmla="*/ 3167634 w 4682585"/>
              <a:gd name="connsiteY934" fmla="*/ 779145 h 2174272"/>
              <a:gd name="connsiteX935" fmla="*/ 3167634 w 4682585"/>
              <a:gd name="connsiteY935" fmla="*/ 632555 h 2174272"/>
              <a:gd name="connsiteX936" fmla="*/ 2842641 w 4682585"/>
              <a:gd name="connsiteY936" fmla="*/ 632555 h 2174272"/>
              <a:gd name="connsiteX937" fmla="*/ 2842641 w 4682585"/>
              <a:gd name="connsiteY937" fmla="*/ 779145 h 2174272"/>
              <a:gd name="connsiteX938" fmla="*/ 3000375 w 4682585"/>
              <a:gd name="connsiteY938" fmla="*/ 779145 h 2174272"/>
              <a:gd name="connsiteX939" fmla="*/ 3000375 w 4682585"/>
              <a:gd name="connsiteY939" fmla="*/ 632555 h 2174272"/>
              <a:gd name="connsiteX940" fmla="*/ 2675382 w 4682585"/>
              <a:gd name="connsiteY940" fmla="*/ 632555 h 2174272"/>
              <a:gd name="connsiteX941" fmla="*/ 2675382 w 4682585"/>
              <a:gd name="connsiteY941" fmla="*/ 779145 h 2174272"/>
              <a:gd name="connsiteX942" fmla="*/ 2833116 w 4682585"/>
              <a:gd name="connsiteY942" fmla="*/ 779145 h 2174272"/>
              <a:gd name="connsiteX943" fmla="*/ 2833116 w 4682585"/>
              <a:gd name="connsiteY943" fmla="*/ 632555 h 2174272"/>
              <a:gd name="connsiteX944" fmla="*/ 2508123 w 4682585"/>
              <a:gd name="connsiteY944" fmla="*/ 632555 h 2174272"/>
              <a:gd name="connsiteX945" fmla="*/ 2508123 w 4682585"/>
              <a:gd name="connsiteY945" fmla="*/ 779145 h 2174272"/>
              <a:gd name="connsiteX946" fmla="*/ 2665857 w 4682585"/>
              <a:gd name="connsiteY946" fmla="*/ 779145 h 2174272"/>
              <a:gd name="connsiteX947" fmla="*/ 2665857 w 4682585"/>
              <a:gd name="connsiteY947" fmla="*/ 632555 h 2174272"/>
              <a:gd name="connsiteX948" fmla="*/ 2340864 w 4682585"/>
              <a:gd name="connsiteY948" fmla="*/ 632555 h 2174272"/>
              <a:gd name="connsiteX949" fmla="*/ 2340864 w 4682585"/>
              <a:gd name="connsiteY949" fmla="*/ 779145 h 2174272"/>
              <a:gd name="connsiteX950" fmla="*/ 2498598 w 4682585"/>
              <a:gd name="connsiteY950" fmla="*/ 779145 h 2174272"/>
              <a:gd name="connsiteX951" fmla="*/ 2498598 w 4682585"/>
              <a:gd name="connsiteY951" fmla="*/ 632555 h 2174272"/>
              <a:gd name="connsiteX952" fmla="*/ 2173510 w 4682585"/>
              <a:gd name="connsiteY952" fmla="*/ 632555 h 2174272"/>
              <a:gd name="connsiteX953" fmla="*/ 2173510 w 4682585"/>
              <a:gd name="connsiteY953" fmla="*/ 779145 h 2174272"/>
              <a:gd name="connsiteX954" fmla="*/ 2331339 w 4682585"/>
              <a:gd name="connsiteY954" fmla="*/ 779145 h 2174272"/>
              <a:gd name="connsiteX955" fmla="*/ 2331339 w 4682585"/>
              <a:gd name="connsiteY955" fmla="*/ 632555 h 2174272"/>
              <a:gd name="connsiteX956" fmla="*/ 2006251 w 4682585"/>
              <a:gd name="connsiteY956" fmla="*/ 632555 h 2174272"/>
              <a:gd name="connsiteX957" fmla="*/ 2006251 w 4682585"/>
              <a:gd name="connsiteY957" fmla="*/ 779145 h 2174272"/>
              <a:gd name="connsiteX958" fmla="*/ 2163985 w 4682585"/>
              <a:gd name="connsiteY958" fmla="*/ 779145 h 2174272"/>
              <a:gd name="connsiteX959" fmla="*/ 2163985 w 4682585"/>
              <a:gd name="connsiteY959" fmla="*/ 632555 h 2174272"/>
              <a:gd name="connsiteX960" fmla="*/ 1838992 w 4682585"/>
              <a:gd name="connsiteY960" fmla="*/ 632555 h 2174272"/>
              <a:gd name="connsiteX961" fmla="*/ 1838992 w 4682585"/>
              <a:gd name="connsiteY961" fmla="*/ 779145 h 2174272"/>
              <a:gd name="connsiteX962" fmla="*/ 1996726 w 4682585"/>
              <a:gd name="connsiteY962" fmla="*/ 779145 h 2174272"/>
              <a:gd name="connsiteX963" fmla="*/ 1996726 w 4682585"/>
              <a:gd name="connsiteY963" fmla="*/ 632555 h 2174272"/>
              <a:gd name="connsiteX964" fmla="*/ 1671733 w 4682585"/>
              <a:gd name="connsiteY964" fmla="*/ 632555 h 2174272"/>
              <a:gd name="connsiteX965" fmla="*/ 1671733 w 4682585"/>
              <a:gd name="connsiteY965" fmla="*/ 779145 h 2174272"/>
              <a:gd name="connsiteX966" fmla="*/ 1829467 w 4682585"/>
              <a:gd name="connsiteY966" fmla="*/ 779145 h 2174272"/>
              <a:gd name="connsiteX967" fmla="*/ 1829467 w 4682585"/>
              <a:gd name="connsiteY967" fmla="*/ 632555 h 2174272"/>
              <a:gd name="connsiteX968" fmla="*/ 1504474 w 4682585"/>
              <a:gd name="connsiteY968" fmla="*/ 632555 h 2174272"/>
              <a:gd name="connsiteX969" fmla="*/ 1504474 w 4682585"/>
              <a:gd name="connsiteY969" fmla="*/ 779145 h 2174272"/>
              <a:gd name="connsiteX970" fmla="*/ 1662208 w 4682585"/>
              <a:gd name="connsiteY970" fmla="*/ 779145 h 2174272"/>
              <a:gd name="connsiteX971" fmla="*/ 1662208 w 4682585"/>
              <a:gd name="connsiteY971" fmla="*/ 632555 h 2174272"/>
              <a:gd name="connsiteX972" fmla="*/ 1337215 w 4682585"/>
              <a:gd name="connsiteY972" fmla="*/ 632555 h 2174272"/>
              <a:gd name="connsiteX973" fmla="*/ 1337215 w 4682585"/>
              <a:gd name="connsiteY973" fmla="*/ 779145 h 2174272"/>
              <a:gd name="connsiteX974" fmla="*/ 1494949 w 4682585"/>
              <a:gd name="connsiteY974" fmla="*/ 779145 h 2174272"/>
              <a:gd name="connsiteX975" fmla="*/ 1494949 w 4682585"/>
              <a:gd name="connsiteY975" fmla="*/ 632555 h 2174272"/>
              <a:gd name="connsiteX976" fmla="*/ 1169956 w 4682585"/>
              <a:gd name="connsiteY976" fmla="*/ 632555 h 2174272"/>
              <a:gd name="connsiteX977" fmla="*/ 1169956 w 4682585"/>
              <a:gd name="connsiteY977" fmla="*/ 779145 h 2174272"/>
              <a:gd name="connsiteX978" fmla="*/ 1327690 w 4682585"/>
              <a:gd name="connsiteY978" fmla="*/ 779145 h 2174272"/>
              <a:gd name="connsiteX979" fmla="*/ 1327690 w 4682585"/>
              <a:gd name="connsiteY979" fmla="*/ 632555 h 2174272"/>
              <a:gd name="connsiteX980" fmla="*/ 1002697 w 4682585"/>
              <a:gd name="connsiteY980" fmla="*/ 632555 h 2174272"/>
              <a:gd name="connsiteX981" fmla="*/ 1002697 w 4682585"/>
              <a:gd name="connsiteY981" fmla="*/ 779145 h 2174272"/>
              <a:gd name="connsiteX982" fmla="*/ 1160431 w 4682585"/>
              <a:gd name="connsiteY982" fmla="*/ 779145 h 2174272"/>
              <a:gd name="connsiteX983" fmla="*/ 1160431 w 4682585"/>
              <a:gd name="connsiteY983" fmla="*/ 632555 h 2174272"/>
              <a:gd name="connsiteX984" fmla="*/ 835438 w 4682585"/>
              <a:gd name="connsiteY984" fmla="*/ 632555 h 2174272"/>
              <a:gd name="connsiteX985" fmla="*/ 835438 w 4682585"/>
              <a:gd name="connsiteY985" fmla="*/ 779145 h 2174272"/>
              <a:gd name="connsiteX986" fmla="*/ 993172 w 4682585"/>
              <a:gd name="connsiteY986" fmla="*/ 779145 h 2174272"/>
              <a:gd name="connsiteX987" fmla="*/ 993172 w 4682585"/>
              <a:gd name="connsiteY987" fmla="*/ 632555 h 2174272"/>
              <a:gd name="connsiteX988" fmla="*/ 668179 w 4682585"/>
              <a:gd name="connsiteY988" fmla="*/ 632555 h 2174272"/>
              <a:gd name="connsiteX989" fmla="*/ 668179 w 4682585"/>
              <a:gd name="connsiteY989" fmla="*/ 779145 h 2174272"/>
              <a:gd name="connsiteX990" fmla="*/ 825913 w 4682585"/>
              <a:gd name="connsiteY990" fmla="*/ 779145 h 2174272"/>
              <a:gd name="connsiteX991" fmla="*/ 825913 w 4682585"/>
              <a:gd name="connsiteY991" fmla="*/ 632555 h 2174272"/>
              <a:gd name="connsiteX992" fmla="*/ 500920 w 4682585"/>
              <a:gd name="connsiteY992" fmla="*/ 632555 h 2174272"/>
              <a:gd name="connsiteX993" fmla="*/ 500920 w 4682585"/>
              <a:gd name="connsiteY993" fmla="*/ 779145 h 2174272"/>
              <a:gd name="connsiteX994" fmla="*/ 658654 w 4682585"/>
              <a:gd name="connsiteY994" fmla="*/ 779145 h 2174272"/>
              <a:gd name="connsiteX995" fmla="*/ 658654 w 4682585"/>
              <a:gd name="connsiteY995" fmla="*/ 632555 h 2174272"/>
              <a:gd name="connsiteX996" fmla="*/ 333566 w 4682585"/>
              <a:gd name="connsiteY996" fmla="*/ 632555 h 2174272"/>
              <a:gd name="connsiteX997" fmla="*/ 333566 w 4682585"/>
              <a:gd name="connsiteY997" fmla="*/ 779145 h 2174272"/>
              <a:gd name="connsiteX998" fmla="*/ 491395 w 4682585"/>
              <a:gd name="connsiteY998" fmla="*/ 779145 h 2174272"/>
              <a:gd name="connsiteX999" fmla="*/ 491395 w 4682585"/>
              <a:gd name="connsiteY999" fmla="*/ 632555 h 2174272"/>
              <a:gd name="connsiteX1000" fmla="*/ 166307 w 4682585"/>
              <a:gd name="connsiteY1000" fmla="*/ 632555 h 2174272"/>
              <a:gd name="connsiteX1001" fmla="*/ 166307 w 4682585"/>
              <a:gd name="connsiteY1001" fmla="*/ 779145 h 2174272"/>
              <a:gd name="connsiteX1002" fmla="*/ 324041 w 4682585"/>
              <a:gd name="connsiteY1002" fmla="*/ 779145 h 2174272"/>
              <a:gd name="connsiteX1003" fmla="*/ 324041 w 4682585"/>
              <a:gd name="connsiteY1003" fmla="*/ 632555 h 2174272"/>
              <a:gd name="connsiteX1004" fmla="*/ 9525 w 4682585"/>
              <a:gd name="connsiteY1004" fmla="*/ 632555 h 2174272"/>
              <a:gd name="connsiteX1005" fmla="*/ 9525 w 4682585"/>
              <a:gd name="connsiteY1005" fmla="*/ 779145 h 2174272"/>
              <a:gd name="connsiteX1006" fmla="*/ 156782 w 4682585"/>
              <a:gd name="connsiteY1006" fmla="*/ 779145 h 2174272"/>
              <a:gd name="connsiteX1007" fmla="*/ 156782 w 4682585"/>
              <a:gd name="connsiteY1007" fmla="*/ 632555 h 2174272"/>
              <a:gd name="connsiteX1008" fmla="*/ 4515326 w 4682585"/>
              <a:gd name="connsiteY1008" fmla="*/ 476440 h 2174272"/>
              <a:gd name="connsiteX1009" fmla="*/ 4515326 w 4682585"/>
              <a:gd name="connsiteY1009" fmla="*/ 623030 h 2174272"/>
              <a:gd name="connsiteX1010" fmla="*/ 4673060 w 4682585"/>
              <a:gd name="connsiteY1010" fmla="*/ 623030 h 2174272"/>
              <a:gd name="connsiteX1011" fmla="*/ 4673060 w 4682585"/>
              <a:gd name="connsiteY1011" fmla="*/ 476440 h 2174272"/>
              <a:gd name="connsiteX1012" fmla="*/ 4348068 w 4682585"/>
              <a:gd name="connsiteY1012" fmla="*/ 476440 h 2174272"/>
              <a:gd name="connsiteX1013" fmla="*/ 4348068 w 4682585"/>
              <a:gd name="connsiteY1013" fmla="*/ 623030 h 2174272"/>
              <a:gd name="connsiteX1014" fmla="*/ 4505801 w 4682585"/>
              <a:gd name="connsiteY1014" fmla="*/ 623030 h 2174272"/>
              <a:gd name="connsiteX1015" fmla="*/ 4505801 w 4682585"/>
              <a:gd name="connsiteY1015" fmla="*/ 476440 h 2174272"/>
              <a:gd name="connsiteX1016" fmla="*/ 4180809 w 4682585"/>
              <a:gd name="connsiteY1016" fmla="*/ 476440 h 2174272"/>
              <a:gd name="connsiteX1017" fmla="*/ 4180809 w 4682585"/>
              <a:gd name="connsiteY1017" fmla="*/ 623030 h 2174272"/>
              <a:gd name="connsiteX1018" fmla="*/ 4338543 w 4682585"/>
              <a:gd name="connsiteY1018" fmla="*/ 623030 h 2174272"/>
              <a:gd name="connsiteX1019" fmla="*/ 4338543 w 4682585"/>
              <a:gd name="connsiteY1019" fmla="*/ 476440 h 2174272"/>
              <a:gd name="connsiteX1020" fmla="*/ 4013550 w 4682585"/>
              <a:gd name="connsiteY1020" fmla="*/ 476440 h 2174272"/>
              <a:gd name="connsiteX1021" fmla="*/ 4013550 w 4682585"/>
              <a:gd name="connsiteY1021" fmla="*/ 623030 h 2174272"/>
              <a:gd name="connsiteX1022" fmla="*/ 4171284 w 4682585"/>
              <a:gd name="connsiteY1022" fmla="*/ 623030 h 2174272"/>
              <a:gd name="connsiteX1023" fmla="*/ 4171284 w 4682585"/>
              <a:gd name="connsiteY1023" fmla="*/ 476440 h 2174272"/>
              <a:gd name="connsiteX1024" fmla="*/ 3846291 w 4682585"/>
              <a:gd name="connsiteY1024" fmla="*/ 476440 h 2174272"/>
              <a:gd name="connsiteX1025" fmla="*/ 3846291 w 4682585"/>
              <a:gd name="connsiteY1025" fmla="*/ 623030 h 2174272"/>
              <a:gd name="connsiteX1026" fmla="*/ 4004025 w 4682585"/>
              <a:gd name="connsiteY1026" fmla="*/ 623030 h 2174272"/>
              <a:gd name="connsiteX1027" fmla="*/ 4004025 w 4682585"/>
              <a:gd name="connsiteY1027" fmla="*/ 476440 h 2174272"/>
              <a:gd name="connsiteX1028" fmla="*/ 3678936 w 4682585"/>
              <a:gd name="connsiteY1028" fmla="*/ 476440 h 2174272"/>
              <a:gd name="connsiteX1029" fmla="*/ 3678936 w 4682585"/>
              <a:gd name="connsiteY1029" fmla="*/ 623030 h 2174272"/>
              <a:gd name="connsiteX1030" fmla="*/ 3836766 w 4682585"/>
              <a:gd name="connsiteY1030" fmla="*/ 623030 h 2174272"/>
              <a:gd name="connsiteX1031" fmla="*/ 3836766 w 4682585"/>
              <a:gd name="connsiteY1031" fmla="*/ 476440 h 2174272"/>
              <a:gd name="connsiteX1032" fmla="*/ 3511677 w 4682585"/>
              <a:gd name="connsiteY1032" fmla="*/ 476440 h 2174272"/>
              <a:gd name="connsiteX1033" fmla="*/ 3511677 w 4682585"/>
              <a:gd name="connsiteY1033" fmla="*/ 623030 h 2174272"/>
              <a:gd name="connsiteX1034" fmla="*/ 3669411 w 4682585"/>
              <a:gd name="connsiteY1034" fmla="*/ 623030 h 2174272"/>
              <a:gd name="connsiteX1035" fmla="*/ 3669411 w 4682585"/>
              <a:gd name="connsiteY1035" fmla="*/ 476440 h 2174272"/>
              <a:gd name="connsiteX1036" fmla="*/ 3344418 w 4682585"/>
              <a:gd name="connsiteY1036" fmla="*/ 476440 h 2174272"/>
              <a:gd name="connsiteX1037" fmla="*/ 3344418 w 4682585"/>
              <a:gd name="connsiteY1037" fmla="*/ 623030 h 2174272"/>
              <a:gd name="connsiteX1038" fmla="*/ 3502152 w 4682585"/>
              <a:gd name="connsiteY1038" fmla="*/ 623030 h 2174272"/>
              <a:gd name="connsiteX1039" fmla="*/ 3502152 w 4682585"/>
              <a:gd name="connsiteY1039" fmla="*/ 476440 h 2174272"/>
              <a:gd name="connsiteX1040" fmla="*/ 3177159 w 4682585"/>
              <a:gd name="connsiteY1040" fmla="*/ 476440 h 2174272"/>
              <a:gd name="connsiteX1041" fmla="*/ 3177159 w 4682585"/>
              <a:gd name="connsiteY1041" fmla="*/ 623030 h 2174272"/>
              <a:gd name="connsiteX1042" fmla="*/ 3334893 w 4682585"/>
              <a:gd name="connsiteY1042" fmla="*/ 623030 h 2174272"/>
              <a:gd name="connsiteX1043" fmla="*/ 3334893 w 4682585"/>
              <a:gd name="connsiteY1043" fmla="*/ 476440 h 2174272"/>
              <a:gd name="connsiteX1044" fmla="*/ 3009900 w 4682585"/>
              <a:gd name="connsiteY1044" fmla="*/ 476440 h 2174272"/>
              <a:gd name="connsiteX1045" fmla="*/ 3009900 w 4682585"/>
              <a:gd name="connsiteY1045" fmla="*/ 623030 h 2174272"/>
              <a:gd name="connsiteX1046" fmla="*/ 3167634 w 4682585"/>
              <a:gd name="connsiteY1046" fmla="*/ 623030 h 2174272"/>
              <a:gd name="connsiteX1047" fmla="*/ 3167634 w 4682585"/>
              <a:gd name="connsiteY1047" fmla="*/ 476440 h 2174272"/>
              <a:gd name="connsiteX1048" fmla="*/ 2842641 w 4682585"/>
              <a:gd name="connsiteY1048" fmla="*/ 476440 h 2174272"/>
              <a:gd name="connsiteX1049" fmla="*/ 2842641 w 4682585"/>
              <a:gd name="connsiteY1049" fmla="*/ 623030 h 2174272"/>
              <a:gd name="connsiteX1050" fmla="*/ 3000375 w 4682585"/>
              <a:gd name="connsiteY1050" fmla="*/ 623030 h 2174272"/>
              <a:gd name="connsiteX1051" fmla="*/ 3000375 w 4682585"/>
              <a:gd name="connsiteY1051" fmla="*/ 476440 h 2174272"/>
              <a:gd name="connsiteX1052" fmla="*/ 2675382 w 4682585"/>
              <a:gd name="connsiteY1052" fmla="*/ 476440 h 2174272"/>
              <a:gd name="connsiteX1053" fmla="*/ 2675382 w 4682585"/>
              <a:gd name="connsiteY1053" fmla="*/ 623030 h 2174272"/>
              <a:gd name="connsiteX1054" fmla="*/ 2833116 w 4682585"/>
              <a:gd name="connsiteY1054" fmla="*/ 623030 h 2174272"/>
              <a:gd name="connsiteX1055" fmla="*/ 2833116 w 4682585"/>
              <a:gd name="connsiteY1055" fmla="*/ 476440 h 2174272"/>
              <a:gd name="connsiteX1056" fmla="*/ 2508123 w 4682585"/>
              <a:gd name="connsiteY1056" fmla="*/ 476440 h 2174272"/>
              <a:gd name="connsiteX1057" fmla="*/ 2508123 w 4682585"/>
              <a:gd name="connsiteY1057" fmla="*/ 623030 h 2174272"/>
              <a:gd name="connsiteX1058" fmla="*/ 2665857 w 4682585"/>
              <a:gd name="connsiteY1058" fmla="*/ 623030 h 2174272"/>
              <a:gd name="connsiteX1059" fmla="*/ 2665857 w 4682585"/>
              <a:gd name="connsiteY1059" fmla="*/ 476440 h 2174272"/>
              <a:gd name="connsiteX1060" fmla="*/ 2340864 w 4682585"/>
              <a:gd name="connsiteY1060" fmla="*/ 476440 h 2174272"/>
              <a:gd name="connsiteX1061" fmla="*/ 2340864 w 4682585"/>
              <a:gd name="connsiteY1061" fmla="*/ 623030 h 2174272"/>
              <a:gd name="connsiteX1062" fmla="*/ 2498598 w 4682585"/>
              <a:gd name="connsiteY1062" fmla="*/ 623030 h 2174272"/>
              <a:gd name="connsiteX1063" fmla="*/ 2498598 w 4682585"/>
              <a:gd name="connsiteY1063" fmla="*/ 476440 h 2174272"/>
              <a:gd name="connsiteX1064" fmla="*/ 2173510 w 4682585"/>
              <a:gd name="connsiteY1064" fmla="*/ 476440 h 2174272"/>
              <a:gd name="connsiteX1065" fmla="*/ 2173510 w 4682585"/>
              <a:gd name="connsiteY1065" fmla="*/ 623030 h 2174272"/>
              <a:gd name="connsiteX1066" fmla="*/ 2331339 w 4682585"/>
              <a:gd name="connsiteY1066" fmla="*/ 623030 h 2174272"/>
              <a:gd name="connsiteX1067" fmla="*/ 2331339 w 4682585"/>
              <a:gd name="connsiteY1067" fmla="*/ 476440 h 2174272"/>
              <a:gd name="connsiteX1068" fmla="*/ 2006251 w 4682585"/>
              <a:gd name="connsiteY1068" fmla="*/ 476440 h 2174272"/>
              <a:gd name="connsiteX1069" fmla="*/ 2006251 w 4682585"/>
              <a:gd name="connsiteY1069" fmla="*/ 623030 h 2174272"/>
              <a:gd name="connsiteX1070" fmla="*/ 2163985 w 4682585"/>
              <a:gd name="connsiteY1070" fmla="*/ 623030 h 2174272"/>
              <a:gd name="connsiteX1071" fmla="*/ 2163985 w 4682585"/>
              <a:gd name="connsiteY1071" fmla="*/ 476440 h 2174272"/>
              <a:gd name="connsiteX1072" fmla="*/ 1838992 w 4682585"/>
              <a:gd name="connsiteY1072" fmla="*/ 476440 h 2174272"/>
              <a:gd name="connsiteX1073" fmla="*/ 1838992 w 4682585"/>
              <a:gd name="connsiteY1073" fmla="*/ 623030 h 2174272"/>
              <a:gd name="connsiteX1074" fmla="*/ 1996726 w 4682585"/>
              <a:gd name="connsiteY1074" fmla="*/ 623030 h 2174272"/>
              <a:gd name="connsiteX1075" fmla="*/ 1996726 w 4682585"/>
              <a:gd name="connsiteY1075" fmla="*/ 476440 h 2174272"/>
              <a:gd name="connsiteX1076" fmla="*/ 1671733 w 4682585"/>
              <a:gd name="connsiteY1076" fmla="*/ 476440 h 2174272"/>
              <a:gd name="connsiteX1077" fmla="*/ 1671733 w 4682585"/>
              <a:gd name="connsiteY1077" fmla="*/ 623030 h 2174272"/>
              <a:gd name="connsiteX1078" fmla="*/ 1829467 w 4682585"/>
              <a:gd name="connsiteY1078" fmla="*/ 623030 h 2174272"/>
              <a:gd name="connsiteX1079" fmla="*/ 1829467 w 4682585"/>
              <a:gd name="connsiteY1079" fmla="*/ 476440 h 2174272"/>
              <a:gd name="connsiteX1080" fmla="*/ 1504474 w 4682585"/>
              <a:gd name="connsiteY1080" fmla="*/ 476440 h 2174272"/>
              <a:gd name="connsiteX1081" fmla="*/ 1504474 w 4682585"/>
              <a:gd name="connsiteY1081" fmla="*/ 623030 h 2174272"/>
              <a:gd name="connsiteX1082" fmla="*/ 1662208 w 4682585"/>
              <a:gd name="connsiteY1082" fmla="*/ 623030 h 2174272"/>
              <a:gd name="connsiteX1083" fmla="*/ 1662208 w 4682585"/>
              <a:gd name="connsiteY1083" fmla="*/ 476440 h 2174272"/>
              <a:gd name="connsiteX1084" fmla="*/ 1337215 w 4682585"/>
              <a:gd name="connsiteY1084" fmla="*/ 476440 h 2174272"/>
              <a:gd name="connsiteX1085" fmla="*/ 1337215 w 4682585"/>
              <a:gd name="connsiteY1085" fmla="*/ 623030 h 2174272"/>
              <a:gd name="connsiteX1086" fmla="*/ 1494949 w 4682585"/>
              <a:gd name="connsiteY1086" fmla="*/ 623030 h 2174272"/>
              <a:gd name="connsiteX1087" fmla="*/ 1494949 w 4682585"/>
              <a:gd name="connsiteY1087" fmla="*/ 476440 h 2174272"/>
              <a:gd name="connsiteX1088" fmla="*/ 1169956 w 4682585"/>
              <a:gd name="connsiteY1088" fmla="*/ 476440 h 2174272"/>
              <a:gd name="connsiteX1089" fmla="*/ 1169956 w 4682585"/>
              <a:gd name="connsiteY1089" fmla="*/ 623030 h 2174272"/>
              <a:gd name="connsiteX1090" fmla="*/ 1327690 w 4682585"/>
              <a:gd name="connsiteY1090" fmla="*/ 623030 h 2174272"/>
              <a:gd name="connsiteX1091" fmla="*/ 1327690 w 4682585"/>
              <a:gd name="connsiteY1091" fmla="*/ 476440 h 2174272"/>
              <a:gd name="connsiteX1092" fmla="*/ 1002697 w 4682585"/>
              <a:gd name="connsiteY1092" fmla="*/ 476440 h 2174272"/>
              <a:gd name="connsiteX1093" fmla="*/ 1002697 w 4682585"/>
              <a:gd name="connsiteY1093" fmla="*/ 623030 h 2174272"/>
              <a:gd name="connsiteX1094" fmla="*/ 1160431 w 4682585"/>
              <a:gd name="connsiteY1094" fmla="*/ 623030 h 2174272"/>
              <a:gd name="connsiteX1095" fmla="*/ 1160431 w 4682585"/>
              <a:gd name="connsiteY1095" fmla="*/ 476440 h 2174272"/>
              <a:gd name="connsiteX1096" fmla="*/ 835438 w 4682585"/>
              <a:gd name="connsiteY1096" fmla="*/ 476440 h 2174272"/>
              <a:gd name="connsiteX1097" fmla="*/ 835438 w 4682585"/>
              <a:gd name="connsiteY1097" fmla="*/ 623030 h 2174272"/>
              <a:gd name="connsiteX1098" fmla="*/ 993172 w 4682585"/>
              <a:gd name="connsiteY1098" fmla="*/ 623030 h 2174272"/>
              <a:gd name="connsiteX1099" fmla="*/ 993172 w 4682585"/>
              <a:gd name="connsiteY1099" fmla="*/ 476440 h 2174272"/>
              <a:gd name="connsiteX1100" fmla="*/ 668179 w 4682585"/>
              <a:gd name="connsiteY1100" fmla="*/ 476440 h 2174272"/>
              <a:gd name="connsiteX1101" fmla="*/ 668179 w 4682585"/>
              <a:gd name="connsiteY1101" fmla="*/ 623030 h 2174272"/>
              <a:gd name="connsiteX1102" fmla="*/ 825913 w 4682585"/>
              <a:gd name="connsiteY1102" fmla="*/ 623030 h 2174272"/>
              <a:gd name="connsiteX1103" fmla="*/ 825913 w 4682585"/>
              <a:gd name="connsiteY1103" fmla="*/ 476440 h 2174272"/>
              <a:gd name="connsiteX1104" fmla="*/ 500920 w 4682585"/>
              <a:gd name="connsiteY1104" fmla="*/ 476440 h 2174272"/>
              <a:gd name="connsiteX1105" fmla="*/ 500920 w 4682585"/>
              <a:gd name="connsiteY1105" fmla="*/ 623030 h 2174272"/>
              <a:gd name="connsiteX1106" fmla="*/ 658654 w 4682585"/>
              <a:gd name="connsiteY1106" fmla="*/ 623030 h 2174272"/>
              <a:gd name="connsiteX1107" fmla="*/ 658654 w 4682585"/>
              <a:gd name="connsiteY1107" fmla="*/ 476440 h 2174272"/>
              <a:gd name="connsiteX1108" fmla="*/ 333566 w 4682585"/>
              <a:gd name="connsiteY1108" fmla="*/ 476440 h 2174272"/>
              <a:gd name="connsiteX1109" fmla="*/ 333566 w 4682585"/>
              <a:gd name="connsiteY1109" fmla="*/ 623030 h 2174272"/>
              <a:gd name="connsiteX1110" fmla="*/ 491395 w 4682585"/>
              <a:gd name="connsiteY1110" fmla="*/ 623030 h 2174272"/>
              <a:gd name="connsiteX1111" fmla="*/ 491395 w 4682585"/>
              <a:gd name="connsiteY1111" fmla="*/ 476440 h 2174272"/>
              <a:gd name="connsiteX1112" fmla="*/ 166307 w 4682585"/>
              <a:gd name="connsiteY1112" fmla="*/ 476440 h 2174272"/>
              <a:gd name="connsiteX1113" fmla="*/ 166307 w 4682585"/>
              <a:gd name="connsiteY1113" fmla="*/ 623030 h 2174272"/>
              <a:gd name="connsiteX1114" fmla="*/ 324041 w 4682585"/>
              <a:gd name="connsiteY1114" fmla="*/ 623030 h 2174272"/>
              <a:gd name="connsiteX1115" fmla="*/ 324041 w 4682585"/>
              <a:gd name="connsiteY1115" fmla="*/ 476440 h 2174272"/>
              <a:gd name="connsiteX1116" fmla="*/ 9525 w 4682585"/>
              <a:gd name="connsiteY1116" fmla="*/ 476440 h 2174272"/>
              <a:gd name="connsiteX1117" fmla="*/ 9525 w 4682585"/>
              <a:gd name="connsiteY1117" fmla="*/ 623030 h 2174272"/>
              <a:gd name="connsiteX1118" fmla="*/ 156782 w 4682585"/>
              <a:gd name="connsiteY1118" fmla="*/ 623030 h 2174272"/>
              <a:gd name="connsiteX1119" fmla="*/ 156782 w 4682585"/>
              <a:gd name="connsiteY1119" fmla="*/ 476440 h 2174272"/>
              <a:gd name="connsiteX1120" fmla="*/ 4515326 w 4682585"/>
              <a:gd name="connsiteY1120" fmla="*/ 320325 h 2174272"/>
              <a:gd name="connsiteX1121" fmla="*/ 4515326 w 4682585"/>
              <a:gd name="connsiteY1121" fmla="*/ 466915 h 2174272"/>
              <a:gd name="connsiteX1122" fmla="*/ 4673060 w 4682585"/>
              <a:gd name="connsiteY1122" fmla="*/ 466915 h 2174272"/>
              <a:gd name="connsiteX1123" fmla="*/ 4673060 w 4682585"/>
              <a:gd name="connsiteY1123" fmla="*/ 320325 h 2174272"/>
              <a:gd name="connsiteX1124" fmla="*/ 4348068 w 4682585"/>
              <a:gd name="connsiteY1124" fmla="*/ 320325 h 2174272"/>
              <a:gd name="connsiteX1125" fmla="*/ 4348068 w 4682585"/>
              <a:gd name="connsiteY1125" fmla="*/ 466915 h 2174272"/>
              <a:gd name="connsiteX1126" fmla="*/ 4505801 w 4682585"/>
              <a:gd name="connsiteY1126" fmla="*/ 466915 h 2174272"/>
              <a:gd name="connsiteX1127" fmla="*/ 4505801 w 4682585"/>
              <a:gd name="connsiteY1127" fmla="*/ 320325 h 2174272"/>
              <a:gd name="connsiteX1128" fmla="*/ 4180809 w 4682585"/>
              <a:gd name="connsiteY1128" fmla="*/ 320325 h 2174272"/>
              <a:gd name="connsiteX1129" fmla="*/ 4180809 w 4682585"/>
              <a:gd name="connsiteY1129" fmla="*/ 466915 h 2174272"/>
              <a:gd name="connsiteX1130" fmla="*/ 4338543 w 4682585"/>
              <a:gd name="connsiteY1130" fmla="*/ 466915 h 2174272"/>
              <a:gd name="connsiteX1131" fmla="*/ 4338543 w 4682585"/>
              <a:gd name="connsiteY1131" fmla="*/ 320325 h 2174272"/>
              <a:gd name="connsiteX1132" fmla="*/ 4013550 w 4682585"/>
              <a:gd name="connsiteY1132" fmla="*/ 320325 h 2174272"/>
              <a:gd name="connsiteX1133" fmla="*/ 4013550 w 4682585"/>
              <a:gd name="connsiteY1133" fmla="*/ 466915 h 2174272"/>
              <a:gd name="connsiteX1134" fmla="*/ 4171284 w 4682585"/>
              <a:gd name="connsiteY1134" fmla="*/ 466915 h 2174272"/>
              <a:gd name="connsiteX1135" fmla="*/ 4171284 w 4682585"/>
              <a:gd name="connsiteY1135" fmla="*/ 320325 h 2174272"/>
              <a:gd name="connsiteX1136" fmla="*/ 3846291 w 4682585"/>
              <a:gd name="connsiteY1136" fmla="*/ 320325 h 2174272"/>
              <a:gd name="connsiteX1137" fmla="*/ 3846291 w 4682585"/>
              <a:gd name="connsiteY1137" fmla="*/ 466915 h 2174272"/>
              <a:gd name="connsiteX1138" fmla="*/ 4004025 w 4682585"/>
              <a:gd name="connsiteY1138" fmla="*/ 466915 h 2174272"/>
              <a:gd name="connsiteX1139" fmla="*/ 4004025 w 4682585"/>
              <a:gd name="connsiteY1139" fmla="*/ 320325 h 2174272"/>
              <a:gd name="connsiteX1140" fmla="*/ 3678936 w 4682585"/>
              <a:gd name="connsiteY1140" fmla="*/ 320325 h 2174272"/>
              <a:gd name="connsiteX1141" fmla="*/ 3678936 w 4682585"/>
              <a:gd name="connsiteY1141" fmla="*/ 466915 h 2174272"/>
              <a:gd name="connsiteX1142" fmla="*/ 3836766 w 4682585"/>
              <a:gd name="connsiteY1142" fmla="*/ 466915 h 2174272"/>
              <a:gd name="connsiteX1143" fmla="*/ 3836766 w 4682585"/>
              <a:gd name="connsiteY1143" fmla="*/ 320325 h 2174272"/>
              <a:gd name="connsiteX1144" fmla="*/ 3511677 w 4682585"/>
              <a:gd name="connsiteY1144" fmla="*/ 320325 h 2174272"/>
              <a:gd name="connsiteX1145" fmla="*/ 3511677 w 4682585"/>
              <a:gd name="connsiteY1145" fmla="*/ 466915 h 2174272"/>
              <a:gd name="connsiteX1146" fmla="*/ 3669411 w 4682585"/>
              <a:gd name="connsiteY1146" fmla="*/ 466915 h 2174272"/>
              <a:gd name="connsiteX1147" fmla="*/ 3669411 w 4682585"/>
              <a:gd name="connsiteY1147" fmla="*/ 320325 h 2174272"/>
              <a:gd name="connsiteX1148" fmla="*/ 3344418 w 4682585"/>
              <a:gd name="connsiteY1148" fmla="*/ 320325 h 2174272"/>
              <a:gd name="connsiteX1149" fmla="*/ 3344418 w 4682585"/>
              <a:gd name="connsiteY1149" fmla="*/ 466915 h 2174272"/>
              <a:gd name="connsiteX1150" fmla="*/ 3502152 w 4682585"/>
              <a:gd name="connsiteY1150" fmla="*/ 466915 h 2174272"/>
              <a:gd name="connsiteX1151" fmla="*/ 3502152 w 4682585"/>
              <a:gd name="connsiteY1151" fmla="*/ 320325 h 2174272"/>
              <a:gd name="connsiteX1152" fmla="*/ 3177159 w 4682585"/>
              <a:gd name="connsiteY1152" fmla="*/ 320325 h 2174272"/>
              <a:gd name="connsiteX1153" fmla="*/ 3177159 w 4682585"/>
              <a:gd name="connsiteY1153" fmla="*/ 466915 h 2174272"/>
              <a:gd name="connsiteX1154" fmla="*/ 3334893 w 4682585"/>
              <a:gd name="connsiteY1154" fmla="*/ 466915 h 2174272"/>
              <a:gd name="connsiteX1155" fmla="*/ 3334893 w 4682585"/>
              <a:gd name="connsiteY1155" fmla="*/ 320325 h 2174272"/>
              <a:gd name="connsiteX1156" fmla="*/ 3009900 w 4682585"/>
              <a:gd name="connsiteY1156" fmla="*/ 320325 h 2174272"/>
              <a:gd name="connsiteX1157" fmla="*/ 3009900 w 4682585"/>
              <a:gd name="connsiteY1157" fmla="*/ 466915 h 2174272"/>
              <a:gd name="connsiteX1158" fmla="*/ 3167634 w 4682585"/>
              <a:gd name="connsiteY1158" fmla="*/ 466915 h 2174272"/>
              <a:gd name="connsiteX1159" fmla="*/ 3167634 w 4682585"/>
              <a:gd name="connsiteY1159" fmla="*/ 320325 h 2174272"/>
              <a:gd name="connsiteX1160" fmla="*/ 2842641 w 4682585"/>
              <a:gd name="connsiteY1160" fmla="*/ 320325 h 2174272"/>
              <a:gd name="connsiteX1161" fmla="*/ 2842641 w 4682585"/>
              <a:gd name="connsiteY1161" fmla="*/ 466915 h 2174272"/>
              <a:gd name="connsiteX1162" fmla="*/ 3000375 w 4682585"/>
              <a:gd name="connsiteY1162" fmla="*/ 466915 h 2174272"/>
              <a:gd name="connsiteX1163" fmla="*/ 3000375 w 4682585"/>
              <a:gd name="connsiteY1163" fmla="*/ 320325 h 2174272"/>
              <a:gd name="connsiteX1164" fmla="*/ 2675382 w 4682585"/>
              <a:gd name="connsiteY1164" fmla="*/ 320325 h 2174272"/>
              <a:gd name="connsiteX1165" fmla="*/ 2675382 w 4682585"/>
              <a:gd name="connsiteY1165" fmla="*/ 466915 h 2174272"/>
              <a:gd name="connsiteX1166" fmla="*/ 2833116 w 4682585"/>
              <a:gd name="connsiteY1166" fmla="*/ 466915 h 2174272"/>
              <a:gd name="connsiteX1167" fmla="*/ 2833116 w 4682585"/>
              <a:gd name="connsiteY1167" fmla="*/ 320325 h 2174272"/>
              <a:gd name="connsiteX1168" fmla="*/ 2508123 w 4682585"/>
              <a:gd name="connsiteY1168" fmla="*/ 320325 h 2174272"/>
              <a:gd name="connsiteX1169" fmla="*/ 2508123 w 4682585"/>
              <a:gd name="connsiteY1169" fmla="*/ 466915 h 2174272"/>
              <a:gd name="connsiteX1170" fmla="*/ 2665857 w 4682585"/>
              <a:gd name="connsiteY1170" fmla="*/ 466915 h 2174272"/>
              <a:gd name="connsiteX1171" fmla="*/ 2665857 w 4682585"/>
              <a:gd name="connsiteY1171" fmla="*/ 320325 h 2174272"/>
              <a:gd name="connsiteX1172" fmla="*/ 2340864 w 4682585"/>
              <a:gd name="connsiteY1172" fmla="*/ 320325 h 2174272"/>
              <a:gd name="connsiteX1173" fmla="*/ 2340864 w 4682585"/>
              <a:gd name="connsiteY1173" fmla="*/ 466915 h 2174272"/>
              <a:gd name="connsiteX1174" fmla="*/ 2498598 w 4682585"/>
              <a:gd name="connsiteY1174" fmla="*/ 466915 h 2174272"/>
              <a:gd name="connsiteX1175" fmla="*/ 2498598 w 4682585"/>
              <a:gd name="connsiteY1175" fmla="*/ 320325 h 2174272"/>
              <a:gd name="connsiteX1176" fmla="*/ 2173510 w 4682585"/>
              <a:gd name="connsiteY1176" fmla="*/ 320325 h 2174272"/>
              <a:gd name="connsiteX1177" fmla="*/ 2173510 w 4682585"/>
              <a:gd name="connsiteY1177" fmla="*/ 466915 h 2174272"/>
              <a:gd name="connsiteX1178" fmla="*/ 2331339 w 4682585"/>
              <a:gd name="connsiteY1178" fmla="*/ 466915 h 2174272"/>
              <a:gd name="connsiteX1179" fmla="*/ 2331339 w 4682585"/>
              <a:gd name="connsiteY1179" fmla="*/ 320325 h 2174272"/>
              <a:gd name="connsiteX1180" fmla="*/ 2006251 w 4682585"/>
              <a:gd name="connsiteY1180" fmla="*/ 320325 h 2174272"/>
              <a:gd name="connsiteX1181" fmla="*/ 2006251 w 4682585"/>
              <a:gd name="connsiteY1181" fmla="*/ 466915 h 2174272"/>
              <a:gd name="connsiteX1182" fmla="*/ 2163985 w 4682585"/>
              <a:gd name="connsiteY1182" fmla="*/ 466915 h 2174272"/>
              <a:gd name="connsiteX1183" fmla="*/ 2163985 w 4682585"/>
              <a:gd name="connsiteY1183" fmla="*/ 320325 h 2174272"/>
              <a:gd name="connsiteX1184" fmla="*/ 1838992 w 4682585"/>
              <a:gd name="connsiteY1184" fmla="*/ 320325 h 2174272"/>
              <a:gd name="connsiteX1185" fmla="*/ 1838992 w 4682585"/>
              <a:gd name="connsiteY1185" fmla="*/ 466915 h 2174272"/>
              <a:gd name="connsiteX1186" fmla="*/ 1996726 w 4682585"/>
              <a:gd name="connsiteY1186" fmla="*/ 466915 h 2174272"/>
              <a:gd name="connsiteX1187" fmla="*/ 1996726 w 4682585"/>
              <a:gd name="connsiteY1187" fmla="*/ 320325 h 2174272"/>
              <a:gd name="connsiteX1188" fmla="*/ 1671733 w 4682585"/>
              <a:gd name="connsiteY1188" fmla="*/ 320325 h 2174272"/>
              <a:gd name="connsiteX1189" fmla="*/ 1671733 w 4682585"/>
              <a:gd name="connsiteY1189" fmla="*/ 466915 h 2174272"/>
              <a:gd name="connsiteX1190" fmla="*/ 1829467 w 4682585"/>
              <a:gd name="connsiteY1190" fmla="*/ 466915 h 2174272"/>
              <a:gd name="connsiteX1191" fmla="*/ 1829467 w 4682585"/>
              <a:gd name="connsiteY1191" fmla="*/ 320325 h 2174272"/>
              <a:gd name="connsiteX1192" fmla="*/ 1504474 w 4682585"/>
              <a:gd name="connsiteY1192" fmla="*/ 320325 h 2174272"/>
              <a:gd name="connsiteX1193" fmla="*/ 1504474 w 4682585"/>
              <a:gd name="connsiteY1193" fmla="*/ 466915 h 2174272"/>
              <a:gd name="connsiteX1194" fmla="*/ 1662208 w 4682585"/>
              <a:gd name="connsiteY1194" fmla="*/ 466915 h 2174272"/>
              <a:gd name="connsiteX1195" fmla="*/ 1662208 w 4682585"/>
              <a:gd name="connsiteY1195" fmla="*/ 320325 h 2174272"/>
              <a:gd name="connsiteX1196" fmla="*/ 1337215 w 4682585"/>
              <a:gd name="connsiteY1196" fmla="*/ 320325 h 2174272"/>
              <a:gd name="connsiteX1197" fmla="*/ 1337215 w 4682585"/>
              <a:gd name="connsiteY1197" fmla="*/ 466915 h 2174272"/>
              <a:gd name="connsiteX1198" fmla="*/ 1494949 w 4682585"/>
              <a:gd name="connsiteY1198" fmla="*/ 466915 h 2174272"/>
              <a:gd name="connsiteX1199" fmla="*/ 1494949 w 4682585"/>
              <a:gd name="connsiteY1199" fmla="*/ 320325 h 2174272"/>
              <a:gd name="connsiteX1200" fmla="*/ 1169956 w 4682585"/>
              <a:gd name="connsiteY1200" fmla="*/ 320325 h 2174272"/>
              <a:gd name="connsiteX1201" fmla="*/ 1169956 w 4682585"/>
              <a:gd name="connsiteY1201" fmla="*/ 466915 h 2174272"/>
              <a:gd name="connsiteX1202" fmla="*/ 1327690 w 4682585"/>
              <a:gd name="connsiteY1202" fmla="*/ 466915 h 2174272"/>
              <a:gd name="connsiteX1203" fmla="*/ 1327690 w 4682585"/>
              <a:gd name="connsiteY1203" fmla="*/ 320325 h 2174272"/>
              <a:gd name="connsiteX1204" fmla="*/ 1002697 w 4682585"/>
              <a:gd name="connsiteY1204" fmla="*/ 320325 h 2174272"/>
              <a:gd name="connsiteX1205" fmla="*/ 1002697 w 4682585"/>
              <a:gd name="connsiteY1205" fmla="*/ 466915 h 2174272"/>
              <a:gd name="connsiteX1206" fmla="*/ 1160431 w 4682585"/>
              <a:gd name="connsiteY1206" fmla="*/ 466915 h 2174272"/>
              <a:gd name="connsiteX1207" fmla="*/ 1160431 w 4682585"/>
              <a:gd name="connsiteY1207" fmla="*/ 320325 h 2174272"/>
              <a:gd name="connsiteX1208" fmla="*/ 835438 w 4682585"/>
              <a:gd name="connsiteY1208" fmla="*/ 320325 h 2174272"/>
              <a:gd name="connsiteX1209" fmla="*/ 835438 w 4682585"/>
              <a:gd name="connsiteY1209" fmla="*/ 466915 h 2174272"/>
              <a:gd name="connsiteX1210" fmla="*/ 993172 w 4682585"/>
              <a:gd name="connsiteY1210" fmla="*/ 466915 h 2174272"/>
              <a:gd name="connsiteX1211" fmla="*/ 993172 w 4682585"/>
              <a:gd name="connsiteY1211" fmla="*/ 320325 h 2174272"/>
              <a:gd name="connsiteX1212" fmla="*/ 668179 w 4682585"/>
              <a:gd name="connsiteY1212" fmla="*/ 320325 h 2174272"/>
              <a:gd name="connsiteX1213" fmla="*/ 668179 w 4682585"/>
              <a:gd name="connsiteY1213" fmla="*/ 466915 h 2174272"/>
              <a:gd name="connsiteX1214" fmla="*/ 825913 w 4682585"/>
              <a:gd name="connsiteY1214" fmla="*/ 466915 h 2174272"/>
              <a:gd name="connsiteX1215" fmla="*/ 825913 w 4682585"/>
              <a:gd name="connsiteY1215" fmla="*/ 320325 h 2174272"/>
              <a:gd name="connsiteX1216" fmla="*/ 500920 w 4682585"/>
              <a:gd name="connsiteY1216" fmla="*/ 320325 h 2174272"/>
              <a:gd name="connsiteX1217" fmla="*/ 500920 w 4682585"/>
              <a:gd name="connsiteY1217" fmla="*/ 466915 h 2174272"/>
              <a:gd name="connsiteX1218" fmla="*/ 658654 w 4682585"/>
              <a:gd name="connsiteY1218" fmla="*/ 466915 h 2174272"/>
              <a:gd name="connsiteX1219" fmla="*/ 658654 w 4682585"/>
              <a:gd name="connsiteY1219" fmla="*/ 320325 h 2174272"/>
              <a:gd name="connsiteX1220" fmla="*/ 333566 w 4682585"/>
              <a:gd name="connsiteY1220" fmla="*/ 320325 h 2174272"/>
              <a:gd name="connsiteX1221" fmla="*/ 333566 w 4682585"/>
              <a:gd name="connsiteY1221" fmla="*/ 466915 h 2174272"/>
              <a:gd name="connsiteX1222" fmla="*/ 491395 w 4682585"/>
              <a:gd name="connsiteY1222" fmla="*/ 466915 h 2174272"/>
              <a:gd name="connsiteX1223" fmla="*/ 491395 w 4682585"/>
              <a:gd name="connsiteY1223" fmla="*/ 320325 h 2174272"/>
              <a:gd name="connsiteX1224" fmla="*/ 166307 w 4682585"/>
              <a:gd name="connsiteY1224" fmla="*/ 320325 h 2174272"/>
              <a:gd name="connsiteX1225" fmla="*/ 166307 w 4682585"/>
              <a:gd name="connsiteY1225" fmla="*/ 466915 h 2174272"/>
              <a:gd name="connsiteX1226" fmla="*/ 324041 w 4682585"/>
              <a:gd name="connsiteY1226" fmla="*/ 466915 h 2174272"/>
              <a:gd name="connsiteX1227" fmla="*/ 324041 w 4682585"/>
              <a:gd name="connsiteY1227" fmla="*/ 320325 h 2174272"/>
              <a:gd name="connsiteX1228" fmla="*/ 9525 w 4682585"/>
              <a:gd name="connsiteY1228" fmla="*/ 320325 h 2174272"/>
              <a:gd name="connsiteX1229" fmla="*/ 9525 w 4682585"/>
              <a:gd name="connsiteY1229" fmla="*/ 466915 h 2174272"/>
              <a:gd name="connsiteX1230" fmla="*/ 156782 w 4682585"/>
              <a:gd name="connsiteY1230" fmla="*/ 466915 h 2174272"/>
              <a:gd name="connsiteX1231" fmla="*/ 156782 w 4682585"/>
              <a:gd name="connsiteY1231" fmla="*/ 320325 h 2174272"/>
              <a:gd name="connsiteX1232" fmla="*/ 4515326 w 4682585"/>
              <a:gd name="connsiteY1232" fmla="*/ 164211 h 2174272"/>
              <a:gd name="connsiteX1233" fmla="*/ 4515326 w 4682585"/>
              <a:gd name="connsiteY1233" fmla="*/ 310800 h 2174272"/>
              <a:gd name="connsiteX1234" fmla="*/ 4673060 w 4682585"/>
              <a:gd name="connsiteY1234" fmla="*/ 310800 h 2174272"/>
              <a:gd name="connsiteX1235" fmla="*/ 4673060 w 4682585"/>
              <a:gd name="connsiteY1235" fmla="*/ 164211 h 2174272"/>
              <a:gd name="connsiteX1236" fmla="*/ 4348068 w 4682585"/>
              <a:gd name="connsiteY1236" fmla="*/ 164211 h 2174272"/>
              <a:gd name="connsiteX1237" fmla="*/ 4348068 w 4682585"/>
              <a:gd name="connsiteY1237" fmla="*/ 310800 h 2174272"/>
              <a:gd name="connsiteX1238" fmla="*/ 4505801 w 4682585"/>
              <a:gd name="connsiteY1238" fmla="*/ 310800 h 2174272"/>
              <a:gd name="connsiteX1239" fmla="*/ 4505801 w 4682585"/>
              <a:gd name="connsiteY1239" fmla="*/ 164211 h 2174272"/>
              <a:gd name="connsiteX1240" fmla="*/ 4180809 w 4682585"/>
              <a:gd name="connsiteY1240" fmla="*/ 164211 h 2174272"/>
              <a:gd name="connsiteX1241" fmla="*/ 4180809 w 4682585"/>
              <a:gd name="connsiteY1241" fmla="*/ 310800 h 2174272"/>
              <a:gd name="connsiteX1242" fmla="*/ 4338543 w 4682585"/>
              <a:gd name="connsiteY1242" fmla="*/ 310800 h 2174272"/>
              <a:gd name="connsiteX1243" fmla="*/ 4338543 w 4682585"/>
              <a:gd name="connsiteY1243" fmla="*/ 164211 h 2174272"/>
              <a:gd name="connsiteX1244" fmla="*/ 4013550 w 4682585"/>
              <a:gd name="connsiteY1244" fmla="*/ 164211 h 2174272"/>
              <a:gd name="connsiteX1245" fmla="*/ 4013550 w 4682585"/>
              <a:gd name="connsiteY1245" fmla="*/ 310800 h 2174272"/>
              <a:gd name="connsiteX1246" fmla="*/ 4171284 w 4682585"/>
              <a:gd name="connsiteY1246" fmla="*/ 310800 h 2174272"/>
              <a:gd name="connsiteX1247" fmla="*/ 4171284 w 4682585"/>
              <a:gd name="connsiteY1247" fmla="*/ 164211 h 2174272"/>
              <a:gd name="connsiteX1248" fmla="*/ 3846291 w 4682585"/>
              <a:gd name="connsiteY1248" fmla="*/ 164211 h 2174272"/>
              <a:gd name="connsiteX1249" fmla="*/ 3846291 w 4682585"/>
              <a:gd name="connsiteY1249" fmla="*/ 310800 h 2174272"/>
              <a:gd name="connsiteX1250" fmla="*/ 4004025 w 4682585"/>
              <a:gd name="connsiteY1250" fmla="*/ 310800 h 2174272"/>
              <a:gd name="connsiteX1251" fmla="*/ 4004025 w 4682585"/>
              <a:gd name="connsiteY1251" fmla="*/ 164211 h 2174272"/>
              <a:gd name="connsiteX1252" fmla="*/ 3678936 w 4682585"/>
              <a:gd name="connsiteY1252" fmla="*/ 164211 h 2174272"/>
              <a:gd name="connsiteX1253" fmla="*/ 3678936 w 4682585"/>
              <a:gd name="connsiteY1253" fmla="*/ 310800 h 2174272"/>
              <a:gd name="connsiteX1254" fmla="*/ 3836766 w 4682585"/>
              <a:gd name="connsiteY1254" fmla="*/ 310800 h 2174272"/>
              <a:gd name="connsiteX1255" fmla="*/ 3836766 w 4682585"/>
              <a:gd name="connsiteY1255" fmla="*/ 164211 h 2174272"/>
              <a:gd name="connsiteX1256" fmla="*/ 3511677 w 4682585"/>
              <a:gd name="connsiteY1256" fmla="*/ 164211 h 2174272"/>
              <a:gd name="connsiteX1257" fmla="*/ 3511677 w 4682585"/>
              <a:gd name="connsiteY1257" fmla="*/ 310800 h 2174272"/>
              <a:gd name="connsiteX1258" fmla="*/ 3669411 w 4682585"/>
              <a:gd name="connsiteY1258" fmla="*/ 310800 h 2174272"/>
              <a:gd name="connsiteX1259" fmla="*/ 3669411 w 4682585"/>
              <a:gd name="connsiteY1259" fmla="*/ 164211 h 2174272"/>
              <a:gd name="connsiteX1260" fmla="*/ 3344418 w 4682585"/>
              <a:gd name="connsiteY1260" fmla="*/ 164211 h 2174272"/>
              <a:gd name="connsiteX1261" fmla="*/ 3344418 w 4682585"/>
              <a:gd name="connsiteY1261" fmla="*/ 310800 h 2174272"/>
              <a:gd name="connsiteX1262" fmla="*/ 3502152 w 4682585"/>
              <a:gd name="connsiteY1262" fmla="*/ 310800 h 2174272"/>
              <a:gd name="connsiteX1263" fmla="*/ 3502152 w 4682585"/>
              <a:gd name="connsiteY1263" fmla="*/ 164211 h 2174272"/>
              <a:gd name="connsiteX1264" fmla="*/ 3177159 w 4682585"/>
              <a:gd name="connsiteY1264" fmla="*/ 164211 h 2174272"/>
              <a:gd name="connsiteX1265" fmla="*/ 3177159 w 4682585"/>
              <a:gd name="connsiteY1265" fmla="*/ 310800 h 2174272"/>
              <a:gd name="connsiteX1266" fmla="*/ 3334893 w 4682585"/>
              <a:gd name="connsiteY1266" fmla="*/ 310800 h 2174272"/>
              <a:gd name="connsiteX1267" fmla="*/ 3334893 w 4682585"/>
              <a:gd name="connsiteY1267" fmla="*/ 164211 h 2174272"/>
              <a:gd name="connsiteX1268" fmla="*/ 3009900 w 4682585"/>
              <a:gd name="connsiteY1268" fmla="*/ 164211 h 2174272"/>
              <a:gd name="connsiteX1269" fmla="*/ 3009900 w 4682585"/>
              <a:gd name="connsiteY1269" fmla="*/ 310800 h 2174272"/>
              <a:gd name="connsiteX1270" fmla="*/ 3167634 w 4682585"/>
              <a:gd name="connsiteY1270" fmla="*/ 310800 h 2174272"/>
              <a:gd name="connsiteX1271" fmla="*/ 3167634 w 4682585"/>
              <a:gd name="connsiteY1271" fmla="*/ 164211 h 2174272"/>
              <a:gd name="connsiteX1272" fmla="*/ 2842641 w 4682585"/>
              <a:gd name="connsiteY1272" fmla="*/ 164211 h 2174272"/>
              <a:gd name="connsiteX1273" fmla="*/ 2842641 w 4682585"/>
              <a:gd name="connsiteY1273" fmla="*/ 310800 h 2174272"/>
              <a:gd name="connsiteX1274" fmla="*/ 3000375 w 4682585"/>
              <a:gd name="connsiteY1274" fmla="*/ 310800 h 2174272"/>
              <a:gd name="connsiteX1275" fmla="*/ 3000375 w 4682585"/>
              <a:gd name="connsiteY1275" fmla="*/ 164211 h 2174272"/>
              <a:gd name="connsiteX1276" fmla="*/ 2675382 w 4682585"/>
              <a:gd name="connsiteY1276" fmla="*/ 164211 h 2174272"/>
              <a:gd name="connsiteX1277" fmla="*/ 2675382 w 4682585"/>
              <a:gd name="connsiteY1277" fmla="*/ 310800 h 2174272"/>
              <a:gd name="connsiteX1278" fmla="*/ 2833116 w 4682585"/>
              <a:gd name="connsiteY1278" fmla="*/ 310800 h 2174272"/>
              <a:gd name="connsiteX1279" fmla="*/ 2833116 w 4682585"/>
              <a:gd name="connsiteY1279" fmla="*/ 164211 h 2174272"/>
              <a:gd name="connsiteX1280" fmla="*/ 2508123 w 4682585"/>
              <a:gd name="connsiteY1280" fmla="*/ 164211 h 2174272"/>
              <a:gd name="connsiteX1281" fmla="*/ 2508123 w 4682585"/>
              <a:gd name="connsiteY1281" fmla="*/ 310800 h 2174272"/>
              <a:gd name="connsiteX1282" fmla="*/ 2665857 w 4682585"/>
              <a:gd name="connsiteY1282" fmla="*/ 310800 h 2174272"/>
              <a:gd name="connsiteX1283" fmla="*/ 2665857 w 4682585"/>
              <a:gd name="connsiteY1283" fmla="*/ 164211 h 2174272"/>
              <a:gd name="connsiteX1284" fmla="*/ 2340864 w 4682585"/>
              <a:gd name="connsiteY1284" fmla="*/ 164211 h 2174272"/>
              <a:gd name="connsiteX1285" fmla="*/ 2340864 w 4682585"/>
              <a:gd name="connsiteY1285" fmla="*/ 310800 h 2174272"/>
              <a:gd name="connsiteX1286" fmla="*/ 2498598 w 4682585"/>
              <a:gd name="connsiteY1286" fmla="*/ 310800 h 2174272"/>
              <a:gd name="connsiteX1287" fmla="*/ 2498598 w 4682585"/>
              <a:gd name="connsiteY1287" fmla="*/ 164211 h 2174272"/>
              <a:gd name="connsiteX1288" fmla="*/ 2173510 w 4682585"/>
              <a:gd name="connsiteY1288" fmla="*/ 164211 h 2174272"/>
              <a:gd name="connsiteX1289" fmla="*/ 2173510 w 4682585"/>
              <a:gd name="connsiteY1289" fmla="*/ 310800 h 2174272"/>
              <a:gd name="connsiteX1290" fmla="*/ 2331339 w 4682585"/>
              <a:gd name="connsiteY1290" fmla="*/ 310800 h 2174272"/>
              <a:gd name="connsiteX1291" fmla="*/ 2331339 w 4682585"/>
              <a:gd name="connsiteY1291" fmla="*/ 164211 h 2174272"/>
              <a:gd name="connsiteX1292" fmla="*/ 2006251 w 4682585"/>
              <a:gd name="connsiteY1292" fmla="*/ 164211 h 2174272"/>
              <a:gd name="connsiteX1293" fmla="*/ 2006251 w 4682585"/>
              <a:gd name="connsiteY1293" fmla="*/ 310800 h 2174272"/>
              <a:gd name="connsiteX1294" fmla="*/ 2163985 w 4682585"/>
              <a:gd name="connsiteY1294" fmla="*/ 310800 h 2174272"/>
              <a:gd name="connsiteX1295" fmla="*/ 2163985 w 4682585"/>
              <a:gd name="connsiteY1295" fmla="*/ 164211 h 2174272"/>
              <a:gd name="connsiteX1296" fmla="*/ 1838992 w 4682585"/>
              <a:gd name="connsiteY1296" fmla="*/ 164211 h 2174272"/>
              <a:gd name="connsiteX1297" fmla="*/ 1838992 w 4682585"/>
              <a:gd name="connsiteY1297" fmla="*/ 310800 h 2174272"/>
              <a:gd name="connsiteX1298" fmla="*/ 1996726 w 4682585"/>
              <a:gd name="connsiteY1298" fmla="*/ 310800 h 2174272"/>
              <a:gd name="connsiteX1299" fmla="*/ 1996726 w 4682585"/>
              <a:gd name="connsiteY1299" fmla="*/ 164211 h 2174272"/>
              <a:gd name="connsiteX1300" fmla="*/ 1671733 w 4682585"/>
              <a:gd name="connsiteY1300" fmla="*/ 164211 h 2174272"/>
              <a:gd name="connsiteX1301" fmla="*/ 1671733 w 4682585"/>
              <a:gd name="connsiteY1301" fmla="*/ 310800 h 2174272"/>
              <a:gd name="connsiteX1302" fmla="*/ 1829467 w 4682585"/>
              <a:gd name="connsiteY1302" fmla="*/ 310800 h 2174272"/>
              <a:gd name="connsiteX1303" fmla="*/ 1829467 w 4682585"/>
              <a:gd name="connsiteY1303" fmla="*/ 164211 h 2174272"/>
              <a:gd name="connsiteX1304" fmla="*/ 1504474 w 4682585"/>
              <a:gd name="connsiteY1304" fmla="*/ 164211 h 2174272"/>
              <a:gd name="connsiteX1305" fmla="*/ 1504474 w 4682585"/>
              <a:gd name="connsiteY1305" fmla="*/ 310800 h 2174272"/>
              <a:gd name="connsiteX1306" fmla="*/ 1662208 w 4682585"/>
              <a:gd name="connsiteY1306" fmla="*/ 310800 h 2174272"/>
              <a:gd name="connsiteX1307" fmla="*/ 1662208 w 4682585"/>
              <a:gd name="connsiteY1307" fmla="*/ 164211 h 2174272"/>
              <a:gd name="connsiteX1308" fmla="*/ 1337215 w 4682585"/>
              <a:gd name="connsiteY1308" fmla="*/ 164211 h 2174272"/>
              <a:gd name="connsiteX1309" fmla="*/ 1337215 w 4682585"/>
              <a:gd name="connsiteY1309" fmla="*/ 310800 h 2174272"/>
              <a:gd name="connsiteX1310" fmla="*/ 1494949 w 4682585"/>
              <a:gd name="connsiteY1310" fmla="*/ 310800 h 2174272"/>
              <a:gd name="connsiteX1311" fmla="*/ 1494949 w 4682585"/>
              <a:gd name="connsiteY1311" fmla="*/ 164211 h 2174272"/>
              <a:gd name="connsiteX1312" fmla="*/ 1169956 w 4682585"/>
              <a:gd name="connsiteY1312" fmla="*/ 164211 h 2174272"/>
              <a:gd name="connsiteX1313" fmla="*/ 1169956 w 4682585"/>
              <a:gd name="connsiteY1313" fmla="*/ 310800 h 2174272"/>
              <a:gd name="connsiteX1314" fmla="*/ 1327690 w 4682585"/>
              <a:gd name="connsiteY1314" fmla="*/ 310800 h 2174272"/>
              <a:gd name="connsiteX1315" fmla="*/ 1327690 w 4682585"/>
              <a:gd name="connsiteY1315" fmla="*/ 164211 h 2174272"/>
              <a:gd name="connsiteX1316" fmla="*/ 1002697 w 4682585"/>
              <a:gd name="connsiteY1316" fmla="*/ 164211 h 2174272"/>
              <a:gd name="connsiteX1317" fmla="*/ 1002697 w 4682585"/>
              <a:gd name="connsiteY1317" fmla="*/ 310800 h 2174272"/>
              <a:gd name="connsiteX1318" fmla="*/ 1160431 w 4682585"/>
              <a:gd name="connsiteY1318" fmla="*/ 310800 h 2174272"/>
              <a:gd name="connsiteX1319" fmla="*/ 1160431 w 4682585"/>
              <a:gd name="connsiteY1319" fmla="*/ 164211 h 2174272"/>
              <a:gd name="connsiteX1320" fmla="*/ 835438 w 4682585"/>
              <a:gd name="connsiteY1320" fmla="*/ 164211 h 2174272"/>
              <a:gd name="connsiteX1321" fmla="*/ 835438 w 4682585"/>
              <a:gd name="connsiteY1321" fmla="*/ 310800 h 2174272"/>
              <a:gd name="connsiteX1322" fmla="*/ 993172 w 4682585"/>
              <a:gd name="connsiteY1322" fmla="*/ 310800 h 2174272"/>
              <a:gd name="connsiteX1323" fmla="*/ 993172 w 4682585"/>
              <a:gd name="connsiteY1323" fmla="*/ 164211 h 2174272"/>
              <a:gd name="connsiteX1324" fmla="*/ 668179 w 4682585"/>
              <a:gd name="connsiteY1324" fmla="*/ 164211 h 2174272"/>
              <a:gd name="connsiteX1325" fmla="*/ 668179 w 4682585"/>
              <a:gd name="connsiteY1325" fmla="*/ 310800 h 2174272"/>
              <a:gd name="connsiteX1326" fmla="*/ 825913 w 4682585"/>
              <a:gd name="connsiteY1326" fmla="*/ 310800 h 2174272"/>
              <a:gd name="connsiteX1327" fmla="*/ 825913 w 4682585"/>
              <a:gd name="connsiteY1327" fmla="*/ 164211 h 2174272"/>
              <a:gd name="connsiteX1328" fmla="*/ 500920 w 4682585"/>
              <a:gd name="connsiteY1328" fmla="*/ 164211 h 2174272"/>
              <a:gd name="connsiteX1329" fmla="*/ 500920 w 4682585"/>
              <a:gd name="connsiteY1329" fmla="*/ 310800 h 2174272"/>
              <a:gd name="connsiteX1330" fmla="*/ 658654 w 4682585"/>
              <a:gd name="connsiteY1330" fmla="*/ 310800 h 2174272"/>
              <a:gd name="connsiteX1331" fmla="*/ 658654 w 4682585"/>
              <a:gd name="connsiteY1331" fmla="*/ 164211 h 2174272"/>
              <a:gd name="connsiteX1332" fmla="*/ 333566 w 4682585"/>
              <a:gd name="connsiteY1332" fmla="*/ 164211 h 2174272"/>
              <a:gd name="connsiteX1333" fmla="*/ 333566 w 4682585"/>
              <a:gd name="connsiteY1333" fmla="*/ 310800 h 2174272"/>
              <a:gd name="connsiteX1334" fmla="*/ 491395 w 4682585"/>
              <a:gd name="connsiteY1334" fmla="*/ 310800 h 2174272"/>
              <a:gd name="connsiteX1335" fmla="*/ 491395 w 4682585"/>
              <a:gd name="connsiteY1335" fmla="*/ 164211 h 2174272"/>
              <a:gd name="connsiteX1336" fmla="*/ 166307 w 4682585"/>
              <a:gd name="connsiteY1336" fmla="*/ 164211 h 2174272"/>
              <a:gd name="connsiteX1337" fmla="*/ 166307 w 4682585"/>
              <a:gd name="connsiteY1337" fmla="*/ 310800 h 2174272"/>
              <a:gd name="connsiteX1338" fmla="*/ 324041 w 4682585"/>
              <a:gd name="connsiteY1338" fmla="*/ 310800 h 2174272"/>
              <a:gd name="connsiteX1339" fmla="*/ 324041 w 4682585"/>
              <a:gd name="connsiteY1339" fmla="*/ 164211 h 2174272"/>
              <a:gd name="connsiteX1340" fmla="*/ 9525 w 4682585"/>
              <a:gd name="connsiteY1340" fmla="*/ 164211 h 2174272"/>
              <a:gd name="connsiteX1341" fmla="*/ 9525 w 4682585"/>
              <a:gd name="connsiteY1341" fmla="*/ 310800 h 2174272"/>
              <a:gd name="connsiteX1342" fmla="*/ 156782 w 4682585"/>
              <a:gd name="connsiteY1342" fmla="*/ 310800 h 2174272"/>
              <a:gd name="connsiteX1343" fmla="*/ 156782 w 4682585"/>
              <a:gd name="connsiteY1343" fmla="*/ 164211 h 2174272"/>
              <a:gd name="connsiteX1344" fmla="*/ 0 w 4682585"/>
              <a:gd name="connsiteY1344" fmla="*/ 0 h 2174272"/>
              <a:gd name="connsiteX1345" fmla="*/ 9525 w 4682585"/>
              <a:gd name="connsiteY1345" fmla="*/ 0 h 2174272"/>
              <a:gd name="connsiteX1346" fmla="*/ 9525 w 4682585"/>
              <a:gd name="connsiteY1346" fmla="*/ 154686 h 2174272"/>
              <a:gd name="connsiteX1347" fmla="*/ 156782 w 4682585"/>
              <a:gd name="connsiteY1347" fmla="*/ 154686 h 2174272"/>
              <a:gd name="connsiteX1348" fmla="*/ 156782 w 4682585"/>
              <a:gd name="connsiteY1348" fmla="*/ 0 h 2174272"/>
              <a:gd name="connsiteX1349" fmla="*/ 166307 w 4682585"/>
              <a:gd name="connsiteY1349" fmla="*/ 0 h 2174272"/>
              <a:gd name="connsiteX1350" fmla="*/ 166307 w 4682585"/>
              <a:gd name="connsiteY1350" fmla="*/ 154686 h 2174272"/>
              <a:gd name="connsiteX1351" fmla="*/ 324041 w 4682585"/>
              <a:gd name="connsiteY1351" fmla="*/ 154686 h 2174272"/>
              <a:gd name="connsiteX1352" fmla="*/ 324041 w 4682585"/>
              <a:gd name="connsiteY1352" fmla="*/ 0 h 2174272"/>
              <a:gd name="connsiteX1353" fmla="*/ 333566 w 4682585"/>
              <a:gd name="connsiteY1353" fmla="*/ 0 h 2174272"/>
              <a:gd name="connsiteX1354" fmla="*/ 333566 w 4682585"/>
              <a:gd name="connsiteY1354" fmla="*/ 154686 h 2174272"/>
              <a:gd name="connsiteX1355" fmla="*/ 491395 w 4682585"/>
              <a:gd name="connsiteY1355" fmla="*/ 154686 h 2174272"/>
              <a:gd name="connsiteX1356" fmla="*/ 491395 w 4682585"/>
              <a:gd name="connsiteY1356" fmla="*/ 0 h 2174272"/>
              <a:gd name="connsiteX1357" fmla="*/ 500920 w 4682585"/>
              <a:gd name="connsiteY1357" fmla="*/ 0 h 2174272"/>
              <a:gd name="connsiteX1358" fmla="*/ 500920 w 4682585"/>
              <a:gd name="connsiteY1358" fmla="*/ 154686 h 2174272"/>
              <a:gd name="connsiteX1359" fmla="*/ 658654 w 4682585"/>
              <a:gd name="connsiteY1359" fmla="*/ 154686 h 2174272"/>
              <a:gd name="connsiteX1360" fmla="*/ 658654 w 4682585"/>
              <a:gd name="connsiteY1360" fmla="*/ 0 h 2174272"/>
              <a:gd name="connsiteX1361" fmla="*/ 668179 w 4682585"/>
              <a:gd name="connsiteY1361" fmla="*/ 0 h 2174272"/>
              <a:gd name="connsiteX1362" fmla="*/ 668179 w 4682585"/>
              <a:gd name="connsiteY1362" fmla="*/ 154686 h 2174272"/>
              <a:gd name="connsiteX1363" fmla="*/ 825913 w 4682585"/>
              <a:gd name="connsiteY1363" fmla="*/ 154686 h 2174272"/>
              <a:gd name="connsiteX1364" fmla="*/ 825913 w 4682585"/>
              <a:gd name="connsiteY1364" fmla="*/ 0 h 2174272"/>
              <a:gd name="connsiteX1365" fmla="*/ 835438 w 4682585"/>
              <a:gd name="connsiteY1365" fmla="*/ 0 h 2174272"/>
              <a:gd name="connsiteX1366" fmla="*/ 835438 w 4682585"/>
              <a:gd name="connsiteY1366" fmla="*/ 154686 h 2174272"/>
              <a:gd name="connsiteX1367" fmla="*/ 993172 w 4682585"/>
              <a:gd name="connsiteY1367" fmla="*/ 154686 h 2174272"/>
              <a:gd name="connsiteX1368" fmla="*/ 993172 w 4682585"/>
              <a:gd name="connsiteY1368" fmla="*/ 0 h 2174272"/>
              <a:gd name="connsiteX1369" fmla="*/ 1002697 w 4682585"/>
              <a:gd name="connsiteY1369" fmla="*/ 0 h 2174272"/>
              <a:gd name="connsiteX1370" fmla="*/ 1002697 w 4682585"/>
              <a:gd name="connsiteY1370" fmla="*/ 154686 h 2174272"/>
              <a:gd name="connsiteX1371" fmla="*/ 1160431 w 4682585"/>
              <a:gd name="connsiteY1371" fmla="*/ 154686 h 2174272"/>
              <a:gd name="connsiteX1372" fmla="*/ 1160431 w 4682585"/>
              <a:gd name="connsiteY1372" fmla="*/ 0 h 2174272"/>
              <a:gd name="connsiteX1373" fmla="*/ 1169956 w 4682585"/>
              <a:gd name="connsiteY1373" fmla="*/ 0 h 2174272"/>
              <a:gd name="connsiteX1374" fmla="*/ 1169956 w 4682585"/>
              <a:gd name="connsiteY1374" fmla="*/ 154686 h 2174272"/>
              <a:gd name="connsiteX1375" fmla="*/ 1327690 w 4682585"/>
              <a:gd name="connsiteY1375" fmla="*/ 154686 h 2174272"/>
              <a:gd name="connsiteX1376" fmla="*/ 1327690 w 4682585"/>
              <a:gd name="connsiteY1376" fmla="*/ 0 h 2174272"/>
              <a:gd name="connsiteX1377" fmla="*/ 1337215 w 4682585"/>
              <a:gd name="connsiteY1377" fmla="*/ 0 h 2174272"/>
              <a:gd name="connsiteX1378" fmla="*/ 1337215 w 4682585"/>
              <a:gd name="connsiteY1378" fmla="*/ 154686 h 2174272"/>
              <a:gd name="connsiteX1379" fmla="*/ 1494949 w 4682585"/>
              <a:gd name="connsiteY1379" fmla="*/ 154686 h 2174272"/>
              <a:gd name="connsiteX1380" fmla="*/ 1494949 w 4682585"/>
              <a:gd name="connsiteY1380" fmla="*/ 0 h 2174272"/>
              <a:gd name="connsiteX1381" fmla="*/ 1504474 w 4682585"/>
              <a:gd name="connsiteY1381" fmla="*/ 0 h 2174272"/>
              <a:gd name="connsiteX1382" fmla="*/ 1504474 w 4682585"/>
              <a:gd name="connsiteY1382" fmla="*/ 154686 h 2174272"/>
              <a:gd name="connsiteX1383" fmla="*/ 1662208 w 4682585"/>
              <a:gd name="connsiteY1383" fmla="*/ 154686 h 2174272"/>
              <a:gd name="connsiteX1384" fmla="*/ 1662208 w 4682585"/>
              <a:gd name="connsiteY1384" fmla="*/ 0 h 2174272"/>
              <a:gd name="connsiteX1385" fmla="*/ 1671733 w 4682585"/>
              <a:gd name="connsiteY1385" fmla="*/ 0 h 2174272"/>
              <a:gd name="connsiteX1386" fmla="*/ 1671733 w 4682585"/>
              <a:gd name="connsiteY1386" fmla="*/ 154686 h 2174272"/>
              <a:gd name="connsiteX1387" fmla="*/ 1829467 w 4682585"/>
              <a:gd name="connsiteY1387" fmla="*/ 154686 h 2174272"/>
              <a:gd name="connsiteX1388" fmla="*/ 1829467 w 4682585"/>
              <a:gd name="connsiteY1388" fmla="*/ 0 h 2174272"/>
              <a:gd name="connsiteX1389" fmla="*/ 1838992 w 4682585"/>
              <a:gd name="connsiteY1389" fmla="*/ 0 h 2174272"/>
              <a:gd name="connsiteX1390" fmla="*/ 1838992 w 4682585"/>
              <a:gd name="connsiteY1390" fmla="*/ 154686 h 2174272"/>
              <a:gd name="connsiteX1391" fmla="*/ 1996726 w 4682585"/>
              <a:gd name="connsiteY1391" fmla="*/ 154686 h 2174272"/>
              <a:gd name="connsiteX1392" fmla="*/ 1996726 w 4682585"/>
              <a:gd name="connsiteY1392" fmla="*/ 0 h 2174272"/>
              <a:gd name="connsiteX1393" fmla="*/ 2006251 w 4682585"/>
              <a:gd name="connsiteY1393" fmla="*/ 0 h 2174272"/>
              <a:gd name="connsiteX1394" fmla="*/ 2006251 w 4682585"/>
              <a:gd name="connsiteY1394" fmla="*/ 154686 h 2174272"/>
              <a:gd name="connsiteX1395" fmla="*/ 2163985 w 4682585"/>
              <a:gd name="connsiteY1395" fmla="*/ 154686 h 2174272"/>
              <a:gd name="connsiteX1396" fmla="*/ 2163985 w 4682585"/>
              <a:gd name="connsiteY1396" fmla="*/ 0 h 2174272"/>
              <a:gd name="connsiteX1397" fmla="*/ 2173510 w 4682585"/>
              <a:gd name="connsiteY1397" fmla="*/ 0 h 2174272"/>
              <a:gd name="connsiteX1398" fmla="*/ 2173510 w 4682585"/>
              <a:gd name="connsiteY1398" fmla="*/ 154686 h 2174272"/>
              <a:gd name="connsiteX1399" fmla="*/ 2331339 w 4682585"/>
              <a:gd name="connsiteY1399" fmla="*/ 154686 h 2174272"/>
              <a:gd name="connsiteX1400" fmla="*/ 2331339 w 4682585"/>
              <a:gd name="connsiteY1400" fmla="*/ 0 h 2174272"/>
              <a:gd name="connsiteX1401" fmla="*/ 2340864 w 4682585"/>
              <a:gd name="connsiteY1401" fmla="*/ 0 h 2174272"/>
              <a:gd name="connsiteX1402" fmla="*/ 2340864 w 4682585"/>
              <a:gd name="connsiteY1402" fmla="*/ 154686 h 2174272"/>
              <a:gd name="connsiteX1403" fmla="*/ 2498598 w 4682585"/>
              <a:gd name="connsiteY1403" fmla="*/ 154686 h 2174272"/>
              <a:gd name="connsiteX1404" fmla="*/ 2498598 w 4682585"/>
              <a:gd name="connsiteY1404" fmla="*/ 0 h 2174272"/>
              <a:gd name="connsiteX1405" fmla="*/ 2508123 w 4682585"/>
              <a:gd name="connsiteY1405" fmla="*/ 0 h 2174272"/>
              <a:gd name="connsiteX1406" fmla="*/ 2508123 w 4682585"/>
              <a:gd name="connsiteY1406" fmla="*/ 154686 h 2174272"/>
              <a:gd name="connsiteX1407" fmla="*/ 2665857 w 4682585"/>
              <a:gd name="connsiteY1407" fmla="*/ 154686 h 2174272"/>
              <a:gd name="connsiteX1408" fmla="*/ 2665857 w 4682585"/>
              <a:gd name="connsiteY1408" fmla="*/ 0 h 2174272"/>
              <a:gd name="connsiteX1409" fmla="*/ 2675382 w 4682585"/>
              <a:gd name="connsiteY1409" fmla="*/ 0 h 2174272"/>
              <a:gd name="connsiteX1410" fmla="*/ 2675382 w 4682585"/>
              <a:gd name="connsiteY1410" fmla="*/ 154686 h 2174272"/>
              <a:gd name="connsiteX1411" fmla="*/ 2833116 w 4682585"/>
              <a:gd name="connsiteY1411" fmla="*/ 154686 h 2174272"/>
              <a:gd name="connsiteX1412" fmla="*/ 2833116 w 4682585"/>
              <a:gd name="connsiteY1412" fmla="*/ 0 h 2174272"/>
              <a:gd name="connsiteX1413" fmla="*/ 2842641 w 4682585"/>
              <a:gd name="connsiteY1413" fmla="*/ 0 h 2174272"/>
              <a:gd name="connsiteX1414" fmla="*/ 2842641 w 4682585"/>
              <a:gd name="connsiteY1414" fmla="*/ 154686 h 2174272"/>
              <a:gd name="connsiteX1415" fmla="*/ 3000375 w 4682585"/>
              <a:gd name="connsiteY1415" fmla="*/ 154686 h 2174272"/>
              <a:gd name="connsiteX1416" fmla="*/ 3000375 w 4682585"/>
              <a:gd name="connsiteY1416" fmla="*/ 0 h 2174272"/>
              <a:gd name="connsiteX1417" fmla="*/ 3009900 w 4682585"/>
              <a:gd name="connsiteY1417" fmla="*/ 0 h 2174272"/>
              <a:gd name="connsiteX1418" fmla="*/ 3009900 w 4682585"/>
              <a:gd name="connsiteY1418" fmla="*/ 154686 h 2174272"/>
              <a:gd name="connsiteX1419" fmla="*/ 3167634 w 4682585"/>
              <a:gd name="connsiteY1419" fmla="*/ 154686 h 2174272"/>
              <a:gd name="connsiteX1420" fmla="*/ 3167634 w 4682585"/>
              <a:gd name="connsiteY1420" fmla="*/ 0 h 2174272"/>
              <a:gd name="connsiteX1421" fmla="*/ 3177159 w 4682585"/>
              <a:gd name="connsiteY1421" fmla="*/ 0 h 2174272"/>
              <a:gd name="connsiteX1422" fmla="*/ 3177159 w 4682585"/>
              <a:gd name="connsiteY1422" fmla="*/ 154686 h 2174272"/>
              <a:gd name="connsiteX1423" fmla="*/ 3334893 w 4682585"/>
              <a:gd name="connsiteY1423" fmla="*/ 154686 h 2174272"/>
              <a:gd name="connsiteX1424" fmla="*/ 3334893 w 4682585"/>
              <a:gd name="connsiteY1424" fmla="*/ 0 h 2174272"/>
              <a:gd name="connsiteX1425" fmla="*/ 3344418 w 4682585"/>
              <a:gd name="connsiteY1425" fmla="*/ 0 h 2174272"/>
              <a:gd name="connsiteX1426" fmla="*/ 3344418 w 4682585"/>
              <a:gd name="connsiteY1426" fmla="*/ 154686 h 2174272"/>
              <a:gd name="connsiteX1427" fmla="*/ 3502152 w 4682585"/>
              <a:gd name="connsiteY1427" fmla="*/ 154686 h 2174272"/>
              <a:gd name="connsiteX1428" fmla="*/ 3502152 w 4682585"/>
              <a:gd name="connsiteY1428" fmla="*/ 0 h 2174272"/>
              <a:gd name="connsiteX1429" fmla="*/ 3511677 w 4682585"/>
              <a:gd name="connsiteY1429" fmla="*/ 0 h 2174272"/>
              <a:gd name="connsiteX1430" fmla="*/ 3511677 w 4682585"/>
              <a:gd name="connsiteY1430" fmla="*/ 154686 h 2174272"/>
              <a:gd name="connsiteX1431" fmla="*/ 3669411 w 4682585"/>
              <a:gd name="connsiteY1431" fmla="*/ 154686 h 2174272"/>
              <a:gd name="connsiteX1432" fmla="*/ 3669411 w 4682585"/>
              <a:gd name="connsiteY1432" fmla="*/ 0 h 2174272"/>
              <a:gd name="connsiteX1433" fmla="*/ 3678936 w 4682585"/>
              <a:gd name="connsiteY1433" fmla="*/ 0 h 2174272"/>
              <a:gd name="connsiteX1434" fmla="*/ 3678936 w 4682585"/>
              <a:gd name="connsiteY1434" fmla="*/ 154686 h 2174272"/>
              <a:gd name="connsiteX1435" fmla="*/ 3836766 w 4682585"/>
              <a:gd name="connsiteY1435" fmla="*/ 154686 h 2174272"/>
              <a:gd name="connsiteX1436" fmla="*/ 3836766 w 4682585"/>
              <a:gd name="connsiteY1436" fmla="*/ 0 h 2174272"/>
              <a:gd name="connsiteX1437" fmla="*/ 3846291 w 4682585"/>
              <a:gd name="connsiteY1437" fmla="*/ 0 h 2174272"/>
              <a:gd name="connsiteX1438" fmla="*/ 3846291 w 4682585"/>
              <a:gd name="connsiteY1438" fmla="*/ 154686 h 2174272"/>
              <a:gd name="connsiteX1439" fmla="*/ 4004025 w 4682585"/>
              <a:gd name="connsiteY1439" fmla="*/ 154686 h 2174272"/>
              <a:gd name="connsiteX1440" fmla="*/ 4004025 w 4682585"/>
              <a:gd name="connsiteY1440" fmla="*/ 0 h 2174272"/>
              <a:gd name="connsiteX1441" fmla="*/ 4013550 w 4682585"/>
              <a:gd name="connsiteY1441" fmla="*/ 0 h 2174272"/>
              <a:gd name="connsiteX1442" fmla="*/ 4013550 w 4682585"/>
              <a:gd name="connsiteY1442" fmla="*/ 154686 h 2174272"/>
              <a:gd name="connsiteX1443" fmla="*/ 4171284 w 4682585"/>
              <a:gd name="connsiteY1443" fmla="*/ 154686 h 2174272"/>
              <a:gd name="connsiteX1444" fmla="*/ 4171284 w 4682585"/>
              <a:gd name="connsiteY1444" fmla="*/ 0 h 2174272"/>
              <a:gd name="connsiteX1445" fmla="*/ 4180809 w 4682585"/>
              <a:gd name="connsiteY1445" fmla="*/ 0 h 2174272"/>
              <a:gd name="connsiteX1446" fmla="*/ 4180809 w 4682585"/>
              <a:gd name="connsiteY1446" fmla="*/ 154686 h 2174272"/>
              <a:gd name="connsiteX1447" fmla="*/ 4338543 w 4682585"/>
              <a:gd name="connsiteY1447" fmla="*/ 154686 h 2174272"/>
              <a:gd name="connsiteX1448" fmla="*/ 4338543 w 4682585"/>
              <a:gd name="connsiteY1448" fmla="*/ 0 h 2174272"/>
              <a:gd name="connsiteX1449" fmla="*/ 4348068 w 4682585"/>
              <a:gd name="connsiteY1449" fmla="*/ 0 h 2174272"/>
              <a:gd name="connsiteX1450" fmla="*/ 4348068 w 4682585"/>
              <a:gd name="connsiteY1450" fmla="*/ 154686 h 2174272"/>
              <a:gd name="connsiteX1451" fmla="*/ 4505801 w 4682585"/>
              <a:gd name="connsiteY1451" fmla="*/ 154686 h 2174272"/>
              <a:gd name="connsiteX1452" fmla="*/ 4505801 w 4682585"/>
              <a:gd name="connsiteY1452" fmla="*/ 0 h 2174272"/>
              <a:gd name="connsiteX1453" fmla="*/ 4515326 w 4682585"/>
              <a:gd name="connsiteY1453" fmla="*/ 0 h 2174272"/>
              <a:gd name="connsiteX1454" fmla="*/ 4515326 w 4682585"/>
              <a:gd name="connsiteY1454" fmla="*/ 154686 h 2174272"/>
              <a:gd name="connsiteX1455" fmla="*/ 4673060 w 4682585"/>
              <a:gd name="connsiteY1455" fmla="*/ 154686 h 2174272"/>
              <a:gd name="connsiteX1456" fmla="*/ 4673060 w 4682585"/>
              <a:gd name="connsiteY1456" fmla="*/ 0 h 2174272"/>
              <a:gd name="connsiteX1457" fmla="*/ 4682585 w 4682585"/>
              <a:gd name="connsiteY1457" fmla="*/ 0 h 2174272"/>
              <a:gd name="connsiteX1458" fmla="*/ 4682585 w 4682585"/>
              <a:gd name="connsiteY1458" fmla="*/ 2174272 h 2174272"/>
              <a:gd name="connsiteX1459" fmla="*/ 4673060 w 4682585"/>
              <a:gd name="connsiteY1459" fmla="*/ 2174272 h 2174272"/>
              <a:gd name="connsiteX1460" fmla="*/ 4673060 w 4682585"/>
              <a:gd name="connsiteY1460" fmla="*/ 2037588 h 2174272"/>
              <a:gd name="connsiteX1461" fmla="*/ 4515326 w 4682585"/>
              <a:gd name="connsiteY1461" fmla="*/ 2037588 h 2174272"/>
              <a:gd name="connsiteX1462" fmla="*/ 4515326 w 4682585"/>
              <a:gd name="connsiteY1462" fmla="*/ 2174272 h 2174272"/>
              <a:gd name="connsiteX1463" fmla="*/ 4505801 w 4682585"/>
              <a:gd name="connsiteY1463" fmla="*/ 2174272 h 2174272"/>
              <a:gd name="connsiteX1464" fmla="*/ 4505801 w 4682585"/>
              <a:gd name="connsiteY1464" fmla="*/ 2037588 h 2174272"/>
              <a:gd name="connsiteX1465" fmla="*/ 4348068 w 4682585"/>
              <a:gd name="connsiteY1465" fmla="*/ 2037588 h 2174272"/>
              <a:gd name="connsiteX1466" fmla="*/ 4348068 w 4682585"/>
              <a:gd name="connsiteY1466" fmla="*/ 2174272 h 2174272"/>
              <a:gd name="connsiteX1467" fmla="*/ 4338543 w 4682585"/>
              <a:gd name="connsiteY1467" fmla="*/ 2174272 h 2174272"/>
              <a:gd name="connsiteX1468" fmla="*/ 4338543 w 4682585"/>
              <a:gd name="connsiteY1468" fmla="*/ 2037588 h 2174272"/>
              <a:gd name="connsiteX1469" fmla="*/ 4180809 w 4682585"/>
              <a:gd name="connsiteY1469" fmla="*/ 2037588 h 2174272"/>
              <a:gd name="connsiteX1470" fmla="*/ 4180809 w 4682585"/>
              <a:gd name="connsiteY1470" fmla="*/ 2174272 h 2174272"/>
              <a:gd name="connsiteX1471" fmla="*/ 4171284 w 4682585"/>
              <a:gd name="connsiteY1471" fmla="*/ 2174272 h 2174272"/>
              <a:gd name="connsiteX1472" fmla="*/ 4171284 w 4682585"/>
              <a:gd name="connsiteY1472" fmla="*/ 2037588 h 2174272"/>
              <a:gd name="connsiteX1473" fmla="*/ 4013550 w 4682585"/>
              <a:gd name="connsiteY1473" fmla="*/ 2037588 h 2174272"/>
              <a:gd name="connsiteX1474" fmla="*/ 4013550 w 4682585"/>
              <a:gd name="connsiteY1474" fmla="*/ 2174272 h 2174272"/>
              <a:gd name="connsiteX1475" fmla="*/ 4004025 w 4682585"/>
              <a:gd name="connsiteY1475" fmla="*/ 2174272 h 2174272"/>
              <a:gd name="connsiteX1476" fmla="*/ 4004025 w 4682585"/>
              <a:gd name="connsiteY1476" fmla="*/ 2037588 h 2174272"/>
              <a:gd name="connsiteX1477" fmla="*/ 3846291 w 4682585"/>
              <a:gd name="connsiteY1477" fmla="*/ 2037588 h 2174272"/>
              <a:gd name="connsiteX1478" fmla="*/ 3846291 w 4682585"/>
              <a:gd name="connsiteY1478" fmla="*/ 2174272 h 2174272"/>
              <a:gd name="connsiteX1479" fmla="*/ 3836766 w 4682585"/>
              <a:gd name="connsiteY1479" fmla="*/ 2174272 h 2174272"/>
              <a:gd name="connsiteX1480" fmla="*/ 3836766 w 4682585"/>
              <a:gd name="connsiteY1480" fmla="*/ 2037588 h 2174272"/>
              <a:gd name="connsiteX1481" fmla="*/ 3678936 w 4682585"/>
              <a:gd name="connsiteY1481" fmla="*/ 2037588 h 2174272"/>
              <a:gd name="connsiteX1482" fmla="*/ 3678936 w 4682585"/>
              <a:gd name="connsiteY1482" fmla="*/ 2174272 h 2174272"/>
              <a:gd name="connsiteX1483" fmla="*/ 3669411 w 4682585"/>
              <a:gd name="connsiteY1483" fmla="*/ 2174272 h 2174272"/>
              <a:gd name="connsiteX1484" fmla="*/ 3669411 w 4682585"/>
              <a:gd name="connsiteY1484" fmla="*/ 2037588 h 2174272"/>
              <a:gd name="connsiteX1485" fmla="*/ 3511677 w 4682585"/>
              <a:gd name="connsiteY1485" fmla="*/ 2037588 h 2174272"/>
              <a:gd name="connsiteX1486" fmla="*/ 3511677 w 4682585"/>
              <a:gd name="connsiteY1486" fmla="*/ 2174272 h 2174272"/>
              <a:gd name="connsiteX1487" fmla="*/ 3502152 w 4682585"/>
              <a:gd name="connsiteY1487" fmla="*/ 2174272 h 2174272"/>
              <a:gd name="connsiteX1488" fmla="*/ 3502152 w 4682585"/>
              <a:gd name="connsiteY1488" fmla="*/ 2037588 h 2174272"/>
              <a:gd name="connsiteX1489" fmla="*/ 3344418 w 4682585"/>
              <a:gd name="connsiteY1489" fmla="*/ 2037588 h 2174272"/>
              <a:gd name="connsiteX1490" fmla="*/ 3344418 w 4682585"/>
              <a:gd name="connsiteY1490" fmla="*/ 2174272 h 2174272"/>
              <a:gd name="connsiteX1491" fmla="*/ 3334893 w 4682585"/>
              <a:gd name="connsiteY1491" fmla="*/ 2174272 h 2174272"/>
              <a:gd name="connsiteX1492" fmla="*/ 3334893 w 4682585"/>
              <a:gd name="connsiteY1492" fmla="*/ 2037588 h 2174272"/>
              <a:gd name="connsiteX1493" fmla="*/ 3177159 w 4682585"/>
              <a:gd name="connsiteY1493" fmla="*/ 2037588 h 2174272"/>
              <a:gd name="connsiteX1494" fmla="*/ 3177159 w 4682585"/>
              <a:gd name="connsiteY1494" fmla="*/ 2174272 h 2174272"/>
              <a:gd name="connsiteX1495" fmla="*/ 3167634 w 4682585"/>
              <a:gd name="connsiteY1495" fmla="*/ 2174272 h 2174272"/>
              <a:gd name="connsiteX1496" fmla="*/ 3167634 w 4682585"/>
              <a:gd name="connsiteY1496" fmla="*/ 2037588 h 2174272"/>
              <a:gd name="connsiteX1497" fmla="*/ 3009900 w 4682585"/>
              <a:gd name="connsiteY1497" fmla="*/ 2037588 h 2174272"/>
              <a:gd name="connsiteX1498" fmla="*/ 3009900 w 4682585"/>
              <a:gd name="connsiteY1498" fmla="*/ 2174272 h 2174272"/>
              <a:gd name="connsiteX1499" fmla="*/ 3000375 w 4682585"/>
              <a:gd name="connsiteY1499" fmla="*/ 2174272 h 2174272"/>
              <a:gd name="connsiteX1500" fmla="*/ 3000375 w 4682585"/>
              <a:gd name="connsiteY1500" fmla="*/ 2037588 h 2174272"/>
              <a:gd name="connsiteX1501" fmla="*/ 2842641 w 4682585"/>
              <a:gd name="connsiteY1501" fmla="*/ 2037588 h 2174272"/>
              <a:gd name="connsiteX1502" fmla="*/ 2842641 w 4682585"/>
              <a:gd name="connsiteY1502" fmla="*/ 2174272 h 2174272"/>
              <a:gd name="connsiteX1503" fmla="*/ 2833116 w 4682585"/>
              <a:gd name="connsiteY1503" fmla="*/ 2174272 h 2174272"/>
              <a:gd name="connsiteX1504" fmla="*/ 2833116 w 4682585"/>
              <a:gd name="connsiteY1504" fmla="*/ 2037588 h 2174272"/>
              <a:gd name="connsiteX1505" fmla="*/ 2675382 w 4682585"/>
              <a:gd name="connsiteY1505" fmla="*/ 2037588 h 2174272"/>
              <a:gd name="connsiteX1506" fmla="*/ 2675382 w 4682585"/>
              <a:gd name="connsiteY1506" fmla="*/ 2174272 h 2174272"/>
              <a:gd name="connsiteX1507" fmla="*/ 2665857 w 4682585"/>
              <a:gd name="connsiteY1507" fmla="*/ 2174272 h 2174272"/>
              <a:gd name="connsiteX1508" fmla="*/ 2665857 w 4682585"/>
              <a:gd name="connsiteY1508" fmla="*/ 2037588 h 2174272"/>
              <a:gd name="connsiteX1509" fmla="*/ 2508123 w 4682585"/>
              <a:gd name="connsiteY1509" fmla="*/ 2037588 h 2174272"/>
              <a:gd name="connsiteX1510" fmla="*/ 2508123 w 4682585"/>
              <a:gd name="connsiteY1510" fmla="*/ 2174272 h 2174272"/>
              <a:gd name="connsiteX1511" fmla="*/ 2498598 w 4682585"/>
              <a:gd name="connsiteY1511" fmla="*/ 2174272 h 2174272"/>
              <a:gd name="connsiteX1512" fmla="*/ 2498598 w 4682585"/>
              <a:gd name="connsiteY1512" fmla="*/ 2037588 h 2174272"/>
              <a:gd name="connsiteX1513" fmla="*/ 2340864 w 4682585"/>
              <a:gd name="connsiteY1513" fmla="*/ 2037588 h 2174272"/>
              <a:gd name="connsiteX1514" fmla="*/ 2340864 w 4682585"/>
              <a:gd name="connsiteY1514" fmla="*/ 2174272 h 2174272"/>
              <a:gd name="connsiteX1515" fmla="*/ 2331339 w 4682585"/>
              <a:gd name="connsiteY1515" fmla="*/ 2174272 h 2174272"/>
              <a:gd name="connsiteX1516" fmla="*/ 2331339 w 4682585"/>
              <a:gd name="connsiteY1516" fmla="*/ 2037588 h 2174272"/>
              <a:gd name="connsiteX1517" fmla="*/ 2173510 w 4682585"/>
              <a:gd name="connsiteY1517" fmla="*/ 2037588 h 2174272"/>
              <a:gd name="connsiteX1518" fmla="*/ 2173510 w 4682585"/>
              <a:gd name="connsiteY1518" fmla="*/ 2174272 h 2174272"/>
              <a:gd name="connsiteX1519" fmla="*/ 2163985 w 4682585"/>
              <a:gd name="connsiteY1519" fmla="*/ 2174272 h 2174272"/>
              <a:gd name="connsiteX1520" fmla="*/ 2163985 w 4682585"/>
              <a:gd name="connsiteY1520" fmla="*/ 2037588 h 2174272"/>
              <a:gd name="connsiteX1521" fmla="*/ 2006251 w 4682585"/>
              <a:gd name="connsiteY1521" fmla="*/ 2037588 h 2174272"/>
              <a:gd name="connsiteX1522" fmla="*/ 2006251 w 4682585"/>
              <a:gd name="connsiteY1522" fmla="*/ 2174272 h 2174272"/>
              <a:gd name="connsiteX1523" fmla="*/ 1996726 w 4682585"/>
              <a:gd name="connsiteY1523" fmla="*/ 2174272 h 2174272"/>
              <a:gd name="connsiteX1524" fmla="*/ 1996726 w 4682585"/>
              <a:gd name="connsiteY1524" fmla="*/ 2037588 h 2174272"/>
              <a:gd name="connsiteX1525" fmla="*/ 1838992 w 4682585"/>
              <a:gd name="connsiteY1525" fmla="*/ 2037588 h 2174272"/>
              <a:gd name="connsiteX1526" fmla="*/ 1838992 w 4682585"/>
              <a:gd name="connsiteY1526" fmla="*/ 2174272 h 2174272"/>
              <a:gd name="connsiteX1527" fmla="*/ 1829467 w 4682585"/>
              <a:gd name="connsiteY1527" fmla="*/ 2174272 h 2174272"/>
              <a:gd name="connsiteX1528" fmla="*/ 1829467 w 4682585"/>
              <a:gd name="connsiteY1528" fmla="*/ 2037588 h 2174272"/>
              <a:gd name="connsiteX1529" fmla="*/ 1671733 w 4682585"/>
              <a:gd name="connsiteY1529" fmla="*/ 2037588 h 2174272"/>
              <a:gd name="connsiteX1530" fmla="*/ 1671733 w 4682585"/>
              <a:gd name="connsiteY1530" fmla="*/ 2174272 h 2174272"/>
              <a:gd name="connsiteX1531" fmla="*/ 1662208 w 4682585"/>
              <a:gd name="connsiteY1531" fmla="*/ 2174272 h 2174272"/>
              <a:gd name="connsiteX1532" fmla="*/ 1662208 w 4682585"/>
              <a:gd name="connsiteY1532" fmla="*/ 2037588 h 2174272"/>
              <a:gd name="connsiteX1533" fmla="*/ 1504474 w 4682585"/>
              <a:gd name="connsiteY1533" fmla="*/ 2037588 h 2174272"/>
              <a:gd name="connsiteX1534" fmla="*/ 1504474 w 4682585"/>
              <a:gd name="connsiteY1534" fmla="*/ 2174272 h 2174272"/>
              <a:gd name="connsiteX1535" fmla="*/ 1494949 w 4682585"/>
              <a:gd name="connsiteY1535" fmla="*/ 2174272 h 2174272"/>
              <a:gd name="connsiteX1536" fmla="*/ 1494949 w 4682585"/>
              <a:gd name="connsiteY1536" fmla="*/ 2037588 h 2174272"/>
              <a:gd name="connsiteX1537" fmla="*/ 1337215 w 4682585"/>
              <a:gd name="connsiteY1537" fmla="*/ 2037588 h 2174272"/>
              <a:gd name="connsiteX1538" fmla="*/ 1337215 w 4682585"/>
              <a:gd name="connsiteY1538" fmla="*/ 2174272 h 2174272"/>
              <a:gd name="connsiteX1539" fmla="*/ 1327690 w 4682585"/>
              <a:gd name="connsiteY1539" fmla="*/ 2174272 h 2174272"/>
              <a:gd name="connsiteX1540" fmla="*/ 1327690 w 4682585"/>
              <a:gd name="connsiteY1540" fmla="*/ 2037588 h 2174272"/>
              <a:gd name="connsiteX1541" fmla="*/ 1169956 w 4682585"/>
              <a:gd name="connsiteY1541" fmla="*/ 2037588 h 2174272"/>
              <a:gd name="connsiteX1542" fmla="*/ 1169956 w 4682585"/>
              <a:gd name="connsiteY1542" fmla="*/ 2174272 h 2174272"/>
              <a:gd name="connsiteX1543" fmla="*/ 1160431 w 4682585"/>
              <a:gd name="connsiteY1543" fmla="*/ 2174272 h 2174272"/>
              <a:gd name="connsiteX1544" fmla="*/ 1160431 w 4682585"/>
              <a:gd name="connsiteY1544" fmla="*/ 2037588 h 2174272"/>
              <a:gd name="connsiteX1545" fmla="*/ 1002697 w 4682585"/>
              <a:gd name="connsiteY1545" fmla="*/ 2037588 h 2174272"/>
              <a:gd name="connsiteX1546" fmla="*/ 1002697 w 4682585"/>
              <a:gd name="connsiteY1546" fmla="*/ 2174272 h 2174272"/>
              <a:gd name="connsiteX1547" fmla="*/ 993172 w 4682585"/>
              <a:gd name="connsiteY1547" fmla="*/ 2174272 h 2174272"/>
              <a:gd name="connsiteX1548" fmla="*/ 993172 w 4682585"/>
              <a:gd name="connsiteY1548" fmla="*/ 2037588 h 2174272"/>
              <a:gd name="connsiteX1549" fmla="*/ 835438 w 4682585"/>
              <a:gd name="connsiteY1549" fmla="*/ 2037588 h 2174272"/>
              <a:gd name="connsiteX1550" fmla="*/ 835438 w 4682585"/>
              <a:gd name="connsiteY1550" fmla="*/ 2174272 h 2174272"/>
              <a:gd name="connsiteX1551" fmla="*/ 825913 w 4682585"/>
              <a:gd name="connsiteY1551" fmla="*/ 2174272 h 2174272"/>
              <a:gd name="connsiteX1552" fmla="*/ 825913 w 4682585"/>
              <a:gd name="connsiteY1552" fmla="*/ 2037588 h 2174272"/>
              <a:gd name="connsiteX1553" fmla="*/ 668179 w 4682585"/>
              <a:gd name="connsiteY1553" fmla="*/ 2037588 h 2174272"/>
              <a:gd name="connsiteX1554" fmla="*/ 668179 w 4682585"/>
              <a:gd name="connsiteY1554" fmla="*/ 2174272 h 2174272"/>
              <a:gd name="connsiteX1555" fmla="*/ 658654 w 4682585"/>
              <a:gd name="connsiteY1555" fmla="*/ 2174272 h 2174272"/>
              <a:gd name="connsiteX1556" fmla="*/ 658654 w 4682585"/>
              <a:gd name="connsiteY1556" fmla="*/ 2037588 h 2174272"/>
              <a:gd name="connsiteX1557" fmla="*/ 500920 w 4682585"/>
              <a:gd name="connsiteY1557" fmla="*/ 2037588 h 2174272"/>
              <a:gd name="connsiteX1558" fmla="*/ 500920 w 4682585"/>
              <a:gd name="connsiteY1558" fmla="*/ 2174272 h 2174272"/>
              <a:gd name="connsiteX1559" fmla="*/ 491395 w 4682585"/>
              <a:gd name="connsiteY1559" fmla="*/ 2174272 h 2174272"/>
              <a:gd name="connsiteX1560" fmla="*/ 491395 w 4682585"/>
              <a:gd name="connsiteY1560" fmla="*/ 2037588 h 2174272"/>
              <a:gd name="connsiteX1561" fmla="*/ 333566 w 4682585"/>
              <a:gd name="connsiteY1561" fmla="*/ 2037588 h 2174272"/>
              <a:gd name="connsiteX1562" fmla="*/ 333566 w 4682585"/>
              <a:gd name="connsiteY1562" fmla="*/ 2174272 h 2174272"/>
              <a:gd name="connsiteX1563" fmla="*/ 324041 w 4682585"/>
              <a:gd name="connsiteY1563" fmla="*/ 2174272 h 2174272"/>
              <a:gd name="connsiteX1564" fmla="*/ 324041 w 4682585"/>
              <a:gd name="connsiteY1564" fmla="*/ 2037588 h 2174272"/>
              <a:gd name="connsiteX1565" fmla="*/ 166307 w 4682585"/>
              <a:gd name="connsiteY1565" fmla="*/ 2037588 h 2174272"/>
              <a:gd name="connsiteX1566" fmla="*/ 166307 w 4682585"/>
              <a:gd name="connsiteY1566" fmla="*/ 2174272 h 2174272"/>
              <a:gd name="connsiteX1567" fmla="*/ 156782 w 4682585"/>
              <a:gd name="connsiteY1567" fmla="*/ 2174272 h 2174272"/>
              <a:gd name="connsiteX1568" fmla="*/ 156782 w 4682585"/>
              <a:gd name="connsiteY1568" fmla="*/ 2037588 h 2174272"/>
              <a:gd name="connsiteX1569" fmla="*/ 9525 w 4682585"/>
              <a:gd name="connsiteY1569" fmla="*/ 2037588 h 2174272"/>
              <a:gd name="connsiteX1570" fmla="*/ 9525 w 4682585"/>
              <a:gd name="connsiteY1570" fmla="*/ 2174272 h 2174272"/>
              <a:gd name="connsiteX1571" fmla="*/ 0 w 4682585"/>
              <a:gd name="connsiteY1571" fmla="*/ 2174272 h 217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Lst>
            <a:rect l="l" t="t" r="r" b="b"/>
            <a:pathLst>
              <a:path w="15164" h="6460">
                <a:moveTo>
                  <a:pt x="15133" y="6460"/>
                </a:moveTo>
                <a:lnTo>
                  <a:pt x="15164" y="6460"/>
                </a:lnTo>
                <a:lnTo>
                  <a:pt x="15164" y="6460"/>
                </a:lnTo>
                <a:lnTo>
                  <a:pt x="15133" y="6460"/>
                </a:lnTo>
                <a:lnTo>
                  <a:pt x="15133" y="6460"/>
                </a:lnTo>
                <a:close/>
                <a:moveTo>
                  <a:pt x="14592" y="6460"/>
                </a:moveTo>
                <a:lnTo>
                  <a:pt x="14622" y="6460"/>
                </a:lnTo>
                <a:lnTo>
                  <a:pt x="14622" y="6460"/>
                </a:lnTo>
                <a:lnTo>
                  <a:pt x="14592" y="6460"/>
                </a:lnTo>
                <a:lnTo>
                  <a:pt x="14592" y="6460"/>
                </a:lnTo>
                <a:close/>
                <a:moveTo>
                  <a:pt x="14050" y="6460"/>
                </a:moveTo>
                <a:lnTo>
                  <a:pt x="14081" y="6460"/>
                </a:lnTo>
                <a:lnTo>
                  <a:pt x="14081" y="6460"/>
                </a:lnTo>
                <a:lnTo>
                  <a:pt x="14050" y="6460"/>
                </a:lnTo>
                <a:lnTo>
                  <a:pt x="14050" y="6460"/>
                </a:lnTo>
                <a:close/>
                <a:moveTo>
                  <a:pt x="13539" y="5590"/>
                </a:moveTo>
                <a:lnTo>
                  <a:pt x="13539" y="6026"/>
                </a:lnTo>
                <a:lnTo>
                  <a:pt x="14050" y="6026"/>
                </a:lnTo>
                <a:lnTo>
                  <a:pt x="14050" y="5590"/>
                </a:lnTo>
                <a:lnTo>
                  <a:pt x="13539" y="5590"/>
                </a:lnTo>
                <a:close/>
                <a:moveTo>
                  <a:pt x="12997" y="5590"/>
                </a:moveTo>
                <a:lnTo>
                  <a:pt x="12997" y="6026"/>
                </a:lnTo>
                <a:lnTo>
                  <a:pt x="13508" y="6026"/>
                </a:lnTo>
                <a:lnTo>
                  <a:pt x="13508" y="5590"/>
                </a:lnTo>
                <a:lnTo>
                  <a:pt x="12997" y="5590"/>
                </a:lnTo>
                <a:close/>
                <a:moveTo>
                  <a:pt x="12456" y="5590"/>
                </a:moveTo>
                <a:lnTo>
                  <a:pt x="12456" y="6026"/>
                </a:lnTo>
                <a:lnTo>
                  <a:pt x="12967" y="6026"/>
                </a:lnTo>
                <a:lnTo>
                  <a:pt x="12967" y="5590"/>
                </a:lnTo>
                <a:lnTo>
                  <a:pt x="12456" y="5590"/>
                </a:lnTo>
                <a:close/>
                <a:moveTo>
                  <a:pt x="11914" y="5590"/>
                </a:moveTo>
                <a:lnTo>
                  <a:pt x="11914" y="6026"/>
                </a:lnTo>
                <a:lnTo>
                  <a:pt x="12425" y="6026"/>
                </a:lnTo>
                <a:lnTo>
                  <a:pt x="12425" y="5590"/>
                </a:lnTo>
                <a:lnTo>
                  <a:pt x="11914" y="5590"/>
                </a:lnTo>
                <a:close/>
                <a:moveTo>
                  <a:pt x="11372" y="5590"/>
                </a:moveTo>
                <a:lnTo>
                  <a:pt x="11372" y="6026"/>
                </a:lnTo>
                <a:lnTo>
                  <a:pt x="11883" y="6026"/>
                </a:lnTo>
                <a:lnTo>
                  <a:pt x="11883" y="5590"/>
                </a:lnTo>
                <a:lnTo>
                  <a:pt x="11372" y="5590"/>
                </a:lnTo>
                <a:close/>
                <a:moveTo>
                  <a:pt x="10831" y="5590"/>
                </a:moveTo>
                <a:lnTo>
                  <a:pt x="10831" y="6026"/>
                </a:lnTo>
                <a:lnTo>
                  <a:pt x="11341" y="6026"/>
                </a:lnTo>
                <a:lnTo>
                  <a:pt x="11341" y="5590"/>
                </a:lnTo>
                <a:lnTo>
                  <a:pt x="10831" y="5590"/>
                </a:lnTo>
                <a:close/>
                <a:moveTo>
                  <a:pt x="10289" y="5590"/>
                </a:moveTo>
                <a:lnTo>
                  <a:pt x="10289" y="6026"/>
                </a:lnTo>
                <a:lnTo>
                  <a:pt x="10800" y="6026"/>
                </a:lnTo>
                <a:lnTo>
                  <a:pt x="10800" y="5590"/>
                </a:lnTo>
                <a:lnTo>
                  <a:pt x="10289" y="5590"/>
                </a:lnTo>
                <a:close/>
                <a:moveTo>
                  <a:pt x="9747" y="5590"/>
                </a:moveTo>
                <a:lnTo>
                  <a:pt x="9747" y="6026"/>
                </a:lnTo>
                <a:lnTo>
                  <a:pt x="10258" y="6026"/>
                </a:lnTo>
                <a:lnTo>
                  <a:pt x="10258" y="5590"/>
                </a:lnTo>
                <a:lnTo>
                  <a:pt x="9747" y="5590"/>
                </a:lnTo>
                <a:close/>
                <a:moveTo>
                  <a:pt x="9206" y="5590"/>
                </a:moveTo>
                <a:lnTo>
                  <a:pt x="9206" y="6026"/>
                </a:lnTo>
                <a:lnTo>
                  <a:pt x="9716" y="6026"/>
                </a:lnTo>
                <a:lnTo>
                  <a:pt x="9716" y="5590"/>
                </a:lnTo>
                <a:lnTo>
                  <a:pt x="9206" y="5590"/>
                </a:lnTo>
                <a:close/>
                <a:moveTo>
                  <a:pt x="8664" y="5590"/>
                </a:moveTo>
                <a:lnTo>
                  <a:pt x="8664" y="6026"/>
                </a:lnTo>
                <a:lnTo>
                  <a:pt x="9175" y="6026"/>
                </a:lnTo>
                <a:lnTo>
                  <a:pt x="9175" y="5590"/>
                </a:lnTo>
                <a:lnTo>
                  <a:pt x="8664" y="5590"/>
                </a:lnTo>
                <a:close/>
                <a:moveTo>
                  <a:pt x="8122" y="5590"/>
                </a:moveTo>
                <a:lnTo>
                  <a:pt x="8122" y="6026"/>
                </a:lnTo>
                <a:lnTo>
                  <a:pt x="8633" y="6026"/>
                </a:lnTo>
                <a:lnTo>
                  <a:pt x="8633" y="5590"/>
                </a:lnTo>
                <a:lnTo>
                  <a:pt x="8122" y="5590"/>
                </a:lnTo>
                <a:close/>
                <a:moveTo>
                  <a:pt x="7581" y="5590"/>
                </a:moveTo>
                <a:lnTo>
                  <a:pt x="7581" y="6026"/>
                </a:lnTo>
                <a:lnTo>
                  <a:pt x="8091" y="6026"/>
                </a:lnTo>
                <a:lnTo>
                  <a:pt x="8091" y="5590"/>
                </a:lnTo>
                <a:lnTo>
                  <a:pt x="7581" y="5590"/>
                </a:lnTo>
                <a:close/>
                <a:moveTo>
                  <a:pt x="7039" y="5590"/>
                </a:moveTo>
                <a:lnTo>
                  <a:pt x="7039" y="6026"/>
                </a:lnTo>
                <a:lnTo>
                  <a:pt x="7550" y="6026"/>
                </a:lnTo>
                <a:lnTo>
                  <a:pt x="7550" y="5590"/>
                </a:lnTo>
                <a:lnTo>
                  <a:pt x="7039" y="5590"/>
                </a:lnTo>
                <a:close/>
                <a:moveTo>
                  <a:pt x="6497" y="5590"/>
                </a:moveTo>
                <a:lnTo>
                  <a:pt x="6497" y="6026"/>
                </a:lnTo>
                <a:lnTo>
                  <a:pt x="7008" y="6026"/>
                </a:lnTo>
                <a:lnTo>
                  <a:pt x="7008" y="5590"/>
                </a:lnTo>
                <a:lnTo>
                  <a:pt x="6497" y="5590"/>
                </a:lnTo>
                <a:close/>
                <a:moveTo>
                  <a:pt x="5955" y="5590"/>
                </a:moveTo>
                <a:lnTo>
                  <a:pt x="5955" y="6026"/>
                </a:lnTo>
                <a:lnTo>
                  <a:pt x="6466" y="6026"/>
                </a:lnTo>
                <a:lnTo>
                  <a:pt x="6466" y="5590"/>
                </a:lnTo>
                <a:lnTo>
                  <a:pt x="5955" y="5590"/>
                </a:lnTo>
                <a:close/>
                <a:moveTo>
                  <a:pt x="5414" y="5590"/>
                </a:moveTo>
                <a:lnTo>
                  <a:pt x="5414" y="6026"/>
                </a:lnTo>
                <a:lnTo>
                  <a:pt x="5925" y="6026"/>
                </a:lnTo>
                <a:lnTo>
                  <a:pt x="5925" y="5590"/>
                </a:lnTo>
                <a:lnTo>
                  <a:pt x="5414" y="5590"/>
                </a:lnTo>
                <a:close/>
                <a:moveTo>
                  <a:pt x="4872" y="5590"/>
                </a:moveTo>
                <a:lnTo>
                  <a:pt x="4872" y="6026"/>
                </a:lnTo>
                <a:lnTo>
                  <a:pt x="5383" y="6026"/>
                </a:lnTo>
                <a:lnTo>
                  <a:pt x="5383" y="5590"/>
                </a:lnTo>
                <a:lnTo>
                  <a:pt x="4872" y="5590"/>
                </a:lnTo>
                <a:close/>
                <a:moveTo>
                  <a:pt x="4330" y="5590"/>
                </a:moveTo>
                <a:lnTo>
                  <a:pt x="4330" y="6026"/>
                </a:lnTo>
                <a:lnTo>
                  <a:pt x="4841" y="6026"/>
                </a:lnTo>
                <a:lnTo>
                  <a:pt x="4841" y="5590"/>
                </a:lnTo>
                <a:lnTo>
                  <a:pt x="4330" y="5590"/>
                </a:lnTo>
                <a:close/>
                <a:moveTo>
                  <a:pt x="3789" y="5590"/>
                </a:moveTo>
                <a:lnTo>
                  <a:pt x="3789" y="6026"/>
                </a:lnTo>
                <a:lnTo>
                  <a:pt x="4300" y="6026"/>
                </a:lnTo>
                <a:lnTo>
                  <a:pt x="4300" y="5590"/>
                </a:lnTo>
                <a:lnTo>
                  <a:pt x="3789" y="5590"/>
                </a:lnTo>
                <a:close/>
                <a:moveTo>
                  <a:pt x="3247" y="5590"/>
                </a:moveTo>
                <a:lnTo>
                  <a:pt x="3247" y="6026"/>
                </a:lnTo>
                <a:lnTo>
                  <a:pt x="3758" y="6026"/>
                </a:lnTo>
                <a:lnTo>
                  <a:pt x="3758" y="5590"/>
                </a:lnTo>
                <a:lnTo>
                  <a:pt x="3247" y="5590"/>
                </a:lnTo>
                <a:close/>
                <a:moveTo>
                  <a:pt x="2705" y="5590"/>
                </a:moveTo>
                <a:lnTo>
                  <a:pt x="2705" y="6026"/>
                </a:lnTo>
                <a:lnTo>
                  <a:pt x="3216" y="6026"/>
                </a:lnTo>
                <a:lnTo>
                  <a:pt x="3216" y="5590"/>
                </a:lnTo>
                <a:lnTo>
                  <a:pt x="2705" y="5590"/>
                </a:lnTo>
                <a:close/>
                <a:moveTo>
                  <a:pt x="2164" y="5590"/>
                </a:moveTo>
                <a:lnTo>
                  <a:pt x="2164" y="6026"/>
                </a:lnTo>
                <a:lnTo>
                  <a:pt x="2675" y="6026"/>
                </a:lnTo>
                <a:lnTo>
                  <a:pt x="2675" y="5590"/>
                </a:lnTo>
                <a:lnTo>
                  <a:pt x="2164" y="5590"/>
                </a:lnTo>
                <a:close/>
                <a:moveTo>
                  <a:pt x="1622" y="5590"/>
                </a:moveTo>
                <a:lnTo>
                  <a:pt x="1622" y="6026"/>
                </a:lnTo>
                <a:lnTo>
                  <a:pt x="2133" y="6026"/>
                </a:lnTo>
                <a:lnTo>
                  <a:pt x="2133" y="5590"/>
                </a:lnTo>
                <a:lnTo>
                  <a:pt x="1622" y="5590"/>
                </a:lnTo>
                <a:close/>
                <a:moveTo>
                  <a:pt x="1080" y="5590"/>
                </a:moveTo>
                <a:lnTo>
                  <a:pt x="1080" y="6026"/>
                </a:lnTo>
                <a:lnTo>
                  <a:pt x="1591" y="6026"/>
                </a:lnTo>
                <a:lnTo>
                  <a:pt x="1591" y="5590"/>
                </a:lnTo>
                <a:lnTo>
                  <a:pt x="1080" y="5590"/>
                </a:lnTo>
                <a:close/>
                <a:moveTo>
                  <a:pt x="539" y="5590"/>
                </a:moveTo>
                <a:lnTo>
                  <a:pt x="539" y="6026"/>
                </a:lnTo>
                <a:lnTo>
                  <a:pt x="1049" y="6026"/>
                </a:lnTo>
                <a:lnTo>
                  <a:pt x="1049" y="5590"/>
                </a:lnTo>
                <a:lnTo>
                  <a:pt x="539" y="5590"/>
                </a:lnTo>
                <a:close/>
                <a:moveTo>
                  <a:pt x="31" y="5590"/>
                </a:moveTo>
                <a:lnTo>
                  <a:pt x="31" y="6026"/>
                </a:lnTo>
                <a:lnTo>
                  <a:pt x="508" y="6026"/>
                </a:lnTo>
                <a:lnTo>
                  <a:pt x="508" y="5590"/>
                </a:lnTo>
                <a:lnTo>
                  <a:pt x="31" y="5590"/>
                </a:lnTo>
                <a:close/>
                <a:moveTo>
                  <a:pt x="14081" y="5126"/>
                </a:moveTo>
                <a:lnTo>
                  <a:pt x="14081" y="5562"/>
                </a:lnTo>
                <a:lnTo>
                  <a:pt x="14592" y="5562"/>
                </a:lnTo>
                <a:lnTo>
                  <a:pt x="14592" y="5126"/>
                </a:lnTo>
                <a:lnTo>
                  <a:pt x="14081" y="5126"/>
                </a:lnTo>
                <a:close/>
                <a:moveTo>
                  <a:pt x="13539" y="5126"/>
                </a:moveTo>
                <a:lnTo>
                  <a:pt x="13539" y="5562"/>
                </a:lnTo>
                <a:lnTo>
                  <a:pt x="14050" y="5562"/>
                </a:lnTo>
                <a:lnTo>
                  <a:pt x="14050" y="5126"/>
                </a:lnTo>
                <a:lnTo>
                  <a:pt x="13539" y="5126"/>
                </a:lnTo>
                <a:close/>
                <a:moveTo>
                  <a:pt x="12997" y="5126"/>
                </a:moveTo>
                <a:lnTo>
                  <a:pt x="12997" y="5562"/>
                </a:lnTo>
                <a:lnTo>
                  <a:pt x="13508" y="5562"/>
                </a:lnTo>
                <a:lnTo>
                  <a:pt x="13508" y="5126"/>
                </a:lnTo>
                <a:lnTo>
                  <a:pt x="12997" y="5126"/>
                </a:lnTo>
                <a:close/>
                <a:moveTo>
                  <a:pt x="12456" y="5126"/>
                </a:moveTo>
                <a:lnTo>
                  <a:pt x="12456" y="5562"/>
                </a:lnTo>
                <a:lnTo>
                  <a:pt x="12967" y="5562"/>
                </a:lnTo>
                <a:lnTo>
                  <a:pt x="12967" y="5126"/>
                </a:lnTo>
                <a:lnTo>
                  <a:pt x="12456" y="5126"/>
                </a:lnTo>
                <a:close/>
                <a:moveTo>
                  <a:pt x="11914" y="5126"/>
                </a:moveTo>
                <a:lnTo>
                  <a:pt x="11914" y="5562"/>
                </a:lnTo>
                <a:lnTo>
                  <a:pt x="12425" y="5562"/>
                </a:lnTo>
                <a:lnTo>
                  <a:pt x="12425" y="5126"/>
                </a:lnTo>
                <a:lnTo>
                  <a:pt x="11914" y="5126"/>
                </a:lnTo>
                <a:close/>
                <a:moveTo>
                  <a:pt x="11372" y="5126"/>
                </a:moveTo>
                <a:lnTo>
                  <a:pt x="11372" y="5562"/>
                </a:lnTo>
                <a:lnTo>
                  <a:pt x="11883" y="5562"/>
                </a:lnTo>
                <a:lnTo>
                  <a:pt x="11883" y="5126"/>
                </a:lnTo>
                <a:lnTo>
                  <a:pt x="11372" y="5126"/>
                </a:lnTo>
                <a:close/>
                <a:moveTo>
                  <a:pt x="10831" y="5126"/>
                </a:moveTo>
                <a:lnTo>
                  <a:pt x="10831" y="5562"/>
                </a:lnTo>
                <a:lnTo>
                  <a:pt x="11341" y="5562"/>
                </a:lnTo>
                <a:lnTo>
                  <a:pt x="11341" y="5126"/>
                </a:lnTo>
                <a:lnTo>
                  <a:pt x="10831" y="5126"/>
                </a:lnTo>
                <a:close/>
                <a:moveTo>
                  <a:pt x="10289" y="5126"/>
                </a:moveTo>
                <a:lnTo>
                  <a:pt x="10289" y="5562"/>
                </a:lnTo>
                <a:lnTo>
                  <a:pt x="10800" y="5562"/>
                </a:lnTo>
                <a:lnTo>
                  <a:pt x="10800" y="5126"/>
                </a:lnTo>
                <a:lnTo>
                  <a:pt x="10289" y="5126"/>
                </a:lnTo>
                <a:close/>
                <a:moveTo>
                  <a:pt x="9747" y="5126"/>
                </a:moveTo>
                <a:lnTo>
                  <a:pt x="9747" y="5562"/>
                </a:lnTo>
                <a:lnTo>
                  <a:pt x="10258" y="5562"/>
                </a:lnTo>
                <a:lnTo>
                  <a:pt x="10258" y="5126"/>
                </a:lnTo>
                <a:lnTo>
                  <a:pt x="9747" y="5126"/>
                </a:lnTo>
                <a:close/>
                <a:moveTo>
                  <a:pt x="9206" y="5126"/>
                </a:moveTo>
                <a:lnTo>
                  <a:pt x="9206" y="5562"/>
                </a:lnTo>
                <a:lnTo>
                  <a:pt x="9716" y="5562"/>
                </a:lnTo>
                <a:lnTo>
                  <a:pt x="9716" y="5126"/>
                </a:lnTo>
                <a:lnTo>
                  <a:pt x="9206" y="5126"/>
                </a:lnTo>
                <a:close/>
                <a:moveTo>
                  <a:pt x="8664" y="5126"/>
                </a:moveTo>
                <a:lnTo>
                  <a:pt x="8664" y="5562"/>
                </a:lnTo>
                <a:lnTo>
                  <a:pt x="9175" y="5562"/>
                </a:lnTo>
                <a:lnTo>
                  <a:pt x="9175" y="5126"/>
                </a:lnTo>
                <a:lnTo>
                  <a:pt x="8664" y="5126"/>
                </a:lnTo>
                <a:close/>
                <a:moveTo>
                  <a:pt x="8122" y="5126"/>
                </a:moveTo>
                <a:lnTo>
                  <a:pt x="8122" y="5562"/>
                </a:lnTo>
                <a:lnTo>
                  <a:pt x="8633" y="5562"/>
                </a:lnTo>
                <a:lnTo>
                  <a:pt x="8633" y="5126"/>
                </a:lnTo>
                <a:lnTo>
                  <a:pt x="8122" y="5126"/>
                </a:lnTo>
                <a:close/>
                <a:moveTo>
                  <a:pt x="7581" y="5126"/>
                </a:moveTo>
                <a:lnTo>
                  <a:pt x="7581" y="5562"/>
                </a:lnTo>
                <a:lnTo>
                  <a:pt x="8091" y="5562"/>
                </a:lnTo>
                <a:lnTo>
                  <a:pt x="8091" y="5126"/>
                </a:lnTo>
                <a:lnTo>
                  <a:pt x="7581" y="5126"/>
                </a:lnTo>
                <a:close/>
                <a:moveTo>
                  <a:pt x="7039" y="5126"/>
                </a:moveTo>
                <a:lnTo>
                  <a:pt x="7039" y="5562"/>
                </a:lnTo>
                <a:lnTo>
                  <a:pt x="7550" y="5562"/>
                </a:lnTo>
                <a:lnTo>
                  <a:pt x="7550" y="5126"/>
                </a:lnTo>
                <a:lnTo>
                  <a:pt x="7039" y="5126"/>
                </a:lnTo>
                <a:close/>
                <a:moveTo>
                  <a:pt x="6497" y="5126"/>
                </a:moveTo>
                <a:lnTo>
                  <a:pt x="6497" y="5562"/>
                </a:lnTo>
                <a:lnTo>
                  <a:pt x="7008" y="5562"/>
                </a:lnTo>
                <a:lnTo>
                  <a:pt x="7008" y="5126"/>
                </a:lnTo>
                <a:lnTo>
                  <a:pt x="6497" y="5126"/>
                </a:lnTo>
                <a:close/>
                <a:moveTo>
                  <a:pt x="5955" y="5126"/>
                </a:moveTo>
                <a:lnTo>
                  <a:pt x="5955" y="5562"/>
                </a:lnTo>
                <a:lnTo>
                  <a:pt x="6466" y="5562"/>
                </a:lnTo>
                <a:lnTo>
                  <a:pt x="6466" y="5126"/>
                </a:lnTo>
                <a:lnTo>
                  <a:pt x="5955" y="5126"/>
                </a:lnTo>
                <a:close/>
                <a:moveTo>
                  <a:pt x="5414" y="5126"/>
                </a:moveTo>
                <a:lnTo>
                  <a:pt x="5414" y="5562"/>
                </a:lnTo>
                <a:lnTo>
                  <a:pt x="5925" y="5562"/>
                </a:lnTo>
                <a:lnTo>
                  <a:pt x="5925" y="5126"/>
                </a:lnTo>
                <a:lnTo>
                  <a:pt x="5414" y="5126"/>
                </a:lnTo>
                <a:close/>
                <a:moveTo>
                  <a:pt x="4872" y="5126"/>
                </a:moveTo>
                <a:lnTo>
                  <a:pt x="4872" y="5562"/>
                </a:lnTo>
                <a:lnTo>
                  <a:pt x="5383" y="5562"/>
                </a:lnTo>
                <a:lnTo>
                  <a:pt x="5383" y="5126"/>
                </a:lnTo>
                <a:lnTo>
                  <a:pt x="4872" y="5126"/>
                </a:lnTo>
                <a:close/>
                <a:moveTo>
                  <a:pt x="4330" y="5126"/>
                </a:moveTo>
                <a:lnTo>
                  <a:pt x="4330" y="5562"/>
                </a:lnTo>
                <a:lnTo>
                  <a:pt x="4841" y="5562"/>
                </a:lnTo>
                <a:lnTo>
                  <a:pt x="4841" y="5126"/>
                </a:lnTo>
                <a:lnTo>
                  <a:pt x="4330" y="5126"/>
                </a:lnTo>
                <a:close/>
                <a:moveTo>
                  <a:pt x="3789" y="5126"/>
                </a:moveTo>
                <a:lnTo>
                  <a:pt x="3789" y="5562"/>
                </a:lnTo>
                <a:lnTo>
                  <a:pt x="4300" y="5562"/>
                </a:lnTo>
                <a:lnTo>
                  <a:pt x="4300" y="5126"/>
                </a:lnTo>
                <a:lnTo>
                  <a:pt x="3789" y="5126"/>
                </a:lnTo>
                <a:close/>
                <a:moveTo>
                  <a:pt x="3247" y="5126"/>
                </a:moveTo>
                <a:lnTo>
                  <a:pt x="3247" y="5562"/>
                </a:lnTo>
                <a:lnTo>
                  <a:pt x="3758" y="5562"/>
                </a:lnTo>
                <a:lnTo>
                  <a:pt x="3758" y="5126"/>
                </a:lnTo>
                <a:lnTo>
                  <a:pt x="3247" y="5126"/>
                </a:lnTo>
                <a:close/>
                <a:moveTo>
                  <a:pt x="2705" y="5126"/>
                </a:moveTo>
                <a:lnTo>
                  <a:pt x="2705" y="5562"/>
                </a:lnTo>
                <a:lnTo>
                  <a:pt x="3216" y="5562"/>
                </a:lnTo>
                <a:lnTo>
                  <a:pt x="3216" y="5126"/>
                </a:lnTo>
                <a:lnTo>
                  <a:pt x="2705" y="5126"/>
                </a:lnTo>
                <a:close/>
                <a:moveTo>
                  <a:pt x="2164" y="5126"/>
                </a:moveTo>
                <a:lnTo>
                  <a:pt x="2164" y="5562"/>
                </a:lnTo>
                <a:lnTo>
                  <a:pt x="2675" y="5562"/>
                </a:lnTo>
                <a:lnTo>
                  <a:pt x="2675" y="5126"/>
                </a:lnTo>
                <a:lnTo>
                  <a:pt x="2164" y="5126"/>
                </a:lnTo>
                <a:close/>
                <a:moveTo>
                  <a:pt x="1622" y="5126"/>
                </a:moveTo>
                <a:lnTo>
                  <a:pt x="1622" y="5562"/>
                </a:lnTo>
                <a:lnTo>
                  <a:pt x="2133" y="5562"/>
                </a:lnTo>
                <a:lnTo>
                  <a:pt x="2133" y="5126"/>
                </a:lnTo>
                <a:lnTo>
                  <a:pt x="1622" y="5126"/>
                </a:lnTo>
                <a:close/>
                <a:moveTo>
                  <a:pt x="1080" y="5126"/>
                </a:moveTo>
                <a:lnTo>
                  <a:pt x="1080" y="5562"/>
                </a:lnTo>
                <a:lnTo>
                  <a:pt x="1591" y="5562"/>
                </a:lnTo>
                <a:lnTo>
                  <a:pt x="1591" y="5126"/>
                </a:lnTo>
                <a:lnTo>
                  <a:pt x="1080" y="5126"/>
                </a:lnTo>
                <a:close/>
                <a:moveTo>
                  <a:pt x="539" y="5126"/>
                </a:moveTo>
                <a:lnTo>
                  <a:pt x="539" y="5562"/>
                </a:lnTo>
                <a:lnTo>
                  <a:pt x="1049" y="5562"/>
                </a:lnTo>
                <a:lnTo>
                  <a:pt x="1049" y="5126"/>
                </a:lnTo>
                <a:lnTo>
                  <a:pt x="539" y="5126"/>
                </a:lnTo>
                <a:close/>
                <a:moveTo>
                  <a:pt x="31" y="5126"/>
                </a:moveTo>
                <a:lnTo>
                  <a:pt x="31" y="5562"/>
                </a:lnTo>
                <a:lnTo>
                  <a:pt x="508" y="5562"/>
                </a:lnTo>
                <a:lnTo>
                  <a:pt x="508" y="5126"/>
                </a:lnTo>
                <a:lnTo>
                  <a:pt x="31" y="5126"/>
                </a:lnTo>
                <a:close/>
                <a:moveTo>
                  <a:pt x="14622" y="4662"/>
                </a:moveTo>
                <a:lnTo>
                  <a:pt x="14622" y="5098"/>
                </a:lnTo>
                <a:lnTo>
                  <a:pt x="15133" y="5098"/>
                </a:lnTo>
                <a:lnTo>
                  <a:pt x="15133" y="4662"/>
                </a:lnTo>
                <a:lnTo>
                  <a:pt x="14622" y="4662"/>
                </a:lnTo>
                <a:close/>
                <a:moveTo>
                  <a:pt x="14081" y="4662"/>
                </a:moveTo>
                <a:lnTo>
                  <a:pt x="14081" y="5098"/>
                </a:lnTo>
                <a:lnTo>
                  <a:pt x="14592" y="5098"/>
                </a:lnTo>
                <a:lnTo>
                  <a:pt x="14592" y="4662"/>
                </a:lnTo>
                <a:lnTo>
                  <a:pt x="14081" y="4662"/>
                </a:lnTo>
                <a:close/>
                <a:moveTo>
                  <a:pt x="13539" y="4662"/>
                </a:moveTo>
                <a:lnTo>
                  <a:pt x="13539" y="5098"/>
                </a:lnTo>
                <a:lnTo>
                  <a:pt x="14050" y="5098"/>
                </a:lnTo>
                <a:lnTo>
                  <a:pt x="14050" y="4662"/>
                </a:lnTo>
                <a:lnTo>
                  <a:pt x="13539" y="4662"/>
                </a:lnTo>
                <a:close/>
                <a:moveTo>
                  <a:pt x="12997" y="4662"/>
                </a:moveTo>
                <a:lnTo>
                  <a:pt x="12997" y="5098"/>
                </a:lnTo>
                <a:lnTo>
                  <a:pt x="13508" y="5098"/>
                </a:lnTo>
                <a:lnTo>
                  <a:pt x="13508" y="4662"/>
                </a:lnTo>
                <a:lnTo>
                  <a:pt x="12997" y="4662"/>
                </a:lnTo>
                <a:close/>
                <a:moveTo>
                  <a:pt x="12456" y="4662"/>
                </a:moveTo>
                <a:lnTo>
                  <a:pt x="12456" y="5098"/>
                </a:lnTo>
                <a:lnTo>
                  <a:pt x="12967" y="5098"/>
                </a:lnTo>
                <a:lnTo>
                  <a:pt x="12967" y="4662"/>
                </a:lnTo>
                <a:lnTo>
                  <a:pt x="12456" y="4662"/>
                </a:lnTo>
                <a:close/>
                <a:moveTo>
                  <a:pt x="11914" y="4662"/>
                </a:moveTo>
                <a:lnTo>
                  <a:pt x="11914" y="5098"/>
                </a:lnTo>
                <a:lnTo>
                  <a:pt x="12425" y="5098"/>
                </a:lnTo>
                <a:lnTo>
                  <a:pt x="12425" y="4662"/>
                </a:lnTo>
                <a:lnTo>
                  <a:pt x="11914" y="4662"/>
                </a:lnTo>
                <a:close/>
                <a:moveTo>
                  <a:pt x="11372" y="4662"/>
                </a:moveTo>
                <a:lnTo>
                  <a:pt x="11372" y="5098"/>
                </a:lnTo>
                <a:lnTo>
                  <a:pt x="11883" y="5098"/>
                </a:lnTo>
                <a:lnTo>
                  <a:pt x="11883" y="4662"/>
                </a:lnTo>
                <a:lnTo>
                  <a:pt x="11372" y="4662"/>
                </a:lnTo>
                <a:close/>
                <a:moveTo>
                  <a:pt x="10831" y="4662"/>
                </a:moveTo>
                <a:lnTo>
                  <a:pt x="10831" y="5098"/>
                </a:lnTo>
                <a:lnTo>
                  <a:pt x="11341" y="5098"/>
                </a:lnTo>
                <a:lnTo>
                  <a:pt x="11341" y="4662"/>
                </a:lnTo>
                <a:lnTo>
                  <a:pt x="10831" y="4662"/>
                </a:lnTo>
                <a:close/>
                <a:moveTo>
                  <a:pt x="10289" y="4662"/>
                </a:moveTo>
                <a:lnTo>
                  <a:pt x="10289" y="5098"/>
                </a:lnTo>
                <a:lnTo>
                  <a:pt x="10800" y="5098"/>
                </a:lnTo>
                <a:lnTo>
                  <a:pt x="10800" y="4662"/>
                </a:lnTo>
                <a:lnTo>
                  <a:pt x="10289" y="4662"/>
                </a:lnTo>
                <a:close/>
                <a:moveTo>
                  <a:pt x="9747" y="4662"/>
                </a:moveTo>
                <a:lnTo>
                  <a:pt x="9747" y="5098"/>
                </a:lnTo>
                <a:lnTo>
                  <a:pt x="10258" y="5098"/>
                </a:lnTo>
                <a:lnTo>
                  <a:pt x="10258" y="4662"/>
                </a:lnTo>
                <a:lnTo>
                  <a:pt x="9747" y="4662"/>
                </a:lnTo>
                <a:close/>
                <a:moveTo>
                  <a:pt x="9206" y="4662"/>
                </a:moveTo>
                <a:lnTo>
                  <a:pt x="9206" y="5098"/>
                </a:lnTo>
                <a:lnTo>
                  <a:pt x="9716" y="5098"/>
                </a:lnTo>
                <a:lnTo>
                  <a:pt x="9716" y="4662"/>
                </a:lnTo>
                <a:lnTo>
                  <a:pt x="9206" y="4662"/>
                </a:lnTo>
                <a:close/>
                <a:moveTo>
                  <a:pt x="8664" y="4662"/>
                </a:moveTo>
                <a:lnTo>
                  <a:pt x="8664" y="5098"/>
                </a:lnTo>
                <a:lnTo>
                  <a:pt x="9175" y="5098"/>
                </a:lnTo>
                <a:lnTo>
                  <a:pt x="9175" y="4662"/>
                </a:lnTo>
                <a:lnTo>
                  <a:pt x="8664" y="4662"/>
                </a:lnTo>
                <a:close/>
                <a:moveTo>
                  <a:pt x="8122" y="4662"/>
                </a:moveTo>
                <a:lnTo>
                  <a:pt x="8122" y="5098"/>
                </a:lnTo>
                <a:lnTo>
                  <a:pt x="8633" y="5098"/>
                </a:lnTo>
                <a:lnTo>
                  <a:pt x="8633" y="4662"/>
                </a:lnTo>
                <a:lnTo>
                  <a:pt x="8122" y="4662"/>
                </a:lnTo>
                <a:close/>
                <a:moveTo>
                  <a:pt x="7581" y="4662"/>
                </a:moveTo>
                <a:lnTo>
                  <a:pt x="7581" y="5098"/>
                </a:lnTo>
                <a:lnTo>
                  <a:pt x="8091" y="5098"/>
                </a:lnTo>
                <a:lnTo>
                  <a:pt x="8091" y="4662"/>
                </a:lnTo>
                <a:lnTo>
                  <a:pt x="7581" y="4662"/>
                </a:lnTo>
                <a:close/>
                <a:moveTo>
                  <a:pt x="7039" y="4662"/>
                </a:moveTo>
                <a:lnTo>
                  <a:pt x="7039" y="5098"/>
                </a:lnTo>
                <a:lnTo>
                  <a:pt x="7550" y="5098"/>
                </a:lnTo>
                <a:lnTo>
                  <a:pt x="7550" y="4662"/>
                </a:lnTo>
                <a:lnTo>
                  <a:pt x="7039" y="4662"/>
                </a:lnTo>
                <a:close/>
                <a:moveTo>
                  <a:pt x="6497" y="4662"/>
                </a:moveTo>
                <a:lnTo>
                  <a:pt x="6497" y="5098"/>
                </a:lnTo>
                <a:lnTo>
                  <a:pt x="7008" y="5098"/>
                </a:lnTo>
                <a:lnTo>
                  <a:pt x="7008" y="4662"/>
                </a:lnTo>
                <a:lnTo>
                  <a:pt x="6497" y="4662"/>
                </a:lnTo>
                <a:close/>
                <a:moveTo>
                  <a:pt x="5955" y="4662"/>
                </a:moveTo>
                <a:lnTo>
                  <a:pt x="5955" y="5098"/>
                </a:lnTo>
                <a:lnTo>
                  <a:pt x="6466" y="5098"/>
                </a:lnTo>
                <a:lnTo>
                  <a:pt x="6466" y="4662"/>
                </a:lnTo>
                <a:lnTo>
                  <a:pt x="5955" y="4662"/>
                </a:lnTo>
                <a:close/>
                <a:moveTo>
                  <a:pt x="5414" y="4662"/>
                </a:moveTo>
                <a:lnTo>
                  <a:pt x="5414" y="5098"/>
                </a:lnTo>
                <a:lnTo>
                  <a:pt x="5925" y="5098"/>
                </a:lnTo>
                <a:lnTo>
                  <a:pt x="5925" y="4662"/>
                </a:lnTo>
                <a:lnTo>
                  <a:pt x="5414" y="4662"/>
                </a:lnTo>
                <a:close/>
                <a:moveTo>
                  <a:pt x="4872" y="4662"/>
                </a:moveTo>
                <a:lnTo>
                  <a:pt x="4872" y="5098"/>
                </a:lnTo>
                <a:lnTo>
                  <a:pt x="5383" y="5098"/>
                </a:lnTo>
                <a:lnTo>
                  <a:pt x="5383" y="4662"/>
                </a:lnTo>
                <a:lnTo>
                  <a:pt x="4872" y="4662"/>
                </a:lnTo>
                <a:close/>
                <a:moveTo>
                  <a:pt x="4330" y="4662"/>
                </a:moveTo>
                <a:lnTo>
                  <a:pt x="4330" y="5098"/>
                </a:lnTo>
                <a:lnTo>
                  <a:pt x="4841" y="5098"/>
                </a:lnTo>
                <a:lnTo>
                  <a:pt x="4841" y="4662"/>
                </a:lnTo>
                <a:lnTo>
                  <a:pt x="4330" y="4662"/>
                </a:lnTo>
                <a:close/>
                <a:moveTo>
                  <a:pt x="3789" y="4662"/>
                </a:moveTo>
                <a:lnTo>
                  <a:pt x="3789" y="5098"/>
                </a:lnTo>
                <a:lnTo>
                  <a:pt x="4300" y="5098"/>
                </a:lnTo>
                <a:lnTo>
                  <a:pt x="4300" y="4662"/>
                </a:lnTo>
                <a:lnTo>
                  <a:pt x="3789" y="4662"/>
                </a:lnTo>
                <a:close/>
                <a:moveTo>
                  <a:pt x="3247" y="4662"/>
                </a:moveTo>
                <a:lnTo>
                  <a:pt x="3247" y="5098"/>
                </a:lnTo>
                <a:lnTo>
                  <a:pt x="3758" y="5098"/>
                </a:lnTo>
                <a:lnTo>
                  <a:pt x="3758" y="4662"/>
                </a:lnTo>
                <a:lnTo>
                  <a:pt x="3247" y="4662"/>
                </a:lnTo>
                <a:close/>
                <a:moveTo>
                  <a:pt x="2705" y="4662"/>
                </a:moveTo>
                <a:lnTo>
                  <a:pt x="2705" y="5098"/>
                </a:lnTo>
                <a:lnTo>
                  <a:pt x="3216" y="5098"/>
                </a:lnTo>
                <a:lnTo>
                  <a:pt x="3216" y="4662"/>
                </a:lnTo>
                <a:lnTo>
                  <a:pt x="2705" y="4662"/>
                </a:lnTo>
                <a:close/>
                <a:moveTo>
                  <a:pt x="2164" y="4662"/>
                </a:moveTo>
                <a:lnTo>
                  <a:pt x="2164" y="5098"/>
                </a:lnTo>
                <a:lnTo>
                  <a:pt x="2675" y="5098"/>
                </a:lnTo>
                <a:lnTo>
                  <a:pt x="2675" y="4662"/>
                </a:lnTo>
                <a:lnTo>
                  <a:pt x="2164" y="4662"/>
                </a:lnTo>
                <a:close/>
                <a:moveTo>
                  <a:pt x="1622" y="4662"/>
                </a:moveTo>
                <a:lnTo>
                  <a:pt x="1622" y="5098"/>
                </a:lnTo>
                <a:lnTo>
                  <a:pt x="2133" y="5098"/>
                </a:lnTo>
                <a:lnTo>
                  <a:pt x="2133" y="4662"/>
                </a:lnTo>
                <a:lnTo>
                  <a:pt x="1622" y="4662"/>
                </a:lnTo>
                <a:close/>
                <a:moveTo>
                  <a:pt x="1080" y="4662"/>
                </a:moveTo>
                <a:lnTo>
                  <a:pt x="1080" y="5098"/>
                </a:lnTo>
                <a:lnTo>
                  <a:pt x="1591" y="5098"/>
                </a:lnTo>
                <a:lnTo>
                  <a:pt x="1591" y="4662"/>
                </a:lnTo>
                <a:lnTo>
                  <a:pt x="1080" y="4662"/>
                </a:lnTo>
                <a:close/>
                <a:moveTo>
                  <a:pt x="539" y="4662"/>
                </a:moveTo>
                <a:lnTo>
                  <a:pt x="539" y="5098"/>
                </a:lnTo>
                <a:lnTo>
                  <a:pt x="1049" y="5098"/>
                </a:lnTo>
                <a:lnTo>
                  <a:pt x="1049" y="4662"/>
                </a:lnTo>
                <a:lnTo>
                  <a:pt x="539" y="4662"/>
                </a:lnTo>
                <a:close/>
                <a:moveTo>
                  <a:pt x="31" y="4662"/>
                </a:moveTo>
                <a:lnTo>
                  <a:pt x="31" y="5098"/>
                </a:lnTo>
                <a:lnTo>
                  <a:pt x="508" y="5098"/>
                </a:lnTo>
                <a:lnTo>
                  <a:pt x="508" y="4662"/>
                </a:lnTo>
                <a:lnTo>
                  <a:pt x="31" y="4662"/>
                </a:lnTo>
                <a:close/>
                <a:moveTo>
                  <a:pt x="14622" y="4199"/>
                </a:moveTo>
                <a:lnTo>
                  <a:pt x="14622" y="4634"/>
                </a:lnTo>
                <a:lnTo>
                  <a:pt x="15133" y="4634"/>
                </a:lnTo>
                <a:lnTo>
                  <a:pt x="15133" y="4199"/>
                </a:lnTo>
                <a:lnTo>
                  <a:pt x="14622" y="4199"/>
                </a:lnTo>
                <a:close/>
                <a:moveTo>
                  <a:pt x="14081" y="4199"/>
                </a:moveTo>
                <a:lnTo>
                  <a:pt x="14081" y="4634"/>
                </a:lnTo>
                <a:lnTo>
                  <a:pt x="14592" y="4634"/>
                </a:lnTo>
                <a:lnTo>
                  <a:pt x="14592" y="4199"/>
                </a:lnTo>
                <a:lnTo>
                  <a:pt x="14081" y="4199"/>
                </a:lnTo>
                <a:close/>
                <a:moveTo>
                  <a:pt x="13539" y="4199"/>
                </a:moveTo>
                <a:lnTo>
                  <a:pt x="13539" y="4634"/>
                </a:lnTo>
                <a:lnTo>
                  <a:pt x="14050" y="4634"/>
                </a:lnTo>
                <a:lnTo>
                  <a:pt x="14050" y="4199"/>
                </a:lnTo>
                <a:lnTo>
                  <a:pt x="13539" y="4199"/>
                </a:lnTo>
                <a:close/>
                <a:moveTo>
                  <a:pt x="12997" y="4199"/>
                </a:moveTo>
                <a:lnTo>
                  <a:pt x="12997" y="4634"/>
                </a:lnTo>
                <a:lnTo>
                  <a:pt x="13508" y="4634"/>
                </a:lnTo>
                <a:lnTo>
                  <a:pt x="13508" y="4199"/>
                </a:lnTo>
                <a:lnTo>
                  <a:pt x="12997" y="4199"/>
                </a:lnTo>
                <a:close/>
                <a:moveTo>
                  <a:pt x="12456" y="4199"/>
                </a:moveTo>
                <a:lnTo>
                  <a:pt x="12456" y="4634"/>
                </a:lnTo>
                <a:lnTo>
                  <a:pt x="12967" y="4634"/>
                </a:lnTo>
                <a:lnTo>
                  <a:pt x="12967" y="4199"/>
                </a:lnTo>
                <a:lnTo>
                  <a:pt x="12456" y="4199"/>
                </a:lnTo>
                <a:close/>
                <a:moveTo>
                  <a:pt x="11914" y="4199"/>
                </a:moveTo>
                <a:lnTo>
                  <a:pt x="11914" y="4634"/>
                </a:lnTo>
                <a:lnTo>
                  <a:pt x="12425" y="4634"/>
                </a:lnTo>
                <a:lnTo>
                  <a:pt x="12425" y="4199"/>
                </a:lnTo>
                <a:lnTo>
                  <a:pt x="11914" y="4199"/>
                </a:lnTo>
                <a:close/>
                <a:moveTo>
                  <a:pt x="11372" y="4199"/>
                </a:moveTo>
                <a:lnTo>
                  <a:pt x="11372" y="4634"/>
                </a:lnTo>
                <a:lnTo>
                  <a:pt x="11883" y="4634"/>
                </a:lnTo>
                <a:lnTo>
                  <a:pt x="11883" y="4199"/>
                </a:lnTo>
                <a:lnTo>
                  <a:pt x="11372" y="4199"/>
                </a:lnTo>
                <a:close/>
                <a:moveTo>
                  <a:pt x="10831" y="4199"/>
                </a:moveTo>
                <a:lnTo>
                  <a:pt x="10831" y="4634"/>
                </a:lnTo>
                <a:lnTo>
                  <a:pt x="11341" y="4634"/>
                </a:lnTo>
                <a:lnTo>
                  <a:pt x="11341" y="4199"/>
                </a:lnTo>
                <a:lnTo>
                  <a:pt x="10831" y="4199"/>
                </a:lnTo>
                <a:close/>
                <a:moveTo>
                  <a:pt x="10289" y="4199"/>
                </a:moveTo>
                <a:lnTo>
                  <a:pt x="10289" y="4634"/>
                </a:lnTo>
                <a:lnTo>
                  <a:pt x="10800" y="4634"/>
                </a:lnTo>
                <a:lnTo>
                  <a:pt x="10800" y="4199"/>
                </a:lnTo>
                <a:lnTo>
                  <a:pt x="10289" y="4199"/>
                </a:lnTo>
                <a:close/>
                <a:moveTo>
                  <a:pt x="9747" y="4199"/>
                </a:moveTo>
                <a:lnTo>
                  <a:pt x="9747" y="4634"/>
                </a:lnTo>
                <a:lnTo>
                  <a:pt x="10258" y="4634"/>
                </a:lnTo>
                <a:lnTo>
                  <a:pt x="10258" y="4199"/>
                </a:lnTo>
                <a:lnTo>
                  <a:pt x="9747" y="4199"/>
                </a:lnTo>
                <a:close/>
                <a:moveTo>
                  <a:pt x="9206" y="4199"/>
                </a:moveTo>
                <a:lnTo>
                  <a:pt x="9206" y="4634"/>
                </a:lnTo>
                <a:lnTo>
                  <a:pt x="9716" y="4634"/>
                </a:lnTo>
                <a:lnTo>
                  <a:pt x="9716" y="4199"/>
                </a:lnTo>
                <a:lnTo>
                  <a:pt x="9206" y="4199"/>
                </a:lnTo>
                <a:close/>
                <a:moveTo>
                  <a:pt x="8664" y="4199"/>
                </a:moveTo>
                <a:lnTo>
                  <a:pt x="8664" y="4634"/>
                </a:lnTo>
                <a:lnTo>
                  <a:pt x="9175" y="4634"/>
                </a:lnTo>
                <a:lnTo>
                  <a:pt x="9175" y="4199"/>
                </a:lnTo>
                <a:lnTo>
                  <a:pt x="8664" y="4199"/>
                </a:lnTo>
                <a:close/>
                <a:moveTo>
                  <a:pt x="8122" y="4199"/>
                </a:moveTo>
                <a:lnTo>
                  <a:pt x="8122" y="4634"/>
                </a:lnTo>
                <a:lnTo>
                  <a:pt x="8633" y="4634"/>
                </a:lnTo>
                <a:lnTo>
                  <a:pt x="8633" y="4199"/>
                </a:lnTo>
                <a:lnTo>
                  <a:pt x="8122" y="4199"/>
                </a:lnTo>
                <a:close/>
                <a:moveTo>
                  <a:pt x="7581" y="4199"/>
                </a:moveTo>
                <a:lnTo>
                  <a:pt x="7581" y="4634"/>
                </a:lnTo>
                <a:lnTo>
                  <a:pt x="8091" y="4634"/>
                </a:lnTo>
                <a:lnTo>
                  <a:pt x="8091" y="4199"/>
                </a:lnTo>
                <a:lnTo>
                  <a:pt x="7581" y="4199"/>
                </a:lnTo>
                <a:close/>
                <a:moveTo>
                  <a:pt x="7039" y="4199"/>
                </a:moveTo>
                <a:lnTo>
                  <a:pt x="7039" y="4634"/>
                </a:lnTo>
                <a:lnTo>
                  <a:pt x="7550" y="4634"/>
                </a:lnTo>
                <a:lnTo>
                  <a:pt x="7550" y="4199"/>
                </a:lnTo>
                <a:lnTo>
                  <a:pt x="7039" y="4199"/>
                </a:lnTo>
                <a:close/>
                <a:moveTo>
                  <a:pt x="6497" y="4199"/>
                </a:moveTo>
                <a:lnTo>
                  <a:pt x="6497" y="4634"/>
                </a:lnTo>
                <a:lnTo>
                  <a:pt x="7008" y="4634"/>
                </a:lnTo>
                <a:lnTo>
                  <a:pt x="7008" y="4199"/>
                </a:lnTo>
                <a:lnTo>
                  <a:pt x="6497" y="4199"/>
                </a:lnTo>
                <a:close/>
                <a:moveTo>
                  <a:pt x="5955" y="4199"/>
                </a:moveTo>
                <a:lnTo>
                  <a:pt x="5955" y="4634"/>
                </a:lnTo>
                <a:lnTo>
                  <a:pt x="6466" y="4634"/>
                </a:lnTo>
                <a:lnTo>
                  <a:pt x="6466" y="4199"/>
                </a:lnTo>
                <a:lnTo>
                  <a:pt x="5955" y="4199"/>
                </a:lnTo>
                <a:close/>
                <a:moveTo>
                  <a:pt x="5414" y="4199"/>
                </a:moveTo>
                <a:lnTo>
                  <a:pt x="5414" y="4634"/>
                </a:lnTo>
                <a:lnTo>
                  <a:pt x="5925" y="4634"/>
                </a:lnTo>
                <a:lnTo>
                  <a:pt x="5925" y="4199"/>
                </a:lnTo>
                <a:lnTo>
                  <a:pt x="5414" y="4199"/>
                </a:lnTo>
                <a:close/>
                <a:moveTo>
                  <a:pt x="4872" y="4199"/>
                </a:moveTo>
                <a:lnTo>
                  <a:pt x="4872" y="4634"/>
                </a:lnTo>
                <a:lnTo>
                  <a:pt x="5383" y="4634"/>
                </a:lnTo>
                <a:lnTo>
                  <a:pt x="5383" y="4199"/>
                </a:lnTo>
                <a:lnTo>
                  <a:pt x="4872" y="4199"/>
                </a:lnTo>
                <a:close/>
                <a:moveTo>
                  <a:pt x="4330" y="4199"/>
                </a:moveTo>
                <a:lnTo>
                  <a:pt x="4330" y="4634"/>
                </a:lnTo>
                <a:lnTo>
                  <a:pt x="4841" y="4634"/>
                </a:lnTo>
                <a:lnTo>
                  <a:pt x="4841" y="4199"/>
                </a:lnTo>
                <a:lnTo>
                  <a:pt x="4330" y="4199"/>
                </a:lnTo>
                <a:close/>
                <a:moveTo>
                  <a:pt x="3789" y="4199"/>
                </a:moveTo>
                <a:lnTo>
                  <a:pt x="3789" y="4634"/>
                </a:lnTo>
                <a:lnTo>
                  <a:pt x="4300" y="4634"/>
                </a:lnTo>
                <a:lnTo>
                  <a:pt x="4300" y="4199"/>
                </a:lnTo>
                <a:lnTo>
                  <a:pt x="3789" y="4199"/>
                </a:lnTo>
                <a:close/>
                <a:moveTo>
                  <a:pt x="3247" y="4199"/>
                </a:moveTo>
                <a:lnTo>
                  <a:pt x="3247" y="4634"/>
                </a:lnTo>
                <a:lnTo>
                  <a:pt x="3758" y="4634"/>
                </a:lnTo>
                <a:lnTo>
                  <a:pt x="3758" y="4199"/>
                </a:lnTo>
                <a:lnTo>
                  <a:pt x="3247" y="4199"/>
                </a:lnTo>
                <a:close/>
                <a:moveTo>
                  <a:pt x="2705" y="4199"/>
                </a:moveTo>
                <a:lnTo>
                  <a:pt x="2705" y="4634"/>
                </a:lnTo>
                <a:lnTo>
                  <a:pt x="3216" y="4634"/>
                </a:lnTo>
                <a:lnTo>
                  <a:pt x="3216" y="4199"/>
                </a:lnTo>
                <a:lnTo>
                  <a:pt x="2705" y="4199"/>
                </a:lnTo>
                <a:close/>
                <a:moveTo>
                  <a:pt x="2164" y="4199"/>
                </a:moveTo>
                <a:lnTo>
                  <a:pt x="2164" y="4634"/>
                </a:lnTo>
                <a:lnTo>
                  <a:pt x="2675" y="4634"/>
                </a:lnTo>
                <a:lnTo>
                  <a:pt x="2675" y="4199"/>
                </a:lnTo>
                <a:lnTo>
                  <a:pt x="2164" y="4199"/>
                </a:lnTo>
                <a:close/>
                <a:moveTo>
                  <a:pt x="1622" y="4199"/>
                </a:moveTo>
                <a:lnTo>
                  <a:pt x="1622" y="4634"/>
                </a:lnTo>
                <a:lnTo>
                  <a:pt x="2133" y="4634"/>
                </a:lnTo>
                <a:lnTo>
                  <a:pt x="2133" y="4199"/>
                </a:lnTo>
                <a:lnTo>
                  <a:pt x="1622" y="4199"/>
                </a:lnTo>
                <a:close/>
                <a:moveTo>
                  <a:pt x="1080" y="4199"/>
                </a:moveTo>
                <a:lnTo>
                  <a:pt x="1080" y="4634"/>
                </a:lnTo>
                <a:lnTo>
                  <a:pt x="1591" y="4634"/>
                </a:lnTo>
                <a:lnTo>
                  <a:pt x="1591" y="4199"/>
                </a:lnTo>
                <a:lnTo>
                  <a:pt x="1080" y="4199"/>
                </a:lnTo>
                <a:close/>
                <a:moveTo>
                  <a:pt x="539" y="4199"/>
                </a:moveTo>
                <a:lnTo>
                  <a:pt x="539" y="4634"/>
                </a:lnTo>
                <a:lnTo>
                  <a:pt x="1049" y="4634"/>
                </a:lnTo>
                <a:lnTo>
                  <a:pt x="1049" y="4199"/>
                </a:lnTo>
                <a:lnTo>
                  <a:pt x="539" y="4199"/>
                </a:lnTo>
                <a:close/>
                <a:moveTo>
                  <a:pt x="31" y="4199"/>
                </a:moveTo>
                <a:lnTo>
                  <a:pt x="31" y="4634"/>
                </a:lnTo>
                <a:lnTo>
                  <a:pt x="508" y="4634"/>
                </a:lnTo>
                <a:lnTo>
                  <a:pt x="508" y="4199"/>
                </a:lnTo>
                <a:lnTo>
                  <a:pt x="31" y="4199"/>
                </a:lnTo>
                <a:close/>
                <a:moveTo>
                  <a:pt x="14622" y="3735"/>
                </a:moveTo>
                <a:lnTo>
                  <a:pt x="14622" y="4170"/>
                </a:lnTo>
                <a:lnTo>
                  <a:pt x="15133" y="4170"/>
                </a:lnTo>
                <a:lnTo>
                  <a:pt x="15133" y="3735"/>
                </a:lnTo>
                <a:lnTo>
                  <a:pt x="14622" y="3735"/>
                </a:lnTo>
                <a:close/>
                <a:moveTo>
                  <a:pt x="14081" y="3735"/>
                </a:moveTo>
                <a:lnTo>
                  <a:pt x="14081" y="4170"/>
                </a:lnTo>
                <a:lnTo>
                  <a:pt x="14592" y="4170"/>
                </a:lnTo>
                <a:lnTo>
                  <a:pt x="14592" y="3735"/>
                </a:lnTo>
                <a:lnTo>
                  <a:pt x="14081" y="3735"/>
                </a:lnTo>
                <a:close/>
                <a:moveTo>
                  <a:pt x="13539" y="3735"/>
                </a:moveTo>
                <a:lnTo>
                  <a:pt x="13539" y="4170"/>
                </a:lnTo>
                <a:lnTo>
                  <a:pt x="14050" y="4170"/>
                </a:lnTo>
                <a:lnTo>
                  <a:pt x="14050" y="3735"/>
                </a:lnTo>
                <a:lnTo>
                  <a:pt x="13539" y="3735"/>
                </a:lnTo>
                <a:close/>
                <a:moveTo>
                  <a:pt x="12997" y="3735"/>
                </a:moveTo>
                <a:lnTo>
                  <a:pt x="12997" y="4170"/>
                </a:lnTo>
                <a:lnTo>
                  <a:pt x="13508" y="4170"/>
                </a:lnTo>
                <a:lnTo>
                  <a:pt x="13508" y="3735"/>
                </a:lnTo>
                <a:lnTo>
                  <a:pt x="12997" y="3735"/>
                </a:lnTo>
                <a:close/>
                <a:moveTo>
                  <a:pt x="12456" y="3735"/>
                </a:moveTo>
                <a:lnTo>
                  <a:pt x="12456" y="4170"/>
                </a:lnTo>
                <a:lnTo>
                  <a:pt x="12967" y="4170"/>
                </a:lnTo>
                <a:lnTo>
                  <a:pt x="12967" y="3735"/>
                </a:lnTo>
                <a:lnTo>
                  <a:pt x="12456" y="3735"/>
                </a:lnTo>
                <a:close/>
                <a:moveTo>
                  <a:pt x="11914" y="3735"/>
                </a:moveTo>
                <a:lnTo>
                  <a:pt x="11914" y="4170"/>
                </a:lnTo>
                <a:lnTo>
                  <a:pt x="12425" y="4170"/>
                </a:lnTo>
                <a:lnTo>
                  <a:pt x="12425" y="3735"/>
                </a:lnTo>
                <a:lnTo>
                  <a:pt x="11914" y="3735"/>
                </a:lnTo>
                <a:close/>
                <a:moveTo>
                  <a:pt x="11372" y="3735"/>
                </a:moveTo>
                <a:lnTo>
                  <a:pt x="11372" y="4170"/>
                </a:lnTo>
                <a:lnTo>
                  <a:pt x="11883" y="4170"/>
                </a:lnTo>
                <a:lnTo>
                  <a:pt x="11883" y="3735"/>
                </a:lnTo>
                <a:lnTo>
                  <a:pt x="11372" y="3735"/>
                </a:lnTo>
                <a:close/>
                <a:moveTo>
                  <a:pt x="10831" y="3735"/>
                </a:moveTo>
                <a:lnTo>
                  <a:pt x="10831" y="4170"/>
                </a:lnTo>
                <a:lnTo>
                  <a:pt x="11341" y="4170"/>
                </a:lnTo>
                <a:lnTo>
                  <a:pt x="11341" y="3735"/>
                </a:lnTo>
                <a:lnTo>
                  <a:pt x="10831" y="3735"/>
                </a:lnTo>
                <a:close/>
                <a:moveTo>
                  <a:pt x="10289" y="3735"/>
                </a:moveTo>
                <a:lnTo>
                  <a:pt x="10289" y="4170"/>
                </a:lnTo>
                <a:lnTo>
                  <a:pt x="10800" y="4170"/>
                </a:lnTo>
                <a:lnTo>
                  <a:pt x="10800" y="3735"/>
                </a:lnTo>
                <a:lnTo>
                  <a:pt x="10289" y="3735"/>
                </a:lnTo>
                <a:close/>
                <a:moveTo>
                  <a:pt x="9747" y="3735"/>
                </a:moveTo>
                <a:lnTo>
                  <a:pt x="9747" y="4170"/>
                </a:lnTo>
                <a:lnTo>
                  <a:pt x="10258" y="4170"/>
                </a:lnTo>
                <a:lnTo>
                  <a:pt x="10258" y="3735"/>
                </a:lnTo>
                <a:lnTo>
                  <a:pt x="9747" y="3735"/>
                </a:lnTo>
                <a:close/>
                <a:moveTo>
                  <a:pt x="9206" y="3735"/>
                </a:moveTo>
                <a:lnTo>
                  <a:pt x="9206" y="4170"/>
                </a:lnTo>
                <a:lnTo>
                  <a:pt x="9716" y="4170"/>
                </a:lnTo>
                <a:lnTo>
                  <a:pt x="9716" y="3735"/>
                </a:lnTo>
                <a:lnTo>
                  <a:pt x="9206" y="3735"/>
                </a:lnTo>
                <a:close/>
                <a:moveTo>
                  <a:pt x="8664" y="3735"/>
                </a:moveTo>
                <a:lnTo>
                  <a:pt x="8664" y="4170"/>
                </a:lnTo>
                <a:lnTo>
                  <a:pt x="9175" y="4170"/>
                </a:lnTo>
                <a:lnTo>
                  <a:pt x="9175" y="3735"/>
                </a:lnTo>
                <a:lnTo>
                  <a:pt x="8664" y="3735"/>
                </a:lnTo>
                <a:close/>
                <a:moveTo>
                  <a:pt x="8122" y="3735"/>
                </a:moveTo>
                <a:lnTo>
                  <a:pt x="8122" y="4170"/>
                </a:lnTo>
                <a:lnTo>
                  <a:pt x="8633" y="4170"/>
                </a:lnTo>
                <a:lnTo>
                  <a:pt x="8633" y="3735"/>
                </a:lnTo>
                <a:lnTo>
                  <a:pt x="8122" y="3735"/>
                </a:lnTo>
                <a:close/>
                <a:moveTo>
                  <a:pt x="7581" y="3735"/>
                </a:moveTo>
                <a:lnTo>
                  <a:pt x="7581" y="4170"/>
                </a:lnTo>
                <a:lnTo>
                  <a:pt x="8091" y="4170"/>
                </a:lnTo>
                <a:lnTo>
                  <a:pt x="8091" y="3735"/>
                </a:lnTo>
                <a:lnTo>
                  <a:pt x="7581" y="3735"/>
                </a:lnTo>
                <a:close/>
                <a:moveTo>
                  <a:pt x="7039" y="3735"/>
                </a:moveTo>
                <a:lnTo>
                  <a:pt x="7039" y="4170"/>
                </a:lnTo>
                <a:lnTo>
                  <a:pt x="7550" y="4170"/>
                </a:lnTo>
                <a:lnTo>
                  <a:pt x="7550" y="3735"/>
                </a:lnTo>
                <a:lnTo>
                  <a:pt x="7039" y="3735"/>
                </a:lnTo>
                <a:close/>
                <a:moveTo>
                  <a:pt x="6497" y="3735"/>
                </a:moveTo>
                <a:lnTo>
                  <a:pt x="6497" y="4170"/>
                </a:lnTo>
                <a:lnTo>
                  <a:pt x="7008" y="4170"/>
                </a:lnTo>
                <a:lnTo>
                  <a:pt x="7008" y="3735"/>
                </a:lnTo>
                <a:lnTo>
                  <a:pt x="6497" y="3735"/>
                </a:lnTo>
                <a:close/>
                <a:moveTo>
                  <a:pt x="5955" y="3735"/>
                </a:moveTo>
                <a:lnTo>
                  <a:pt x="5955" y="4170"/>
                </a:lnTo>
                <a:lnTo>
                  <a:pt x="6466" y="4170"/>
                </a:lnTo>
                <a:lnTo>
                  <a:pt x="6466" y="3735"/>
                </a:lnTo>
                <a:lnTo>
                  <a:pt x="5955" y="3735"/>
                </a:lnTo>
                <a:close/>
                <a:moveTo>
                  <a:pt x="5414" y="3735"/>
                </a:moveTo>
                <a:lnTo>
                  <a:pt x="5414" y="4170"/>
                </a:lnTo>
                <a:lnTo>
                  <a:pt x="5925" y="4170"/>
                </a:lnTo>
                <a:lnTo>
                  <a:pt x="5925" y="3735"/>
                </a:lnTo>
                <a:lnTo>
                  <a:pt x="5414" y="3735"/>
                </a:lnTo>
                <a:close/>
                <a:moveTo>
                  <a:pt x="4872" y="3735"/>
                </a:moveTo>
                <a:lnTo>
                  <a:pt x="4872" y="4170"/>
                </a:lnTo>
                <a:lnTo>
                  <a:pt x="5383" y="4170"/>
                </a:lnTo>
                <a:lnTo>
                  <a:pt x="5383" y="3735"/>
                </a:lnTo>
                <a:lnTo>
                  <a:pt x="4872" y="3735"/>
                </a:lnTo>
                <a:close/>
                <a:moveTo>
                  <a:pt x="4330" y="3735"/>
                </a:moveTo>
                <a:lnTo>
                  <a:pt x="4330" y="4170"/>
                </a:lnTo>
                <a:lnTo>
                  <a:pt x="4841" y="4170"/>
                </a:lnTo>
                <a:lnTo>
                  <a:pt x="4841" y="3735"/>
                </a:lnTo>
                <a:lnTo>
                  <a:pt x="4330" y="3735"/>
                </a:lnTo>
                <a:close/>
                <a:moveTo>
                  <a:pt x="3789" y="3735"/>
                </a:moveTo>
                <a:lnTo>
                  <a:pt x="3789" y="4170"/>
                </a:lnTo>
                <a:lnTo>
                  <a:pt x="4300" y="4170"/>
                </a:lnTo>
                <a:lnTo>
                  <a:pt x="4300" y="3735"/>
                </a:lnTo>
                <a:lnTo>
                  <a:pt x="3789" y="3735"/>
                </a:lnTo>
                <a:close/>
                <a:moveTo>
                  <a:pt x="3247" y="3735"/>
                </a:moveTo>
                <a:lnTo>
                  <a:pt x="3247" y="4170"/>
                </a:lnTo>
                <a:lnTo>
                  <a:pt x="3758" y="4170"/>
                </a:lnTo>
                <a:lnTo>
                  <a:pt x="3758" y="3735"/>
                </a:lnTo>
                <a:lnTo>
                  <a:pt x="3247" y="3735"/>
                </a:lnTo>
                <a:close/>
                <a:moveTo>
                  <a:pt x="2705" y="3735"/>
                </a:moveTo>
                <a:lnTo>
                  <a:pt x="2705" y="4170"/>
                </a:lnTo>
                <a:lnTo>
                  <a:pt x="3216" y="4170"/>
                </a:lnTo>
                <a:lnTo>
                  <a:pt x="3216" y="3735"/>
                </a:lnTo>
                <a:lnTo>
                  <a:pt x="2705" y="3735"/>
                </a:lnTo>
                <a:close/>
                <a:moveTo>
                  <a:pt x="2164" y="3735"/>
                </a:moveTo>
                <a:lnTo>
                  <a:pt x="2164" y="4170"/>
                </a:lnTo>
                <a:lnTo>
                  <a:pt x="2675" y="4170"/>
                </a:lnTo>
                <a:lnTo>
                  <a:pt x="2675" y="3735"/>
                </a:lnTo>
                <a:lnTo>
                  <a:pt x="2164" y="3735"/>
                </a:lnTo>
                <a:close/>
                <a:moveTo>
                  <a:pt x="1622" y="3735"/>
                </a:moveTo>
                <a:lnTo>
                  <a:pt x="1622" y="4170"/>
                </a:lnTo>
                <a:lnTo>
                  <a:pt x="2133" y="4170"/>
                </a:lnTo>
                <a:lnTo>
                  <a:pt x="2133" y="3735"/>
                </a:lnTo>
                <a:lnTo>
                  <a:pt x="1622" y="3735"/>
                </a:lnTo>
                <a:close/>
                <a:moveTo>
                  <a:pt x="1080" y="3735"/>
                </a:moveTo>
                <a:lnTo>
                  <a:pt x="1080" y="4170"/>
                </a:lnTo>
                <a:lnTo>
                  <a:pt x="1591" y="4170"/>
                </a:lnTo>
                <a:lnTo>
                  <a:pt x="1591" y="3735"/>
                </a:lnTo>
                <a:lnTo>
                  <a:pt x="1080" y="3735"/>
                </a:lnTo>
                <a:close/>
                <a:moveTo>
                  <a:pt x="539" y="3735"/>
                </a:moveTo>
                <a:lnTo>
                  <a:pt x="539" y="4170"/>
                </a:lnTo>
                <a:lnTo>
                  <a:pt x="1049" y="4170"/>
                </a:lnTo>
                <a:lnTo>
                  <a:pt x="1049" y="3735"/>
                </a:lnTo>
                <a:lnTo>
                  <a:pt x="539" y="3735"/>
                </a:lnTo>
                <a:close/>
                <a:moveTo>
                  <a:pt x="31" y="3735"/>
                </a:moveTo>
                <a:lnTo>
                  <a:pt x="31" y="4170"/>
                </a:lnTo>
                <a:lnTo>
                  <a:pt x="508" y="4170"/>
                </a:lnTo>
                <a:lnTo>
                  <a:pt x="508" y="3735"/>
                </a:lnTo>
                <a:lnTo>
                  <a:pt x="31" y="3735"/>
                </a:lnTo>
                <a:close/>
                <a:moveTo>
                  <a:pt x="14622" y="3271"/>
                </a:moveTo>
                <a:lnTo>
                  <a:pt x="14622" y="3706"/>
                </a:lnTo>
                <a:lnTo>
                  <a:pt x="15133" y="3706"/>
                </a:lnTo>
                <a:lnTo>
                  <a:pt x="15133" y="3271"/>
                </a:lnTo>
                <a:lnTo>
                  <a:pt x="14622" y="3271"/>
                </a:lnTo>
                <a:close/>
                <a:moveTo>
                  <a:pt x="14081" y="3271"/>
                </a:moveTo>
                <a:lnTo>
                  <a:pt x="14081" y="3706"/>
                </a:lnTo>
                <a:lnTo>
                  <a:pt x="14592" y="3706"/>
                </a:lnTo>
                <a:lnTo>
                  <a:pt x="14592" y="3271"/>
                </a:lnTo>
                <a:lnTo>
                  <a:pt x="14081" y="3271"/>
                </a:lnTo>
                <a:close/>
                <a:moveTo>
                  <a:pt x="13539" y="3271"/>
                </a:moveTo>
                <a:lnTo>
                  <a:pt x="13539" y="3706"/>
                </a:lnTo>
                <a:lnTo>
                  <a:pt x="14050" y="3706"/>
                </a:lnTo>
                <a:lnTo>
                  <a:pt x="14050" y="3271"/>
                </a:lnTo>
                <a:lnTo>
                  <a:pt x="13539" y="3271"/>
                </a:lnTo>
                <a:close/>
                <a:moveTo>
                  <a:pt x="12997" y="3271"/>
                </a:moveTo>
                <a:lnTo>
                  <a:pt x="12997" y="3706"/>
                </a:lnTo>
                <a:lnTo>
                  <a:pt x="13508" y="3706"/>
                </a:lnTo>
                <a:lnTo>
                  <a:pt x="13508" y="3271"/>
                </a:lnTo>
                <a:lnTo>
                  <a:pt x="12997" y="3271"/>
                </a:lnTo>
                <a:close/>
                <a:moveTo>
                  <a:pt x="12456" y="3271"/>
                </a:moveTo>
                <a:lnTo>
                  <a:pt x="12456" y="3706"/>
                </a:lnTo>
                <a:lnTo>
                  <a:pt x="12967" y="3706"/>
                </a:lnTo>
                <a:lnTo>
                  <a:pt x="12967" y="3271"/>
                </a:lnTo>
                <a:lnTo>
                  <a:pt x="12456" y="3271"/>
                </a:lnTo>
                <a:close/>
                <a:moveTo>
                  <a:pt x="11914" y="3271"/>
                </a:moveTo>
                <a:lnTo>
                  <a:pt x="11914" y="3706"/>
                </a:lnTo>
                <a:lnTo>
                  <a:pt x="12425" y="3706"/>
                </a:lnTo>
                <a:lnTo>
                  <a:pt x="12425" y="3271"/>
                </a:lnTo>
                <a:lnTo>
                  <a:pt x="11914" y="3271"/>
                </a:lnTo>
                <a:close/>
                <a:moveTo>
                  <a:pt x="11372" y="3271"/>
                </a:moveTo>
                <a:lnTo>
                  <a:pt x="11372" y="3706"/>
                </a:lnTo>
                <a:lnTo>
                  <a:pt x="11883" y="3706"/>
                </a:lnTo>
                <a:lnTo>
                  <a:pt x="11883" y="3271"/>
                </a:lnTo>
                <a:lnTo>
                  <a:pt x="11372" y="3271"/>
                </a:lnTo>
                <a:close/>
                <a:moveTo>
                  <a:pt x="10831" y="3271"/>
                </a:moveTo>
                <a:lnTo>
                  <a:pt x="10831" y="3706"/>
                </a:lnTo>
                <a:lnTo>
                  <a:pt x="11341" y="3706"/>
                </a:lnTo>
                <a:lnTo>
                  <a:pt x="11341" y="3271"/>
                </a:lnTo>
                <a:lnTo>
                  <a:pt x="10831" y="3271"/>
                </a:lnTo>
                <a:close/>
                <a:moveTo>
                  <a:pt x="10289" y="3271"/>
                </a:moveTo>
                <a:lnTo>
                  <a:pt x="10289" y="3706"/>
                </a:lnTo>
                <a:lnTo>
                  <a:pt x="10800" y="3706"/>
                </a:lnTo>
                <a:lnTo>
                  <a:pt x="10800" y="3271"/>
                </a:lnTo>
                <a:lnTo>
                  <a:pt x="10289" y="3271"/>
                </a:lnTo>
                <a:close/>
                <a:moveTo>
                  <a:pt x="9747" y="3271"/>
                </a:moveTo>
                <a:lnTo>
                  <a:pt x="9747" y="3706"/>
                </a:lnTo>
                <a:lnTo>
                  <a:pt x="10258" y="3706"/>
                </a:lnTo>
                <a:lnTo>
                  <a:pt x="10258" y="3271"/>
                </a:lnTo>
                <a:lnTo>
                  <a:pt x="9747" y="3271"/>
                </a:lnTo>
                <a:close/>
                <a:moveTo>
                  <a:pt x="9206" y="3271"/>
                </a:moveTo>
                <a:lnTo>
                  <a:pt x="9206" y="3706"/>
                </a:lnTo>
                <a:lnTo>
                  <a:pt x="9716" y="3706"/>
                </a:lnTo>
                <a:lnTo>
                  <a:pt x="9716" y="3271"/>
                </a:lnTo>
                <a:lnTo>
                  <a:pt x="9206" y="3271"/>
                </a:lnTo>
                <a:close/>
                <a:moveTo>
                  <a:pt x="8664" y="3271"/>
                </a:moveTo>
                <a:lnTo>
                  <a:pt x="8664" y="3706"/>
                </a:lnTo>
                <a:lnTo>
                  <a:pt x="9175" y="3706"/>
                </a:lnTo>
                <a:lnTo>
                  <a:pt x="9175" y="3271"/>
                </a:lnTo>
                <a:lnTo>
                  <a:pt x="8664" y="3271"/>
                </a:lnTo>
                <a:close/>
                <a:moveTo>
                  <a:pt x="8122" y="3271"/>
                </a:moveTo>
                <a:lnTo>
                  <a:pt x="8122" y="3706"/>
                </a:lnTo>
                <a:lnTo>
                  <a:pt x="8633" y="3706"/>
                </a:lnTo>
                <a:lnTo>
                  <a:pt x="8633" y="3271"/>
                </a:lnTo>
                <a:lnTo>
                  <a:pt x="8122" y="3271"/>
                </a:lnTo>
                <a:close/>
                <a:moveTo>
                  <a:pt x="7581" y="3271"/>
                </a:moveTo>
                <a:lnTo>
                  <a:pt x="7581" y="3706"/>
                </a:lnTo>
                <a:lnTo>
                  <a:pt x="8091" y="3706"/>
                </a:lnTo>
                <a:lnTo>
                  <a:pt x="8091" y="3271"/>
                </a:lnTo>
                <a:lnTo>
                  <a:pt x="7581" y="3271"/>
                </a:lnTo>
                <a:close/>
                <a:moveTo>
                  <a:pt x="7039" y="3271"/>
                </a:moveTo>
                <a:lnTo>
                  <a:pt x="7039" y="3706"/>
                </a:lnTo>
                <a:lnTo>
                  <a:pt x="7550" y="3706"/>
                </a:lnTo>
                <a:lnTo>
                  <a:pt x="7550" y="3271"/>
                </a:lnTo>
                <a:lnTo>
                  <a:pt x="7039" y="3271"/>
                </a:lnTo>
                <a:close/>
                <a:moveTo>
                  <a:pt x="6497" y="3271"/>
                </a:moveTo>
                <a:lnTo>
                  <a:pt x="6497" y="3706"/>
                </a:lnTo>
                <a:lnTo>
                  <a:pt x="7008" y="3706"/>
                </a:lnTo>
                <a:lnTo>
                  <a:pt x="7008" y="3271"/>
                </a:lnTo>
                <a:lnTo>
                  <a:pt x="6497" y="3271"/>
                </a:lnTo>
                <a:close/>
                <a:moveTo>
                  <a:pt x="5955" y="3271"/>
                </a:moveTo>
                <a:lnTo>
                  <a:pt x="5955" y="3706"/>
                </a:lnTo>
                <a:lnTo>
                  <a:pt x="6466" y="3706"/>
                </a:lnTo>
                <a:lnTo>
                  <a:pt x="6466" y="3271"/>
                </a:lnTo>
                <a:lnTo>
                  <a:pt x="5955" y="3271"/>
                </a:lnTo>
                <a:close/>
                <a:moveTo>
                  <a:pt x="5414" y="3271"/>
                </a:moveTo>
                <a:lnTo>
                  <a:pt x="5414" y="3706"/>
                </a:lnTo>
                <a:lnTo>
                  <a:pt x="5925" y="3706"/>
                </a:lnTo>
                <a:lnTo>
                  <a:pt x="5925" y="3271"/>
                </a:lnTo>
                <a:lnTo>
                  <a:pt x="5414" y="3271"/>
                </a:lnTo>
                <a:close/>
                <a:moveTo>
                  <a:pt x="4872" y="3271"/>
                </a:moveTo>
                <a:lnTo>
                  <a:pt x="4872" y="3706"/>
                </a:lnTo>
                <a:lnTo>
                  <a:pt x="5383" y="3706"/>
                </a:lnTo>
                <a:lnTo>
                  <a:pt x="5383" y="3271"/>
                </a:lnTo>
                <a:lnTo>
                  <a:pt x="4872" y="3271"/>
                </a:lnTo>
                <a:close/>
                <a:moveTo>
                  <a:pt x="4330" y="3271"/>
                </a:moveTo>
                <a:lnTo>
                  <a:pt x="4330" y="3706"/>
                </a:lnTo>
                <a:lnTo>
                  <a:pt x="4841" y="3706"/>
                </a:lnTo>
                <a:lnTo>
                  <a:pt x="4841" y="3271"/>
                </a:lnTo>
                <a:lnTo>
                  <a:pt x="4330" y="3271"/>
                </a:lnTo>
                <a:close/>
                <a:moveTo>
                  <a:pt x="3789" y="3271"/>
                </a:moveTo>
                <a:lnTo>
                  <a:pt x="3789" y="3706"/>
                </a:lnTo>
                <a:lnTo>
                  <a:pt x="4300" y="3706"/>
                </a:lnTo>
                <a:lnTo>
                  <a:pt x="4300" y="3271"/>
                </a:lnTo>
                <a:lnTo>
                  <a:pt x="3789" y="3271"/>
                </a:lnTo>
                <a:close/>
                <a:moveTo>
                  <a:pt x="3247" y="3271"/>
                </a:moveTo>
                <a:lnTo>
                  <a:pt x="3247" y="3706"/>
                </a:lnTo>
                <a:lnTo>
                  <a:pt x="3758" y="3706"/>
                </a:lnTo>
                <a:lnTo>
                  <a:pt x="3758" y="3271"/>
                </a:lnTo>
                <a:lnTo>
                  <a:pt x="3247" y="3271"/>
                </a:lnTo>
                <a:close/>
                <a:moveTo>
                  <a:pt x="2705" y="3271"/>
                </a:moveTo>
                <a:lnTo>
                  <a:pt x="2705" y="3706"/>
                </a:lnTo>
                <a:lnTo>
                  <a:pt x="3216" y="3706"/>
                </a:lnTo>
                <a:lnTo>
                  <a:pt x="3216" y="3271"/>
                </a:lnTo>
                <a:lnTo>
                  <a:pt x="2705" y="3271"/>
                </a:lnTo>
                <a:close/>
                <a:moveTo>
                  <a:pt x="2164" y="3271"/>
                </a:moveTo>
                <a:lnTo>
                  <a:pt x="2164" y="3706"/>
                </a:lnTo>
                <a:lnTo>
                  <a:pt x="2675" y="3706"/>
                </a:lnTo>
                <a:lnTo>
                  <a:pt x="2675" y="3271"/>
                </a:lnTo>
                <a:lnTo>
                  <a:pt x="2164" y="3271"/>
                </a:lnTo>
                <a:close/>
                <a:moveTo>
                  <a:pt x="1622" y="3271"/>
                </a:moveTo>
                <a:lnTo>
                  <a:pt x="1622" y="3706"/>
                </a:lnTo>
                <a:lnTo>
                  <a:pt x="2133" y="3706"/>
                </a:lnTo>
                <a:lnTo>
                  <a:pt x="2133" y="3271"/>
                </a:lnTo>
                <a:lnTo>
                  <a:pt x="1622" y="3271"/>
                </a:lnTo>
                <a:close/>
                <a:moveTo>
                  <a:pt x="1080" y="3271"/>
                </a:moveTo>
                <a:lnTo>
                  <a:pt x="1080" y="3706"/>
                </a:lnTo>
                <a:lnTo>
                  <a:pt x="1591" y="3706"/>
                </a:lnTo>
                <a:lnTo>
                  <a:pt x="1591" y="3271"/>
                </a:lnTo>
                <a:lnTo>
                  <a:pt x="1080" y="3271"/>
                </a:lnTo>
                <a:close/>
                <a:moveTo>
                  <a:pt x="539" y="3271"/>
                </a:moveTo>
                <a:lnTo>
                  <a:pt x="539" y="3706"/>
                </a:lnTo>
                <a:lnTo>
                  <a:pt x="1049" y="3706"/>
                </a:lnTo>
                <a:lnTo>
                  <a:pt x="1049" y="3271"/>
                </a:lnTo>
                <a:lnTo>
                  <a:pt x="539" y="3271"/>
                </a:lnTo>
                <a:close/>
                <a:moveTo>
                  <a:pt x="31" y="3271"/>
                </a:moveTo>
                <a:lnTo>
                  <a:pt x="31" y="3706"/>
                </a:lnTo>
                <a:lnTo>
                  <a:pt x="508" y="3706"/>
                </a:lnTo>
                <a:lnTo>
                  <a:pt x="508" y="3271"/>
                </a:lnTo>
                <a:lnTo>
                  <a:pt x="31" y="3271"/>
                </a:lnTo>
                <a:close/>
                <a:moveTo>
                  <a:pt x="14622" y="2807"/>
                </a:moveTo>
                <a:lnTo>
                  <a:pt x="14622" y="3243"/>
                </a:lnTo>
                <a:lnTo>
                  <a:pt x="15133" y="3243"/>
                </a:lnTo>
                <a:lnTo>
                  <a:pt x="15133" y="2807"/>
                </a:lnTo>
                <a:lnTo>
                  <a:pt x="14622" y="2807"/>
                </a:lnTo>
                <a:close/>
                <a:moveTo>
                  <a:pt x="14081" y="2807"/>
                </a:moveTo>
                <a:lnTo>
                  <a:pt x="14081" y="3243"/>
                </a:lnTo>
                <a:lnTo>
                  <a:pt x="14592" y="3243"/>
                </a:lnTo>
                <a:lnTo>
                  <a:pt x="14592" y="2807"/>
                </a:lnTo>
                <a:lnTo>
                  <a:pt x="14081" y="2807"/>
                </a:lnTo>
                <a:close/>
                <a:moveTo>
                  <a:pt x="13539" y="2807"/>
                </a:moveTo>
                <a:lnTo>
                  <a:pt x="13539" y="3243"/>
                </a:lnTo>
                <a:lnTo>
                  <a:pt x="14050" y="3243"/>
                </a:lnTo>
                <a:lnTo>
                  <a:pt x="14050" y="2807"/>
                </a:lnTo>
                <a:lnTo>
                  <a:pt x="13539" y="2807"/>
                </a:lnTo>
                <a:close/>
                <a:moveTo>
                  <a:pt x="12997" y="2807"/>
                </a:moveTo>
                <a:lnTo>
                  <a:pt x="12997" y="3243"/>
                </a:lnTo>
                <a:lnTo>
                  <a:pt x="13508" y="3243"/>
                </a:lnTo>
                <a:lnTo>
                  <a:pt x="13508" y="2807"/>
                </a:lnTo>
                <a:lnTo>
                  <a:pt x="12997" y="2807"/>
                </a:lnTo>
                <a:close/>
                <a:moveTo>
                  <a:pt x="12456" y="2807"/>
                </a:moveTo>
                <a:lnTo>
                  <a:pt x="12456" y="3243"/>
                </a:lnTo>
                <a:lnTo>
                  <a:pt x="12967" y="3243"/>
                </a:lnTo>
                <a:lnTo>
                  <a:pt x="12967" y="2807"/>
                </a:lnTo>
                <a:lnTo>
                  <a:pt x="12456" y="2807"/>
                </a:lnTo>
                <a:close/>
                <a:moveTo>
                  <a:pt x="11914" y="2807"/>
                </a:moveTo>
                <a:lnTo>
                  <a:pt x="11914" y="3243"/>
                </a:lnTo>
                <a:lnTo>
                  <a:pt x="12425" y="3243"/>
                </a:lnTo>
                <a:lnTo>
                  <a:pt x="12425" y="2807"/>
                </a:lnTo>
                <a:lnTo>
                  <a:pt x="11914" y="2807"/>
                </a:lnTo>
                <a:close/>
                <a:moveTo>
                  <a:pt x="11372" y="2807"/>
                </a:moveTo>
                <a:lnTo>
                  <a:pt x="11372" y="3243"/>
                </a:lnTo>
                <a:lnTo>
                  <a:pt x="11883" y="3243"/>
                </a:lnTo>
                <a:lnTo>
                  <a:pt x="11883" y="2807"/>
                </a:lnTo>
                <a:lnTo>
                  <a:pt x="11372" y="2807"/>
                </a:lnTo>
                <a:close/>
                <a:moveTo>
                  <a:pt x="10831" y="2807"/>
                </a:moveTo>
                <a:lnTo>
                  <a:pt x="10831" y="3243"/>
                </a:lnTo>
                <a:lnTo>
                  <a:pt x="11341" y="3243"/>
                </a:lnTo>
                <a:lnTo>
                  <a:pt x="11341" y="2807"/>
                </a:lnTo>
                <a:lnTo>
                  <a:pt x="10831" y="2807"/>
                </a:lnTo>
                <a:close/>
                <a:moveTo>
                  <a:pt x="10289" y="2807"/>
                </a:moveTo>
                <a:lnTo>
                  <a:pt x="10289" y="3243"/>
                </a:lnTo>
                <a:lnTo>
                  <a:pt x="10800" y="3243"/>
                </a:lnTo>
                <a:lnTo>
                  <a:pt x="10800" y="2807"/>
                </a:lnTo>
                <a:lnTo>
                  <a:pt x="10289" y="2807"/>
                </a:lnTo>
                <a:close/>
                <a:moveTo>
                  <a:pt x="9747" y="2807"/>
                </a:moveTo>
                <a:lnTo>
                  <a:pt x="9747" y="3243"/>
                </a:lnTo>
                <a:lnTo>
                  <a:pt x="10258" y="3243"/>
                </a:lnTo>
                <a:lnTo>
                  <a:pt x="10258" y="2807"/>
                </a:lnTo>
                <a:lnTo>
                  <a:pt x="9747" y="2807"/>
                </a:lnTo>
                <a:close/>
                <a:moveTo>
                  <a:pt x="9206" y="2807"/>
                </a:moveTo>
                <a:lnTo>
                  <a:pt x="9206" y="3243"/>
                </a:lnTo>
                <a:lnTo>
                  <a:pt x="9716" y="3243"/>
                </a:lnTo>
                <a:lnTo>
                  <a:pt x="9716" y="2807"/>
                </a:lnTo>
                <a:lnTo>
                  <a:pt x="9206" y="2807"/>
                </a:lnTo>
                <a:close/>
                <a:moveTo>
                  <a:pt x="8664" y="2807"/>
                </a:moveTo>
                <a:lnTo>
                  <a:pt x="8664" y="3243"/>
                </a:lnTo>
                <a:lnTo>
                  <a:pt x="9175" y="3243"/>
                </a:lnTo>
                <a:lnTo>
                  <a:pt x="9175" y="2807"/>
                </a:lnTo>
                <a:lnTo>
                  <a:pt x="8664" y="2807"/>
                </a:lnTo>
                <a:close/>
                <a:moveTo>
                  <a:pt x="8122" y="2807"/>
                </a:moveTo>
                <a:lnTo>
                  <a:pt x="8122" y="3243"/>
                </a:lnTo>
                <a:lnTo>
                  <a:pt x="8633" y="3243"/>
                </a:lnTo>
                <a:lnTo>
                  <a:pt x="8633" y="2807"/>
                </a:lnTo>
                <a:lnTo>
                  <a:pt x="8122" y="2807"/>
                </a:lnTo>
                <a:close/>
                <a:moveTo>
                  <a:pt x="7581" y="2807"/>
                </a:moveTo>
                <a:lnTo>
                  <a:pt x="7581" y="3243"/>
                </a:lnTo>
                <a:lnTo>
                  <a:pt x="8091" y="3243"/>
                </a:lnTo>
                <a:lnTo>
                  <a:pt x="8091" y="2807"/>
                </a:lnTo>
                <a:lnTo>
                  <a:pt x="7581" y="2807"/>
                </a:lnTo>
                <a:close/>
                <a:moveTo>
                  <a:pt x="7039" y="2807"/>
                </a:moveTo>
                <a:lnTo>
                  <a:pt x="7039" y="3243"/>
                </a:lnTo>
                <a:lnTo>
                  <a:pt x="7550" y="3243"/>
                </a:lnTo>
                <a:lnTo>
                  <a:pt x="7550" y="2807"/>
                </a:lnTo>
                <a:lnTo>
                  <a:pt x="7039" y="2807"/>
                </a:lnTo>
                <a:close/>
                <a:moveTo>
                  <a:pt x="6497" y="2807"/>
                </a:moveTo>
                <a:lnTo>
                  <a:pt x="6497" y="3243"/>
                </a:lnTo>
                <a:lnTo>
                  <a:pt x="7008" y="3243"/>
                </a:lnTo>
                <a:lnTo>
                  <a:pt x="7008" y="2807"/>
                </a:lnTo>
                <a:lnTo>
                  <a:pt x="6497" y="2807"/>
                </a:lnTo>
                <a:close/>
                <a:moveTo>
                  <a:pt x="5955" y="2807"/>
                </a:moveTo>
                <a:lnTo>
                  <a:pt x="5955" y="3243"/>
                </a:lnTo>
                <a:lnTo>
                  <a:pt x="6466" y="3243"/>
                </a:lnTo>
                <a:lnTo>
                  <a:pt x="6466" y="2807"/>
                </a:lnTo>
                <a:lnTo>
                  <a:pt x="5955" y="2807"/>
                </a:lnTo>
                <a:close/>
                <a:moveTo>
                  <a:pt x="5414" y="2807"/>
                </a:moveTo>
                <a:lnTo>
                  <a:pt x="5414" y="3243"/>
                </a:lnTo>
                <a:lnTo>
                  <a:pt x="5925" y="3243"/>
                </a:lnTo>
                <a:lnTo>
                  <a:pt x="5925" y="2807"/>
                </a:lnTo>
                <a:lnTo>
                  <a:pt x="5414" y="2807"/>
                </a:lnTo>
                <a:close/>
                <a:moveTo>
                  <a:pt x="4872" y="2807"/>
                </a:moveTo>
                <a:lnTo>
                  <a:pt x="4872" y="3243"/>
                </a:lnTo>
                <a:lnTo>
                  <a:pt x="5383" y="3243"/>
                </a:lnTo>
                <a:lnTo>
                  <a:pt x="5383" y="2807"/>
                </a:lnTo>
                <a:lnTo>
                  <a:pt x="4872" y="2807"/>
                </a:lnTo>
                <a:close/>
                <a:moveTo>
                  <a:pt x="4330" y="2807"/>
                </a:moveTo>
                <a:lnTo>
                  <a:pt x="4330" y="3243"/>
                </a:lnTo>
                <a:lnTo>
                  <a:pt x="4841" y="3243"/>
                </a:lnTo>
                <a:lnTo>
                  <a:pt x="4841" y="2807"/>
                </a:lnTo>
                <a:lnTo>
                  <a:pt x="4330" y="2807"/>
                </a:lnTo>
                <a:close/>
                <a:moveTo>
                  <a:pt x="3789" y="2807"/>
                </a:moveTo>
                <a:lnTo>
                  <a:pt x="3789" y="3243"/>
                </a:lnTo>
                <a:lnTo>
                  <a:pt x="4300" y="3243"/>
                </a:lnTo>
                <a:lnTo>
                  <a:pt x="4300" y="2807"/>
                </a:lnTo>
                <a:lnTo>
                  <a:pt x="3789" y="2807"/>
                </a:lnTo>
                <a:close/>
                <a:moveTo>
                  <a:pt x="3247" y="2807"/>
                </a:moveTo>
                <a:lnTo>
                  <a:pt x="3247" y="3243"/>
                </a:lnTo>
                <a:lnTo>
                  <a:pt x="3758" y="3243"/>
                </a:lnTo>
                <a:lnTo>
                  <a:pt x="3758" y="2807"/>
                </a:lnTo>
                <a:lnTo>
                  <a:pt x="3247" y="2807"/>
                </a:lnTo>
                <a:close/>
                <a:moveTo>
                  <a:pt x="2705" y="2807"/>
                </a:moveTo>
                <a:lnTo>
                  <a:pt x="2705" y="3243"/>
                </a:lnTo>
                <a:lnTo>
                  <a:pt x="3216" y="3243"/>
                </a:lnTo>
                <a:lnTo>
                  <a:pt x="3216" y="2807"/>
                </a:lnTo>
                <a:lnTo>
                  <a:pt x="2705" y="2807"/>
                </a:lnTo>
                <a:close/>
                <a:moveTo>
                  <a:pt x="2164" y="2807"/>
                </a:moveTo>
                <a:lnTo>
                  <a:pt x="2164" y="3243"/>
                </a:lnTo>
                <a:lnTo>
                  <a:pt x="2675" y="3243"/>
                </a:lnTo>
                <a:lnTo>
                  <a:pt x="2675" y="2807"/>
                </a:lnTo>
                <a:lnTo>
                  <a:pt x="2164" y="2807"/>
                </a:lnTo>
                <a:close/>
                <a:moveTo>
                  <a:pt x="1622" y="2807"/>
                </a:moveTo>
                <a:lnTo>
                  <a:pt x="1622" y="3243"/>
                </a:lnTo>
                <a:lnTo>
                  <a:pt x="2133" y="3243"/>
                </a:lnTo>
                <a:lnTo>
                  <a:pt x="2133" y="2807"/>
                </a:lnTo>
                <a:lnTo>
                  <a:pt x="1622" y="2807"/>
                </a:lnTo>
                <a:close/>
                <a:moveTo>
                  <a:pt x="1080" y="2807"/>
                </a:moveTo>
                <a:lnTo>
                  <a:pt x="1080" y="3243"/>
                </a:lnTo>
                <a:lnTo>
                  <a:pt x="1591" y="3243"/>
                </a:lnTo>
                <a:lnTo>
                  <a:pt x="1591" y="2807"/>
                </a:lnTo>
                <a:lnTo>
                  <a:pt x="1080" y="2807"/>
                </a:lnTo>
                <a:close/>
                <a:moveTo>
                  <a:pt x="539" y="2807"/>
                </a:moveTo>
                <a:lnTo>
                  <a:pt x="539" y="3243"/>
                </a:lnTo>
                <a:lnTo>
                  <a:pt x="1049" y="3243"/>
                </a:lnTo>
                <a:lnTo>
                  <a:pt x="1049" y="2807"/>
                </a:lnTo>
                <a:lnTo>
                  <a:pt x="539" y="2807"/>
                </a:lnTo>
                <a:close/>
                <a:moveTo>
                  <a:pt x="31" y="2807"/>
                </a:moveTo>
                <a:lnTo>
                  <a:pt x="31" y="3243"/>
                </a:lnTo>
                <a:lnTo>
                  <a:pt x="508" y="3243"/>
                </a:lnTo>
                <a:lnTo>
                  <a:pt x="508" y="2807"/>
                </a:lnTo>
                <a:lnTo>
                  <a:pt x="31" y="2807"/>
                </a:lnTo>
                <a:close/>
                <a:moveTo>
                  <a:pt x="14622" y="2343"/>
                </a:moveTo>
                <a:lnTo>
                  <a:pt x="14622" y="2779"/>
                </a:lnTo>
                <a:lnTo>
                  <a:pt x="15133" y="2779"/>
                </a:lnTo>
                <a:lnTo>
                  <a:pt x="15133" y="2343"/>
                </a:lnTo>
                <a:lnTo>
                  <a:pt x="14622" y="2343"/>
                </a:lnTo>
                <a:close/>
                <a:moveTo>
                  <a:pt x="14081" y="2343"/>
                </a:moveTo>
                <a:lnTo>
                  <a:pt x="14081" y="2779"/>
                </a:lnTo>
                <a:lnTo>
                  <a:pt x="14592" y="2779"/>
                </a:lnTo>
                <a:lnTo>
                  <a:pt x="14592" y="2343"/>
                </a:lnTo>
                <a:lnTo>
                  <a:pt x="14081" y="2343"/>
                </a:lnTo>
                <a:close/>
                <a:moveTo>
                  <a:pt x="13539" y="2343"/>
                </a:moveTo>
                <a:lnTo>
                  <a:pt x="13539" y="2779"/>
                </a:lnTo>
                <a:lnTo>
                  <a:pt x="14050" y="2779"/>
                </a:lnTo>
                <a:lnTo>
                  <a:pt x="14050" y="2343"/>
                </a:lnTo>
                <a:lnTo>
                  <a:pt x="13539" y="2343"/>
                </a:lnTo>
                <a:close/>
                <a:moveTo>
                  <a:pt x="12997" y="2343"/>
                </a:moveTo>
                <a:lnTo>
                  <a:pt x="12997" y="2779"/>
                </a:lnTo>
                <a:lnTo>
                  <a:pt x="13508" y="2779"/>
                </a:lnTo>
                <a:lnTo>
                  <a:pt x="13508" y="2343"/>
                </a:lnTo>
                <a:lnTo>
                  <a:pt x="12997" y="2343"/>
                </a:lnTo>
                <a:close/>
                <a:moveTo>
                  <a:pt x="12456" y="2343"/>
                </a:moveTo>
                <a:lnTo>
                  <a:pt x="12456" y="2779"/>
                </a:lnTo>
                <a:lnTo>
                  <a:pt x="12967" y="2779"/>
                </a:lnTo>
                <a:lnTo>
                  <a:pt x="12967" y="2343"/>
                </a:lnTo>
                <a:lnTo>
                  <a:pt x="12456" y="2343"/>
                </a:lnTo>
                <a:close/>
                <a:moveTo>
                  <a:pt x="11914" y="2343"/>
                </a:moveTo>
                <a:lnTo>
                  <a:pt x="11914" y="2779"/>
                </a:lnTo>
                <a:lnTo>
                  <a:pt x="12425" y="2779"/>
                </a:lnTo>
                <a:lnTo>
                  <a:pt x="12425" y="2343"/>
                </a:lnTo>
                <a:lnTo>
                  <a:pt x="11914" y="2343"/>
                </a:lnTo>
                <a:close/>
                <a:moveTo>
                  <a:pt x="11372" y="2343"/>
                </a:moveTo>
                <a:lnTo>
                  <a:pt x="11372" y="2779"/>
                </a:lnTo>
                <a:lnTo>
                  <a:pt x="11883" y="2779"/>
                </a:lnTo>
                <a:lnTo>
                  <a:pt x="11883" y="2343"/>
                </a:lnTo>
                <a:lnTo>
                  <a:pt x="11372" y="2343"/>
                </a:lnTo>
                <a:close/>
                <a:moveTo>
                  <a:pt x="10831" y="2343"/>
                </a:moveTo>
                <a:lnTo>
                  <a:pt x="10831" y="2779"/>
                </a:lnTo>
                <a:lnTo>
                  <a:pt x="11341" y="2779"/>
                </a:lnTo>
                <a:lnTo>
                  <a:pt x="11341" y="2343"/>
                </a:lnTo>
                <a:lnTo>
                  <a:pt x="10831" y="2343"/>
                </a:lnTo>
                <a:close/>
                <a:moveTo>
                  <a:pt x="10289" y="2343"/>
                </a:moveTo>
                <a:lnTo>
                  <a:pt x="10289" y="2779"/>
                </a:lnTo>
                <a:lnTo>
                  <a:pt x="10800" y="2779"/>
                </a:lnTo>
                <a:lnTo>
                  <a:pt x="10800" y="2343"/>
                </a:lnTo>
                <a:lnTo>
                  <a:pt x="10289" y="2343"/>
                </a:lnTo>
                <a:close/>
                <a:moveTo>
                  <a:pt x="9747" y="2343"/>
                </a:moveTo>
                <a:lnTo>
                  <a:pt x="9747" y="2779"/>
                </a:lnTo>
                <a:lnTo>
                  <a:pt x="10258" y="2779"/>
                </a:lnTo>
                <a:lnTo>
                  <a:pt x="10258" y="2343"/>
                </a:lnTo>
                <a:lnTo>
                  <a:pt x="9747" y="2343"/>
                </a:lnTo>
                <a:close/>
                <a:moveTo>
                  <a:pt x="9206" y="2343"/>
                </a:moveTo>
                <a:lnTo>
                  <a:pt x="9206" y="2779"/>
                </a:lnTo>
                <a:lnTo>
                  <a:pt x="9716" y="2779"/>
                </a:lnTo>
                <a:lnTo>
                  <a:pt x="9716" y="2343"/>
                </a:lnTo>
                <a:lnTo>
                  <a:pt x="9206" y="2343"/>
                </a:lnTo>
                <a:close/>
                <a:moveTo>
                  <a:pt x="8664" y="2343"/>
                </a:moveTo>
                <a:lnTo>
                  <a:pt x="8664" y="2779"/>
                </a:lnTo>
                <a:lnTo>
                  <a:pt x="9175" y="2779"/>
                </a:lnTo>
                <a:lnTo>
                  <a:pt x="9175" y="2343"/>
                </a:lnTo>
                <a:lnTo>
                  <a:pt x="8664" y="2343"/>
                </a:lnTo>
                <a:close/>
                <a:moveTo>
                  <a:pt x="8122" y="2343"/>
                </a:moveTo>
                <a:lnTo>
                  <a:pt x="8122" y="2779"/>
                </a:lnTo>
                <a:lnTo>
                  <a:pt x="8633" y="2779"/>
                </a:lnTo>
                <a:lnTo>
                  <a:pt x="8633" y="2343"/>
                </a:lnTo>
                <a:lnTo>
                  <a:pt x="8122" y="2343"/>
                </a:lnTo>
                <a:close/>
                <a:moveTo>
                  <a:pt x="7581" y="2343"/>
                </a:moveTo>
                <a:lnTo>
                  <a:pt x="7581" y="2779"/>
                </a:lnTo>
                <a:lnTo>
                  <a:pt x="8091" y="2779"/>
                </a:lnTo>
                <a:lnTo>
                  <a:pt x="8091" y="2343"/>
                </a:lnTo>
                <a:lnTo>
                  <a:pt x="7581" y="2343"/>
                </a:lnTo>
                <a:close/>
                <a:moveTo>
                  <a:pt x="7039" y="2343"/>
                </a:moveTo>
                <a:lnTo>
                  <a:pt x="7039" y="2779"/>
                </a:lnTo>
                <a:lnTo>
                  <a:pt x="7550" y="2779"/>
                </a:lnTo>
                <a:lnTo>
                  <a:pt x="7550" y="2343"/>
                </a:lnTo>
                <a:lnTo>
                  <a:pt x="7039" y="2343"/>
                </a:lnTo>
                <a:close/>
                <a:moveTo>
                  <a:pt x="6497" y="2343"/>
                </a:moveTo>
                <a:lnTo>
                  <a:pt x="6497" y="2779"/>
                </a:lnTo>
                <a:lnTo>
                  <a:pt x="7008" y="2779"/>
                </a:lnTo>
                <a:lnTo>
                  <a:pt x="7008" y="2343"/>
                </a:lnTo>
                <a:lnTo>
                  <a:pt x="6497" y="2343"/>
                </a:lnTo>
                <a:close/>
                <a:moveTo>
                  <a:pt x="5955" y="2343"/>
                </a:moveTo>
                <a:lnTo>
                  <a:pt x="5955" y="2779"/>
                </a:lnTo>
                <a:lnTo>
                  <a:pt x="6466" y="2779"/>
                </a:lnTo>
                <a:lnTo>
                  <a:pt x="6466" y="2343"/>
                </a:lnTo>
                <a:lnTo>
                  <a:pt x="5955" y="2343"/>
                </a:lnTo>
                <a:close/>
                <a:moveTo>
                  <a:pt x="5414" y="2343"/>
                </a:moveTo>
                <a:lnTo>
                  <a:pt x="5414" y="2779"/>
                </a:lnTo>
                <a:lnTo>
                  <a:pt x="5925" y="2779"/>
                </a:lnTo>
                <a:lnTo>
                  <a:pt x="5925" y="2343"/>
                </a:lnTo>
                <a:lnTo>
                  <a:pt x="5414" y="2343"/>
                </a:lnTo>
                <a:close/>
                <a:moveTo>
                  <a:pt x="4872" y="2343"/>
                </a:moveTo>
                <a:lnTo>
                  <a:pt x="4872" y="2779"/>
                </a:lnTo>
                <a:lnTo>
                  <a:pt x="5383" y="2779"/>
                </a:lnTo>
                <a:lnTo>
                  <a:pt x="5383" y="2343"/>
                </a:lnTo>
                <a:lnTo>
                  <a:pt x="4872" y="2343"/>
                </a:lnTo>
                <a:close/>
                <a:moveTo>
                  <a:pt x="4330" y="2343"/>
                </a:moveTo>
                <a:lnTo>
                  <a:pt x="4330" y="2779"/>
                </a:lnTo>
                <a:lnTo>
                  <a:pt x="4841" y="2779"/>
                </a:lnTo>
                <a:lnTo>
                  <a:pt x="4841" y="2343"/>
                </a:lnTo>
                <a:lnTo>
                  <a:pt x="4330" y="2343"/>
                </a:lnTo>
                <a:close/>
                <a:moveTo>
                  <a:pt x="3789" y="2343"/>
                </a:moveTo>
                <a:lnTo>
                  <a:pt x="3789" y="2779"/>
                </a:lnTo>
                <a:lnTo>
                  <a:pt x="4300" y="2779"/>
                </a:lnTo>
                <a:lnTo>
                  <a:pt x="4300" y="2343"/>
                </a:lnTo>
                <a:lnTo>
                  <a:pt x="3789" y="2343"/>
                </a:lnTo>
                <a:close/>
                <a:moveTo>
                  <a:pt x="3247" y="2343"/>
                </a:moveTo>
                <a:lnTo>
                  <a:pt x="3247" y="2779"/>
                </a:lnTo>
                <a:lnTo>
                  <a:pt x="3758" y="2779"/>
                </a:lnTo>
                <a:lnTo>
                  <a:pt x="3758" y="2343"/>
                </a:lnTo>
                <a:lnTo>
                  <a:pt x="3247" y="2343"/>
                </a:lnTo>
                <a:close/>
                <a:moveTo>
                  <a:pt x="2705" y="2343"/>
                </a:moveTo>
                <a:lnTo>
                  <a:pt x="2705" y="2779"/>
                </a:lnTo>
                <a:lnTo>
                  <a:pt x="3216" y="2779"/>
                </a:lnTo>
                <a:lnTo>
                  <a:pt x="3216" y="2343"/>
                </a:lnTo>
                <a:lnTo>
                  <a:pt x="2705" y="2343"/>
                </a:lnTo>
                <a:close/>
                <a:moveTo>
                  <a:pt x="2164" y="2343"/>
                </a:moveTo>
                <a:lnTo>
                  <a:pt x="2164" y="2779"/>
                </a:lnTo>
                <a:lnTo>
                  <a:pt x="2675" y="2779"/>
                </a:lnTo>
                <a:lnTo>
                  <a:pt x="2675" y="2343"/>
                </a:lnTo>
                <a:lnTo>
                  <a:pt x="2164" y="2343"/>
                </a:lnTo>
                <a:close/>
                <a:moveTo>
                  <a:pt x="1622" y="2343"/>
                </a:moveTo>
                <a:lnTo>
                  <a:pt x="1622" y="2779"/>
                </a:lnTo>
                <a:lnTo>
                  <a:pt x="2133" y="2779"/>
                </a:lnTo>
                <a:lnTo>
                  <a:pt x="2133" y="2343"/>
                </a:lnTo>
                <a:lnTo>
                  <a:pt x="1622" y="2343"/>
                </a:lnTo>
                <a:close/>
                <a:moveTo>
                  <a:pt x="1080" y="2343"/>
                </a:moveTo>
                <a:lnTo>
                  <a:pt x="1080" y="2779"/>
                </a:lnTo>
                <a:lnTo>
                  <a:pt x="1591" y="2779"/>
                </a:lnTo>
                <a:lnTo>
                  <a:pt x="1591" y="2343"/>
                </a:lnTo>
                <a:lnTo>
                  <a:pt x="1080" y="2343"/>
                </a:lnTo>
                <a:close/>
                <a:moveTo>
                  <a:pt x="539" y="2343"/>
                </a:moveTo>
                <a:lnTo>
                  <a:pt x="539" y="2779"/>
                </a:lnTo>
                <a:lnTo>
                  <a:pt x="1049" y="2779"/>
                </a:lnTo>
                <a:lnTo>
                  <a:pt x="1049" y="2343"/>
                </a:lnTo>
                <a:lnTo>
                  <a:pt x="539" y="2343"/>
                </a:lnTo>
                <a:close/>
                <a:moveTo>
                  <a:pt x="31" y="2343"/>
                </a:moveTo>
                <a:lnTo>
                  <a:pt x="31" y="2779"/>
                </a:lnTo>
                <a:lnTo>
                  <a:pt x="508" y="2779"/>
                </a:lnTo>
                <a:lnTo>
                  <a:pt x="508" y="2343"/>
                </a:lnTo>
                <a:lnTo>
                  <a:pt x="31" y="2343"/>
                </a:lnTo>
                <a:close/>
                <a:moveTo>
                  <a:pt x="14622" y="1879"/>
                </a:moveTo>
                <a:lnTo>
                  <a:pt x="14622" y="2315"/>
                </a:lnTo>
                <a:lnTo>
                  <a:pt x="15133" y="2315"/>
                </a:lnTo>
                <a:lnTo>
                  <a:pt x="15133" y="1879"/>
                </a:lnTo>
                <a:lnTo>
                  <a:pt x="14622" y="1879"/>
                </a:lnTo>
                <a:close/>
                <a:moveTo>
                  <a:pt x="14081" y="1879"/>
                </a:moveTo>
                <a:lnTo>
                  <a:pt x="14081" y="2315"/>
                </a:lnTo>
                <a:lnTo>
                  <a:pt x="14592" y="2315"/>
                </a:lnTo>
                <a:lnTo>
                  <a:pt x="14592" y="1879"/>
                </a:lnTo>
                <a:lnTo>
                  <a:pt x="14081" y="1879"/>
                </a:lnTo>
                <a:close/>
                <a:moveTo>
                  <a:pt x="13539" y="1879"/>
                </a:moveTo>
                <a:lnTo>
                  <a:pt x="13539" y="2315"/>
                </a:lnTo>
                <a:lnTo>
                  <a:pt x="14050" y="2315"/>
                </a:lnTo>
                <a:lnTo>
                  <a:pt x="14050" y="1879"/>
                </a:lnTo>
                <a:lnTo>
                  <a:pt x="13539" y="1879"/>
                </a:lnTo>
                <a:close/>
                <a:moveTo>
                  <a:pt x="12997" y="1879"/>
                </a:moveTo>
                <a:lnTo>
                  <a:pt x="12997" y="2315"/>
                </a:lnTo>
                <a:lnTo>
                  <a:pt x="13508" y="2315"/>
                </a:lnTo>
                <a:lnTo>
                  <a:pt x="13508" y="1879"/>
                </a:lnTo>
                <a:lnTo>
                  <a:pt x="12997" y="1879"/>
                </a:lnTo>
                <a:close/>
                <a:moveTo>
                  <a:pt x="12456" y="1879"/>
                </a:moveTo>
                <a:lnTo>
                  <a:pt x="12456" y="2315"/>
                </a:lnTo>
                <a:lnTo>
                  <a:pt x="12967" y="2315"/>
                </a:lnTo>
                <a:lnTo>
                  <a:pt x="12967" y="1879"/>
                </a:lnTo>
                <a:lnTo>
                  <a:pt x="12456" y="1879"/>
                </a:lnTo>
                <a:close/>
                <a:moveTo>
                  <a:pt x="11914" y="1879"/>
                </a:moveTo>
                <a:lnTo>
                  <a:pt x="11914" y="2315"/>
                </a:lnTo>
                <a:lnTo>
                  <a:pt x="12425" y="2315"/>
                </a:lnTo>
                <a:lnTo>
                  <a:pt x="12425" y="1879"/>
                </a:lnTo>
                <a:lnTo>
                  <a:pt x="11914" y="1879"/>
                </a:lnTo>
                <a:close/>
                <a:moveTo>
                  <a:pt x="11372" y="1879"/>
                </a:moveTo>
                <a:lnTo>
                  <a:pt x="11372" y="2315"/>
                </a:lnTo>
                <a:lnTo>
                  <a:pt x="11883" y="2315"/>
                </a:lnTo>
                <a:lnTo>
                  <a:pt x="11883" y="1879"/>
                </a:lnTo>
                <a:lnTo>
                  <a:pt x="11372" y="1879"/>
                </a:lnTo>
                <a:close/>
                <a:moveTo>
                  <a:pt x="10831" y="1879"/>
                </a:moveTo>
                <a:lnTo>
                  <a:pt x="10831" y="2315"/>
                </a:lnTo>
                <a:lnTo>
                  <a:pt x="11341" y="2315"/>
                </a:lnTo>
                <a:lnTo>
                  <a:pt x="11341" y="1879"/>
                </a:lnTo>
                <a:lnTo>
                  <a:pt x="10831" y="1879"/>
                </a:lnTo>
                <a:close/>
                <a:moveTo>
                  <a:pt x="10289" y="1879"/>
                </a:moveTo>
                <a:lnTo>
                  <a:pt x="10289" y="2315"/>
                </a:lnTo>
                <a:lnTo>
                  <a:pt x="10800" y="2315"/>
                </a:lnTo>
                <a:lnTo>
                  <a:pt x="10800" y="1879"/>
                </a:lnTo>
                <a:lnTo>
                  <a:pt x="10289" y="1879"/>
                </a:lnTo>
                <a:close/>
                <a:moveTo>
                  <a:pt x="9747" y="1879"/>
                </a:moveTo>
                <a:lnTo>
                  <a:pt x="9747" y="2315"/>
                </a:lnTo>
                <a:lnTo>
                  <a:pt x="10258" y="2315"/>
                </a:lnTo>
                <a:lnTo>
                  <a:pt x="10258" y="1879"/>
                </a:lnTo>
                <a:lnTo>
                  <a:pt x="9747" y="1879"/>
                </a:lnTo>
                <a:close/>
                <a:moveTo>
                  <a:pt x="9206" y="1879"/>
                </a:moveTo>
                <a:lnTo>
                  <a:pt x="9206" y="2315"/>
                </a:lnTo>
                <a:lnTo>
                  <a:pt x="9716" y="2315"/>
                </a:lnTo>
                <a:lnTo>
                  <a:pt x="9716" y="1879"/>
                </a:lnTo>
                <a:lnTo>
                  <a:pt x="9206" y="1879"/>
                </a:lnTo>
                <a:close/>
                <a:moveTo>
                  <a:pt x="8664" y="1879"/>
                </a:moveTo>
                <a:lnTo>
                  <a:pt x="8664" y="2315"/>
                </a:lnTo>
                <a:lnTo>
                  <a:pt x="9175" y="2315"/>
                </a:lnTo>
                <a:lnTo>
                  <a:pt x="9175" y="1879"/>
                </a:lnTo>
                <a:lnTo>
                  <a:pt x="8664" y="1879"/>
                </a:lnTo>
                <a:close/>
                <a:moveTo>
                  <a:pt x="8122" y="1879"/>
                </a:moveTo>
                <a:lnTo>
                  <a:pt x="8122" y="2315"/>
                </a:lnTo>
                <a:lnTo>
                  <a:pt x="8633" y="2315"/>
                </a:lnTo>
                <a:lnTo>
                  <a:pt x="8633" y="1879"/>
                </a:lnTo>
                <a:lnTo>
                  <a:pt x="8122" y="1879"/>
                </a:lnTo>
                <a:close/>
                <a:moveTo>
                  <a:pt x="7581" y="1879"/>
                </a:moveTo>
                <a:lnTo>
                  <a:pt x="7581" y="2315"/>
                </a:lnTo>
                <a:lnTo>
                  <a:pt x="8091" y="2315"/>
                </a:lnTo>
                <a:lnTo>
                  <a:pt x="8091" y="1879"/>
                </a:lnTo>
                <a:lnTo>
                  <a:pt x="7581" y="1879"/>
                </a:lnTo>
                <a:close/>
                <a:moveTo>
                  <a:pt x="7039" y="1879"/>
                </a:moveTo>
                <a:lnTo>
                  <a:pt x="7039" y="2315"/>
                </a:lnTo>
                <a:lnTo>
                  <a:pt x="7550" y="2315"/>
                </a:lnTo>
                <a:lnTo>
                  <a:pt x="7550" y="1879"/>
                </a:lnTo>
                <a:lnTo>
                  <a:pt x="7039" y="1879"/>
                </a:lnTo>
                <a:close/>
                <a:moveTo>
                  <a:pt x="6497" y="1879"/>
                </a:moveTo>
                <a:lnTo>
                  <a:pt x="6497" y="2315"/>
                </a:lnTo>
                <a:lnTo>
                  <a:pt x="7008" y="2315"/>
                </a:lnTo>
                <a:lnTo>
                  <a:pt x="7008" y="1879"/>
                </a:lnTo>
                <a:lnTo>
                  <a:pt x="6497" y="1879"/>
                </a:lnTo>
                <a:close/>
                <a:moveTo>
                  <a:pt x="5955" y="1879"/>
                </a:moveTo>
                <a:lnTo>
                  <a:pt x="5955" y="2315"/>
                </a:lnTo>
                <a:lnTo>
                  <a:pt x="6466" y="2315"/>
                </a:lnTo>
                <a:lnTo>
                  <a:pt x="6466" y="1879"/>
                </a:lnTo>
                <a:lnTo>
                  <a:pt x="5955" y="1879"/>
                </a:lnTo>
                <a:close/>
                <a:moveTo>
                  <a:pt x="5414" y="1879"/>
                </a:moveTo>
                <a:lnTo>
                  <a:pt x="5414" y="2315"/>
                </a:lnTo>
                <a:lnTo>
                  <a:pt x="5925" y="2315"/>
                </a:lnTo>
                <a:lnTo>
                  <a:pt x="5925" y="1879"/>
                </a:lnTo>
                <a:lnTo>
                  <a:pt x="5414" y="1879"/>
                </a:lnTo>
                <a:close/>
                <a:moveTo>
                  <a:pt x="4872" y="1879"/>
                </a:moveTo>
                <a:lnTo>
                  <a:pt x="4872" y="2315"/>
                </a:lnTo>
                <a:lnTo>
                  <a:pt x="5383" y="2315"/>
                </a:lnTo>
                <a:lnTo>
                  <a:pt x="5383" y="1879"/>
                </a:lnTo>
                <a:lnTo>
                  <a:pt x="4872" y="1879"/>
                </a:lnTo>
                <a:close/>
                <a:moveTo>
                  <a:pt x="4330" y="1879"/>
                </a:moveTo>
                <a:lnTo>
                  <a:pt x="4330" y="2315"/>
                </a:lnTo>
                <a:lnTo>
                  <a:pt x="4841" y="2315"/>
                </a:lnTo>
                <a:lnTo>
                  <a:pt x="4841" y="1879"/>
                </a:lnTo>
                <a:lnTo>
                  <a:pt x="4330" y="1879"/>
                </a:lnTo>
                <a:close/>
                <a:moveTo>
                  <a:pt x="3789" y="1879"/>
                </a:moveTo>
                <a:lnTo>
                  <a:pt x="3789" y="2315"/>
                </a:lnTo>
                <a:lnTo>
                  <a:pt x="4300" y="2315"/>
                </a:lnTo>
                <a:lnTo>
                  <a:pt x="4300" y="1879"/>
                </a:lnTo>
                <a:lnTo>
                  <a:pt x="3789" y="1879"/>
                </a:lnTo>
                <a:close/>
                <a:moveTo>
                  <a:pt x="3247" y="1879"/>
                </a:moveTo>
                <a:lnTo>
                  <a:pt x="3247" y="2315"/>
                </a:lnTo>
                <a:lnTo>
                  <a:pt x="3758" y="2315"/>
                </a:lnTo>
                <a:lnTo>
                  <a:pt x="3758" y="1879"/>
                </a:lnTo>
                <a:lnTo>
                  <a:pt x="3247" y="1879"/>
                </a:lnTo>
                <a:close/>
                <a:moveTo>
                  <a:pt x="2705" y="1879"/>
                </a:moveTo>
                <a:lnTo>
                  <a:pt x="2705" y="2315"/>
                </a:lnTo>
                <a:lnTo>
                  <a:pt x="3216" y="2315"/>
                </a:lnTo>
                <a:lnTo>
                  <a:pt x="3216" y="1879"/>
                </a:lnTo>
                <a:lnTo>
                  <a:pt x="2705" y="1879"/>
                </a:lnTo>
                <a:close/>
                <a:moveTo>
                  <a:pt x="2164" y="1879"/>
                </a:moveTo>
                <a:lnTo>
                  <a:pt x="2164" y="2315"/>
                </a:lnTo>
                <a:lnTo>
                  <a:pt x="2675" y="2315"/>
                </a:lnTo>
                <a:lnTo>
                  <a:pt x="2675" y="1879"/>
                </a:lnTo>
                <a:lnTo>
                  <a:pt x="2164" y="1879"/>
                </a:lnTo>
                <a:close/>
                <a:moveTo>
                  <a:pt x="1622" y="1879"/>
                </a:moveTo>
                <a:lnTo>
                  <a:pt x="1622" y="2315"/>
                </a:lnTo>
                <a:lnTo>
                  <a:pt x="2133" y="2315"/>
                </a:lnTo>
                <a:lnTo>
                  <a:pt x="2133" y="1879"/>
                </a:lnTo>
                <a:lnTo>
                  <a:pt x="1622" y="1879"/>
                </a:lnTo>
                <a:close/>
                <a:moveTo>
                  <a:pt x="1080" y="1879"/>
                </a:moveTo>
                <a:lnTo>
                  <a:pt x="1080" y="2315"/>
                </a:lnTo>
                <a:lnTo>
                  <a:pt x="1591" y="2315"/>
                </a:lnTo>
                <a:lnTo>
                  <a:pt x="1591" y="1879"/>
                </a:lnTo>
                <a:lnTo>
                  <a:pt x="1080" y="1879"/>
                </a:lnTo>
                <a:close/>
                <a:moveTo>
                  <a:pt x="539" y="1879"/>
                </a:moveTo>
                <a:lnTo>
                  <a:pt x="539" y="2315"/>
                </a:lnTo>
                <a:lnTo>
                  <a:pt x="1049" y="2315"/>
                </a:lnTo>
                <a:lnTo>
                  <a:pt x="1049" y="1879"/>
                </a:lnTo>
                <a:lnTo>
                  <a:pt x="539" y="1879"/>
                </a:lnTo>
                <a:close/>
                <a:moveTo>
                  <a:pt x="31" y="1879"/>
                </a:moveTo>
                <a:lnTo>
                  <a:pt x="31" y="2315"/>
                </a:lnTo>
                <a:lnTo>
                  <a:pt x="508" y="2315"/>
                </a:lnTo>
                <a:lnTo>
                  <a:pt x="508" y="1879"/>
                </a:lnTo>
                <a:lnTo>
                  <a:pt x="31" y="1879"/>
                </a:lnTo>
                <a:close/>
                <a:moveTo>
                  <a:pt x="14622" y="1416"/>
                </a:moveTo>
                <a:lnTo>
                  <a:pt x="14622" y="1851"/>
                </a:lnTo>
                <a:lnTo>
                  <a:pt x="15133" y="1851"/>
                </a:lnTo>
                <a:lnTo>
                  <a:pt x="15133" y="1416"/>
                </a:lnTo>
                <a:lnTo>
                  <a:pt x="14622" y="1416"/>
                </a:lnTo>
                <a:close/>
                <a:moveTo>
                  <a:pt x="14081" y="1416"/>
                </a:moveTo>
                <a:lnTo>
                  <a:pt x="14081" y="1851"/>
                </a:lnTo>
                <a:lnTo>
                  <a:pt x="14592" y="1851"/>
                </a:lnTo>
                <a:lnTo>
                  <a:pt x="14592" y="1416"/>
                </a:lnTo>
                <a:lnTo>
                  <a:pt x="14081" y="1416"/>
                </a:lnTo>
                <a:close/>
                <a:moveTo>
                  <a:pt x="13539" y="1416"/>
                </a:moveTo>
                <a:lnTo>
                  <a:pt x="13539" y="1851"/>
                </a:lnTo>
                <a:lnTo>
                  <a:pt x="14050" y="1851"/>
                </a:lnTo>
                <a:lnTo>
                  <a:pt x="14050" y="1416"/>
                </a:lnTo>
                <a:lnTo>
                  <a:pt x="13539" y="1416"/>
                </a:lnTo>
                <a:close/>
                <a:moveTo>
                  <a:pt x="12997" y="1416"/>
                </a:moveTo>
                <a:lnTo>
                  <a:pt x="12997" y="1851"/>
                </a:lnTo>
                <a:lnTo>
                  <a:pt x="13508" y="1851"/>
                </a:lnTo>
                <a:lnTo>
                  <a:pt x="13508" y="1416"/>
                </a:lnTo>
                <a:lnTo>
                  <a:pt x="12997" y="1416"/>
                </a:lnTo>
                <a:close/>
                <a:moveTo>
                  <a:pt x="12456" y="1416"/>
                </a:moveTo>
                <a:lnTo>
                  <a:pt x="12456" y="1851"/>
                </a:lnTo>
                <a:lnTo>
                  <a:pt x="12967" y="1851"/>
                </a:lnTo>
                <a:lnTo>
                  <a:pt x="12967" y="1416"/>
                </a:lnTo>
                <a:lnTo>
                  <a:pt x="12456" y="1416"/>
                </a:lnTo>
                <a:close/>
                <a:moveTo>
                  <a:pt x="11914" y="1416"/>
                </a:moveTo>
                <a:lnTo>
                  <a:pt x="11914" y="1851"/>
                </a:lnTo>
                <a:lnTo>
                  <a:pt x="12425" y="1851"/>
                </a:lnTo>
                <a:lnTo>
                  <a:pt x="12425" y="1416"/>
                </a:lnTo>
                <a:lnTo>
                  <a:pt x="11914" y="1416"/>
                </a:lnTo>
                <a:close/>
                <a:moveTo>
                  <a:pt x="11372" y="1416"/>
                </a:moveTo>
                <a:lnTo>
                  <a:pt x="11372" y="1851"/>
                </a:lnTo>
                <a:lnTo>
                  <a:pt x="11883" y="1851"/>
                </a:lnTo>
                <a:lnTo>
                  <a:pt x="11883" y="1416"/>
                </a:lnTo>
                <a:lnTo>
                  <a:pt x="11372" y="1416"/>
                </a:lnTo>
                <a:close/>
                <a:moveTo>
                  <a:pt x="10831" y="1416"/>
                </a:moveTo>
                <a:lnTo>
                  <a:pt x="10831" y="1851"/>
                </a:lnTo>
                <a:lnTo>
                  <a:pt x="11341" y="1851"/>
                </a:lnTo>
                <a:lnTo>
                  <a:pt x="11341" y="1416"/>
                </a:lnTo>
                <a:lnTo>
                  <a:pt x="10831" y="1416"/>
                </a:lnTo>
                <a:close/>
                <a:moveTo>
                  <a:pt x="10289" y="1416"/>
                </a:moveTo>
                <a:lnTo>
                  <a:pt x="10289" y="1851"/>
                </a:lnTo>
                <a:lnTo>
                  <a:pt x="10800" y="1851"/>
                </a:lnTo>
                <a:lnTo>
                  <a:pt x="10800" y="1416"/>
                </a:lnTo>
                <a:lnTo>
                  <a:pt x="10289" y="1416"/>
                </a:lnTo>
                <a:close/>
                <a:moveTo>
                  <a:pt x="9747" y="1416"/>
                </a:moveTo>
                <a:lnTo>
                  <a:pt x="9747" y="1851"/>
                </a:lnTo>
                <a:lnTo>
                  <a:pt x="10258" y="1851"/>
                </a:lnTo>
                <a:lnTo>
                  <a:pt x="10258" y="1416"/>
                </a:lnTo>
                <a:lnTo>
                  <a:pt x="9747" y="1416"/>
                </a:lnTo>
                <a:close/>
                <a:moveTo>
                  <a:pt x="9206" y="1416"/>
                </a:moveTo>
                <a:lnTo>
                  <a:pt x="9206" y="1851"/>
                </a:lnTo>
                <a:lnTo>
                  <a:pt x="9716" y="1851"/>
                </a:lnTo>
                <a:lnTo>
                  <a:pt x="9716" y="1416"/>
                </a:lnTo>
                <a:lnTo>
                  <a:pt x="9206" y="1416"/>
                </a:lnTo>
                <a:close/>
                <a:moveTo>
                  <a:pt x="8664" y="1416"/>
                </a:moveTo>
                <a:lnTo>
                  <a:pt x="8664" y="1851"/>
                </a:lnTo>
                <a:lnTo>
                  <a:pt x="9175" y="1851"/>
                </a:lnTo>
                <a:lnTo>
                  <a:pt x="9175" y="1416"/>
                </a:lnTo>
                <a:lnTo>
                  <a:pt x="8664" y="1416"/>
                </a:lnTo>
                <a:close/>
                <a:moveTo>
                  <a:pt x="8122" y="1416"/>
                </a:moveTo>
                <a:lnTo>
                  <a:pt x="8122" y="1851"/>
                </a:lnTo>
                <a:lnTo>
                  <a:pt x="8633" y="1851"/>
                </a:lnTo>
                <a:lnTo>
                  <a:pt x="8633" y="1416"/>
                </a:lnTo>
                <a:lnTo>
                  <a:pt x="8122" y="1416"/>
                </a:lnTo>
                <a:close/>
                <a:moveTo>
                  <a:pt x="7581" y="1416"/>
                </a:moveTo>
                <a:lnTo>
                  <a:pt x="7581" y="1851"/>
                </a:lnTo>
                <a:lnTo>
                  <a:pt x="8091" y="1851"/>
                </a:lnTo>
                <a:lnTo>
                  <a:pt x="8091" y="1416"/>
                </a:lnTo>
                <a:lnTo>
                  <a:pt x="7581" y="1416"/>
                </a:lnTo>
                <a:close/>
                <a:moveTo>
                  <a:pt x="7039" y="1416"/>
                </a:moveTo>
                <a:lnTo>
                  <a:pt x="7039" y="1851"/>
                </a:lnTo>
                <a:lnTo>
                  <a:pt x="7550" y="1851"/>
                </a:lnTo>
                <a:lnTo>
                  <a:pt x="7550" y="1416"/>
                </a:lnTo>
                <a:lnTo>
                  <a:pt x="7039" y="1416"/>
                </a:lnTo>
                <a:close/>
                <a:moveTo>
                  <a:pt x="6497" y="1416"/>
                </a:moveTo>
                <a:lnTo>
                  <a:pt x="6497" y="1851"/>
                </a:lnTo>
                <a:lnTo>
                  <a:pt x="7008" y="1851"/>
                </a:lnTo>
                <a:lnTo>
                  <a:pt x="7008" y="1416"/>
                </a:lnTo>
                <a:lnTo>
                  <a:pt x="6497" y="1416"/>
                </a:lnTo>
                <a:close/>
                <a:moveTo>
                  <a:pt x="5955" y="1416"/>
                </a:moveTo>
                <a:lnTo>
                  <a:pt x="5955" y="1851"/>
                </a:lnTo>
                <a:lnTo>
                  <a:pt x="6466" y="1851"/>
                </a:lnTo>
                <a:lnTo>
                  <a:pt x="6466" y="1416"/>
                </a:lnTo>
                <a:lnTo>
                  <a:pt x="5955" y="1416"/>
                </a:lnTo>
                <a:close/>
                <a:moveTo>
                  <a:pt x="5414" y="1416"/>
                </a:moveTo>
                <a:lnTo>
                  <a:pt x="5414" y="1851"/>
                </a:lnTo>
                <a:lnTo>
                  <a:pt x="5925" y="1851"/>
                </a:lnTo>
                <a:lnTo>
                  <a:pt x="5925" y="1416"/>
                </a:lnTo>
                <a:lnTo>
                  <a:pt x="5414" y="1416"/>
                </a:lnTo>
                <a:close/>
                <a:moveTo>
                  <a:pt x="4872" y="1416"/>
                </a:moveTo>
                <a:lnTo>
                  <a:pt x="4872" y="1851"/>
                </a:lnTo>
                <a:lnTo>
                  <a:pt x="5383" y="1851"/>
                </a:lnTo>
                <a:lnTo>
                  <a:pt x="5383" y="1416"/>
                </a:lnTo>
                <a:lnTo>
                  <a:pt x="4872" y="1416"/>
                </a:lnTo>
                <a:close/>
                <a:moveTo>
                  <a:pt x="4330" y="1416"/>
                </a:moveTo>
                <a:lnTo>
                  <a:pt x="4330" y="1851"/>
                </a:lnTo>
                <a:lnTo>
                  <a:pt x="4841" y="1851"/>
                </a:lnTo>
                <a:lnTo>
                  <a:pt x="4841" y="1416"/>
                </a:lnTo>
                <a:lnTo>
                  <a:pt x="4330" y="1416"/>
                </a:lnTo>
                <a:close/>
                <a:moveTo>
                  <a:pt x="3789" y="1416"/>
                </a:moveTo>
                <a:lnTo>
                  <a:pt x="3789" y="1851"/>
                </a:lnTo>
                <a:lnTo>
                  <a:pt x="4300" y="1851"/>
                </a:lnTo>
                <a:lnTo>
                  <a:pt x="4300" y="1416"/>
                </a:lnTo>
                <a:lnTo>
                  <a:pt x="3789" y="1416"/>
                </a:lnTo>
                <a:close/>
                <a:moveTo>
                  <a:pt x="3247" y="1416"/>
                </a:moveTo>
                <a:lnTo>
                  <a:pt x="3247" y="1851"/>
                </a:lnTo>
                <a:lnTo>
                  <a:pt x="3758" y="1851"/>
                </a:lnTo>
                <a:lnTo>
                  <a:pt x="3758" y="1416"/>
                </a:lnTo>
                <a:lnTo>
                  <a:pt x="3247" y="1416"/>
                </a:lnTo>
                <a:close/>
                <a:moveTo>
                  <a:pt x="2705" y="1416"/>
                </a:moveTo>
                <a:lnTo>
                  <a:pt x="2705" y="1851"/>
                </a:lnTo>
                <a:lnTo>
                  <a:pt x="3216" y="1851"/>
                </a:lnTo>
                <a:lnTo>
                  <a:pt x="3216" y="1416"/>
                </a:lnTo>
                <a:lnTo>
                  <a:pt x="2705" y="1416"/>
                </a:lnTo>
                <a:close/>
                <a:moveTo>
                  <a:pt x="2164" y="1416"/>
                </a:moveTo>
                <a:lnTo>
                  <a:pt x="2164" y="1851"/>
                </a:lnTo>
                <a:lnTo>
                  <a:pt x="2675" y="1851"/>
                </a:lnTo>
                <a:lnTo>
                  <a:pt x="2675" y="1416"/>
                </a:lnTo>
                <a:lnTo>
                  <a:pt x="2164" y="1416"/>
                </a:lnTo>
                <a:close/>
                <a:moveTo>
                  <a:pt x="1622" y="1416"/>
                </a:moveTo>
                <a:lnTo>
                  <a:pt x="1622" y="1851"/>
                </a:lnTo>
                <a:lnTo>
                  <a:pt x="2133" y="1851"/>
                </a:lnTo>
                <a:lnTo>
                  <a:pt x="2133" y="1416"/>
                </a:lnTo>
                <a:lnTo>
                  <a:pt x="1622" y="1416"/>
                </a:lnTo>
                <a:close/>
                <a:moveTo>
                  <a:pt x="1080" y="1416"/>
                </a:moveTo>
                <a:lnTo>
                  <a:pt x="1080" y="1851"/>
                </a:lnTo>
                <a:lnTo>
                  <a:pt x="1591" y="1851"/>
                </a:lnTo>
                <a:lnTo>
                  <a:pt x="1591" y="1416"/>
                </a:lnTo>
                <a:lnTo>
                  <a:pt x="1080" y="1416"/>
                </a:lnTo>
                <a:close/>
                <a:moveTo>
                  <a:pt x="539" y="1416"/>
                </a:moveTo>
                <a:lnTo>
                  <a:pt x="539" y="1851"/>
                </a:lnTo>
                <a:lnTo>
                  <a:pt x="1049" y="1851"/>
                </a:lnTo>
                <a:lnTo>
                  <a:pt x="1049" y="1416"/>
                </a:lnTo>
                <a:lnTo>
                  <a:pt x="539" y="1416"/>
                </a:lnTo>
                <a:close/>
                <a:moveTo>
                  <a:pt x="31" y="1416"/>
                </a:moveTo>
                <a:lnTo>
                  <a:pt x="31" y="1851"/>
                </a:lnTo>
                <a:lnTo>
                  <a:pt x="508" y="1851"/>
                </a:lnTo>
                <a:lnTo>
                  <a:pt x="508" y="1416"/>
                </a:lnTo>
                <a:lnTo>
                  <a:pt x="31" y="1416"/>
                </a:lnTo>
                <a:close/>
                <a:moveTo>
                  <a:pt x="14622" y="952"/>
                </a:moveTo>
                <a:lnTo>
                  <a:pt x="14622" y="1387"/>
                </a:lnTo>
                <a:lnTo>
                  <a:pt x="15133" y="1387"/>
                </a:lnTo>
                <a:lnTo>
                  <a:pt x="15133" y="952"/>
                </a:lnTo>
                <a:lnTo>
                  <a:pt x="14622" y="952"/>
                </a:lnTo>
                <a:close/>
                <a:moveTo>
                  <a:pt x="14081" y="952"/>
                </a:moveTo>
                <a:lnTo>
                  <a:pt x="14081" y="1387"/>
                </a:lnTo>
                <a:lnTo>
                  <a:pt x="14592" y="1387"/>
                </a:lnTo>
                <a:lnTo>
                  <a:pt x="14592" y="952"/>
                </a:lnTo>
                <a:lnTo>
                  <a:pt x="14081" y="952"/>
                </a:lnTo>
                <a:close/>
                <a:moveTo>
                  <a:pt x="13539" y="952"/>
                </a:moveTo>
                <a:lnTo>
                  <a:pt x="13539" y="1387"/>
                </a:lnTo>
                <a:lnTo>
                  <a:pt x="14050" y="1387"/>
                </a:lnTo>
                <a:lnTo>
                  <a:pt x="14050" y="952"/>
                </a:lnTo>
                <a:lnTo>
                  <a:pt x="13539" y="952"/>
                </a:lnTo>
                <a:close/>
                <a:moveTo>
                  <a:pt x="12997" y="952"/>
                </a:moveTo>
                <a:lnTo>
                  <a:pt x="12997" y="1387"/>
                </a:lnTo>
                <a:lnTo>
                  <a:pt x="13508" y="1387"/>
                </a:lnTo>
                <a:lnTo>
                  <a:pt x="13508" y="952"/>
                </a:lnTo>
                <a:lnTo>
                  <a:pt x="12997" y="952"/>
                </a:lnTo>
                <a:close/>
                <a:moveTo>
                  <a:pt x="12456" y="952"/>
                </a:moveTo>
                <a:lnTo>
                  <a:pt x="12456" y="1387"/>
                </a:lnTo>
                <a:lnTo>
                  <a:pt x="12967" y="1387"/>
                </a:lnTo>
                <a:lnTo>
                  <a:pt x="12967" y="952"/>
                </a:lnTo>
                <a:lnTo>
                  <a:pt x="12456" y="952"/>
                </a:lnTo>
                <a:close/>
                <a:moveTo>
                  <a:pt x="11914" y="952"/>
                </a:moveTo>
                <a:lnTo>
                  <a:pt x="11914" y="1387"/>
                </a:lnTo>
                <a:lnTo>
                  <a:pt x="12425" y="1387"/>
                </a:lnTo>
                <a:lnTo>
                  <a:pt x="12425" y="952"/>
                </a:lnTo>
                <a:lnTo>
                  <a:pt x="11914" y="952"/>
                </a:lnTo>
                <a:close/>
                <a:moveTo>
                  <a:pt x="11372" y="952"/>
                </a:moveTo>
                <a:lnTo>
                  <a:pt x="11372" y="1387"/>
                </a:lnTo>
                <a:lnTo>
                  <a:pt x="11883" y="1387"/>
                </a:lnTo>
                <a:lnTo>
                  <a:pt x="11883" y="952"/>
                </a:lnTo>
                <a:lnTo>
                  <a:pt x="11372" y="952"/>
                </a:lnTo>
                <a:close/>
                <a:moveTo>
                  <a:pt x="10831" y="952"/>
                </a:moveTo>
                <a:lnTo>
                  <a:pt x="10831" y="1387"/>
                </a:lnTo>
                <a:lnTo>
                  <a:pt x="11341" y="1387"/>
                </a:lnTo>
                <a:lnTo>
                  <a:pt x="11341" y="952"/>
                </a:lnTo>
                <a:lnTo>
                  <a:pt x="10831" y="952"/>
                </a:lnTo>
                <a:close/>
                <a:moveTo>
                  <a:pt x="10289" y="952"/>
                </a:moveTo>
                <a:lnTo>
                  <a:pt x="10289" y="1387"/>
                </a:lnTo>
                <a:lnTo>
                  <a:pt x="10800" y="1387"/>
                </a:lnTo>
                <a:lnTo>
                  <a:pt x="10800" y="952"/>
                </a:lnTo>
                <a:lnTo>
                  <a:pt x="10289" y="952"/>
                </a:lnTo>
                <a:close/>
                <a:moveTo>
                  <a:pt x="9747" y="952"/>
                </a:moveTo>
                <a:lnTo>
                  <a:pt x="9747" y="1387"/>
                </a:lnTo>
                <a:lnTo>
                  <a:pt x="10258" y="1387"/>
                </a:lnTo>
                <a:lnTo>
                  <a:pt x="10258" y="952"/>
                </a:lnTo>
                <a:lnTo>
                  <a:pt x="9747" y="952"/>
                </a:lnTo>
                <a:close/>
                <a:moveTo>
                  <a:pt x="9206" y="952"/>
                </a:moveTo>
                <a:lnTo>
                  <a:pt x="9206" y="1387"/>
                </a:lnTo>
                <a:lnTo>
                  <a:pt x="9716" y="1387"/>
                </a:lnTo>
                <a:lnTo>
                  <a:pt x="9716" y="952"/>
                </a:lnTo>
                <a:lnTo>
                  <a:pt x="9206" y="952"/>
                </a:lnTo>
                <a:close/>
                <a:moveTo>
                  <a:pt x="8664" y="952"/>
                </a:moveTo>
                <a:lnTo>
                  <a:pt x="8664" y="1387"/>
                </a:lnTo>
                <a:lnTo>
                  <a:pt x="9175" y="1387"/>
                </a:lnTo>
                <a:lnTo>
                  <a:pt x="9175" y="952"/>
                </a:lnTo>
                <a:lnTo>
                  <a:pt x="8664" y="952"/>
                </a:lnTo>
                <a:close/>
                <a:moveTo>
                  <a:pt x="8122" y="952"/>
                </a:moveTo>
                <a:lnTo>
                  <a:pt x="8122" y="1387"/>
                </a:lnTo>
                <a:lnTo>
                  <a:pt x="8633" y="1387"/>
                </a:lnTo>
                <a:lnTo>
                  <a:pt x="8633" y="952"/>
                </a:lnTo>
                <a:lnTo>
                  <a:pt x="8122" y="952"/>
                </a:lnTo>
                <a:close/>
                <a:moveTo>
                  <a:pt x="7581" y="952"/>
                </a:moveTo>
                <a:lnTo>
                  <a:pt x="7581" y="1387"/>
                </a:lnTo>
                <a:lnTo>
                  <a:pt x="8091" y="1387"/>
                </a:lnTo>
                <a:lnTo>
                  <a:pt x="8091" y="952"/>
                </a:lnTo>
                <a:lnTo>
                  <a:pt x="7581" y="952"/>
                </a:lnTo>
                <a:close/>
                <a:moveTo>
                  <a:pt x="7039" y="952"/>
                </a:moveTo>
                <a:lnTo>
                  <a:pt x="7039" y="1387"/>
                </a:lnTo>
                <a:lnTo>
                  <a:pt x="7550" y="1387"/>
                </a:lnTo>
                <a:lnTo>
                  <a:pt x="7550" y="952"/>
                </a:lnTo>
                <a:lnTo>
                  <a:pt x="7039" y="952"/>
                </a:lnTo>
                <a:close/>
                <a:moveTo>
                  <a:pt x="6497" y="952"/>
                </a:moveTo>
                <a:lnTo>
                  <a:pt x="6497" y="1387"/>
                </a:lnTo>
                <a:lnTo>
                  <a:pt x="7008" y="1387"/>
                </a:lnTo>
                <a:lnTo>
                  <a:pt x="7008" y="952"/>
                </a:lnTo>
                <a:lnTo>
                  <a:pt x="6497" y="952"/>
                </a:lnTo>
                <a:close/>
                <a:moveTo>
                  <a:pt x="5955" y="952"/>
                </a:moveTo>
                <a:lnTo>
                  <a:pt x="5955" y="1387"/>
                </a:lnTo>
                <a:lnTo>
                  <a:pt x="6466" y="1387"/>
                </a:lnTo>
                <a:lnTo>
                  <a:pt x="6466" y="952"/>
                </a:lnTo>
                <a:lnTo>
                  <a:pt x="5955" y="952"/>
                </a:lnTo>
                <a:close/>
                <a:moveTo>
                  <a:pt x="5414" y="952"/>
                </a:moveTo>
                <a:lnTo>
                  <a:pt x="5414" y="1387"/>
                </a:lnTo>
                <a:lnTo>
                  <a:pt x="5925" y="1387"/>
                </a:lnTo>
                <a:lnTo>
                  <a:pt x="5925" y="952"/>
                </a:lnTo>
                <a:lnTo>
                  <a:pt x="5414" y="952"/>
                </a:lnTo>
                <a:close/>
                <a:moveTo>
                  <a:pt x="4872" y="952"/>
                </a:moveTo>
                <a:lnTo>
                  <a:pt x="4872" y="1387"/>
                </a:lnTo>
                <a:lnTo>
                  <a:pt x="5383" y="1387"/>
                </a:lnTo>
                <a:lnTo>
                  <a:pt x="5383" y="952"/>
                </a:lnTo>
                <a:lnTo>
                  <a:pt x="4872" y="952"/>
                </a:lnTo>
                <a:close/>
                <a:moveTo>
                  <a:pt x="4330" y="952"/>
                </a:moveTo>
                <a:lnTo>
                  <a:pt x="4330" y="1387"/>
                </a:lnTo>
                <a:lnTo>
                  <a:pt x="4841" y="1387"/>
                </a:lnTo>
                <a:lnTo>
                  <a:pt x="4841" y="952"/>
                </a:lnTo>
                <a:lnTo>
                  <a:pt x="4330" y="952"/>
                </a:lnTo>
                <a:close/>
                <a:moveTo>
                  <a:pt x="3789" y="952"/>
                </a:moveTo>
                <a:lnTo>
                  <a:pt x="3789" y="1387"/>
                </a:lnTo>
                <a:lnTo>
                  <a:pt x="4300" y="1387"/>
                </a:lnTo>
                <a:lnTo>
                  <a:pt x="4300" y="952"/>
                </a:lnTo>
                <a:lnTo>
                  <a:pt x="3789" y="952"/>
                </a:lnTo>
                <a:close/>
                <a:moveTo>
                  <a:pt x="3247" y="952"/>
                </a:moveTo>
                <a:lnTo>
                  <a:pt x="3247" y="1387"/>
                </a:lnTo>
                <a:lnTo>
                  <a:pt x="3758" y="1387"/>
                </a:lnTo>
                <a:lnTo>
                  <a:pt x="3758" y="952"/>
                </a:lnTo>
                <a:lnTo>
                  <a:pt x="3247" y="952"/>
                </a:lnTo>
                <a:close/>
                <a:moveTo>
                  <a:pt x="2705" y="952"/>
                </a:moveTo>
                <a:lnTo>
                  <a:pt x="2705" y="1387"/>
                </a:lnTo>
                <a:lnTo>
                  <a:pt x="3216" y="1387"/>
                </a:lnTo>
                <a:lnTo>
                  <a:pt x="3216" y="952"/>
                </a:lnTo>
                <a:lnTo>
                  <a:pt x="2705" y="952"/>
                </a:lnTo>
                <a:close/>
                <a:moveTo>
                  <a:pt x="2164" y="952"/>
                </a:moveTo>
                <a:lnTo>
                  <a:pt x="2164" y="1387"/>
                </a:lnTo>
                <a:lnTo>
                  <a:pt x="2675" y="1387"/>
                </a:lnTo>
                <a:lnTo>
                  <a:pt x="2675" y="952"/>
                </a:lnTo>
                <a:lnTo>
                  <a:pt x="2164" y="952"/>
                </a:lnTo>
                <a:close/>
                <a:moveTo>
                  <a:pt x="1622" y="952"/>
                </a:moveTo>
                <a:lnTo>
                  <a:pt x="1622" y="1387"/>
                </a:lnTo>
                <a:lnTo>
                  <a:pt x="2133" y="1387"/>
                </a:lnTo>
                <a:lnTo>
                  <a:pt x="2133" y="952"/>
                </a:lnTo>
                <a:lnTo>
                  <a:pt x="1622" y="952"/>
                </a:lnTo>
                <a:close/>
                <a:moveTo>
                  <a:pt x="1080" y="952"/>
                </a:moveTo>
                <a:lnTo>
                  <a:pt x="1080" y="1387"/>
                </a:lnTo>
                <a:lnTo>
                  <a:pt x="1591" y="1387"/>
                </a:lnTo>
                <a:lnTo>
                  <a:pt x="1591" y="952"/>
                </a:lnTo>
                <a:lnTo>
                  <a:pt x="1080" y="952"/>
                </a:lnTo>
                <a:close/>
                <a:moveTo>
                  <a:pt x="539" y="952"/>
                </a:moveTo>
                <a:lnTo>
                  <a:pt x="539" y="1387"/>
                </a:lnTo>
                <a:lnTo>
                  <a:pt x="1049" y="1387"/>
                </a:lnTo>
                <a:lnTo>
                  <a:pt x="1049" y="952"/>
                </a:lnTo>
                <a:lnTo>
                  <a:pt x="539" y="952"/>
                </a:lnTo>
                <a:close/>
                <a:moveTo>
                  <a:pt x="31" y="952"/>
                </a:moveTo>
                <a:lnTo>
                  <a:pt x="31" y="1387"/>
                </a:lnTo>
                <a:lnTo>
                  <a:pt x="508" y="1387"/>
                </a:lnTo>
                <a:lnTo>
                  <a:pt x="508" y="952"/>
                </a:lnTo>
                <a:lnTo>
                  <a:pt x="31" y="952"/>
                </a:lnTo>
                <a:close/>
                <a:moveTo>
                  <a:pt x="14622" y="488"/>
                </a:moveTo>
                <a:lnTo>
                  <a:pt x="14622" y="923"/>
                </a:lnTo>
                <a:lnTo>
                  <a:pt x="15133" y="923"/>
                </a:lnTo>
                <a:lnTo>
                  <a:pt x="15133" y="488"/>
                </a:lnTo>
                <a:lnTo>
                  <a:pt x="14622" y="488"/>
                </a:lnTo>
                <a:close/>
                <a:moveTo>
                  <a:pt x="14081" y="488"/>
                </a:moveTo>
                <a:lnTo>
                  <a:pt x="14081" y="923"/>
                </a:lnTo>
                <a:lnTo>
                  <a:pt x="14592" y="923"/>
                </a:lnTo>
                <a:lnTo>
                  <a:pt x="14592" y="488"/>
                </a:lnTo>
                <a:lnTo>
                  <a:pt x="14081" y="488"/>
                </a:lnTo>
                <a:close/>
                <a:moveTo>
                  <a:pt x="13539" y="488"/>
                </a:moveTo>
                <a:lnTo>
                  <a:pt x="13539" y="923"/>
                </a:lnTo>
                <a:lnTo>
                  <a:pt x="14050" y="923"/>
                </a:lnTo>
                <a:lnTo>
                  <a:pt x="14050" y="488"/>
                </a:lnTo>
                <a:lnTo>
                  <a:pt x="13539" y="488"/>
                </a:lnTo>
                <a:close/>
                <a:moveTo>
                  <a:pt x="12997" y="488"/>
                </a:moveTo>
                <a:lnTo>
                  <a:pt x="12997" y="923"/>
                </a:lnTo>
                <a:lnTo>
                  <a:pt x="13508" y="923"/>
                </a:lnTo>
                <a:lnTo>
                  <a:pt x="13508" y="488"/>
                </a:lnTo>
                <a:lnTo>
                  <a:pt x="12997" y="488"/>
                </a:lnTo>
                <a:close/>
                <a:moveTo>
                  <a:pt x="12456" y="488"/>
                </a:moveTo>
                <a:lnTo>
                  <a:pt x="12456" y="923"/>
                </a:lnTo>
                <a:lnTo>
                  <a:pt x="12967" y="923"/>
                </a:lnTo>
                <a:lnTo>
                  <a:pt x="12967" y="488"/>
                </a:lnTo>
                <a:lnTo>
                  <a:pt x="12456" y="488"/>
                </a:lnTo>
                <a:close/>
                <a:moveTo>
                  <a:pt x="11914" y="488"/>
                </a:moveTo>
                <a:lnTo>
                  <a:pt x="11914" y="923"/>
                </a:lnTo>
                <a:lnTo>
                  <a:pt x="12425" y="923"/>
                </a:lnTo>
                <a:lnTo>
                  <a:pt x="12425" y="488"/>
                </a:lnTo>
                <a:lnTo>
                  <a:pt x="11914" y="488"/>
                </a:lnTo>
                <a:close/>
                <a:moveTo>
                  <a:pt x="11372" y="488"/>
                </a:moveTo>
                <a:lnTo>
                  <a:pt x="11372" y="923"/>
                </a:lnTo>
                <a:lnTo>
                  <a:pt x="11883" y="923"/>
                </a:lnTo>
                <a:lnTo>
                  <a:pt x="11883" y="488"/>
                </a:lnTo>
                <a:lnTo>
                  <a:pt x="11372" y="488"/>
                </a:lnTo>
                <a:close/>
                <a:moveTo>
                  <a:pt x="10831" y="488"/>
                </a:moveTo>
                <a:lnTo>
                  <a:pt x="10831" y="923"/>
                </a:lnTo>
                <a:lnTo>
                  <a:pt x="11341" y="923"/>
                </a:lnTo>
                <a:lnTo>
                  <a:pt x="11341" y="488"/>
                </a:lnTo>
                <a:lnTo>
                  <a:pt x="10831" y="488"/>
                </a:lnTo>
                <a:close/>
                <a:moveTo>
                  <a:pt x="10289" y="488"/>
                </a:moveTo>
                <a:lnTo>
                  <a:pt x="10289" y="923"/>
                </a:lnTo>
                <a:lnTo>
                  <a:pt x="10800" y="923"/>
                </a:lnTo>
                <a:lnTo>
                  <a:pt x="10800" y="488"/>
                </a:lnTo>
                <a:lnTo>
                  <a:pt x="10289" y="488"/>
                </a:lnTo>
                <a:close/>
                <a:moveTo>
                  <a:pt x="9747" y="488"/>
                </a:moveTo>
                <a:lnTo>
                  <a:pt x="9747" y="923"/>
                </a:lnTo>
                <a:lnTo>
                  <a:pt x="10258" y="923"/>
                </a:lnTo>
                <a:lnTo>
                  <a:pt x="10258" y="488"/>
                </a:lnTo>
                <a:lnTo>
                  <a:pt x="9747" y="488"/>
                </a:lnTo>
                <a:close/>
                <a:moveTo>
                  <a:pt x="9206" y="488"/>
                </a:moveTo>
                <a:lnTo>
                  <a:pt x="9206" y="923"/>
                </a:lnTo>
                <a:lnTo>
                  <a:pt x="9716" y="923"/>
                </a:lnTo>
                <a:lnTo>
                  <a:pt x="9716" y="488"/>
                </a:lnTo>
                <a:lnTo>
                  <a:pt x="9206" y="488"/>
                </a:lnTo>
                <a:close/>
                <a:moveTo>
                  <a:pt x="8664" y="488"/>
                </a:moveTo>
                <a:lnTo>
                  <a:pt x="8664" y="923"/>
                </a:lnTo>
                <a:lnTo>
                  <a:pt x="9175" y="923"/>
                </a:lnTo>
                <a:lnTo>
                  <a:pt x="9175" y="488"/>
                </a:lnTo>
                <a:lnTo>
                  <a:pt x="8664" y="488"/>
                </a:lnTo>
                <a:close/>
                <a:moveTo>
                  <a:pt x="8122" y="488"/>
                </a:moveTo>
                <a:lnTo>
                  <a:pt x="8122" y="923"/>
                </a:lnTo>
                <a:lnTo>
                  <a:pt x="8633" y="923"/>
                </a:lnTo>
                <a:lnTo>
                  <a:pt x="8633" y="488"/>
                </a:lnTo>
                <a:lnTo>
                  <a:pt x="8122" y="488"/>
                </a:lnTo>
                <a:close/>
                <a:moveTo>
                  <a:pt x="7581" y="488"/>
                </a:moveTo>
                <a:lnTo>
                  <a:pt x="7581" y="923"/>
                </a:lnTo>
                <a:lnTo>
                  <a:pt x="8091" y="923"/>
                </a:lnTo>
                <a:lnTo>
                  <a:pt x="8091" y="488"/>
                </a:lnTo>
                <a:lnTo>
                  <a:pt x="7581" y="488"/>
                </a:lnTo>
                <a:close/>
                <a:moveTo>
                  <a:pt x="7039" y="488"/>
                </a:moveTo>
                <a:lnTo>
                  <a:pt x="7039" y="923"/>
                </a:lnTo>
                <a:lnTo>
                  <a:pt x="7550" y="923"/>
                </a:lnTo>
                <a:lnTo>
                  <a:pt x="7550" y="488"/>
                </a:lnTo>
                <a:lnTo>
                  <a:pt x="7039" y="488"/>
                </a:lnTo>
                <a:close/>
                <a:moveTo>
                  <a:pt x="6497" y="488"/>
                </a:moveTo>
                <a:lnTo>
                  <a:pt x="6497" y="923"/>
                </a:lnTo>
                <a:lnTo>
                  <a:pt x="7008" y="923"/>
                </a:lnTo>
                <a:lnTo>
                  <a:pt x="7008" y="488"/>
                </a:lnTo>
                <a:lnTo>
                  <a:pt x="6497" y="488"/>
                </a:lnTo>
                <a:close/>
                <a:moveTo>
                  <a:pt x="5955" y="488"/>
                </a:moveTo>
                <a:lnTo>
                  <a:pt x="5955" y="923"/>
                </a:lnTo>
                <a:lnTo>
                  <a:pt x="6466" y="923"/>
                </a:lnTo>
                <a:lnTo>
                  <a:pt x="6466" y="488"/>
                </a:lnTo>
                <a:lnTo>
                  <a:pt x="5955" y="488"/>
                </a:lnTo>
                <a:close/>
                <a:moveTo>
                  <a:pt x="5414" y="488"/>
                </a:moveTo>
                <a:lnTo>
                  <a:pt x="5414" y="923"/>
                </a:lnTo>
                <a:lnTo>
                  <a:pt x="5925" y="923"/>
                </a:lnTo>
                <a:lnTo>
                  <a:pt x="5925" y="488"/>
                </a:lnTo>
                <a:lnTo>
                  <a:pt x="5414" y="488"/>
                </a:lnTo>
                <a:close/>
                <a:moveTo>
                  <a:pt x="4872" y="488"/>
                </a:moveTo>
                <a:lnTo>
                  <a:pt x="4872" y="923"/>
                </a:lnTo>
                <a:lnTo>
                  <a:pt x="5383" y="923"/>
                </a:lnTo>
                <a:lnTo>
                  <a:pt x="5383" y="488"/>
                </a:lnTo>
                <a:lnTo>
                  <a:pt x="4872" y="488"/>
                </a:lnTo>
                <a:close/>
                <a:moveTo>
                  <a:pt x="4330" y="488"/>
                </a:moveTo>
                <a:lnTo>
                  <a:pt x="4330" y="923"/>
                </a:lnTo>
                <a:lnTo>
                  <a:pt x="4841" y="923"/>
                </a:lnTo>
                <a:lnTo>
                  <a:pt x="4841" y="488"/>
                </a:lnTo>
                <a:lnTo>
                  <a:pt x="4330" y="488"/>
                </a:lnTo>
                <a:close/>
                <a:moveTo>
                  <a:pt x="3789" y="488"/>
                </a:moveTo>
                <a:lnTo>
                  <a:pt x="3789" y="923"/>
                </a:lnTo>
                <a:lnTo>
                  <a:pt x="4300" y="923"/>
                </a:lnTo>
                <a:lnTo>
                  <a:pt x="4300" y="488"/>
                </a:lnTo>
                <a:lnTo>
                  <a:pt x="3789" y="488"/>
                </a:lnTo>
                <a:close/>
                <a:moveTo>
                  <a:pt x="3247" y="488"/>
                </a:moveTo>
                <a:lnTo>
                  <a:pt x="3247" y="923"/>
                </a:lnTo>
                <a:lnTo>
                  <a:pt x="3758" y="923"/>
                </a:lnTo>
                <a:lnTo>
                  <a:pt x="3758" y="488"/>
                </a:lnTo>
                <a:lnTo>
                  <a:pt x="3247" y="488"/>
                </a:lnTo>
                <a:close/>
                <a:moveTo>
                  <a:pt x="2705" y="488"/>
                </a:moveTo>
                <a:lnTo>
                  <a:pt x="2705" y="923"/>
                </a:lnTo>
                <a:lnTo>
                  <a:pt x="3216" y="923"/>
                </a:lnTo>
                <a:lnTo>
                  <a:pt x="3216" y="488"/>
                </a:lnTo>
                <a:lnTo>
                  <a:pt x="2705" y="488"/>
                </a:lnTo>
                <a:close/>
                <a:moveTo>
                  <a:pt x="2164" y="488"/>
                </a:moveTo>
                <a:lnTo>
                  <a:pt x="2164" y="923"/>
                </a:lnTo>
                <a:lnTo>
                  <a:pt x="2675" y="923"/>
                </a:lnTo>
                <a:lnTo>
                  <a:pt x="2675" y="488"/>
                </a:lnTo>
                <a:lnTo>
                  <a:pt x="2164" y="488"/>
                </a:lnTo>
                <a:close/>
                <a:moveTo>
                  <a:pt x="1622" y="488"/>
                </a:moveTo>
                <a:lnTo>
                  <a:pt x="1622" y="923"/>
                </a:lnTo>
                <a:lnTo>
                  <a:pt x="2133" y="923"/>
                </a:lnTo>
                <a:lnTo>
                  <a:pt x="2133" y="488"/>
                </a:lnTo>
                <a:lnTo>
                  <a:pt x="1622" y="488"/>
                </a:lnTo>
                <a:close/>
                <a:moveTo>
                  <a:pt x="1080" y="488"/>
                </a:moveTo>
                <a:lnTo>
                  <a:pt x="1080" y="923"/>
                </a:lnTo>
                <a:lnTo>
                  <a:pt x="1591" y="923"/>
                </a:lnTo>
                <a:lnTo>
                  <a:pt x="1591" y="488"/>
                </a:lnTo>
                <a:lnTo>
                  <a:pt x="1080" y="488"/>
                </a:lnTo>
                <a:close/>
                <a:moveTo>
                  <a:pt x="539" y="488"/>
                </a:moveTo>
                <a:lnTo>
                  <a:pt x="539" y="923"/>
                </a:lnTo>
                <a:lnTo>
                  <a:pt x="1049" y="923"/>
                </a:lnTo>
                <a:lnTo>
                  <a:pt x="1049" y="488"/>
                </a:lnTo>
                <a:lnTo>
                  <a:pt x="539" y="488"/>
                </a:lnTo>
                <a:close/>
                <a:moveTo>
                  <a:pt x="31" y="488"/>
                </a:moveTo>
                <a:lnTo>
                  <a:pt x="31" y="923"/>
                </a:lnTo>
                <a:lnTo>
                  <a:pt x="508" y="923"/>
                </a:lnTo>
                <a:lnTo>
                  <a:pt x="508" y="488"/>
                </a:lnTo>
                <a:lnTo>
                  <a:pt x="31" y="488"/>
                </a:lnTo>
                <a:close/>
                <a:moveTo>
                  <a:pt x="0" y="0"/>
                </a:moveTo>
                <a:lnTo>
                  <a:pt x="31" y="0"/>
                </a:lnTo>
                <a:lnTo>
                  <a:pt x="31" y="460"/>
                </a:lnTo>
                <a:lnTo>
                  <a:pt x="508" y="460"/>
                </a:lnTo>
                <a:lnTo>
                  <a:pt x="508" y="0"/>
                </a:lnTo>
                <a:lnTo>
                  <a:pt x="539" y="0"/>
                </a:lnTo>
                <a:lnTo>
                  <a:pt x="539" y="460"/>
                </a:lnTo>
                <a:lnTo>
                  <a:pt x="1049" y="460"/>
                </a:lnTo>
                <a:lnTo>
                  <a:pt x="1049" y="0"/>
                </a:lnTo>
                <a:lnTo>
                  <a:pt x="1080" y="0"/>
                </a:lnTo>
                <a:lnTo>
                  <a:pt x="1080" y="460"/>
                </a:lnTo>
                <a:lnTo>
                  <a:pt x="1591" y="460"/>
                </a:lnTo>
                <a:lnTo>
                  <a:pt x="1591" y="0"/>
                </a:lnTo>
                <a:lnTo>
                  <a:pt x="1622" y="0"/>
                </a:lnTo>
                <a:lnTo>
                  <a:pt x="1622" y="460"/>
                </a:lnTo>
                <a:lnTo>
                  <a:pt x="2133" y="460"/>
                </a:lnTo>
                <a:lnTo>
                  <a:pt x="2133" y="0"/>
                </a:lnTo>
                <a:lnTo>
                  <a:pt x="2164" y="0"/>
                </a:lnTo>
                <a:lnTo>
                  <a:pt x="2164" y="460"/>
                </a:lnTo>
                <a:lnTo>
                  <a:pt x="2675" y="460"/>
                </a:lnTo>
                <a:lnTo>
                  <a:pt x="2675" y="0"/>
                </a:lnTo>
                <a:lnTo>
                  <a:pt x="2705" y="0"/>
                </a:lnTo>
                <a:lnTo>
                  <a:pt x="2705" y="460"/>
                </a:lnTo>
                <a:lnTo>
                  <a:pt x="3216" y="460"/>
                </a:lnTo>
                <a:lnTo>
                  <a:pt x="3216" y="0"/>
                </a:lnTo>
                <a:lnTo>
                  <a:pt x="3247" y="0"/>
                </a:lnTo>
                <a:lnTo>
                  <a:pt x="3247" y="460"/>
                </a:lnTo>
                <a:lnTo>
                  <a:pt x="3758" y="460"/>
                </a:lnTo>
                <a:lnTo>
                  <a:pt x="3758" y="0"/>
                </a:lnTo>
                <a:lnTo>
                  <a:pt x="3789" y="0"/>
                </a:lnTo>
                <a:lnTo>
                  <a:pt x="3789" y="460"/>
                </a:lnTo>
                <a:lnTo>
                  <a:pt x="4300" y="460"/>
                </a:lnTo>
                <a:lnTo>
                  <a:pt x="4300" y="0"/>
                </a:lnTo>
                <a:lnTo>
                  <a:pt x="4330" y="0"/>
                </a:lnTo>
                <a:lnTo>
                  <a:pt x="4330" y="460"/>
                </a:lnTo>
                <a:lnTo>
                  <a:pt x="4841" y="460"/>
                </a:lnTo>
                <a:lnTo>
                  <a:pt x="4841" y="0"/>
                </a:lnTo>
                <a:lnTo>
                  <a:pt x="4872" y="0"/>
                </a:lnTo>
                <a:lnTo>
                  <a:pt x="4872" y="460"/>
                </a:lnTo>
                <a:lnTo>
                  <a:pt x="5383" y="460"/>
                </a:lnTo>
                <a:lnTo>
                  <a:pt x="5383" y="0"/>
                </a:lnTo>
                <a:lnTo>
                  <a:pt x="5414" y="0"/>
                </a:lnTo>
                <a:lnTo>
                  <a:pt x="5414" y="460"/>
                </a:lnTo>
                <a:lnTo>
                  <a:pt x="5925" y="460"/>
                </a:lnTo>
                <a:lnTo>
                  <a:pt x="5925" y="0"/>
                </a:lnTo>
                <a:lnTo>
                  <a:pt x="5955" y="0"/>
                </a:lnTo>
                <a:lnTo>
                  <a:pt x="5955" y="460"/>
                </a:lnTo>
                <a:lnTo>
                  <a:pt x="6466" y="460"/>
                </a:lnTo>
                <a:lnTo>
                  <a:pt x="6466" y="0"/>
                </a:lnTo>
                <a:lnTo>
                  <a:pt x="6497" y="0"/>
                </a:lnTo>
                <a:lnTo>
                  <a:pt x="6497" y="460"/>
                </a:lnTo>
                <a:lnTo>
                  <a:pt x="7008" y="460"/>
                </a:lnTo>
                <a:lnTo>
                  <a:pt x="7008" y="0"/>
                </a:lnTo>
                <a:lnTo>
                  <a:pt x="7039" y="0"/>
                </a:lnTo>
                <a:lnTo>
                  <a:pt x="7039" y="460"/>
                </a:lnTo>
                <a:lnTo>
                  <a:pt x="7550" y="460"/>
                </a:lnTo>
                <a:lnTo>
                  <a:pt x="7550" y="0"/>
                </a:lnTo>
                <a:lnTo>
                  <a:pt x="7581" y="0"/>
                </a:lnTo>
                <a:lnTo>
                  <a:pt x="7581" y="460"/>
                </a:lnTo>
                <a:lnTo>
                  <a:pt x="8091" y="460"/>
                </a:lnTo>
                <a:lnTo>
                  <a:pt x="8091" y="0"/>
                </a:lnTo>
                <a:lnTo>
                  <a:pt x="8122" y="0"/>
                </a:lnTo>
                <a:lnTo>
                  <a:pt x="8122" y="460"/>
                </a:lnTo>
                <a:lnTo>
                  <a:pt x="8633" y="460"/>
                </a:lnTo>
                <a:lnTo>
                  <a:pt x="8633" y="0"/>
                </a:lnTo>
                <a:lnTo>
                  <a:pt x="8664" y="0"/>
                </a:lnTo>
                <a:lnTo>
                  <a:pt x="8664" y="460"/>
                </a:lnTo>
                <a:lnTo>
                  <a:pt x="9175" y="460"/>
                </a:lnTo>
                <a:lnTo>
                  <a:pt x="9175" y="0"/>
                </a:lnTo>
                <a:lnTo>
                  <a:pt x="9206" y="0"/>
                </a:lnTo>
                <a:lnTo>
                  <a:pt x="9206" y="460"/>
                </a:lnTo>
                <a:lnTo>
                  <a:pt x="9716" y="460"/>
                </a:lnTo>
                <a:lnTo>
                  <a:pt x="9716" y="0"/>
                </a:lnTo>
                <a:lnTo>
                  <a:pt x="9747" y="0"/>
                </a:lnTo>
                <a:lnTo>
                  <a:pt x="9747" y="460"/>
                </a:lnTo>
                <a:lnTo>
                  <a:pt x="10258" y="460"/>
                </a:lnTo>
                <a:lnTo>
                  <a:pt x="10258" y="0"/>
                </a:lnTo>
                <a:lnTo>
                  <a:pt x="10289" y="0"/>
                </a:lnTo>
                <a:lnTo>
                  <a:pt x="10289" y="460"/>
                </a:lnTo>
                <a:lnTo>
                  <a:pt x="10800" y="460"/>
                </a:lnTo>
                <a:lnTo>
                  <a:pt x="10800" y="0"/>
                </a:lnTo>
                <a:lnTo>
                  <a:pt x="10831" y="0"/>
                </a:lnTo>
                <a:lnTo>
                  <a:pt x="10831" y="460"/>
                </a:lnTo>
                <a:lnTo>
                  <a:pt x="11341" y="460"/>
                </a:lnTo>
                <a:lnTo>
                  <a:pt x="11341" y="0"/>
                </a:lnTo>
                <a:lnTo>
                  <a:pt x="11372" y="0"/>
                </a:lnTo>
                <a:lnTo>
                  <a:pt x="11372" y="460"/>
                </a:lnTo>
                <a:lnTo>
                  <a:pt x="11883" y="460"/>
                </a:lnTo>
                <a:lnTo>
                  <a:pt x="11883" y="0"/>
                </a:lnTo>
                <a:lnTo>
                  <a:pt x="11914" y="0"/>
                </a:lnTo>
                <a:lnTo>
                  <a:pt x="11914" y="460"/>
                </a:lnTo>
                <a:lnTo>
                  <a:pt x="12425" y="460"/>
                </a:lnTo>
                <a:lnTo>
                  <a:pt x="12425" y="0"/>
                </a:lnTo>
                <a:lnTo>
                  <a:pt x="12456" y="0"/>
                </a:lnTo>
                <a:lnTo>
                  <a:pt x="12456" y="460"/>
                </a:lnTo>
                <a:lnTo>
                  <a:pt x="12967" y="460"/>
                </a:lnTo>
                <a:lnTo>
                  <a:pt x="12967" y="0"/>
                </a:lnTo>
                <a:lnTo>
                  <a:pt x="12997" y="0"/>
                </a:lnTo>
                <a:lnTo>
                  <a:pt x="12997" y="460"/>
                </a:lnTo>
                <a:lnTo>
                  <a:pt x="13508" y="460"/>
                </a:lnTo>
                <a:lnTo>
                  <a:pt x="13508" y="0"/>
                </a:lnTo>
                <a:lnTo>
                  <a:pt x="13539" y="0"/>
                </a:lnTo>
                <a:lnTo>
                  <a:pt x="13539" y="460"/>
                </a:lnTo>
                <a:lnTo>
                  <a:pt x="14050" y="460"/>
                </a:lnTo>
                <a:lnTo>
                  <a:pt x="14050" y="0"/>
                </a:lnTo>
                <a:lnTo>
                  <a:pt x="14081" y="0"/>
                </a:lnTo>
                <a:lnTo>
                  <a:pt x="14081" y="460"/>
                </a:lnTo>
                <a:lnTo>
                  <a:pt x="14592" y="460"/>
                </a:lnTo>
                <a:lnTo>
                  <a:pt x="14592" y="0"/>
                </a:lnTo>
                <a:lnTo>
                  <a:pt x="14622" y="0"/>
                </a:lnTo>
                <a:lnTo>
                  <a:pt x="14622" y="460"/>
                </a:lnTo>
                <a:lnTo>
                  <a:pt x="15133" y="460"/>
                </a:lnTo>
                <a:lnTo>
                  <a:pt x="15133" y="0"/>
                </a:lnTo>
                <a:lnTo>
                  <a:pt x="15164" y="0"/>
                </a:lnTo>
                <a:lnTo>
                  <a:pt x="15164" y="5228"/>
                </a:lnTo>
                <a:lnTo>
                  <a:pt x="15133" y="5257"/>
                </a:lnTo>
                <a:lnTo>
                  <a:pt x="15133" y="5126"/>
                </a:lnTo>
                <a:lnTo>
                  <a:pt x="14622" y="5126"/>
                </a:lnTo>
                <a:lnTo>
                  <a:pt x="14622" y="5562"/>
                </a:lnTo>
                <a:lnTo>
                  <a:pt x="14810" y="5562"/>
                </a:lnTo>
                <a:lnTo>
                  <a:pt x="14780" y="5590"/>
                </a:lnTo>
                <a:lnTo>
                  <a:pt x="14622" y="5590"/>
                </a:lnTo>
                <a:lnTo>
                  <a:pt x="14622" y="5739"/>
                </a:lnTo>
                <a:lnTo>
                  <a:pt x="14592" y="5768"/>
                </a:lnTo>
                <a:lnTo>
                  <a:pt x="14592" y="5590"/>
                </a:lnTo>
                <a:lnTo>
                  <a:pt x="14081" y="5590"/>
                </a:lnTo>
                <a:lnTo>
                  <a:pt x="14081" y="6026"/>
                </a:lnTo>
                <a:lnTo>
                  <a:pt x="14319" y="6026"/>
                </a:lnTo>
                <a:lnTo>
                  <a:pt x="14289" y="6054"/>
                </a:lnTo>
                <a:lnTo>
                  <a:pt x="14081" y="6054"/>
                </a:lnTo>
                <a:lnTo>
                  <a:pt x="14081" y="6251"/>
                </a:lnTo>
                <a:lnTo>
                  <a:pt x="14050" y="6280"/>
                </a:lnTo>
                <a:lnTo>
                  <a:pt x="14050" y="6054"/>
                </a:lnTo>
                <a:lnTo>
                  <a:pt x="13539" y="6054"/>
                </a:lnTo>
                <a:lnTo>
                  <a:pt x="13539" y="6460"/>
                </a:lnTo>
                <a:lnTo>
                  <a:pt x="13508" y="6460"/>
                </a:lnTo>
                <a:lnTo>
                  <a:pt x="13508" y="6054"/>
                </a:lnTo>
                <a:lnTo>
                  <a:pt x="12997" y="6054"/>
                </a:lnTo>
                <a:lnTo>
                  <a:pt x="12997" y="6460"/>
                </a:lnTo>
                <a:lnTo>
                  <a:pt x="12967" y="6460"/>
                </a:lnTo>
                <a:lnTo>
                  <a:pt x="12967" y="6054"/>
                </a:lnTo>
                <a:lnTo>
                  <a:pt x="12456" y="6054"/>
                </a:lnTo>
                <a:lnTo>
                  <a:pt x="12456" y="6460"/>
                </a:lnTo>
                <a:lnTo>
                  <a:pt x="12425" y="6460"/>
                </a:lnTo>
                <a:lnTo>
                  <a:pt x="12425" y="6054"/>
                </a:lnTo>
                <a:lnTo>
                  <a:pt x="11914" y="6054"/>
                </a:lnTo>
                <a:lnTo>
                  <a:pt x="11914" y="6460"/>
                </a:lnTo>
                <a:lnTo>
                  <a:pt x="11883" y="6460"/>
                </a:lnTo>
                <a:lnTo>
                  <a:pt x="11883" y="6054"/>
                </a:lnTo>
                <a:lnTo>
                  <a:pt x="11372" y="6054"/>
                </a:lnTo>
                <a:lnTo>
                  <a:pt x="11372" y="6460"/>
                </a:lnTo>
                <a:lnTo>
                  <a:pt x="11341" y="6460"/>
                </a:lnTo>
                <a:lnTo>
                  <a:pt x="11341" y="6054"/>
                </a:lnTo>
                <a:lnTo>
                  <a:pt x="10831" y="6054"/>
                </a:lnTo>
                <a:lnTo>
                  <a:pt x="10831" y="6460"/>
                </a:lnTo>
                <a:lnTo>
                  <a:pt x="10800" y="6460"/>
                </a:lnTo>
                <a:lnTo>
                  <a:pt x="10800" y="6054"/>
                </a:lnTo>
                <a:lnTo>
                  <a:pt x="10289" y="6054"/>
                </a:lnTo>
                <a:lnTo>
                  <a:pt x="10289" y="6460"/>
                </a:lnTo>
                <a:lnTo>
                  <a:pt x="10258" y="6460"/>
                </a:lnTo>
                <a:lnTo>
                  <a:pt x="10258" y="6054"/>
                </a:lnTo>
                <a:lnTo>
                  <a:pt x="9747" y="6054"/>
                </a:lnTo>
                <a:lnTo>
                  <a:pt x="9747" y="6460"/>
                </a:lnTo>
                <a:lnTo>
                  <a:pt x="9716" y="6460"/>
                </a:lnTo>
                <a:lnTo>
                  <a:pt x="9716" y="6054"/>
                </a:lnTo>
                <a:lnTo>
                  <a:pt x="9206" y="6054"/>
                </a:lnTo>
                <a:lnTo>
                  <a:pt x="9206" y="6460"/>
                </a:lnTo>
                <a:lnTo>
                  <a:pt x="9175" y="6460"/>
                </a:lnTo>
                <a:lnTo>
                  <a:pt x="9175" y="6054"/>
                </a:lnTo>
                <a:lnTo>
                  <a:pt x="8664" y="6054"/>
                </a:lnTo>
                <a:lnTo>
                  <a:pt x="8664" y="6460"/>
                </a:lnTo>
                <a:lnTo>
                  <a:pt x="8633" y="6460"/>
                </a:lnTo>
                <a:lnTo>
                  <a:pt x="8633" y="6054"/>
                </a:lnTo>
                <a:lnTo>
                  <a:pt x="8122" y="6054"/>
                </a:lnTo>
                <a:lnTo>
                  <a:pt x="8122" y="6460"/>
                </a:lnTo>
                <a:lnTo>
                  <a:pt x="8091" y="6460"/>
                </a:lnTo>
                <a:lnTo>
                  <a:pt x="8091" y="6054"/>
                </a:lnTo>
                <a:lnTo>
                  <a:pt x="7581" y="6054"/>
                </a:lnTo>
                <a:lnTo>
                  <a:pt x="7581" y="6460"/>
                </a:lnTo>
                <a:lnTo>
                  <a:pt x="7550" y="6460"/>
                </a:lnTo>
                <a:lnTo>
                  <a:pt x="7550" y="6054"/>
                </a:lnTo>
                <a:lnTo>
                  <a:pt x="7039" y="6054"/>
                </a:lnTo>
                <a:lnTo>
                  <a:pt x="7039" y="6460"/>
                </a:lnTo>
                <a:lnTo>
                  <a:pt x="7008" y="6460"/>
                </a:lnTo>
                <a:lnTo>
                  <a:pt x="7008" y="6054"/>
                </a:lnTo>
                <a:lnTo>
                  <a:pt x="6497" y="6054"/>
                </a:lnTo>
                <a:lnTo>
                  <a:pt x="6497" y="6460"/>
                </a:lnTo>
                <a:lnTo>
                  <a:pt x="6466" y="6460"/>
                </a:lnTo>
                <a:lnTo>
                  <a:pt x="6466" y="6054"/>
                </a:lnTo>
                <a:lnTo>
                  <a:pt x="5955" y="6054"/>
                </a:lnTo>
                <a:lnTo>
                  <a:pt x="5955" y="6460"/>
                </a:lnTo>
                <a:lnTo>
                  <a:pt x="5925" y="6460"/>
                </a:lnTo>
                <a:lnTo>
                  <a:pt x="5925" y="6054"/>
                </a:lnTo>
                <a:lnTo>
                  <a:pt x="5414" y="6054"/>
                </a:lnTo>
                <a:lnTo>
                  <a:pt x="5414" y="6460"/>
                </a:lnTo>
                <a:lnTo>
                  <a:pt x="5383" y="6460"/>
                </a:lnTo>
                <a:lnTo>
                  <a:pt x="5383" y="6054"/>
                </a:lnTo>
                <a:lnTo>
                  <a:pt x="4872" y="6054"/>
                </a:lnTo>
                <a:lnTo>
                  <a:pt x="4872" y="6460"/>
                </a:lnTo>
                <a:lnTo>
                  <a:pt x="4841" y="6460"/>
                </a:lnTo>
                <a:lnTo>
                  <a:pt x="4841" y="6054"/>
                </a:lnTo>
                <a:lnTo>
                  <a:pt x="4330" y="6054"/>
                </a:lnTo>
                <a:lnTo>
                  <a:pt x="4330" y="6460"/>
                </a:lnTo>
                <a:lnTo>
                  <a:pt x="4300" y="6460"/>
                </a:lnTo>
                <a:lnTo>
                  <a:pt x="4300" y="6054"/>
                </a:lnTo>
                <a:lnTo>
                  <a:pt x="3789" y="6054"/>
                </a:lnTo>
                <a:lnTo>
                  <a:pt x="3789" y="6460"/>
                </a:lnTo>
                <a:lnTo>
                  <a:pt x="3758" y="6460"/>
                </a:lnTo>
                <a:lnTo>
                  <a:pt x="3758" y="6054"/>
                </a:lnTo>
                <a:lnTo>
                  <a:pt x="3247" y="6054"/>
                </a:lnTo>
                <a:lnTo>
                  <a:pt x="3247" y="6460"/>
                </a:lnTo>
                <a:lnTo>
                  <a:pt x="3216" y="6460"/>
                </a:lnTo>
                <a:lnTo>
                  <a:pt x="3216" y="6054"/>
                </a:lnTo>
                <a:lnTo>
                  <a:pt x="2705" y="6054"/>
                </a:lnTo>
                <a:lnTo>
                  <a:pt x="2705" y="6460"/>
                </a:lnTo>
                <a:lnTo>
                  <a:pt x="2675" y="6460"/>
                </a:lnTo>
                <a:lnTo>
                  <a:pt x="2675" y="6054"/>
                </a:lnTo>
                <a:lnTo>
                  <a:pt x="2164" y="6054"/>
                </a:lnTo>
                <a:lnTo>
                  <a:pt x="2164" y="6460"/>
                </a:lnTo>
                <a:lnTo>
                  <a:pt x="2133" y="6460"/>
                </a:lnTo>
                <a:lnTo>
                  <a:pt x="2133" y="6054"/>
                </a:lnTo>
                <a:lnTo>
                  <a:pt x="1622" y="6054"/>
                </a:lnTo>
                <a:lnTo>
                  <a:pt x="1622" y="6460"/>
                </a:lnTo>
                <a:lnTo>
                  <a:pt x="1591" y="6460"/>
                </a:lnTo>
                <a:lnTo>
                  <a:pt x="1591" y="6054"/>
                </a:lnTo>
                <a:lnTo>
                  <a:pt x="1080" y="6054"/>
                </a:lnTo>
                <a:lnTo>
                  <a:pt x="1080" y="6460"/>
                </a:lnTo>
                <a:lnTo>
                  <a:pt x="1049" y="6460"/>
                </a:lnTo>
                <a:lnTo>
                  <a:pt x="1049" y="6054"/>
                </a:lnTo>
                <a:lnTo>
                  <a:pt x="539" y="6054"/>
                </a:lnTo>
                <a:lnTo>
                  <a:pt x="539" y="6460"/>
                </a:lnTo>
                <a:lnTo>
                  <a:pt x="508" y="6460"/>
                </a:lnTo>
                <a:lnTo>
                  <a:pt x="508" y="6054"/>
                </a:lnTo>
                <a:lnTo>
                  <a:pt x="31" y="6054"/>
                </a:lnTo>
                <a:lnTo>
                  <a:pt x="31" y="6460"/>
                </a:lnTo>
                <a:lnTo>
                  <a:pt x="0" y="6460"/>
                </a:lnTo>
                <a:lnTo>
                  <a:pt x="0" y="0"/>
                </a:lnTo>
                <a:close/>
              </a:path>
            </a:pathLst>
          </a:custGeom>
          <a:solidFill>
            <a:schemeClr val="accent1">
              <a:alpha val="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0" name="任意多边形: 形状 359"/>
          <p:cNvSpPr/>
          <p:nvPr>
            <p:custDataLst>
              <p:tags r:id="rId4"/>
            </p:custDataLst>
          </p:nvPr>
        </p:nvSpPr>
        <p:spPr>
          <a:xfrm>
            <a:off x="10784840" y="5510530"/>
            <a:ext cx="800100" cy="800100"/>
          </a:xfrm>
          <a:custGeom>
            <a:avLst/>
            <a:gdLst>
              <a:gd name="connsiteX0" fmla="*/ 0 w 800100"/>
              <a:gd name="connsiteY0" fmla="*/ 0 h 800100"/>
              <a:gd name="connsiteX1" fmla="*/ 800100 w 800100"/>
              <a:gd name="connsiteY1" fmla="*/ 0 h 800100"/>
              <a:gd name="connsiteX2" fmla="*/ 0 w 800100"/>
              <a:gd name="connsiteY2" fmla="*/ 800100 h 800100"/>
              <a:gd name="connsiteX3" fmla="*/ 0 w 800100"/>
              <a:gd name="connsiteY3" fmla="*/ 0 h 800100"/>
            </a:gdLst>
            <a:ahLst/>
            <a:cxnLst>
              <a:cxn ang="0">
                <a:pos x="connsiteX0" y="connsiteY0"/>
              </a:cxn>
              <a:cxn ang="0">
                <a:pos x="connsiteX1" y="connsiteY1"/>
              </a:cxn>
              <a:cxn ang="0">
                <a:pos x="connsiteX2" y="connsiteY2"/>
              </a:cxn>
              <a:cxn ang="0">
                <a:pos x="connsiteX3" y="connsiteY3"/>
              </a:cxn>
            </a:cxnLst>
            <a:rect l="l" t="t" r="r" b="b"/>
            <a:pathLst>
              <a:path w="800100" h="800100">
                <a:moveTo>
                  <a:pt x="0" y="0"/>
                </a:moveTo>
                <a:lnTo>
                  <a:pt x="800100" y="0"/>
                </a:lnTo>
                <a:lnTo>
                  <a:pt x="0" y="800100"/>
                </a:lnTo>
                <a:lnTo>
                  <a:pt x="0" y="0"/>
                </a:lnTo>
                <a:close/>
              </a:path>
            </a:pathLst>
          </a:cu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任意多边形: 形状 356"/>
          <p:cNvSpPr/>
          <p:nvPr>
            <p:custDataLst>
              <p:tags r:id="rId5"/>
            </p:custDataLst>
          </p:nvPr>
        </p:nvSpPr>
        <p:spPr>
          <a:xfrm>
            <a:off x="231140" y="1392555"/>
            <a:ext cx="11714480" cy="5339080"/>
          </a:xfrm>
          <a:custGeom>
            <a:avLst/>
            <a:gdLst>
              <a:gd name="connsiteX0" fmla="*/ 0 w 10904220"/>
              <a:gd name="connsiteY0" fmla="*/ 0 h 4461510"/>
              <a:gd name="connsiteX1" fmla="*/ 10904220 w 10904220"/>
              <a:gd name="connsiteY1" fmla="*/ 0 h 4461510"/>
              <a:gd name="connsiteX2" fmla="*/ 10904220 w 10904220"/>
              <a:gd name="connsiteY2" fmla="*/ 3681772 h 4461510"/>
              <a:gd name="connsiteX3" fmla="*/ 10124482 w 10904220"/>
              <a:gd name="connsiteY3" fmla="*/ 4461510 h 4461510"/>
              <a:gd name="connsiteX4" fmla="*/ 0 w 10904220"/>
              <a:gd name="connsiteY4" fmla="*/ 4461510 h 4461510"/>
              <a:gd name="connsiteX5" fmla="*/ 0 w 10904220"/>
              <a:gd name="connsiteY5" fmla="*/ 0 h 446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04220" h="4461510">
                <a:moveTo>
                  <a:pt x="0" y="0"/>
                </a:moveTo>
                <a:lnTo>
                  <a:pt x="10904220" y="0"/>
                </a:lnTo>
                <a:lnTo>
                  <a:pt x="10904220" y="3681772"/>
                </a:lnTo>
                <a:lnTo>
                  <a:pt x="10124482" y="4461510"/>
                </a:lnTo>
                <a:lnTo>
                  <a:pt x="0" y="4461510"/>
                </a:lnTo>
                <a:lnTo>
                  <a:pt x="0" y="0"/>
                </a:lnTo>
                <a:close/>
              </a:path>
            </a:pathLst>
          </a:custGeom>
          <a:solidFill>
            <a:srgbClr val="FFFFFF">
              <a:alpha val="10000"/>
            </a:srgbClr>
          </a:solidFill>
          <a:ln w="25400">
            <a:solidFill>
              <a:schemeClr val="accent1">
                <a:lumMod val="40000"/>
                <a:lumOff val="60000"/>
              </a:schemeClr>
            </a:solidFill>
          </a:ln>
          <a:effectLst>
            <a:outerShdw blurRad="76200" dist="38100" dir="2700000" algn="tl"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720000" rIns="720000" rtlCol="0" anchor="ctr"/>
          <a:lstStyle/>
          <a:p>
            <a:pPr indent="0" fontAlgn="auto">
              <a:lnSpc>
                <a:spcPct val="130000"/>
              </a:lnSpc>
            </a:pPr>
            <a:endParaRPr lang="zh-CN" altLang="en-US" kern="0" spc="0" dirty="0">
              <a:ln>
                <a:noFill/>
                <a:prstDash val="sysDot"/>
              </a:ln>
              <a:solidFill>
                <a:srgbClr val="262626"/>
              </a:solidFill>
              <a:latin typeface="+mn-ea"/>
              <a:ea typeface="+mn-ea"/>
              <a:sym typeface="+mn-ea"/>
            </a:endParaRPr>
          </a:p>
        </p:txBody>
      </p:sp>
      <p:sp>
        <p:nvSpPr>
          <p:cNvPr id="22" name="矩形: 圆角 21"/>
          <p:cNvSpPr/>
          <p:nvPr>
            <p:custDataLst>
              <p:tags r:id="rId6"/>
            </p:custDataLst>
          </p:nvPr>
        </p:nvSpPr>
        <p:spPr>
          <a:xfrm>
            <a:off x="695960" y="1109345"/>
            <a:ext cx="10904855" cy="443230"/>
          </a:xfrm>
          <a:prstGeom prst="roundRect">
            <a:avLst>
              <a:gd name="adj" fmla="val 0"/>
            </a:avLst>
          </a:prstGeom>
          <a:solidFill>
            <a:schemeClr val="accent1">
              <a:lumMod val="20000"/>
              <a:lumOff val="80000"/>
            </a:schemeClr>
          </a:solidFill>
          <a:ln w="254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custDataLst>
              <p:tags r:id="rId7"/>
            </p:custDataLst>
          </p:nvPr>
        </p:nvSpPr>
        <p:spPr>
          <a:xfrm flipH="1">
            <a:off x="10309225" y="1776730"/>
            <a:ext cx="107950" cy="107950"/>
          </a:xfrm>
          <a:prstGeom prst="ellipse">
            <a:avLst/>
          </a:prstGeom>
          <a:noFill/>
          <a:ln w="15875">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弧形 2"/>
          <p:cNvSpPr/>
          <p:nvPr>
            <p:custDataLst>
              <p:tags r:id="rId8"/>
            </p:custDataLst>
          </p:nvPr>
        </p:nvSpPr>
        <p:spPr>
          <a:xfrm flipH="1">
            <a:off x="10257790" y="1581150"/>
            <a:ext cx="179705" cy="248285"/>
          </a:xfrm>
          <a:prstGeom prst="arc">
            <a:avLst>
              <a:gd name="adj1" fmla="val 4337702"/>
              <a:gd name="adj2" fmla="val 0"/>
            </a:avLst>
          </a:prstGeom>
          <a:noFill/>
          <a:ln w="44450">
            <a:gradFill flip="none" rotWithShape="1">
              <a:gsLst>
                <a:gs pos="0">
                  <a:schemeClr val="accent1">
                    <a:lumMod val="60000"/>
                    <a:lumOff val="40000"/>
                  </a:schemeClr>
                </a:gs>
                <a:gs pos="100000">
                  <a:schemeClr val="accent1"/>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椭圆 3"/>
          <p:cNvSpPr/>
          <p:nvPr>
            <p:custDataLst>
              <p:tags r:id="rId9"/>
            </p:custDataLst>
          </p:nvPr>
        </p:nvSpPr>
        <p:spPr>
          <a:xfrm flipH="1">
            <a:off x="9706610" y="1776730"/>
            <a:ext cx="107950" cy="107950"/>
          </a:xfrm>
          <a:prstGeom prst="ellipse">
            <a:avLst/>
          </a:prstGeom>
          <a:noFill/>
          <a:ln w="15875">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弧形 4"/>
          <p:cNvSpPr/>
          <p:nvPr>
            <p:custDataLst>
              <p:tags r:id="rId10"/>
            </p:custDataLst>
          </p:nvPr>
        </p:nvSpPr>
        <p:spPr>
          <a:xfrm flipH="1">
            <a:off x="9655175" y="1581150"/>
            <a:ext cx="179705" cy="248285"/>
          </a:xfrm>
          <a:prstGeom prst="arc">
            <a:avLst>
              <a:gd name="adj1" fmla="val 4337702"/>
              <a:gd name="adj2" fmla="val 0"/>
            </a:avLst>
          </a:prstGeom>
          <a:noFill/>
          <a:ln w="44450">
            <a:gradFill flip="none" rotWithShape="1">
              <a:gsLst>
                <a:gs pos="0">
                  <a:schemeClr val="accent1">
                    <a:lumMod val="60000"/>
                    <a:lumOff val="40000"/>
                  </a:schemeClr>
                </a:gs>
                <a:gs pos="100000">
                  <a:schemeClr val="accent1"/>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椭圆 5"/>
          <p:cNvSpPr/>
          <p:nvPr>
            <p:custDataLst>
              <p:tags r:id="rId11"/>
            </p:custDataLst>
          </p:nvPr>
        </p:nvSpPr>
        <p:spPr>
          <a:xfrm flipH="1">
            <a:off x="9103995" y="1776730"/>
            <a:ext cx="107950" cy="107950"/>
          </a:xfrm>
          <a:prstGeom prst="ellipse">
            <a:avLst/>
          </a:prstGeom>
          <a:noFill/>
          <a:ln w="15875">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弧形 6"/>
          <p:cNvSpPr/>
          <p:nvPr>
            <p:custDataLst>
              <p:tags r:id="rId12"/>
            </p:custDataLst>
          </p:nvPr>
        </p:nvSpPr>
        <p:spPr>
          <a:xfrm flipH="1">
            <a:off x="9052560" y="1581150"/>
            <a:ext cx="179705" cy="248285"/>
          </a:xfrm>
          <a:prstGeom prst="arc">
            <a:avLst>
              <a:gd name="adj1" fmla="val 4337702"/>
              <a:gd name="adj2" fmla="val 0"/>
            </a:avLst>
          </a:prstGeom>
          <a:noFill/>
          <a:ln w="44450">
            <a:gradFill flip="none" rotWithShape="1">
              <a:gsLst>
                <a:gs pos="0">
                  <a:schemeClr val="accent1">
                    <a:lumMod val="60000"/>
                    <a:lumOff val="40000"/>
                  </a:schemeClr>
                </a:gs>
                <a:gs pos="100000">
                  <a:schemeClr val="accent1"/>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椭圆 8"/>
          <p:cNvSpPr/>
          <p:nvPr>
            <p:custDataLst>
              <p:tags r:id="rId13"/>
            </p:custDataLst>
          </p:nvPr>
        </p:nvSpPr>
        <p:spPr>
          <a:xfrm>
            <a:off x="1599565" y="1776730"/>
            <a:ext cx="107950" cy="107950"/>
          </a:xfrm>
          <a:prstGeom prst="ellipse">
            <a:avLst/>
          </a:prstGeom>
          <a:noFill/>
          <a:ln w="15875">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弧形 9"/>
          <p:cNvSpPr/>
          <p:nvPr>
            <p:custDataLst>
              <p:tags r:id="rId14"/>
            </p:custDataLst>
          </p:nvPr>
        </p:nvSpPr>
        <p:spPr>
          <a:xfrm>
            <a:off x="1576070" y="1581150"/>
            <a:ext cx="179705" cy="248285"/>
          </a:xfrm>
          <a:prstGeom prst="arc">
            <a:avLst>
              <a:gd name="adj1" fmla="val 4272007"/>
              <a:gd name="adj2" fmla="val 0"/>
            </a:avLst>
          </a:prstGeom>
          <a:noFill/>
          <a:ln w="44450">
            <a:gradFill flip="none" rotWithShape="1">
              <a:gsLst>
                <a:gs pos="0">
                  <a:schemeClr val="accent1">
                    <a:lumMod val="60000"/>
                    <a:lumOff val="40000"/>
                  </a:schemeClr>
                </a:gs>
                <a:gs pos="100000">
                  <a:schemeClr val="accent1"/>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椭圆 11"/>
          <p:cNvSpPr/>
          <p:nvPr>
            <p:custDataLst>
              <p:tags r:id="rId15"/>
            </p:custDataLst>
          </p:nvPr>
        </p:nvSpPr>
        <p:spPr>
          <a:xfrm>
            <a:off x="2202180" y="1776730"/>
            <a:ext cx="107950" cy="107950"/>
          </a:xfrm>
          <a:prstGeom prst="ellipse">
            <a:avLst/>
          </a:prstGeom>
          <a:noFill/>
          <a:ln w="15875">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弧形 18"/>
          <p:cNvSpPr/>
          <p:nvPr>
            <p:custDataLst>
              <p:tags r:id="rId16"/>
            </p:custDataLst>
          </p:nvPr>
        </p:nvSpPr>
        <p:spPr>
          <a:xfrm>
            <a:off x="2179320" y="1581150"/>
            <a:ext cx="179705" cy="248285"/>
          </a:xfrm>
          <a:prstGeom prst="arc">
            <a:avLst>
              <a:gd name="adj1" fmla="val 4272007"/>
              <a:gd name="adj2" fmla="val 0"/>
            </a:avLst>
          </a:prstGeom>
          <a:noFill/>
          <a:ln w="44450">
            <a:gradFill flip="none" rotWithShape="1">
              <a:gsLst>
                <a:gs pos="0">
                  <a:schemeClr val="accent1">
                    <a:lumMod val="60000"/>
                    <a:lumOff val="40000"/>
                  </a:schemeClr>
                </a:gs>
                <a:gs pos="100000">
                  <a:schemeClr val="accent1"/>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椭圆 19"/>
          <p:cNvSpPr/>
          <p:nvPr>
            <p:custDataLst>
              <p:tags r:id="rId17"/>
            </p:custDataLst>
          </p:nvPr>
        </p:nvSpPr>
        <p:spPr>
          <a:xfrm>
            <a:off x="2804795" y="1776730"/>
            <a:ext cx="107950" cy="107950"/>
          </a:xfrm>
          <a:prstGeom prst="ellipse">
            <a:avLst/>
          </a:prstGeom>
          <a:noFill/>
          <a:ln w="15875">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弧形 20"/>
          <p:cNvSpPr/>
          <p:nvPr>
            <p:custDataLst>
              <p:tags r:id="rId18"/>
            </p:custDataLst>
          </p:nvPr>
        </p:nvSpPr>
        <p:spPr>
          <a:xfrm>
            <a:off x="2780665" y="1581150"/>
            <a:ext cx="179705" cy="248285"/>
          </a:xfrm>
          <a:prstGeom prst="arc">
            <a:avLst>
              <a:gd name="adj1" fmla="val 4272007"/>
              <a:gd name="adj2" fmla="val 0"/>
            </a:avLst>
          </a:prstGeom>
          <a:noFill/>
          <a:ln w="44450">
            <a:gradFill flip="none" rotWithShape="1">
              <a:gsLst>
                <a:gs pos="0">
                  <a:schemeClr val="accent1">
                    <a:lumMod val="60000"/>
                    <a:lumOff val="40000"/>
                  </a:schemeClr>
                </a:gs>
                <a:gs pos="100000">
                  <a:schemeClr val="accent1"/>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p:cNvSpPr txBox="1"/>
          <p:nvPr>
            <p:custDataLst>
              <p:tags r:id="rId19"/>
            </p:custDataLst>
          </p:nvPr>
        </p:nvSpPr>
        <p:spPr>
          <a:xfrm>
            <a:off x="459105" y="1717040"/>
            <a:ext cx="11142345" cy="4863465"/>
          </a:xfrm>
          <a:prstGeom prst="rect">
            <a:avLst/>
          </a:prstGeom>
          <a:noFill/>
        </p:spPr>
        <p:txBody>
          <a:bodyPr wrap="square" rtlCol="0" anchor="ctr" anchorCtr="0">
            <a:noAutofit/>
          </a:bodyPr>
          <a:lstStyle/>
          <a:p>
            <a:pPr marL="0" indent="0" algn="l" fontAlgn="auto">
              <a:lnSpc>
                <a:spcPct val="150000"/>
              </a:lnSpc>
              <a:spcBef>
                <a:spcPts val="0"/>
              </a:spcBef>
              <a:spcAft>
                <a:spcPts val="0"/>
              </a:spcAft>
              <a:buNone/>
            </a:pPr>
            <a:endParaRPr lang="en-US" altLang="zh-CN" sz="2400">
              <a:solidFill>
                <a:schemeClr val="tx1"/>
              </a:solidFill>
              <a:latin typeface="微软雅黑" panose="020B0503020204020204" charset="-122"/>
              <a:ea typeface="微软雅黑" panose="020B0503020204020204" charset="-122"/>
              <a:cs typeface="微软雅黑" panose="020B0503020204020204" charset="-122"/>
            </a:endParaRPr>
          </a:p>
          <a:p>
            <a:pPr marL="0" indent="0" algn="l" fontAlgn="auto">
              <a:lnSpc>
                <a:spcPct val="150000"/>
              </a:lnSpc>
              <a:spcBef>
                <a:spcPts val="0"/>
              </a:spcBef>
              <a:spcAft>
                <a:spcPts val="0"/>
              </a:spcAft>
              <a:buNone/>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深圳教育部门依据深圳市政府颁布的《深圳市支持金融业发展的若干规定》和实施细则，从</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2004</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年开始，</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对深圳金融机构总部副职待遇以上、地区总部正职待遇以上高管子女实行中考</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加</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10</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分投档录取</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的规定。</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目的是为了扶持金融业发展、引进和留住人才。</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endParaRPr lang="en-US" altLang="zh-CN" sz="2400">
              <a:solidFill>
                <a:schemeClr val="tx1"/>
              </a:solidFill>
              <a:latin typeface="微软雅黑" panose="020B0503020204020204" charset="-122"/>
              <a:ea typeface="微软雅黑" panose="020B0503020204020204" charset="-122"/>
              <a:cs typeface="微软雅黑" panose="020B0503020204020204" charset="-122"/>
            </a:endParaRPr>
          </a:p>
          <a:p>
            <a:pPr marL="0" indent="0" algn="l" fontAlgn="auto">
              <a:lnSpc>
                <a:spcPct val="150000"/>
              </a:lnSpc>
              <a:spcBef>
                <a:spcPts val="0"/>
              </a:spcBef>
              <a:spcAft>
                <a:spcPts val="0"/>
              </a:spcAft>
              <a:buNone/>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据统计，从</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2004</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年到</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2007</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年的</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4</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年间，深圳共有</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23</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名学生享受了这一政策，加分学生年均</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5</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6</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名。</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endParaRPr lang="en-US" altLang="zh-CN" sz="2400">
              <a:solidFill>
                <a:schemeClr val="tx1"/>
              </a:solidFill>
              <a:latin typeface="微软雅黑" panose="020B0503020204020204" charset="-122"/>
              <a:ea typeface="微软雅黑" panose="020B0503020204020204" charset="-122"/>
              <a:cs typeface="微软雅黑" panose="020B0503020204020204" charset="-122"/>
            </a:endParaRPr>
          </a:p>
          <a:p>
            <a:pPr marL="0" indent="0" algn="l" fontAlgn="auto">
              <a:lnSpc>
                <a:spcPct val="150000"/>
              </a:lnSpc>
              <a:spcBef>
                <a:spcPts val="0"/>
              </a:spcBef>
              <a:spcAft>
                <a:spcPts val="0"/>
              </a:spcAft>
              <a:buNone/>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具体程序是，由各金融单位将具体名单向深圳市金融办申报，金融办认定后将确认名单提供给教育部门，教育部门再将学生和家长的个人信息在深圳招考网上公布。</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br>
              <a:rPr lang="en-US" altLang="zh-CN" sz="2400">
                <a:solidFill>
                  <a:schemeClr val="tx1"/>
                </a:solidFill>
                <a:latin typeface="微软雅黑" panose="020B0503020204020204" charset="-122"/>
                <a:ea typeface="微软雅黑" panose="020B0503020204020204" charset="-122"/>
                <a:cs typeface="微软雅黑" panose="020B0503020204020204" charset="-122"/>
              </a:rPr>
            </a:br>
            <a:endParaRPr lang="en-US" altLang="zh-CN" sz="24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20"/>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35" y="113030"/>
            <a:ext cx="11343640" cy="967105"/>
          </a:xfrm>
        </p:spPr>
        <p:txBody>
          <a:bodyPr>
            <a:normAutofit/>
          </a:bodyPr>
          <a:lstStyle/>
          <a:p>
            <a:r>
              <a:rPr lang="en-US" altLang="zh-CN"/>
              <a:t>     </a:t>
            </a:r>
            <a:r>
              <a:rPr lang="zh-CN" altLang="en-US"/>
              <a:t>分析提示：</a:t>
            </a:r>
            <a:r>
              <a:rPr lang="zh-CN" altLang="en-US" sz="2665">
                <a:latin typeface="微软雅黑" panose="020B0503020204020204" charset="-122"/>
                <a:ea typeface="微软雅黑" panose="020B0503020204020204" charset="-122"/>
                <a:cs typeface="微软雅黑" panose="020B0503020204020204" charset="-122"/>
              </a:rPr>
              <a:t>教育部明确表态，该政策有违教育公平和国家现行教育政策，已责成深圳市予以调查和纠正。</a:t>
            </a:r>
            <a:endParaRPr lang="zh-CN" altLang="en-US" sz="2665">
              <a:latin typeface="微软雅黑" panose="020B0503020204020204" charset="-122"/>
              <a:ea typeface="微软雅黑" panose="020B0503020204020204" charset="-122"/>
              <a:cs typeface="微软雅黑" panose="020B0503020204020204" charset="-122"/>
            </a:endParaRPr>
          </a:p>
        </p:txBody>
      </p:sp>
      <p:sp>
        <p:nvSpPr>
          <p:cNvPr id="711" name="任意多边形: 形状 42"/>
          <p:cNvSpPr/>
          <p:nvPr>
            <p:custDataLst>
              <p:tags r:id="rId2"/>
            </p:custDataLst>
          </p:nvPr>
        </p:nvSpPr>
        <p:spPr>
          <a:xfrm rot="16200000" flipV="1">
            <a:off x="6111604" y="1846556"/>
            <a:ext cx="1880446" cy="2575562"/>
          </a:xfrm>
          <a:custGeom>
            <a:avLst/>
            <a:gdLst>
              <a:gd name="connsiteX0" fmla="*/ 0 w 2585764"/>
              <a:gd name="connsiteY0" fmla="*/ 1069299 h 2533101"/>
              <a:gd name="connsiteX1" fmla="*/ 0 w 2585764"/>
              <a:gd name="connsiteY1" fmla="*/ 1069299 h 2533101"/>
              <a:gd name="connsiteX2" fmla="*/ 1292905 w 2585764"/>
              <a:gd name="connsiteY2" fmla="*/ 0 h 2533101"/>
              <a:gd name="connsiteX3" fmla="*/ 1292860 w 2585764"/>
              <a:gd name="connsiteY3" fmla="*/ 37 h 2533101"/>
              <a:gd name="connsiteX4" fmla="*/ 2585764 w 2585764"/>
              <a:gd name="connsiteY4" fmla="*/ 1069336 h 2533101"/>
              <a:gd name="connsiteX5" fmla="*/ 2585720 w 2585764"/>
              <a:gd name="connsiteY5" fmla="*/ 1069299 h 2533101"/>
              <a:gd name="connsiteX6" fmla="*/ 2585720 w 2585764"/>
              <a:gd name="connsiteY6" fmla="*/ 1069299 h 2533101"/>
              <a:gd name="connsiteX7" fmla="*/ 1939290 w 2585764"/>
              <a:gd name="connsiteY7" fmla="*/ 1069299 h 2533101"/>
              <a:gd name="connsiteX8" fmla="*/ 1939290 w 2585764"/>
              <a:gd name="connsiteY8" fmla="*/ 1069299 h 2533101"/>
              <a:gd name="connsiteX9" fmla="*/ 1939290 w 2585764"/>
              <a:gd name="connsiteY9" fmla="*/ 2533101 h 2533101"/>
              <a:gd name="connsiteX10" fmla="*/ 1939290 w 2585764"/>
              <a:gd name="connsiteY10" fmla="*/ 2533052 h 2533101"/>
              <a:gd name="connsiteX11" fmla="*/ 646430 w 2585764"/>
              <a:gd name="connsiteY11" fmla="*/ 2533052 h 2533101"/>
              <a:gd name="connsiteX12" fmla="*/ 646430 w 2585764"/>
              <a:gd name="connsiteY12" fmla="*/ 2533052 h 2533101"/>
              <a:gd name="connsiteX13" fmla="*/ 646430 w 2585764"/>
              <a:gd name="connsiteY13" fmla="*/ 1069250 h 2533101"/>
              <a:gd name="connsiteX14" fmla="*/ 646430 w 2585764"/>
              <a:gd name="connsiteY14" fmla="*/ 1069299 h 2533101"/>
              <a:gd name="connsiteX15" fmla="*/ 0 w 2585764"/>
              <a:gd name="connsiteY15" fmla="*/ 1069299 h 2533101"/>
              <a:gd name="connsiteX16" fmla="*/ 0 w 2585764"/>
              <a:gd name="connsiteY16" fmla="*/ 1069299 h 2533101"/>
              <a:gd name="connsiteX0-1" fmla="*/ 0 w 2585764"/>
              <a:gd name="connsiteY0-2" fmla="*/ 1069299 h 2533101"/>
              <a:gd name="connsiteX1-3" fmla="*/ 0 w 2585764"/>
              <a:gd name="connsiteY1-4" fmla="*/ 1069299 h 2533101"/>
              <a:gd name="connsiteX2-5" fmla="*/ 1292905 w 2585764"/>
              <a:gd name="connsiteY2-6" fmla="*/ 0 h 2533101"/>
              <a:gd name="connsiteX3-7" fmla="*/ 1292860 w 2585764"/>
              <a:gd name="connsiteY3-8" fmla="*/ 37 h 2533101"/>
              <a:gd name="connsiteX4-9" fmla="*/ 2585764 w 2585764"/>
              <a:gd name="connsiteY4-10" fmla="*/ 1069336 h 2533101"/>
              <a:gd name="connsiteX5-11" fmla="*/ 2585720 w 2585764"/>
              <a:gd name="connsiteY5-12" fmla="*/ 1069299 h 2533101"/>
              <a:gd name="connsiteX6-13" fmla="*/ 2585720 w 2585764"/>
              <a:gd name="connsiteY6-14" fmla="*/ 1069299 h 2533101"/>
              <a:gd name="connsiteX7-15" fmla="*/ 1939290 w 2585764"/>
              <a:gd name="connsiteY7-16" fmla="*/ 1069299 h 2533101"/>
              <a:gd name="connsiteX8-17" fmla="*/ 1939290 w 2585764"/>
              <a:gd name="connsiteY8-18" fmla="*/ 1069299 h 2533101"/>
              <a:gd name="connsiteX9-19" fmla="*/ 1939290 w 2585764"/>
              <a:gd name="connsiteY9-20" fmla="*/ 2533101 h 2533101"/>
              <a:gd name="connsiteX10-21" fmla="*/ 1939290 w 2585764"/>
              <a:gd name="connsiteY10-22" fmla="*/ 2533052 h 2533101"/>
              <a:gd name="connsiteX11-23" fmla="*/ 646430 w 2585764"/>
              <a:gd name="connsiteY11-24" fmla="*/ 2533052 h 2533101"/>
              <a:gd name="connsiteX12-25" fmla="*/ 646430 w 2585764"/>
              <a:gd name="connsiteY12-26" fmla="*/ 2533052 h 2533101"/>
              <a:gd name="connsiteX13-27" fmla="*/ 646430 w 2585764"/>
              <a:gd name="connsiteY13-28" fmla="*/ 1069250 h 2533101"/>
              <a:gd name="connsiteX14-29" fmla="*/ 646430 w 2585764"/>
              <a:gd name="connsiteY14-30" fmla="*/ 1069299 h 2533101"/>
              <a:gd name="connsiteX15-31" fmla="*/ 0 w 2585764"/>
              <a:gd name="connsiteY15-32" fmla="*/ 1069299 h 2533101"/>
              <a:gd name="connsiteX16-33" fmla="*/ 0 w 2585764"/>
              <a:gd name="connsiteY16-34" fmla="*/ 1069300 h 2533101"/>
              <a:gd name="connsiteX0-35" fmla="*/ 0 w 2585764"/>
              <a:gd name="connsiteY0-36" fmla="*/ 1069300 h 2533101"/>
              <a:gd name="connsiteX1-37" fmla="*/ 0 w 2585764"/>
              <a:gd name="connsiteY1-38" fmla="*/ 1069299 h 2533101"/>
              <a:gd name="connsiteX2-39" fmla="*/ 1292905 w 2585764"/>
              <a:gd name="connsiteY2-40" fmla="*/ 0 h 2533101"/>
              <a:gd name="connsiteX3-41" fmla="*/ 1292860 w 2585764"/>
              <a:gd name="connsiteY3-42" fmla="*/ 37 h 2533101"/>
              <a:gd name="connsiteX4-43" fmla="*/ 2585764 w 2585764"/>
              <a:gd name="connsiteY4-44" fmla="*/ 1069336 h 2533101"/>
              <a:gd name="connsiteX5-45" fmla="*/ 2585720 w 2585764"/>
              <a:gd name="connsiteY5-46" fmla="*/ 1069299 h 2533101"/>
              <a:gd name="connsiteX6-47" fmla="*/ 2585720 w 2585764"/>
              <a:gd name="connsiteY6-48" fmla="*/ 1069299 h 2533101"/>
              <a:gd name="connsiteX7-49" fmla="*/ 1939290 w 2585764"/>
              <a:gd name="connsiteY7-50" fmla="*/ 1069299 h 2533101"/>
              <a:gd name="connsiteX8-51" fmla="*/ 1939290 w 2585764"/>
              <a:gd name="connsiteY8-52" fmla="*/ 1069299 h 2533101"/>
              <a:gd name="connsiteX9-53" fmla="*/ 1939290 w 2585764"/>
              <a:gd name="connsiteY9-54" fmla="*/ 2533101 h 2533101"/>
              <a:gd name="connsiteX10-55" fmla="*/ 1939290 w 2585764"/>
              <a:gd name="connsiteY10-56" fmla="*/ 2533052 h 2533101"/>
              <a:gd name="connsiteX11-57" fmla="*/ 646430 w 2585764"/>
              <a:gd name="connsiteY11-58" fmla="*/ 2533052 h 2533101"/>
              <a:gd name="connsiteX12-59" fmla="*/ 646430 w 2585764"/>
              <a:gd name="connsiteY12-60" fmla="*/ 2533052 h 2533101"/>
              <a:gd name="connsiteX13-61" fmla="*/ 646430 w 2585764"/>
              <a:gd name="connsiteY13-62" fmla="*/ 1069250 h 2533101"/>
              <a:gd name="connsiteX14-63" fmla="*/ 646430 w 2585764"/>
              <a:gd name="connsiteY14-64" fmla="*/ 1069299 h 2533101"/>
              <a:gd name="connsiteX15-65" fmla="*/ 0 w 2585764"/>
              <a:gd name="connsiteY15-66" fmla="*/ 1069299 h 2533101"/>
              <a:gd name="connsiteX16-67" fmla="*/ 0 w 2585764"/>
              <a:gd name="connsiteY16-68" fmla="*/ 1069300 h 2533101"/>
              <a:gd name="connsiteX0-69" fmla="*/ 0 w 2585764"/>
              <a:gd name="connsiteY0-70" fmla="*/ 1069300 h 2533101"/>
              <a:gd name="connsiteX1-71" fmla="*/ 0 w 2585764"/>
              <a:gd name="connsiteY1-72" fmla="*/ 1069299 h 2533101"/>
              <a:gd name="connsiteX2-73" fmla="*/ 1292905 w 2585764"/>
              <a:gd name="connsiteY2-74" fmla="*/ 0 h 2533101"/>
              <a:gd name="connsiteX3-75" fmla="*/ 1292860 w 2585764"/>
              <a:gd name="connsiteY3-76" fmla="*/ 37 h 2533101"/>
              <a:gd name="connsiteX4-77" fmla="*/ 2585764 w 2585764"/>
              <a:gd name="connsiteY4-78" fmla="*/ 1069336 h 2533101"/>
              <a:gd name="connsiteX5-79" fmla="*/ 2585720 w 2585764"/>
              <a:gd name="connsiteY5-80" fmla="*/ 1069299 h 2533101"/>
              <a:gd name="connsiteX6-81" fmla="*/ 2585720 w 2585764"/>
              <a:gd name="connsiteY6-82" fmla="*/ 1069299 h 2533101"/>
              <a:gd name="connsiteX7-83" fmla="*/ 1939290 w 2585764"/>
              <a:gd name="connsiteY7-84" fmla="*/ 1069299 h 2533101"/>
              <a:gd name="connsiteX8-85" fmla="*/ 1939290 w 2585764"/>
              <a:gd name="connsiteY8-86" fmla="*/ 1069299 h 2533101"/>
              <a:gd name="connsiteX9-87" fmla="*/ 1939290 w 2585764"/>
              <a:gd name="connsiteY9-88" fmla="*/ 2533101 h 2533101"/>
              <a:gd name="connsiteX10-89" fmla="*/ 1939290 w 2585764"/>
              <a:gd name="connsiteY10-90" fmla="*/ 2533052 h 2533101"/>
              <a:gd name="connsiteX11-91" fmla="*/ 646430 w 2585764"/>
              <a:gd name="connsiteY11-92" fmla="*/ 2533052 h 2533101"/>
              <a:gd name="connsiteX12-93" fmla="*/ 646430 w 2585764"/>
              <a:gd name="connsiteY12-94" fmla="*/ 2533052 h 2533101"/>
              <a:gd name="connsiteX13-95" fmla="*/ 646430 w 2585764"/>
              <a:gd name="connsiteY13-96" fmla="*/ 1069250 h 2533101"/>
              <a:gd name="connsiteX14-97" fmla="*/ 646430 w 2585764"/>
              <a:gd name="connsiteY14-98" fmla="*/ 1069299 h 2533101"/>
              <a:gd name="connsiteX15-99" fmla="*/ 0 w 2585764"/>
              <a:gd name="connsiteY15-100" fmla="*/ 1069299 h 2533101"/>
              <a:gd name="connsiteX16-101" fmla="*/ 0 w 2585764"/>
              <a:gd name="connsiteY16-102" fmla="*/ 1069300 h 2533101"/>
              <a:gd name="connsiteX0-103" fmla="*/ 0 w 2585764"/>
              <a:gd name="connsiteY0-104" fmla="*/ 1069300 h 2533101"/>
              <a:gd name="connsiteX1-105" fmla="*/ 0 w 2585764"/>
              <a:gd name="connsiteY1-106" fmla="*/ 1069299 h 2533101"/>
              <a:gd name="connsiteX2-107" fmla="*/ 1292905 w 2585764"/>
              <a:gd name="connsiteY2-108" fmla="*/ 0 h 2533101"/>
              <a:gd name="connsiteX3-109" fmla="*/ 1292860 w 2585764"/>
              <a:gd name="connsiteY3-110" fmla="*/ 37 h 2533101"/>
              <a:gd name="connsiteX4-111" fmla="*/ 2585764 w 2585764"/>
              <a:gd name="connsiteY4-112" fmla="*/ 1069336 h 2533101"/>
              <a:gd name="connsiteX5-113" fmla="*/ 2585720 w 2585764"/>
              <a:gd name="connsiteY5-114" fmla="*/ 1069299 h 2533101"/>
              <a:gd name="connsiteX6-115" fmla="*/ 2585720 w 2585764"/>
              <a:gd name="connsiteY6-116" fmla="*/ 1069299 h 2533101"/>
              <a:gd name="connsiteX7-117" fmla="*/ 1939290 w 2585764"/>
              <a:gd name="connsiteY7-118" fmla="*/ 1069299 h 2533101"/>
              <a:gd name="connsiteX8-119" fmla="*/ 1939290 w 2585764"/>
              <a:gd name="connsiteY8-120" fmla="*/ 1069299 h 2533101"/>
              <a:gd name="connsiteX9-121" fmla="*/ 1939290 w 2585764"/>
              <a:gd name="connsiteY9-122" fmla="*/ 2533101 h 2533101"/>
              <a:gd name="connsiteX10-123" fmla="*/ 1939290 w 2585764"/>
              <a:gd name="connsiteY10-124" fmla="*/ 2533052 h 2533101"/>
              <a:gd name="connsiteX11-125" fmla="*/ 646430 w 2585764"/>
              <a:gd name="connsiteY11-126" fmla="*/ 2533052 h 2533101"/>
              <a:gd name="connsiteX12-127" fmla="*/ 646430 w 2585764"/>
              <a:gd name="connsiteY12-128" fmla="*/ 2533052 h 2533101"/>
              <a:gd name="connsiteX13-129" fmla="*/ 646430 w 2585764"/>
              <a:gd name="connsiteY13-130" fmla="*/ 1069250 h 2533101"/>
              <a:gd name="connsiteX14-131" fmla="*/ 646430 w 2585764"/>
              <a:gd name="connsiteY14-132" fmla="*/ 1069299 h 2533101"/>
              <a:gd name="connsiteX15-133" fmla="*/ 0 w 2585764"/>
              <a:gd name="connsiteY15-134" fmla="*/ 1069299 h 2533101"/>
              <a:gd name="connsiteX16-135" fmla="*/ 0 w 2585764"/>
              <a:gd name="connsiteY16-136" fmla="*/ 1069300 h 2533101"/>
              <a:gd name="connsiteX0-137" fmla="*/ 0 w 2585764"/>
              <a:gd name="connsiteY0-138" fmla="*/ 1069300 h 2533101"/>
              <a:gd name="connsiteX1-139" fmla="*/ 0 w 2585764"/>
              <a:gd name="connsiteY1-140" fmla="*/ 1069300 h 2533101"/>
              <a:gd name="connsiteX2-141" fmla="*/ 1292905 w 2585764"/>
              <a:gd name="connsiteY2-142" fmla="*/ 0 h 2533101"/>
              <a:gd name="connsiteX3-143" fmla="*/ 1292860 w 2585764"/>
              <a:gd name="connsiteY3-144" fmla="*/ 37 h 2533101"/>
              <a:gd name="connsiteX4-145" fmla="*/ 2585764 w 2585764"/>
              <a:gd name="connsiteY4-146" fmla="*/ 1069336 h 2533101"/>
              <a:gd name="connsiteX5-147" fmla="*/ 2585720 w 2585764"/>
              <a:gd name="connsiteY5-148" fmla="*/ 1069299 h 2533101"/>
              <a:gd name="connsiteX6-149" fmla="*/ 2585720 w 2585764"/>
              <a:gd name="connsiteY6-150" fmla="*/ 1069299 h 2533101"/>
              <a:gd name="connsiteX7-151" fmla="*/ 1939290 w 2585764"/>
              <a:gd name="connsiteY7-152" fmla="*/ 1069299 h 2533101"/>
              <a:gd name="connsiteX8-153" fmla="*/ 1939290 w 2585764"/>
              <a:gd name="connsiteY8-154" fmla="*/ 1069299 h 2533101"/>
              <a:gd name="connsiteX9-155" fmla="*/ 1939290 w 2585764"/>
              <a:gd name="connsiteY9-156" fmla="*/ 2533101 h 2533101"/>
              <a:gd name="connsiteX10-157" fmla="*/ 1939290 w 2585764"/>
              <a:gd name="connsiteY10-158" fmla="*/ 2533052 h 2533101"/>
              <a:gd name="connsiteX11-159" fmla="*/ 646430 w 2585764"/>
              <a:gd name="connsiteY11-160" fmla="*/ 2533052 h 2533101"/>
              <a:gd name="connsiteX12-161" fmla="*/ 646430 w 2585764"/>
              <a:gd name="connsiteY12-162" fmla="*/ 2533052 h 2533101"/>
              <a:gd name="connsiteX13-163" fmla="*/ 646430 w 2585764"/>
              <a:gd name="connsiteY13-164" fmla="*/ 1069250 h 2533101"/>
              <a:gd name="connsiteX14-165" fmla="*/ 646430 w 2585764"/>
              <a:gd name="connsiteY14-166" fmla="*/ 1069299 h 2533101"/>
              <a:gd name="connsiteX15-167" fmla="*/ 0 w 2585764"/>
              <a:gd name="connsiteY15-168" fmla="*/ 1069299 h 2533101"/>
              <a:gd name="connsiteX16-169" fmla="*/ 0 w 2585764"/>
              <a:gd name="connsiteY16-170" fmla="*/ 1069300 h 2533101"/>
              <a:gd name="connsiteX0-171" fmla="*/ 0 w 2585764"/>
              <a:gd name="connsiteY0-172" fmla="*/ 1069300 h 2533101"/>
              <a:gd name="connsiteX1-173" fmla="*/ 0 w 2585764"/>
              <a:gd name="connsiteY1-174" fmla="*/ 1069300 h 2533101"/>
              <a:gd name="connsiteX2-175" fmla="*/ 1292905 w 2585764"/>
              <a:gd name="connsiteY2-176" fmla="*/ 0 h 2533101"/>
              <a:gd name="connsiteX3-177" fmla="*/ 1292860 w 2585764"/>
              <a:gd name="connsiteY3-178" fmla="*/ 37 h 2533101"/>
              <a:gd name="connsiteX4-179" fmla="*/ 2585764 w 2585764"/>
              <a:gd name="connsiteY4-180" fmla="*/ 1069336 h 2533101"/>
              <a:gd name="connsiteX5-181" fmla="*/ 2585720 w 2585764"/>
              <a:gd name="connsiteY5-182" fmla="*/ 1069299 h 2533101"/>
              <a:gd name="connsiteX6-183" fmla="*/ 2585720 w 2585764"/>
              <a:gd name="connsiteY6-184" fmla="*/ 1069299 h 2533101"/>
              <a:gd name="connsiteX7-185" fmla="*/ 1939290 w 2585764"/>
              <a:gd name="connsiteY7-186" fmla="*/ 1069299 h 2533101"/>
              <a:gd name="connsiteX8-187" fmla="*/ 1939290 w 2585764"/>
              <a:gd name="connsiteY8-188" fmla="*/ 1069299 h 2533101"/>
              <a:gd name="connsiteX9-189" fmla="*/ 1939290 w 2585764"/>
              <a:gd name="connsiteY9-190" fmla="*/ 2533101 h 2533101"/>
              <a:gd name="connsiteX10-191" fmla="*/ 1939290 w 2585764"/>
              <a:gd name="connsiteY10-192" fmla="*/ 2533052 h 2533101"/>
              <a:gd name="connsiteX11-193" fmla="*/ 646430 w 2585764"/>
              <a:gd name="connsiteY11-194" fmla="*/ 2533052 h 2533101"/>
              <a:gd name="connsiteX12-195" fmla="*/ 646430 w 2585764"/>
              <a:gd name="connsiteY12-196" fmla="*/ 2533052 h 2533101"/>
              <a:gd name="connsiteX13-197" fmla="*/ 646430 w 2585764"/>
              <a:gd name="connsiteY13-198" fmla="*/ 1069250 h 2533101"/>
              <a:gd name="connsiteX14-199" fmla="*/ 646430 w 2585764"/>
              <a:gd name="connsiteY14-200" fmla="*/ 1069299 h 2533101"/>
              <a:gd name="connsiteX15-201" fmla="*/ 0 w 2585764"/>
              <a:gd name="connsiteY15-202" fmla="*/ 1069299 h 2533101"/>
              <a:gd name="connsiteX16-203" fmla="*/ 0 w 2585764"/>
              <a:gd name="connsiteY16-204" fmla="*/ 1069300 h 2533101"/>
              <a:gd name="connsiteX0-205" fmla="*/ 0 w 2585764"/>
              <a:gd name="connsiteY0-206" fmla="*/ 1069300 h 2533101"/>
              <a:gd name="connsiteX1-207" fmla="*/ 0 w 2585764"/>
              <a:gd name="connsiteY1-208" fmla="*/ 1069300 h 2533101"/>
              <a:gd name="connsiteX2-209" fmla="*/ 1292905 w 2585764"/>
              <a:gd name="connsiteY2-210" fmla="*/ 0 h 2533101"/>
              <a:gd name="connsiteX3-211" fmla="*/ 1292860 w 2585764"/>
              <a:gd name="connsiteY3-212" fmla="*/ 37 h 2533101"/>
              <a:gd name="connsiteX4-213" fmla="*/ 2585764 w 2585764"/>
              <a:gd name="connsiteY4-214" fmla="*/ 1069336 h 2533101"/>
              <a:gd name="connsiteX5-215" fmla="*/ 2585720 w 2585764"/>
              <a:gd name="connsiteY5-216" fmla="*/ 1069299 h 2533101"/>
              <a:gd name="connsiteX6-217" fmla="*/ 2585720 w 2585764"/>
              <a:gd name="connsiteY6-218" fmla="*/ 1069299 h 2533101"/>
              <a:gd name="connsiteX7-219" fmla="*/ 1939290 w 2585764"/>
              <a:gd name="connsiteY7-220" fmla="*/ 1069299 h 2533101"/>
              <a:gd name="connsiteX8-221" fmla="*/ 1939290 w 2585764"/>
              <a:gd name="connsiteY8-222" fmla="*/ 1069299 h 2533101"/>
              <a:gd name="connsiteX9-223" fmla="*/ 1939290 w 2585764"/>
              <a:gd name="connsiteY9-224" fmla="*/ 2533101 h 2533101"/>
              <a:gd name="connsiteX10-225" fmla="*/ 1939290 w 2585764"/>
              <a:gd name="connsiteY10-226" fmla="*/ 2533052 h 2533101"/>
              <a:gd name="connsiteX11-227" fmla="*/ 646430 w 2585764"/>
              <a:gd name="connsiteY11-228" fmla="*/ 2533052 h 2533101"/>
              <a:gd name="connsiteX12-229" fmla="*/ 646430 w 2585764"/>
              <a:gd name="connsiteY12-230" fmla="*/ 2533052 h 2533101"/>
              <a:gd name="connsiteX13-231" fmla="*/ 646430 w 2585764"/>
              <a:gd name="connsiteY13-232" fmla="*/ 1069250 h 2533101"/>
              <a:gd name="connsiteX14-233" fmla="*/ 646430 w 2585764"/>
              <a:gd name="connsiteY14-234" fmla="*/ 1069299 h 2533101"/>
              <a:gd name="connsiteX15-235" fmla="*/ 0 w 2585764"/>
              <a:gd name="connsiteY15-236" fmla="*/ 1069299 h 2533101"/>
              <a:gd name="connsiteX16-237" fmla="*/ 0 w 2585764"/>
              <a:gd name="connsiteY16-238" fmla="*/ 1069300 h 2533101"/>
              <a:gd name="connsiteX0-239" fmla="*/ 0 w 2585764"/>
              <a:gd name="connsiteY0-240" fmla="*/ 1069299 h 2533100"/>
              <a:gd name="connsiteX1-241" fmla="*/ 0 w 2585764"/>
              <a:gd name="connsiteY1-242" fmla="*/ 1069299 h 2533100"/>
              <a:gd name="connsiteX2-243" fmla="*/ 1292905 w 2585764"/>
              <a:gd name="connsiteY2-244" fmla="*/ 0 h 2533100"/>
              <a:gd name="connsiteX3-245" fmla="*/ 1292860 w 2585764"/>
              <a:gd name="connsiteY3-246" fmla="*/ 36 h 2533100"/>
              <a:gd name="connsiteX4-247" fmla="*/ 2585764 w 2585764"/>
              <a:gd name="connsiteY4-248" fmla="*/ 1069335 h 2533100"/>
              <a:gd name="connsiteX5-249" fmla="*/ 2585720 w 2585764"/>
              <a:gd name="connsiteY5-250" fmla="*/ 1069298 h 2533100"/>
              <a:gd name="connsiteX6-251" fmla="*/ 2585720 w 2585764"/>
              <a:gd name="connsiteY6-252" fmla="*/ 1069298 h 2533100"/>
              <a:gd name="connsiteX7-253" fmla="*/ 1939290 w 2585764"/>
              <a:gd name="connsiteY7-254" fmla="*/ 1069298 h 2533100"/>
              <a:gd name="connsiteX8-255" fmla="*/ 1939290 w 2585764"/>
              <a:gd name="connsiteY8-256" fmla="*/ 1069298 h 2533100"/>
              <a:gd name="connsiteX9-257" fmla="*/ 1939290 w 2585764"/>
              <a:gd name="connsiteY9-258" fmla="*/ 2533100 h 2533100"/>
              <a:gd name="connsiteX10-259" fmla="*/ 1939290 w 2585764"/>
              <a:gd name="connsiteY10-260" fmla="*/ 2533051 h 2533100"/>
              <a:gd name="connsiteX11-261" fmla="*/ 646430 w 2585764"/>
              <a:gd name="connsiteY11-262" fmla="*/ 2533051 h 2533100"/>
              <a:gd name="connsiteX12-263" fmla="*/ 646430 w 2585764"/>
              <a:gd name="connsiteY12-264" fmla="*/ 2533051 h 2533100"/>
              <a:gd name="connsiteX13-265" fmla="*/ 646430 w 2585764"/>
              <a:gd name="connsiteY13-266" fmla="*/ 1069249 h 2533100"/>
              <a:gd name="connsiteX14-267" fmla="*/ 646430 w 2585764"/>
              <a:gd name="connsiteY14-268" fmla="*/ 1069298 h 2533100"/>
              <a:gd name="connsiteX15-269" fmla="*/ 0 w 2585764"/>
              <a:gd name="connsiteY15-270" fmla="*/ 1069298 h 2533100"/>
              <a:gd name="connsiteX16-271" fmla="*/ 0 w 2585764"/>
              <a:gd name="connsiteY16-272" fmla="*/ 1069299 h 2533100"/>
              <a:gd name="connsiteX0-273" fmla="*/ 0 w 2585764"/>
              <a:gd name="connsiteY0-274" fmla="*/ 1069299 h 2533100"/>
              <a:gd name="connsiteX1-275" fmla="*/ 0 w 2585764"/>
              <a:gd name="connsiteY1-276" fmla="*/ 1069299 h 2533100"/>
              <a:gd name="connsiteX2-277" fmla="*/ 1292905 w 2585764"/>
              <a:gd name="connsiteY2-278" fmla="*/ 0 h 2533100"/>
              <a:gd name="connsiteX3-279" fmla="*/ 1292860 w 2585764"/>
              <a:gd name="connsiteY3-280" fmla="*/ 36 h 2533100"/>
              <a:gd name="connsiteX4-281" fmla="*/ 2585764 w 2585764"/>
              <a:gd name="connsiteY4-282" fmla="*/ 1069335 h 2533100"/>
              <a:gd name="connsiteX5-283" fmla="*/ 2585720 w 2585764"/>
              <a:gd name="connsiteY5-284" fmla="*/ 1069298 h 2533100"/>
              <a:gd name="connsiteX6-285" fmla="*/ 2585720 w 2585764"/>
              <a:gd name="connsiteY6-286" fmla="*/ 1069298 h 2533100"/>
              <a:gd name="connsiteX7-287" fmla="*/ 1939290 w 2585764"/>
              <a:gd name="connsiteY7-288" fmla="*/ 1069298 h 2533100"/>
              <a:gd name="connsiteX8-289" fmla="*/ 1939290 w 2585764"/>
              <a:gd name="connsiteY8-290" fmla="*/ 1069298 h 2533100"/>
              <a:gd name="connsiteX9-291" fmla="*/ 1939290 w 2585764"/>
              <a:gd name="connsiteY9-292" fmla="*/ 2533100 h 2533100"/>
              <a:gd name="connsiteX10-293" fmla="*/ 1939290 w 2585764"/>
              <a:gd name="connsiteY10-294" fmla="*/ 2533051 h 2533100"/>
              <a:gd name="connsiteX11-295" fmla="*/ 646430 w 2585764"/>
              <a:gd name="connsiteY11-296" fmla="*/ 2533051 h 2533100"/>
              <a:gd name="connsiteX12-297" fmla="*/ 646430 w 2585764"/>
              <a:gd name="connsiteY12-298" fmla="*/ 2533051 h 2533100"/>
              <a:gd name="connsiteX13-299" fmla="*/ 646430 w 2585764"/>
              <a:gd name="connsiteY13-300" fmla="*/ 1069249 h 2533100"/>
              <a:gd name="connsiteX14-301" fmla="*/ 646430 w 2585764"/>
              <a:gd name="connsiteY14-302" fmla="*/ 1069298 h 2533100"/>
              <a:gd name="connsiteX15-303" fmla="*/ 0 w 2585764"/>
              <a:gd name="connsiteY15-304" fmla="*/ 1069298 h 2533100"/>
              <a:gd name="connsiteX16-305" fmla="*/ 0 w 2585764"/>
              <a:gd name="connsiteY16-306" fmla="*/ 1069299 h 2533100"/>
              <a:gd name="connsiteX0-307" fmla="*/ 0 w 2585764"/>
              <a:gd name="connsiteY0-308" fmla="*/ 1069299 h 2533100"/>
              <a:gd name="connsiteX1-309" fmla="*/ 0 w 2585764"/>
              <a:gd name="connsiteY1-310" fmla="*/ 1069299 h 2533100"/>
              <a:gd name="connsiteX2-311" fmla="*/ 1292905 w 2585764"/>
              <a:gd name="connsiteY2-312" fmla="*/ 0 h 2533100"/>
              <a:gd name="connsiteX3-313" fmla="*/ 1292860 w 2585764"/>
              <a:gd name="connsiteY3-314" fmla="*/ 36 h 2533100"/>
              <a:gd name="connsiteX4-315" fmla="*/ 2585764 w 2585764"/>
              <a:gd name="connsiteY4-316" fmla="*/ 1069335 h 2533100"/>
              <a:gd name="connsiteX5-317" fmla="*/ 2585720 w 2585764"/>
              <a:gd name="connsiteY5-318" fmla="*/ 1069298 h 2533100"/>
              <a:gd name="connsiteX6-319" fmla="*/ 2585720 w 2585764"/>
              <a:gd name="connsiteY6-320" fmla="*/ 1069298 h 2533100"/>
              <a:gd name="connsiteX7-321" fmla="*/ 1939290 w 2585764"/>
              <a:gd name="connsiteY7-322" fmla="*/ 1069298 h 2533100"/>
              <a:gd name="connsiteX8-323" fmla="*/ 1939290 w 2585764"/>
              <a:gd name="connsiteY8-324" fmla="*/ 1069298 h 2533100"/>
              <a:gd name="connsiteX9-325" fmla="*/ 1939290 w 2585764"/>
              <a:gd name="connsiteY9-326" fmla="*/ 2533100 h 2533100"/>
              <a:gd name="connsiteX10-327" fmla="*/ 1939290 w 2585764"/>
              <a:gd name="connsiteY10-328" fmla="*/ 2533051 h 2533100"/>
              <a:gd name="connsiteX11-329" fmla="*/ 646430 w 2585764"/>
              <a:gd name="connsiteY11-330" fmla="*/ 2533051 h 2533100"/>
              <a:gd name="connsiteX12-331" fmla="*/ 646430 w 2585764"/>
              <a:gd name="connsiteY12-332" fmla="*/ 2533051 h 2533100"/>
              <a:gd name="connsiteX13-333" fmla="*/ 646430 w 2585764"/>
              <a:gd name="connsiteY13-334" fmla="*/ 1069249 h 2533100"/>
              <a:gd name="connsiteX14-335" fmla="*/ 646430 w 2585764"/>
              <a:gd name="connsiteY14-336" fmla="*/ 1069298 h 2533100"/>
              <a:gd name="connsiteX15-337" fmla="*/ 0 w 2585764"/>
              <a:gd name="connsiteY15-338" fmla="*/ 1069298 h 2533100"/>
              <a:gd name="connsiteX16-339" fmla="*/ 0 w 2585764"/>
              <a:gd name="connsiteY16-340" fmla="*/ 1069299 h 2533100"/>
              <a:gd name="connsiteX0-341" fmla="*/ 0 w 2585764"/>
              <a:gd name="connsiteY0-342" fmla="*/ 1069299 h 2533100"/>
              <a:gd name="connsiteX1-343" fmla="*/ 0 w 2585764"/>
              <a:gd name="connsiteY1-344" fmla="*/ 1069299 h 2533100"/>
              <a:gd name="connsiteX2-345" fmla="*/ 1292905 w 2585764"/>
              <a:gd name="connsiteY2-346" fmla="*/ 0 h 2533100"/>
              <a:gd name="connsiteX3-347" fmla="*/ 1292860 w 2585764"/>
              <a:gd name="connsiteY3-348" fmla="*/ 36 h 2533100"/>
              <a:gd name="connsiteX4-349" fmla="*/ 2585764 w 2585764"/>
              <a:gd name="connsiteY4-350" fmla="*/ 1069335 h 2533100"/>
              <a:gd name="connsiteX5-351" fmla="*/ 2585720 w 2585764"/>
              <a:gd name="connsiteY5-352" fmla="*/ 1069298 h 2533100"/>
              <a:gd name="connsiteX6-353" fmla="*/ 2585720 w 2585764"/>
              <a:gd name="connsiteY6-354" fmla="*/ 1069298 h 2533100"/>
              <a:gd name="connsiteX7-355" fmla="*/ 1939290 w 2585764"/>
              <a:gd name="connsiteY7-356" fmla="*/ 1069298 h 2533100"/>
              <a:gd name="connsiteX8-357" fmla="*/ 1939290 w 2585764"/>
              <a:gd name="connsiteY8-358" fmla="*/ 1069298 h 2533100"/>
              <a:gd name="connsiteX9-359" fmla="*/ 1939290 w 2585764"/>
              <a:gd name="connsiteY9-360" fmla="*/ 2533100 h 2533100"/>
              <a:gd name="connsiteX10-361" fmla="*/ 1939290 w 2585764"/>
              <a:gd name="connsiteY10-362" fmla="*/ 2533051 h 2533100"/>
              <a:gd name="connsiteX11-363" fmla="*/ 646430 w 2585764"/>
              <a:gd name="connsiteY11-364" fmla="*/ 2533051 h 2533100"/>
              <a:gd name="connsiteX12-365" fmla="*/ 646430 w 2585764"/>
              <a:gd name="connsiteY12-366" fmla="*/ 2533051 h 2533100"/>
              <a:gd name="connsiteX13-367" fmla="*/ 646430 w 2585764"/>
              <a:gd name="connsiteY13-368" fmla="*/ 1069249 h 2533100"/>
              <a:gd name="connsiteX14-369" fmla="*/ 646430 w 2585764"/>
              <a:gd name="connsiteY14-370" fmla="*/ 1069298 h 2533100"/>
              <a:gd name="connsiteX15-371" fmla="*/ 0 w 2585764"/>
              <a:gd name="connsiteY15-372" fmla="*/ 1069298 h 2533100"/>
              <a:gd name="connsiteX16-373" fmla="*/ 0 w 2585764"/>
              <a:gd name="connsiteY16-374" fmla="*/ 1069299 h 2533100"/>
              <a:gd name="connsiteX0-375" fmla="*/ 0 w 2585764"/>
              <a:gd name="connsiteY0-376" fmla="*/ 1069299 h 2533100"/>
              <a:gd name="connsiteX1-377" fmla="*/ 0 w 2585764"/>
              <a:gd name="connsiteY1-378" fmla="*/ 1069299 h 2533100"/>
              <a:gd name="connsiteX2-379" fmla="*/ 1292905 w 2585764"/>
              <a:gd name="connsiteY2-380" fmla="*/ 0 h 2533100"/>
              <a:gd name="connsiteX3-381" fmla="*/ 1292860 w 2585764"/>
              <a:gd name="connsiteY3-382" fmla="*/ 36 h 2533100"/>
              <a:gd name="connsiteX4-383" fmla="*/ 2585764 w 2585764"/>
              <a:gd name="connsiteY4-384" fmla="*/ 1069335 h 2533100"/>
              <a:gd name="connsiteX5-385" fmla="*/ 2585720 w 2585764"/>
              <a:gd name="connsiteY5-386" fmla="*/ 1069298 h 2533100"/>
              <a:gd name="connsiteX6-387" fmla="*/ 2585720 w 2585764"/>
              <a:gd name="connsiteY6-388" fmla="*/ 1069298 h 2533100"/>
              <a:gd name="connsiteX7-389" fmla="*/ 1939290 w 2585764"/>
              <a:gd name="connsiteY7-390" fmla="*/ 1069298 h 2533100"/>
              <a:gd name="connsiteX8-391" fmla="*/ 1939290 w 2585764"/>
              <a:gd name="connsiteY8-392" fmla="*/ 1069298 h 2533100"/>
              <a:gd name="connsiteX9-393" fmla="*/ 1939290 w 2585764"/>
              <a:gd name="connsiteY9-394" fmla="*/ 2533100 h 2533100"/>
              <a:gd name="connsiteX10-395" fmla="*/ 1939290 w 2585764"/>
              <a:gd name="connsiteY10-396" fmla="*/ 2533051 h 2533100"/>
              <a:gd name="connsiteX11-397" fmla="*/ 646430 w 2585764"/>
              <a:gd name="connsiteY11-398" fmla="*/ 2533051 h 2533100"/>
              <a:gd name="connsiteX12-399" fmla="*/ 646430 w 2585764"/>
              <a:gd name="connsiteY12-400" fmla="*/ 2533051 h 2533100"/>
              <a:gd name="connsiteX13-401" fmla="*/ 646430 w 2585764"/>
              <a:gd name="connsiteY13-402" fmla="*/ 1069249 h 2533100"/>
              <a:gd name="connsiteX14-403" fmla="*/ 646430 w 2585764"/>
              <a:gd name="connsiteY14-404" fmla="*/ 1069298 h 2533100"/>
              <a:gd name="connsiteX15-405" fmla="*/ 0 w 2585764"/>
              <a:gd name="connsiteY15-406" fmla="*/ 1069298 h 2533100"/>
              <a:gd name="connsiteX16-407" fmla="*/ 0 w 2585764"/>
              <a:gd name="connsiteY16-408" fmla="*/ 1069299 h 2533100"/>
              <a:gd name="connsiteX0-409" fmla="*/ 0 w 2585764"/>
              <a:gd name="connsiteY0-410" fmla="*/ 1069299 h 2533100"/>
              <a:gd name="connsiteX1-411" fmla="*/ 0 w 2585764"/>
              <a:gd name="connsiteY1-412" fmla="*/ 1069299 h 2533100"/>
              <a:gd name="connsiteX2-413" fmla="*/ 1292905 w 2585764"/>
              <a:gd name="connsiteY2-414" fmla="*/ 0 h 2533100"/>
              <a:gd name="connsiteX3-415" fmla="*/ 1292860 w 2585764"/>
              <a:gd name="connsiteY3-416" fmla="*/ 36 h 2533100"/>
              <a:gd name="connsiteX4-417" fmla="*/ 2585764 w 2585764"/>
              <a:gd name="connsiteY4-418" fmla="*/ 1069335 h 2533100"/>
              <a:gd name="connsiteX5-419" fmla="*/ 2585720 w 2585764"/>
              <a:gd name="connsiteY5-420" fmla="*/ 1069298 h 2533100"/>
              <a:gd name="connsiteX6-421" fmla="*/ 2585720 w 2585764"/>
              <a:gd name="connsiteY6-422" fmla="*/ 1069298 h 2533100"/>
              <a:gd name="connsiteX7-423" fmla="*/ 1939290 w 2585764"/>
              <a:gd name="connsiteY7-424" fmla="*/ 1069298 h 2533100"/>
              <a:gd name="connsiteX8-425" fmla="*/ 1939290 w 2585764"/>
              <a:gd name="connsiteY8-426" fmla="*/ 1069298 h 2533100"/>
              <a:gd name="connsiteX9-427" fmla="*/ 1939290 w 2585764"/>
              <a:gd name="connsiteY9-428" fmla="*/ 2533100 h 2533100"/>
              <a:gd name="connsiteX10-429" fmla="*/ 1939290 w 2585764"/>
              <a:gd name="connsiteY10-430" fmla="*/ 2533051 h 2533100"/>
              <a:gd name="connsiteX11-431" fmla="*/ 646430 w 2585764"/>
              <a:gd name="connsiteY11-432" fmla="*/ 2533051 h 2533100"/>
              <a:gd name="connsiteX12-433" fmla="*/ 646430 w 2585764"/>
              <a:gd name="connsiteY12-434" fmla="*/ 2533051 h 2533100"/>
              <a:gd name="connsiteX13-435" fmla="*/ 646430 w 2585764"/>
              <a:gd name="connsiteY13-436" fmla="*/ 1069249 h 2533100"/>
              <a:gd name="connsiteX14-437" fmla="*/ 646430 w 2585764"/>
              <a:gd name="connsiteY14-438" fmla="*/ 1069298 h 2533100"/>
              <a:gd name="connsiteX15-439" fmla="*/ 0 w 2585764"/>
              <a:gd name="connsiteY15-440" fmla="*/ 1069298 h 2533100"/>
              <a:gd name="connsiteX16-441" fmla="*/ 0 w 2585764"/>
              <a:gd name="connsiteY16-442" fmla="*/ 1069299 h 2533100"/>
              <a:gd name="connsiteX0-443" fmla="*/ 0 w 2585764"/>
              <a:gd name="connsiteY0-444" fmla="*/ 1069299 h 2533100"/>
              <a:gd name="connsiteX1-445" fmla="*/ 0 w 2585764"/>
              <a:gd name="connsiteY1-446" fmla="*/ 1069299 h 2533100"/>
              <a:gd name="connsiteX2-447" fmla="*/ 1292905 w 2585764"/>
              <a:gd name="connsiteY2-448" fmla="*/ 0 h 2533100"/>
              <a:gd name="connsiteX3-449" fmla="*/ 1292860 w 2585764"/>
              <a:gd name="connsiteY3-450" fmla="*/ 36 h 2533100"/>
              <a:gd name="connsiteX4-451" fmla="*/ 2585764 w 2585764"/>
              <a:gd name="connsiteY4-452" fmla="*/ 1069335 h 2533100"/>
              <a:gd name="connsiteX5-453" fmla="*/ 2585720 w 2585764"/>
              <a:gd name="connsiteY5-454" fmla="*/ 1069298 h 2533100"/>
              <a:gd name="connsiteX6-455" fmla="*/ 2585720 w 2585764"/>
              <a:gd name="connsiteY6-456" fmla="*/ 1069298 h 2533100"/>
              <a:gd name="connsiteX7-457" fmla="*/ 1939290 w 2585764"/>
              <a:gd name="connsiteY7-458" fmla="*/ 1069298 h 2533100"/>
              <a:gd name="connsiteX8-459" fmla="*/ 1939290 w 2585764"/>
              <a:gd name="connsiteY8-460" fmla="*/ 1069298 h 2533100"/>
              <a:gd name="connsiteX9-461" fmla="*/ 1939290 w 2585764"/>
              <a:gd name="connsiteY9-462" fmla="*/ 2533100 h 2533100"/>
              <a:gd name="connsiteX10-463" fmla="*/ 1939290 w 2585764"/>
              <a:gd name="connsiteY10-464" fmla="*/ 2533051 h 2533100"/>
              <a:gd name="connsiteX11-465" fmla="*/ 646430 w 2585764"/>
              <a:gd name="connsiteY11-466" fmla="*/ 2533051 h 2533100"/>
              <a:gd name="connsiteX12-467" fmla="*/ 646430 w 2585764"/>
              <a:gd name="connsiteY12-468" fmla="*/ 2533051 h 2533100"/>
              <a:gd name="connsiteX13-469" fmla="*/ 646430 w 2585764"/>
              <a:gd name="connsiteY13-470" fmla="*/ 1069249 h 2533100"/>
              <a:gd name="connsiteX14-471" fmla="*/ 646430 w 2585764"/>
              <a:gd name="connsiteY14-472" fmla="*/ 1069298 h 2533100"/>
              <a:gd name="connsiteX15-473" fmla="*/ 0 w 2585764"/>
              <a:gd name="connsiteY15-474" fmla="*/ 1069298 h 2533100"/>
              <a:gd name="connsiteX16-475" fmla="*/ 0 w 2585764"/>
              <a:gd name="connsiteY16-476" fmla="*/ 1069299 h 2533100"/>
              <a:gd name="connsiteX0-477" fmla="*/ 0 w 2585764"/>
              <a:gd name="connsiteY0-478" fmla="*/ 1069299 h 2533100"/>
              <a:gd name="connsiteX1-479" fmla="*/ 0 w 2585764"/>
              <a:gd name="connsiteY1-480" fmla="*/ 1069299 h 2533100"/>
              <a:gd name="connsiteX2-481" fmla="*/ 1292905 w 2585764"/>
              <a:gd name="connsiteY2-482" fmla="*/ 0 h 2533100"/>
              <a:gd name="connsiteX3-483" fmla="*/ 1292860 w 2585764"/>
              <a:gd name="connsiteY3-484" fmla="*/ 36 h 2533100"/>
              <a:gd name="connsiteX4-485" fmla="*/ 2585764 w 2585764"/>
              <a:gd name="connsiteY4-486" fmla="*/ 1069335 h 2533100"/>
              <a:gd name="connsiteX5-487" fmla="*/ 2585720 w 2585764"/>
              <a:gd name="connsiteY5-488" fmla="*/ 1069298 h 2533100"/>
              <a:gd name="connsiteX6-489" fmla="*/ 2585720 w 2585764"/>
              <a:gd name="connsiteY6-490" fmla="*/ 1069298 h 2533100"/>
              <a:gd name="connsiteX7-491" fmla="*/ 1939290 w 2585764"/>
              <a:gd name="connsiteY7-492" fmla="*/ 1069298 h 2533100"/>
              <a:gd name="connsiteX8-493" fmla="*/ 1939290 w 2585764"/>
              <a:gd name="connsiteY8-494" fmla="*/ 1069298 h 2533100"/>
              <a:gd name="connsiteX9-495" fmla="*/ 1939290 w 2585764"/>
              <a:gd name="connsiteY9-496" fmla="*/ 2533100 h 2533100"/>
              <a:gd name="connsiteX10-497" fmla="*/ 1939290 w 2585764"/>
              <a:gd name="connsiteY10-498" fmla="*/ 2533051 h 2533100"/>
              <a:gd name="connsiteX11-499" fmla="*/ 646430 w 2585764"/>
              <a:gd name="connsiteY11-500" fmla="*/ 2533051 h 2533100"/>
              <a:gd name="connsiteX12-501" fmla="*/ 646430 w 2585764"/>
              <a:gd name="connsiteY12-502" fmla="*/ 2533051 h 2533100"/>
              <a:gd name="connsiteX13-503" fmla="*/ 646430 w 2585764"/>
              <a:gd name="connsiteY13-504" fmla="*/ 1069249 h 2533100"/>
              <a:gd name="connsiteX14-505" fmla="*/ 646430 w 2585764"/>
              <a:gd name="connsiteY14-506" fmla="*/ 1069298 h 2533100"/>
              <a:gd name="connsiteX15-507" fmla="*/ 0 w 2585764"/>
              <a:gd name="connsiteY15-508" fmla="*/ 1069298 h 2533100"/>
              <a:gd name="connsiteX16-509" fmla="*/ 0 w 2585764"/>
              <a:gd name="connsiteY16-510" fmla="*/ 1069299 h 2533100"/>
              <a:gd name="connsiteX0-511" fmla="*/ 0 w 2585764"/>
              <a:gd name="connsiteY0-512" fmla="*/ 1069299 h 2533100"/>
              <a:gd name="connsiteX1-513" fmla="*/ 0 w 2585764"/>
              <a:gd name="connsiteY1-514" fmla="*/ 1069299 h 2533100"/>
              <a:gd name="connsiteX2-515" fmla="*/ 1292905 w 2585764"/>
              <a:gd name="connsiteY2-516" fmla="*/ 0 h 2533100"/>
              <a:gd name="connsiteX3-517" fmla="*/ 1292860 w 2585764"/>
              <a:gd name="connsiteY3-518" fmla="*/ 36 h 2533100"/>
              <a:gd name="connsiteX4-519" fmla="*/ 2585764 w 2585764"/>
              <a:gd name="connsiteY4-520" fmla="*/ 1069335 h 2533100"/>
              <a:gd name="connsiteX5-521" fmla="*/ 2585720 w 2585764"/>
              <a:gd name="connsiteY5-522" fmla="*/ 1069298 h 2533100"/>
              <a:gd name="connsiteX6-523" fmla="*/ 2585720 w 2585764"/>
              <a:gd name="connsiteY6-524" fmla="*/ 1069298 h 2533100"/>
              <a:gd name="connsiteX7-525" fmla="*/ 1939290 w 2585764"/>
              <a:gd name="connsiteY7-526" fmla="*/ 1069298 h 2533100"/>
              <a:gd name="connsiteX8-527" fmla="*/ 1939290 w 2585764"/>
              <a:gd name="connsiteY8-528" fmla="*/ 1069298 h 2533100"/>
              <a:gd name="connsiteX9-529" fmla="*/ 1939290 w 2585764"/>
              <a:gd name="connsiteY9-530" fmla="*/ 2533100 h 2533100"/>
              <a:gd name="connsiteX10-531" fmla="*/ 1939290 w 2585764"/>
              <a:gd name="connsiteY10-532" fmla="*/ 2533051 h 2533100"/>
              <a:gd name="connsiteX11-533" fmla="*/ 646430 w 2585764"/>
              <a:gd name="connsiteY11-534" fmla="*/ 2533051 h 2533100"/>
              <a:gd name="connsiteX12-535" fmla="*/ 646430 w 2585764"/>
              <a:gd name="connsiteY12-536" fmla="*/ 2533051 h 2533100"/>
              <a:gd name="connsiteX13-537" fmla="*/ 646430 w 2585764"/>
              <a:gd name="connsiteY13-538" fmla="*/ 1069249 h 2533100"/>
              <a:gd name="connsiteX14-539" fmla="*/ 646430 w 2585764"/>
              <a:gd name="connsiteY14-540" fmla="*/ 1069298 h 2533100"/>
              <a:gd name="connsiteX15-541" fmla="*/ 0 w 2585764"/>
              <a:gd name="connsiteY15-542" fmla="*/ 1069298 h 2533100"/>
              <a:gd name="connsiteX16-543" fmla="*/ 0 w 2585764"/>
              <a:gd name="connsiteY16-544" fmla="*/ 1069299 h 2533100"/>
              <a:gd name="connsiteX0-545" fmla="*/ 0 w 2585764"/>
              <a:gd name="connsiteY0-546" fmla="*/ 1069299 h 2533100"/>
              <a:gd name="connsiteX1-547" fmla="*/ 0 w 2585764"/>
              <a:gd name="connsiteY1-548" fmla="*/ 1069299 h 2533100"/>
              <a:gd name="connsiteX2-549" fmla="*/ 1292905 w 2585764"/>
              <a:gd name="connsiteY2-550" fmla="*/ 0 h 2533100"/>
              <a:gd name="connsiteX3-551" fmla="*/ 1292860 w 2585764"/>
              <a:gd name="connsiteY3-552" fmla="*/ 36 h 2533100"/>
              <a:gd name="connsiteX4-553" fmla="*/ 2585764 w 2585764"/>
              <a:gd name="connsiteY4-554" fmla="*/ 1069335 h 2533100"/>
              <a:gd name="connsiteX5-555" fmla="*/ 2585720 w 2585764"/>
              <a:gd name="connsiteY5-556" fmla="*/ 1069298 h 2533100"/>
              <a:gd name="connsiteX6-557" fmla="*/ 2585720 w 2585764"/>
              <a:gd name="connsiteY6-558" fmla="*/ 1069298 h 2533100"/>
              <a:gd name="connsiteX7-559" fmla="*/ 1939290 w 2585764"/>
              <a:gd name="connsiteY7-560" fmla="*/ 1069298 h 2533100"/>
              <a:gd name="connsiteX8-561" fmla="*/ 1939290 w 2585764"/>
              <a:gd name="connsiteY8-562" fmla="*/ 1069298 h 2533100"/>
              <a:gd name="connsiteX9-563" fmla="*/ 1939290 w 2585764"/>
              <a:gd name="connsiteY9-564" fmla="*/ 2533100 h 2533100"/>
              <a:gd name="connsiteX10-565" fmla="*/ 1939290 w 2585764"/>
              <a:gd name="connsiteY10-566" fmla="*/ 2533051 h 2533100"/>
              <a:gd name="connsiteX11-567" fmla="*/ 646430 w 2585764"/>
              <a:gd name="connsiteY11-568" fmla="*/ 2533051 h 2533100"/>
              <a:gd name="connsiteX12-569" fmla="*/ 646430 w 2585764"/>
              <a:gd name="connsiteY12-570" fmla="*/ 2533051 h 2533100"/>
              <a:gd name="connsiteX13-571" fmla="*/ 646430 w 2585764"/>
              <a:gd name="connsiteY13-572" fmla="*/ 1069249 h 2533100"/>
              <a:gd name="connsiteX14-573" fmla="*/ 646430 w 2585764"/>
              <a:gd name="connsiteY14-574" fmla="*/ 1069298 h 2533100"/>
              <a:gd name="connsiteX15-575" fmla="*/ 0 w 2585764"/>
              <a:gd name="connsiteY15-576" fmla="*/ 1069298 h 2533100"/>
              <a:gd name="connsiteX16-577" fmla="*/ 0 w 2585764"/>
              <a:gd name="connsiteY16-578" fmla="*/ 1069299 h 2533100"/>
              <a:gd name="connsiteX0-579" fmla="*/ 0 w 2585764"/>
              <a:gd name="connsiteY0-580" fmla="*/ 1069299 h 2533100"/>
              <a:gd name="connsiteX1-581" fmla="*/ 0 w 2585764"/>
              <a:gd name="connsiteY1-582" fmla="*/ 1069299 h 2533100"/>
              <a:gd name="connsiteX2-583" fmla="*/ 1292905 w 2585764"/>
              <a:gd name="connsiteY2-584" fmla="*/ 0 h 2533100"/>
              <a:gd name="connsiteX3-585" fmla="*/ 1292860 w 2585764"/>
              <a:gd name="connsiteY3-586" fmla="*/ 36 h 2533100"/>
              <a:gd name="connsiteX4-587" fmla="*/ 2585764 w 2585764"/>
              <a:gd name="connsiteY4-588" fmla="*/ 1069335 h 2533100"/>
              <a:gd name="connsiteX5-589" fmla="*/ 2585720 w 2585764"/>
              <a:gd name="connsiteY5-590" fmla="*/ 1069298 h 2533100"/>
              <a:gd name="connsiteX6-591" fmla="*/ 2585720 w 2585764"/>
              <a:gd name="connsiteY6-592" fmla="*/ 1069298 h 2533100"/>
              <a:gd name="connsiteX7-593" fmla="*/ 1939290 w 2585764"/>
              <a:gd name="connsiteY7-594" fmla="*/ 1069298 h 2533100"/>
              <a:gd name="connsiteX8-595" fmla="*/ 1939290 w 2585764"/>
              <a:gd name="connsiteY8-596" fmla="*/ 1069298 h 2533100"/>
              <a:gd name="connsiteX9-597" fmla="*/ 1939290 w 2585764"/>
              <a:gd name="connsiteY9-598" fmla="*/ 2533100 h 2533100"/>
              <a:gd name="connsiteX10-599" fmla="*/ 1939290 w 2585764"/>
              <a:gd name="connsiteY10-600" fmla="*/ 2533051 h 2533100"/>
              <a:gd name="connsiteX11-601" fmla="*/ 646430 w 2585764"/>
              <a:gd name="connsiteY11-602" fmla="*/ 2533051 h 2533100"/>
              <a:gd name="connsiteX12-603" fmla="*/ 646430 w 2585764"/>
              <a:gd name="connsiteY12-604" fmla="*/ 2533051 h 2533100"/>
              <a:gd name="connsiteX13-605" fmla="*/ 646430 w 2585764"/>
              <a:gd name="connsiteY13-606" fmla="*/ 1069249 h 2533100"/>
              <a:gd name="connsiteX14-607" fmla="*/ 646430 w 2585764"/>
              <a:gd name="connsiteY14-608" fmla="*/ 1069298 h 2533100"/>
              <a:gd name="connsiteX15-609" fmla="*/ 0 w 2585764"/>
              <a:gd name="connsiteY15-610" fmla="*/ 1069298 h 2533100"/>
              <a:gd name="connsiteX16-611" fmla="*/ 0 w 2585764"/>
              <a:gd name="connsiteY16-612" fmla="*/ 1069299 h 2533100"/>
              <a:gd name="connsiteX0-613" fmla="*/ 0 w 2585764"/>
              <a:gd name="connsiteY0-614" fmla="*/ 1069299 h 2533100"/>
              <a:gd name="connsiteX1-615" fmla="*/ 0 w 2585764"/>
              <a:gd name="connsiteY1-616" fmla="*/ 1069299 h 2533100"/>
              <a:gd name="connsiteX2-617" fmla="*/ 1292905 w 2585764"/>
              <a:gd name="connsiteY2-618" fmla="*/ 0 h 2533100"/>
              <a:gd name="connsiteX3-619" fmla="*/ 1292860 w 2585764"/>
              <a:gd name="connsiteY3-620" fmla="*/ 36 h 2533100"/>
              <a:gd name="connsiteX4-621" fmla="*/ 2585764 w 2585764"/>
              <a:gd name="connsiteY4-622" fmla="*/ 1069335 h 2533100"/>
              <a:gd name="connsiteX5-623" fmla="*/ 2585720 w 2585764"/>
              <a:gd name="connsiteY5-624" fmla="*/ 1069298 h 2533100"/>
              <a:gd name="connsiteX6-625" fmla="*/ 2585720 w 2585764"/>
              <a:gd name="connsiteY6-626" fmla="*/ 1069298 h 2533100"/>
              <a:gd name="connsiteX7-627" fmla="*/ 1939290 w 2585764"/>
              <a:gd name="connsiteY7-628" fmla="*/ 1069298 h 2533100"/>
              <a:gd name="connsiteX8-629" fmla="*/ 1939290 w 2585764"/>
              <a:gd name="connsiteY8-630" fmla="*/ 1069298 h 2533100"/>
              <a:gd name="connsiteX9-631" fmla="*/ 1939290 w 2585764"/>
              <a:gd name="connsiteY9-632" fmla="*/ 2533100 h 2533100"/>
              <a:gd name="connsiteX10-633" fmla="*/ 1939290 w 2585764"/>
              <a:gd name="connsiteY10-634" fmla="*/ 2533051 h 2533100"/>
              <a:gd name="connsiteX11-635" fmla="*/ 646430 w 2585764"/>
              <a:gd name="connsiteY11-636" fmla="*/ 2533051 h 2533100"/>
              <a:gd name="connsiteX12-637" fmla="*/ 646430 w 2585764"/>
              <a:gd name="connsiteY12-638" fmla="*/ 2533051 h 2533100"/>
              <a:gd name="connsiteX13-639" fmla="*/ 646430 w 2585764"/>
              <a:gd name="connsiteY13-640" fmla="*/ 1069249 h 2533100"/>
              <a:gd name="connsiteX14-641" fmla="*/ 646430 w 2585764"/>
              <a:gd name="connsiteY14-642" fmla="*/ 1069298 h 2533100"/>
              <a:gd name="connsiteX15-643" fmla="*/ 0 w 2585764"/>
              <a:gd name="connsiteY15-644" fmla="*/ 1069298 h 2533100"/>
              <a:gd name="connsiteX16-645" fmla="*/ 0 w 2585764"/>
              <a:gd name="connsiteY16-646" fmla="*/ 1069299 h 2533100"/>
              <a:gd name="connsiteX0-647" fmla="*/ 0 w 2585764"/>
              <a:gd name="connsiteY0-648" fmla="*/ 1069299 h 2533100"/>
              <a:gd name="connsiteX1-649" fmla="*/ 0 w 2585764"/>
              <a:gd name="connsiteY1-650" fmla="*/ 1069299 h 2533100"/>
              <a:gd name="connsiteX2-651" fmla="*/ 1292905 w 2585764"/>
              <a:gd name="connsiteY2-652" fmla="*/ 0 h 2533100"/>
              <a:gd name="connsiteX3-653" fmla="*/ 1292860 w 2585764"/>
              <a:gd name="connsiteY3-654" fmla="*/ 36 h 2533100"/>
              <a:gd name="connsiteX4-655" fmla="*/ 2585764 w 2585764"/>
              <a:gd name="connsiteY4-656" fmla="*/ 1069335 h 2533100"/>
              <a:gd name="connsiteX5-657" fmla="*/ 2585720 w 2585764"/>
              <a:gd name="connsiteY5-658" fmla="*/ 1069298 h 2533100"/>
              <a:gd name="connsiteX6-659" fmla="*/ 2585720 w 2585764"/>
              <a:gd name="connsiteY6-660" fmla="*/ 1069298 h 2533100"/>
              <a:gd name="connsiteX7-661" fmla="*/ 1939290 w 2585764"/>
              <a:gd name="connsiteY7-662" fmla="*/ 1069298 h 2533100"/>
              <a:gd name="connsiteX8-663" fmla="*/ 1939290 w 2585764"/>
              <a:gd name="connsiteY8-664" fmla="*/ 1069298 h 2533100"/>
              <a:gd name="connsiteX9-665" fmla="*/ 1939290 w 2585764"/>
              <a:gd name="connsiteY9-666" fmla="*/ 2533100 h 2533100"/>
              <a:gd name="connsiteX10-667" fmla="*/ 1939290 w 2585764"/>
              <a:gd name="connsiteY10-668" fmla="*/ 2533051 h 2533100"/>
              <a:gd name="connsiteX11-669" fmla="*/ 646430 w 2585764"/>
              <a:gd name="connsiteY11-670" fmla="*/ 2533051 h 2533100"/>
              <a:gd name="connsiteX12-671" fmla="*/ 646430 w 2585764"/>
              <a:gd name="connsiteY12-672" fmla="*/ 2533051 h 2533100"/>
              <a:gd name="connsiteX13-673" fmla="*/ 646430 w 2585764"/>
              <a:gd name="connsiteY13-674" fmla="*/ 1069249 h 2533100"/>
              <a:gd name="connsiteX14-675" fmla="*/ 646430 w 2585764"/>
              <a:gd name="connsiteY14-676" fmla="*/ 1069298 h 2533100"/>
              <a:gd name="connsiteX15-677" fmla="*/ 0 w 2585764"/>
              <a:gd name="connsiteY15-678" fmla="*/ 1069298 h 2533100"/>
              <a:gd name="connsiteX16-679" fmla="*/ 0 w 2585764"/>
              <a:gd name="connsiteY16-680" fmla="*/ 1069299 h 2533100"/>
              <a:gd name="connsiteX0-681" fmla="*/ 0 w 2585764"/>
              <a:gd name="connsiteY0-682" fmla="*/ 1069299 h 2533100"/>
              <a:gd name="connsiteX1-683" fmla="*/ 0 w 2585764"/>
              <a:gd name="connsiteY1-684" fmla="*/ 1069299 h 2533100"/>
              <a:gd name="connsiteX2-685" fmla="*/ 1292905 w 2585764"/>
              <a:gd name="connsiteY2-686" fmla="*/ 0 h 2533100"/>
              <a:gd name="connsiteX3-687" fmla="*/ 1292860 w 2585764"/>
              <a:gd name="connsiteY3-688" fmla="*/ 36 h 2533100"/>
              <a:gd name="connsiteX4-689" fmla="*/ 2585764 w 2585764"/>
              <a:gd name="connsiteY4-690" fmla="*/ 1069335 h 2533100"/>
              <a:gd name="connsiteX5-691" fmla="*/ 2585720 w 2585764"/>
              <a:gd name="connsiteY5-692" fmla="*/ 1069298 h 2533100"/>
              <a:gd name="connsiteX6-693" fmla="*/ 2585720 w 2585764"/>
              <a:gd name="connsiteY6-694" fmla="*/ 1069298 h 2533100"/>
              <a:gd name="connsiteX7-695" fmla="*/ 1939290 w 2585764"/>
              <a:gd name="connsiteY7-696" fmla="*/ 1069298 h 2533100"/>
              <a:gd name="connsiteX8-697" fmla="*/ 1939290 w 2585764"/>
              <a:gd name="connsiteY8-698" fmla="*/ 1069298 h 2533100"/>
              <a:gd name="connsiteX9-699" fmla="*/ 1939290 w 2585764"/>
              <a:gd name="connsiteY9-700" fmla="*/ 2533100 h 2533100"/>
              <a:gd name="connsiteX10-701" fmla="*/ 1939290 w 2585764"/>
              <a:gd name="connsiteY10-702" fmla="*/ 2533051 h 2533100"/>
              <a:gd name="connsiteX11-703" fmla="*/ 646430 w 2585764"/>
              <a:gd name="connsiteY11-704" fmla="*/ 2533051 h 2533100"/>
              <a:gd name="connsiteX12-705" fmla="*/ 646430 w 2585764"/>
              <a:gd name="connsiteY12-706" fmla="*/ 2533051 h 2533100"/>
              <a:gd name="connsiteX13-707" fmla="*/ 646430 w 2585764"/>
              <a:gd name="connsiteY13-708" fmla="*/ 1069249 h 2533100"/>
              <a:gd name="connsiteX14-709" fmla="*/ 646430 w 2585764"/>
              <a:gd name="connsiteY14-710" fmla="*/ 1069298 h 2533100"/>
              <a:gd name="connsiteX15-711" fmla="*/ 0 w 2585764"/>
              <a:gd name="connsiteY15-712" fmla="*/ 1069298 h 2533100"/>
              <a:gd name="connsiteX16-713" fmla="*/ 0 w 2585764"/>
              <a:gd name="connsiteY16-714" fmla="*/ 1069299 h 2533100"/>
              <a:gd name="connsiteX0-715" fmla="*/ 0 w 2585764"/>
              <a:gd name="connsiteY0-716" fmla="*/ 1069299 h 2533100"/>
              <a:gd name="connsiteX1-717" fmla="*/ 0 w 2585764"/>
              <a:gd name="connsiteY1-718" fmla="*/ 1069299 h 2533100"/>
              <a:gd name="connsiteX2-719" fmla="*/ 1292905 w 2585764"/>
              <a:gd name="connsiteY2-720" fmla="*/ 0 h 2533100"/>
              <a:gd name="connsiteX3-721" fmla="*/ 1292860 w 2585764"/>
              <a:gd name="connsiteY3-722" fmla="*/ 36 h 2533100"/>
              <a:gd name="connsiteX4-723" fmla="*/ 2585764 w 2585764"/>
              <a:gd name="connsiteY4-724" fmla="*/ 1069335 h 2533100"/>
              <a:gd name="connsiteX5-725" fmla="*/ 2585720 w 2585764"/>
              <a:gd name="connsiteY5-726" fmla="*/ 1069298 h 2533100"/>
              <a:gd name="connsiteX6-727" fmla="*/ 2585720 w 2585764"/>
              <a:gd name="connsiteY6-728" fmla="*/ 1069298 h 2533100"/>
              <a:gd name="connsiteX7-729" fmla="*/ 1939290 w 2585764"/>
              <a:gd name="connsiteY7-730" fmla="*/ 1069298 h 2533100"/>
              <a:gd name="connsiteX8-731" fmla="*/ 1939290 w 2585764"/>
              <a:gd name="connsiteY8-732" fmla="*/ 1069298 h 2533100"/>
              <a:gd name="connsiteX9-733" fmla="*/ 1939290 w 2585764"/>
              <a:gd name="connsiteY9-734" fmla="*/ 2533100 h 2533100"/>
              <a:gd name="connsiteX10-735" fmla="*/ 1939290 w 2585764"/>
              <a:gd name="connsiteY10-736" fmla="*/ 2533051 h 2533100"/>
              <a:gd name="connsiteX11-737" fmla="*/ 646430 w 2585764"/>
              <a:gd name="connsiteY11-738" fmla="*/ 2533051 h 2533100"/>
              <a:gd name="connsiteX12-739" fmla="*/ 646430 w 2585764"/>
              <a:gd name="connsiteY12-740" fmla="*/ 2533051 h 2533100"/>
              <a:gd name="connsiteX13-741" fmla="*/ 646430 w 2585764"/>
              <a:gd name="connsiteY13-742" fmla="*/ 1069249 h 2533100"/>
              <a:gd name="connsiteX14-743" fmla="*/ 646430 w 2585764"/>
              <a:gd name="connsiteY14-744" fmla="*/ 1069298 h 2533100"/>
              <a:gd name="connsiteX15-745" fmla="*/ 0 w 2585764"/>
              <a:gd name="connsiteY15-746" fmla="*/ 1069298 h 2533100"/>
              <a:gd name="connsiteX16-747" fmla="*/ 0 w 2585764"/>
              <a:gd name="connsiteY16-748" fmla="*/ 1069299 h 2533100"/>
              <a:gd name="connsiteX0-749" fmla="*/ 0 w 2585764"/>
              <a:gd name="connsiteY0-750" fmla="*/ 1069299 h 2533100"/>
              <a:gd name="connsiteX1-751" fmla="*/ 0 w 2585764"/>
              <a:gd name="connsiteY1-752" fmla="*/ 1069299 h 2533100"/>
              <a:gd name="connsiteX2-753" fmla="*/ 1292905 w 2585764"/>
              <a:gd name="connsiteY2-754" fmla="*/ 0 h 2533100"/>
              <a:gd name="connsiteX3-755" fmla="*/ 1292860 w 2585764"/>
              <a:gd name="connsiteY3-756" fmla="*/ 36 h 2533100"/>
              <a:gd name="connsiteX4-757" fmla="*/ 2585764 w 2585764"/>
              <a:gd name="connsiteY4-758" fmla="*/ 1069335 h 2533100"/>
              <a:gd name="connsiteX5-759" fmla="*/ 2585720 w 2585764"/>
              <a:gd name="connsiteY5-760" fmla="*/ 1069298 h 2533100"/>
              <a:gd name="connsiteX6-761" fmla="*/ 2585720 w 2585764"/>
              <a:gd name="connsiteY6-762" fmla="*/ 1069298 h 2533100"/>
              <a:gd name="connsiteX7-763" fmla="*/ 1939290 w 2585764"/>
              <a:gd name="connsiteY7-764" fmla="*/ 1069298 h 2533100"/>
              <a:gd name="connsiteX8-765" fmla="*/ 1939290 w 2585764"/>
              <a:gd name="connsiteY8-766" fmla="*/ 1069298 h 2533100"/>
              <a:gd name="connsiteX9-767" fmla="*/ 1939290 w 2585764"/>
              <a:gd name="connsiteY9-768" fmla="*/ 2533100 h 2533100"/>
              <a:gd name="connsiteX10-769" fmla="*/ 1939290 w 2585764"/>
              <a:gd name="connsiteY10-770" fmla="*/ 2533051 h 2533100"/>
              <a:gd name="connsiteX11-771" fmla="*/ 646430 w 2585764"/>
              <a:gd name="connsiteY11-772" fmla="*/ 2533051 h 2533100"/>
              <a:gd name="connsiteX12-773" fmla="*/ 646430 w 2585764"/>
              <a:gd name="connsiteY12-774" fmla="*/ 2533051 h 2533100"/>
              <a:gd name="connsiteX13-775" fmla="*/ 646430 w 2585764"/>
              <a:gd name="connsiteY13-776" fmla="*/ 1069249 h 2533100"/>
              <a:gd name="connsiteX14-777" fmla="*/ 646430 w 2585764"/>
              <a:gd name="connsiteY14-778" fmla="*/ 1069298 h 2533100"/>
              <a:gd name="connsiteX15-779" fmla="*/ 0 w 2585764"/>
              <a:gd name="connsiteY15-780" fmla="*/ 1069298 h 2533100"/>
              <a:gd name="connsiteX16-781" fmla="*/ 0 w 2585764"/>
              <a:gd name="connsiteY16-782" fmla="*/ 1069299 h 2533100"/>
              <a:gd name="connsiteX0-783" fmla="*/ 0 w 2585764"/>
              <a:gd name="connsiteY0-784" fmla="*/ 1069299 h 2533100"/>
              <a:gd name="connsiteX1-785" fmla="*/ 0 w 2585764"/>
              <a:gd name="connsiteY1-786" fmla="*/ 1069299 h 2533100"/>
              <a:gd name="connsiteX2-787" fmla="*/ 1292905 w 2585764"/>
              <a:gd name="connsiteY2-788" fmla="*/ 0 h 2533100"/>
              <a:gd name="connsiteX3-789" fmla="*/ 1292860 w 2585764"/>
              <a:gd name="connsiteY3-790" fmla="*/ 36 h 2533100"/>
              <a:gd name="connsiteX4-791" fmla="*/ 2585764 w 2585764"/>
              <a:gd name="connsiteY4-792" fmla="*/ 1069335 h 2533100"/>
              <a:gd name="connsiteX5-793" fmla="*/ 2585720 w 2585764"/>
              <a:gd name="connsiteY5-794" fmla="*/ 1069298 h 2533100"/>
              <a:gd name="connsiteX6-795" fmla="*/ 2585720 w 2585764"/>
              <a:gd name="connsiteY6-796" fmla="*/ 1069298 h 2533100"/>
              <a:gd name="connsiteX7-797" fmla="*/ 1939290 w 2585764"/>
              <a:gd name="connsiteY7-798" fmla="*/ 1069298 h 2533100"/>
              <a:gd name="connsiteX8-799" fmla="*/ 1939290 w 2585764"/>
              <a:gd name="connsiteY8-800" fmla="*/ 1069298 h 2533100"/>
              <a:gd name="connsiteX9-801" fmla="*/ 1939290 w 2585764"/>
              <a:gd name="connsiteY9-802" fmla="*/ 2533100 h 2533100"/>
              <a:gd name="connsiteX10-803" fmla="*/ 1939290 w 2585764"/>
              <a:gd name="connsiteY10-804" fmla="*/ 2533051 h 2533100"/>
              <a:gd name="connsiteX11-805" fmla="*/ 646430 w 2585764"/>
              <a:gd name="connsiteY11-806" fmla="*/ 2533051 h 2533100"/>
              <a:gd name="connsiteX12-807" fmla="*/ 646430 w 2585764"/>
              <a:gd name="connsiteY12-808" fmla="*/ 2533051 h 2533100"/>
              <a:gd name="connsiteX13-809" fmla="*/ 646430 w 2585764"/>
              <a:gd name="connsiteY13-810" fmla="*/ 1069249 h 2533100"/>
              <a:gd name="connsiteX14-811" fmla="*/ 646430 w 2585764"/>
              <a:gd name="connsiteY14-812" fmla="*/ 1069298 h 2533100"/>
              <a:gd name="connsiteX15-813" fmla="*/ 0 w 2585764"/>
              <a:gd name="connsiteY15-814" fmla="*/ 1069298 h 2533100"/>
              <a:gd name="connsiteX16-815" fmla="*/ 0 w 2585764"/>
              <a:gd name="connsiteY16-816" fmla="*/ 1069299 h 2533100"/>
              <a:gd name="connsiteX0-817" fmla="*/ 0 w 2585764"/>
              <a:gd name="connsiteY0-818" fmla="*/ 1069299 h 2533100"/>
              <a:gd name="connsiteX1-819" fmla="*/ 0 w 2585764"/>
              <a:gd name="connsiteY1-820" fmla="*/ 1069299 h 2533100"/>
              <a:gd name="connsiteX2-821" fmla="*/ 1292905 w 2585764"/>
              <a:gd name="connsiteY2-822" fmla="*/ 0 h 2533100"/>
              <a:gd name="connsiteX3-823" fmla="*/ 1292860 w 2585764"/>
              <a:gd name="connsiteY3-824" fmla="*/ 36 h 2533100"/>
              <a:gd name="connsiteX4-825" fmla="*/ 2585764 w 2585764"/>
              <a:gd name="connsiteY4-826" fmla="*/ 1069335 h 2533100"/>
              <a:gd name="connsiteX5-827" fmla="*/ 2585720 w 2585764"/>
              <a:gd name="connsiteY5-828" fmla="*/ 1069298 h 2533100"/>
              <a:gd name="connsiteX6-829" fmla="*/ 2585720 w 2585764"/>
              <a:gd name="connsiteY6-830" fmla="*/ 1069298 h 2533100"/>
              <a:gd name="connsiteX7-831" fmla="*/ 1939290 w 2585764"/>
              <a:gd name="connsiteY7-832" fmla="*/ 1069298 h 2533100"/>
              <a:gd name="connsiteX8-833" fmla="*/ 1939290 w 2585764"/>
              <a:gd name="connsiteY8-834" fmla="*/ 1069298 h 2533100"/>
              <a:gd name="connsiteX9-835" fmla="*/ 1939290 w 2585764"/>
              <a:gd name="connsiteY9-836" fmla="*/ 2533100 h 2533100"/>
              <a:gd name="connsiteX10-837" fmla="*/ 1939290 w 2585764"/>
              <a:gd name="connsiteY10-838" fmla="*/ 2533051 h 2533100"/>
              <a:gd name="connsiteX11-839" fmla="*/ 646430 w 2585764"/>
              <a:gd name="connsiteY11-840" fmla="*/ 2533051 h 2533100"/>
              <a:gd name="connsiteX12-841" fmla="*/ 646430 w 2585764"/>
              <a:gd name="connsiteY12-842" fmla="*/ 2533051 h 2533100"/>
              <a:gd name="connsiteX13-843" fmla="*/ 646430 w 2585764"/>
              <a:gd name="connsiteY13-844" fmla="*/ 1069249 h 2533100"/>
              <a:gd name="connsiteX14-845" fmla="*/ 646430 w 2585764"/>
              <a:gd name="connsiteY14-846" fmla="*/ 1069298 h 2533100"/>
              <a:gd name="connsiteX15-847" fmla="*/ 0 w 2585764"/>
              <a:gd name="connsiteY15-848" fmla="*/ 1069298 h 2533100"/>
              <a:gd name="connsiteX16-849" fmla="*/ 0 w 2585764"/>
              <a:gd name="connsiteY16-850" fmla="*/ 1069299 h 2533100"/>
              <a:gd name="connsiteX0-851" fmla="*/ 0 w 2585764"/>
              <a:gd name="connsiteY0-852" fmla="*/ 1069299 h 2533100"/>
              <a:gd name="connsiteX1-853" fmla="*/ 0 w 2585764"/>
              <a:gd name="connsiteY1-854" fmla="*/ 1069299 h 2533100"/>
              <a:gd name="connsiteX2-855" fmla="*/ 1292905 w 2585764"/>
              <a:gd name="connsiteY2-856" fmla="*/ 0 h 2533100"/>
              <a:gd name="connsiteX3-857" fmla="*/ 1292860 w 2585764"/>
              <a:gd name="connsiteY3-858" fmla="*/ 36 h 2533100"/>
              <a:gd name="connsiteX4-859" fmla="*/ 2585764 w 2585764"/>
              <a:gd name="connsiteY4-860" fmla="*/ 1069335 h 2533100"/>
              <a:gd name="connsiteX5-861" fmla="*/ 2585720 w 2585764"/>
              <a:gd name="connsiteY5-862" fmla="*/ 1069298 h 2533100"/>
              <a:gd name="connsiteX6-863" fmla="*/ 2585720 w 2585764"/>
              <a:gd name="connsiteY6-864" fmla="*/ 1069298 h 2533100"/>
              <a:gd name="connsiteX7-865" fmla="*/ 1939290 w 2585764"/>
              <a:gd name="connsiteY7-866" fmla="*/ 1069298 h 2533100"/>
              <a:gd name="connsiteX8-867" fmla="*/ 1939290 w 2585764"/>
              <a:gd name="connsiteY8-868" fmla="*/ 1069298 h 2533100"/>
              <a:gd name="connsiteX9-869" fmla="*/ 1939290 w 2585764"/>
              <a:gd name="connsiteY9-870" fmla="*/ 2533100 h 2533100"/>
              <a:gd name="connsiteX10-871" fmla="*/ 1939290 w 2585764"/>
              <a:gd name="connsiteY10-872" fmla="*/ 2533051 h 2533100"/>
              <a:gd name="connsiteX11-873" fmla="*/ 646430 w 2585764"/>
              <a:gd name="connsiteY11-874" fmla="*/ 2533051 h 2533100"/>
              <a:gd name="connsiteX12-875" fmla="*/ 646430 w 2585764"/>
              <a:gd name="connsiteY12-876" fmla="*/ 2533051 h 2533100"/>
              <a:gd name="connsiteX13-877" fmla="*/ 646430 w 2585764"/>
              <a:gd name="connsiteY13-878" fmla="*/ 1069249 h 2533100"/>
              <a:gd name="connsiteX14-879" fmla="*/ 646430 w 2585764"/>
              <a:gd name="connsiteY14-880" fmla="*/ 1069298 h 2533100"/>
              <a:gd name="connsiteX15-881" fmla="*/ 0 w 2585764"/>
              <a:gd name="connsiteY15-882" fmla="*/ 1069298 h 2533100"/>
              <a:gd name="connsiteX16-883" fmla="*/ 0 w 2585764"/>
              <a:gd name="connsiteY16-884" fmla="*/ 1069299 h 2533100"/>
              <a:gd name="connsiteX0-885" fmla="*/ 0 w 2585764"/>
              <a:gd name="connsiteY0-886" fmla="*/ 1069299 h 2533100"/>
              <a:gd name="connsiteX1-887" fmla="*/ 0 w 2585764"/>
              <a:gd name="connsiteY1-888" fmla="*/ 1069299 h 2533100"/>
              <a:gd name="connsiteX2-889" fmla="*/ 1292905 w 2585764"/>
              <a:gd name="connsiteY2-890" fmla="*/ 0 h 2533100"/>
              <a:gd name="connsiteX3-891" fmla="*/ 1292860 w 2585764"/>
              <a:gd name="connsiteY3-892" fmla="*/ 36 h 2533100"/>
              <a:gd name="connsiteX4-893" fmla="*/ 2585764 w 2585764"/>
              <a:gd name="connsiteY4-894" fmla="*/ 1069335 h 2533100"/>
              <a:gd name="connsiteX5-895" fmla="*/ 2585720 w 2585764"/>
              <a:gd name="connsiteY5-896" fmla="*/ 1069298 h 2533100"/>
              <a:gd name="connsiteX6-897" fmla="*/ 2585720 w 2585764"/>
              <a:gd name="connsiteY6-898" fmla="*/ 1069298 h 2533100"/>
              <a:gd name="connsiteX7-899" fmla="*/ 1939290 w 2585764"/>
              <a:gd name="connsiteY7-900" fmla="*/ 1069298 h 2533100"/>
              <a:gd name="connsiteX8-901" fmla="*/ 1939290 w 2585764"/>
              <a:gd name="connsiteY8-902" fmla="*/ 1069298 h 2533100"/>
              <a:gd name="connsiteX9-903" fmla="*/ 1939290 w 2585764"/>
              <a:gd name="connsiteY9-904" fmla="*/ 2533100 h 2533100"/>
              <a:gd name="connsiteX10-905" fmla="*/ 1939290 w 2585764"/>
              <a:gd name="connsiteY10-906" fmla="*/ 2533051 h 2533100"/>
              <a:gd name="connsiteX11-907" fmla="*/ 646430 w 2585764"/>
              <a:gd name="connsiteY11-908" fmla="*/ 2533051 h 2533100"/>
              <a:gd name="connsiteX12-909" fmla="*/ 646430 w 2585764"/>
              <a:gd name="connsiteY12-910" fmla="*/ 2533051 h 2533100"/>
              <a:gd name="connsiteX13-911" fmla="*/ 646430 w 2585764"/>
              <a:gd name="connsiteY13-912" fmla="*/ 1069249 h 2533100"/>
              <a:gd name="connsiteX14-913" fmla="*/ 646430 w 2585764"/>
              <a:gd name="connsiteY14-914" fmla="*/ 1069298 h 2533100"/>
              <a:gd name="connsiteX15-915" fmla="*/ 0 w 2585764"/>
              <a:gd name="connsiteY15-916" fmla="*/ 1069298 h 2533100"/>
              <a:gd name="connsiteX16-917" fmla="*/ 0 w 2585764"/>
              <a:gd name="connsiteY16-918" fmla="*/ 1069299 h 2533100"/>
              <a:gd name="connsiteX0-919" fmla="*/ 0 w 2585764"/>
              <a:gd name="connsiteY0-920" fmla="*/ 1069299 h 2533100"/>
              <a:gd name="connsiteX1-921" fmla="*/ 0 w 2585764"/>
              <a:gd name="connsiteY1-922" fmla="*/ 1069299 h 2533100"/>
              <a:gd name="connsiteX2-923" fmla="*/ 1292905 w 2585764"/>
              <a:gd name="connsiteY2-924" fmla="*/ 0 h 2533100"/>
              <a:gd name="connsiteX3-925" fmla="*/ 1292860 w 2585764"/>
              <a:gd name="connsiteY3-926" fmla="*/ 36 h 2533100"/>
              <a:gd name="connsiteX4-927" fmla="*/ 2585764 w 2585764"/>
              <a:gd name="connsiteY4-928" fmla="*/ 1069335 h 2533100"/>
              <a:gd name="connsiteX5-929" fmla="*/ 2585720 w 2585764"/>
              <a:gd name="connsiteY5-930" fmla="*/ 1069298 h 2533100"/>
              <a:gd name="connsiteX6-931" fmla="*/ 2585720 w 2585764"/>
              <a:gd name="connsiteY6-932" fmla="*/ 1069298 h 2533100"/>
              <a:gd name="connsiteX7-933" fmla="*/ 1939290 w 2585764"/>
              <a:gd name="connsiteY7-934" fmla="*/ 1069298 h 2533100"/>
              <a:gd name="connsiteX8-935" fmla="*/ 1939290 w 2585764"/>
              <a:gd name="connsiteY8-936" fmla="*/ 1069298 h 2533100"/>
              <a:gd name="connsiteX9-937" fmla="*/ 1939290 w 2585764"/>
              <a:gd name="connsiteY9-938" fmla="*/ 2533100 h 2533100"/>
              <a:gd name="connsiteX10-939" fmla="*/ 1939290 w 2585764"/>
              <a:gd name="connsiteY10-940" fmla="*/ 2533051 h 2533100"/>
              <a:gd name="connsiteX11-941" fmla="*/ 646430 w 2585764"/>
              <a:gd name="connsiteY11-942" fmla="*/ 2533051 h 2533100"/>
              <a:gd name="connsiteX12-943" fmla="*/ 646430 w 2585764"/>
              <a:gd name="connsiteY12-944" fmla="*/ 2533051 h 2533100"/>
              <a:gd name="connsiteX13-945" fmla="*/ 646430 w 2585764"/>
              <a:gd name="connsiteY13-946" fmla="*/ 1069249 h 2533100"/>
              <a:gd name="connsiteX14-947" fmla="*/ 646430 w 2585764"/>
              <a:gd name="connsiteY14-948" fmla="*/ 1069298 h 2533100"/>
              <a:gd name="connsiteX15-949" fmla="*/ 0 w 2585764"/>
              <a:gd name="connsiteY15-950" fmla="*/ 1069298 h 2533100"/>
              <a:gd name="connsiteX16-951" fmla="*/ 0 w 2585764"/>
              <a:gd name="connsiteY16-952" fmla="*/ 1069299 h 2533100"/>
              <a:gd name="connsiteX0-953" fmla="*/ 0 w 2585764"/>
              <a:gd name="connsiteY0-954" fmla="*/ 1069299 h 2533100"/>
              <a:gd name="connsiteX1-955" fmla="*/ 0 w 2585764"/>
              <a:gd name="connsiteY1-956" fmla="*/ 1069299 h 2533100"/>
              <a:gd name="connsiteX2-957" fmla="*/ 1292905 w 2585764"/>
              <a:gd name="connsiteY2-958" fmla="*/ 0 h 2533100"/>
              <a:gd name="connsiteX3-959" fmla="*/ 1292860 w 2585764"/>
              <a:gd name="connsiteY3-960" fmla="*/ 36 h 2533100"/>
              <a:gd name="connsiteX4-961" fmla="*/ 2585764 w 2585764"/>
              <a:gd name="connsiteY4-962" fmla="*/ 1069335 h 2533100"/>
              <a:gd name="connsiteX5-963" fmla="*/ 2585720 w 2585764"/>
              <a:gd name="connsiteY5-964" fmla="*/ 1069298 h 2533100"/>
              <a:gd name="connsiteX6-965" fmla="*/ 2585720 w 2585764"/>
              <a:gd name="connsiteY6-966" fmla="*/ 1069298 h 2533100"/>
              <a:gd name="connsiteX7-967" fmla="*/ 1939290 w 2585764"/>
              <a:gd name="connsiteY7-968" fmla="*/ 1069298 h 2533100"/>
              <a:gd name="connsiteX8-969" fmla="*/ 1939290 w 2585764"/>
              <a:gd name="connsiteY8-970" fmla="*/ 1069298 h 2533100"/>
              <a:gd name="connsiteX9-971" fmla="*/ 1939290 w 2585764"/>
              <a:gd name="connsiteY9-972" fmla="*/ 2533100 h 2533100"/>
              <a:gd name="connsiteX10-973" fmla="*/ 1939290 w 2585764"/>
              <a:gd name="connsiteY10-974" fmla="*/ 2533051 h 2533100"/>
              <a:gd name="connsiteX11-975" fmla="*/ 646430 w 2585764"/>
              <a:gd name="connsiteY11-976" fmla="*/ 2533051 h 2533100"/>
              <a:gd name="connsiteX12-977" fmla="*/ 646430 w 2585764"/>
              <a:gd name="connsiteY12-978" fmla="*/ 2533051 h 2533100"/>
              <a:gd name="connsiteX13-979" fmla="*/ 646430 w 2585764"/>
              <a:gd name="connsiteY13-980" fmla="*/ 1069249 h 2533100"/>
              <a:gd name="connsiteX14-981" fmla="*/ 646430 w 2585764"/>
              <a:gd name="connsiteY14-982" fmla="*/ 1069298 h 2533100"/>
              <a:gd name="connsiteX15-983" fmla="*/ 0 w 2585764"/>
              <a:gd name="connsiteY15-984" fmla="*/ 1069298 h 2533100"/>
              <a:gd name="connsiteX16-985" fmla="*/ 0 w 2585764"/>
              <a:gd name="connsiteY16-986" fmla="*/ 1069299 h 2533100"/>
              <a:gd name="connsiteX0-987" fmla="*/ 0 w 2585764"/>
              <a:gd name="connsiteY0-988" fmla="*/ 1069299 h 2533100"/>
              <a:gd name="connsiteX1-989" fmla="*/ 0 w 2585764"/>
              <a:gd name="connsiteY1-990" fmla="*/ 1069299 h 2533100"/>
              <a:gd name="connsiteX2-991" fmla="*/ 1292905 w 2585764"/>
              <a:gd name="connsiteY2-992" fmla="*/ 0 h 2533100"/>
              <a:gd name="connsiteX3-993" fmla="*/ 1292860 w 2585764"/>
              <a:gd name="connsiteY3-994" fmla="*/ 36 h 2533100"/>
              <a:gd name="connsiteX4-995" fmla="*/ 2585764 w 2585764"/>
              <a:gd name="connsiteY4-996" fmla="*/ 1069335 h 2533100"/>
              <a:gd name="connsiteX5-997" fmla="*/ 2585720 w 2585764"/>
              <a:gd name="connsiteY5-998" fmla="*/ 1069298 h 2533100"/>
              <a:gd name="connsiteX6-999" fmla="*/ 2585720 w 2585764"/>
              <a:gd name="connsiteY6-1000" fmla="*/ 1069298 h 2533100"/>
              <a:gd name="connsiteX7-1001" fmla="*/ 1939290 w 2585764"/>
              <a:gd name="connsiteY7-1002" fmla="*/ 1069298 h 2533100"/>
              <a:gd name="connsiteX8-1003" fmla="*/ 1939290 w 2585764"/>
              <a:gd name="connsiteY8-1004" fmla="*/ 1069298 h 2533100"/>
              <a:gd name="connsiteX9-1005" fmla="*/ 1939290 w 2585764"/>
              <a:gd name="connsiteY9-1006" fmla="*/ 2533100 h 2533100"/>
              <a:gd name="connsiteX10-1007" fmla="*/ 1939290 w 2585764"/>
              <a:gd name="connsiteY10-1008" fmla="*/ 2533051 h 2533100"/>
              <a:gd name="connsiteX11-1009" fmla="*/ 646430 w 2585764"/>
              <a:gd name="connsiteY11-1010" fmla="*/ 2533051 h 2533100"/>
              <a:gd name="connsiteX12-1011" fmla="*/ 646430 w 2585764"/>
              <a:gd name="connsiteY12-1012" fmla="*/ 2533051 h 2533100"/>
              <a:gd name="connsiteX13-1013" fmla="*/ 646430 w 2585764"/>
              <a:gd name="connsiteY13-1014" fmla="*/ 1069249 h 2533100"/>
              <a:gd name="connsiteX14-1015" fmla="*/ 646430 w 2585764"/>
              <a:gd name="connsiteY14-1016" fmla="*/ 1069298 h 2533100"/>
              <a:gd name="connsiteX15-1017" fmla="*/ 0 w 2585764"/>
              <a:gd name="connsiteY15-1018" fmla="*/ 1069298 h 2533100"/>
              <a:gd name="connsiteX16-1019" fmla="*/ 0 w 2585764"/>
              <a:gd name="connsiteY16-1020" fmla="*/ 1069299 h 2533100"/>
              <a:gd name="connsiteX0-1021" fmla="*/ 0 w 2585764"/>
              <a:gd name="connsiteY0-1022" fmla="*/ 1069299 h 2533100"/>
              <a:gd name="connsiteX1-1023" fmla="*/ 0 w 2585764"/>
              <a:gd name="connsiteY1-1024" fmla="*/ 1069299 h 2533100"/>
              <a:gd name="connsiteX2-1025" fmla="*/ 1292905 w 2585764"/>
              <a:gd name="connsiteY2-1026" fmla="*/ 0 h 2533100"/>
              <a:gd name="connsiteX3-1027" fmla="*/ 1292860 w 2585764"/>
              <a:gd name="connsiteY3-1028" fmla="*/ 36 h 2533100"/>
              <a:gd name="connsiteX4-1029" fmla="*/ 2585764 w 2585764"/>
              <a:gd name="connsiteY4-1030" fmla="*/ 1069335 h 2533100"/>
              <a:gd name="connsiteX5-1031" fmla="*/ 2585720 w 2585764"/>
              <a:gd name="connsiteY5-1032" fmla="*/ 1069298 h 2533100"/>
              <a:gd name="connsiteX6-1033" fmla="*/ 2585720 w 2585764"/>
              <a:gd name="connsiteY6-1034" fmla="*/ 1069298 h 2533100"/>
              <a:gd name="connsiteX7-1035" fmla="*/ 1939290 w 2585764"/>
              <a:gd name="connsiteY7-1036" fmla="*/ 1069298 h 2533100"/>
              <a:gd name="connsiteX8-1037" fmla="*/ 1939290 w 2585764"/>
              <a:gd name="connsiteY8-1038" fmla="*/ 1069298 h 2533100"/>
              <a:gd name="connsiteX9-1039" fmla="*/ 1939290 w 2585764"/>
              <a:gd name="connsiteY9-1040" fmla="*/ 2533100 h 2533100"/>
              <a:gd name="connsiteX10-1041" fmla="*/ 1939290 w 2585764"/>
              <a:gd name="connsiteY10-1042" fmla="*/ 2533051 h 2533100"/>
              <a:gd name="connsiteX11-1043" fmla="*/ 646430 w 2585764"/>
              <a:gd name="connsiteY11-1044" fmla="*/ 2533051 h 2533100"/>
              <a:gd name="connsiteX12-1045" fmla="*/ 646430 w 2585764"/>
              <a:gd name="connsiteY12-1046" fmla="*/ 2533051 h 2533100"/>
              <a:gd name="connsiteX13-1047" fmla="*/ 646430 w 2585764"/>
              <a:gd name="connsiteY13-1048" fmla="*/ 1069249 h 2533100"/>
              <a:gd name="connsiteX14-1049" fmla="*/ 646430 w 2585764"/>
              <a:gd name="connsiteY14-1050" fmla="*/ 1069298 h 2533100"/>
              <a:gd name="connsiteX15-1051" fmla="*/ 0 w 2585764"/>
              <a:gd name="connsiteY15-1052" fmla="*/ 1069298 h 2533100"/>
              <a:gd name="connsiteX16-1053" fmla="*/ 0 w 2585764"/>
              <a:gd name="connsiteY16-1054" fmla="*/ 1069299 h 2533100"/>
              <a:gd name="connsiteX0-1055" fmla="*/ 0 w 2585764"/>
              <a:gd name="connsiteY0-1056" fmla="*/ 1069299 h 2533100"/>
              <a:gd name="connsiteX1-1057" fmla="*/ 0 w 2585764"/>
              <a:gd name="connsiteY1-1058" fmla="*/ 1069299 h 2533100"/>
              <a:gd name="connsiteX2-1059" fmla="*/ 1292905 w 2585764"/>
              <a:gd name="connsiteY2-1060" fmla="*/ 0 h 2533100"/>
              <a:gd name="connsiteX3-1061" fmla="*/ 1292860 w 2585764"/>
              <a:gd name="connsiteY3-1062" fmla="*/ 36 h 2533100"/>
              <a:gd name="connsiteX4-1063" fmla="*/ 2585764 w 2585764"/>
              <a:gd name="connsiteY4-1064" fmla="*/ 1069335 h 2533100"/>
              <a:gd name="connsiteX5-1065" fmla="*/ 2585720 w 2585764"/>
              <a:gd name="connsiteY5-1066" fmla="*/ 1069298 h 2533100"/>
              <a:gd name="connsiteX6-1067" fmla="*/ 2585720 w 2585764"/>
              <a:gd name="connsiteY6-1068" fmla="*/ 1069298 h 2533100"/>
              <a:gd name="connsiteX7-1069" fmla="*/ 1939290 w 2585764"/>
              <a:gd name="connsiteY7-1070" fmla="*/ 1069298 h 2533100"/>
              <a:gd name="connsiteX8-1071" fmla="*/ 1939290 w 2585764"/>
              <a:gd name="connsiteY8-1072" fmla="*/ 1069298 h 2533100"/>
              <a:gd name="connsiteX9-1073" fmla="*/ 1939290 w 2585764"/>
              <a:gd name="connsiteY9-1074" fmla="*/ 2533100 h 2533100"/>
              <a:gd name="connsiteX10-1075" fmla="*/ 1939290 w 2585764"/>
              <a:gd name="connsiteY10-1076" fmla="*/ 2533051 h 2533100"/>
              <a:gd name="connsiteX11-1077" fmla="*/ 646430 w 2585764"/>
              <a:gd name="connsiteY11-1078" fmla="*/ 2533051 h 2533100"/>
              <a:gd name="connsiteX12-1079" fmla="*/ 646430 w 2585764"/>
              <a:gd name="connsiteY12-1080" fmla="*/ 2533051 h 2533100"/>
              <a:gd name="connsiteX13-1081" fmla="*/ 646430 w 2585764"/>
              <a:gd name="connsiteY13-1082" fmla="*/ 1069249 h 2533100"/>
              <a:gd name="connsiteX14-1083" fmla="*/ 646430 w 2585764"/>
              <a:gd name="connsiteY14-1084" fmla="*/ 1069298 h 2533100"/>
              <a:gd name="connsiteX15-1085" fmla="*/ 0 w 2585764"/>
              <a:gd name="connsiteY15-1086" fmla="*/ 1069298 h 2533100"/>
              <a:gd name="connsiteX16-1087" fmla="*/ 0 w 2585764"/>
              <a:gd name="connsiteY16-1088" fmla="*/ 1069299 h 2533100"/>
              <a:gd name="connsiteX0-1089" fmla="*/ 0 w 2585764"/>
              <a:gd name="connsiteY0-1090" fmla="*/ 1069299 h 2533100"/>
              <a:gd name="connsiteX1-1091" fmla="*/ 0 w 2585764"/>
              <a:gd name="connsiteY1-1092" fmla="*/ 1069299 h 2533100"/>
              <a:gd name="connsiteX2-1093" fmla="*/ 1292905 w 2585764"/>
              <a:gd name="connsiteY2-1094" fmla="*/ 0 h 2533100"/>
              <a:gd name="connsiteX3-1095" fmla="*/ 1292860 w 2585764"/>
              <a:gd name="connsiteY3-1096" fmla="*/ 36 h 2533100"/>
              <a:gd name="connsiteX4-1097" fmla="*/ 2585764 w 2585764"/>
              <a:gd name="connsiteY4-1098" fmla="*/ 1069335 h 2533100"/>
              <a:gd name="connsiteX5-1099" fmla="*/ 2585720 w 2585764"/>
              <a:gd name="connsiteY5-1100" fmla="*/ 1069298 h 2533100"/>
              <a:gd name="connsiteX6-1101" fmla="*/ 2585720 w 2585764"/>
              <a:gd name="connsiteY6-1102" fmla="*/ 1069298 h 2533100"/>
              <a:gd name="connsiteX7-1103" fmla="*/ 1939290 w 2585764"/>
              <a:gd name="connsiteY7-1104" fmla="*/ 1069298 h 2533100"/>
              <a:gd name="connsiteX8-1105" fmla="*/ 1939290 w 2585764"/>
              <a:gd name="connsiteY8-1106" fmla="*/ 1069298 h 2533100"/>
              <a:gd name="connsiteX9-1107" fmla="*/ 1939290 w 2585764"/>
              <a:gd name="connsiteY9-1108" fmla="*/ 2533100 h 2533100"/>
              <a:gd name="connsiteX10-1109" fmla="*/ 1939290 w 2585764"/>
              <a:gd name="connsiteY10-1110" fmla="*/ 2533051 h 2533100"/>
              <a:gd name="connsiteX11-1111" fmla="*/ 646430 w 2585764"/>
              <a:gd name="connsiteY11-1112" fmla="*/ 2533051 h 2533100"/>
              <a:gd name="connsiteX12-1113" fmla="*/ 646430 w 2585764"/>
              <a:gd name="connsiteY12-1114" fmla="*/ 2533051 h 2533100"/>
              <a:gd name="connsiteX13-1115" fmla="*/ 646430 w 2585764"/>
              <a:gd name="connsiteY13-1116" fmla="*/ 1069249 h 2533100"/>
              <a:gd name="connsiteX14-1117" fmla="*/ 646430 w 2585764"/>
              <a:gd name="connsiteY14-1118" fmla="*/ 1069298 h 2533100"/>
              <a:gd name="connsiteX15-1119" fmla="*/ 0 w 2585764"/>
              <a:gd name="connsiteY15-1120" fmla="*/ 1069298 h 2533100"/>
              <a:gd name="connsiteX16-1121" fmla="*/ 0 w 2585764"/>
              <a:gd name="connsiteY16-1122" fmla="*/ 1069299 h 2533100"/>
              <a:gd name="connsiteX0-1123" fmla="*/ 0 w 2585764"/>
              <a:gd name="connsiteY0-1124" fmla="*/ 1069299 h 2533100"/>
              <a:gd name="connsiteX1-1125" fmla="*/ 0 w 2585764"/>
              <a:gd name="connsiteY1-1126" fmla="*/ 1069299 h 2533100"/>
              <a:gd name="connsiteX2-1127" fmla="*/ 1292905 w 2585764"/>
              <a:gd name="connsiteY2-1128" fmla="*/ 0 h 2533100"/>
              <a:gd name="connsiteX3-1129" fmla="*/ 1292860 w 2585764"/>
              <a:gd name="connsiteY3-1130" fmla="*/ 36 h 2533100"/>
              <a:gd name="connsiteX4-1131" fmla="*/ 2585764 w 2585764"/>
              <a:gd name="connsiteY4-1132" fmla="*/ 1069335 h 2533100"/>
              <a:gd name="connsiteX5-1133" fmla="*/ 2585720 w 2585764"/>
              <a:gd name="connsiteY5-1134" fmla="*/ 1069298 h 2533100"/>
              <a:gd name="connsiteX6-1135" fmla="*/ 2585720 w 2585764"/>
              <a:gd name="connsiteY6-1136" fmla="*/ 1069298 h 2533100"/>
              <a:gd name="connsiteX7-1137" fmla="*/ 1939290 w 2585764"/>
              <a:gd name="connsiteY7-1138" fmla="*/ 1069298 h 2533100"/>
              <a:gd name="connsiteX8-1139" fmla="*/ 1939290 w 2585764"/>
              <a:gd name="connsiteY8-1140" fmla="*/ 1069298 h 2533100"/>
              <a:gd name="connsiteX9-1141" fmla="*/ 1939290 w 2585764"/>
              <a:gd name="connsiteY9-1142" fmla="*/ 2533100 h 2533100"/>
              <a:gd name="connsiteX10-1143" fmla="*/ 1939290 w 2585764"/>
              <a:gd name="connsiteY10-1144" fmla="*/ 2533051 h 2533100"/>
              <a:gd name="connsiteX11-1145" fmla="*/ 646430 w 2585764"/>
              <a:gd name="connsiteY11-1146" fmla="*/ 2533051 h 2533100"/>
              <a:gd name="connsiteX12-1147" fmla="*/ 646430 w 2585764"/>
              <a:gd name="connsiteY12-1148" fmla="*/ 2533051 h 2533100"/>
              <a:gd name="connsiteX13-1149" fmla="*/ 646430 w 2585764"/>
              <a:gd name="connsiteY13-1150" fmla="*/ 1069249 h 2533100"/>
              <a:gd name="connsiteX14-1151" fmla="*/ 646430 w 2585764"/>
              <a:gd name="connsiteY14-1152" fmla="*/ 1069298 h 2533100"/>
              <a:gd name="connsiteX15-1153" fmla="*/ 0 w 2585764"/>
              <a:gd name="connsiteY15-1154" fmla="*/ 1069298 h 2533100"/>
              <a:gd name="connsiteX16-1155" fmla="*/ 0 w 2585764"/>
              <a:gd name="connsiteY16-1156" fmla="*/ 1069299 h 2533100"/>
              <a:gd name="connsiteX0-1157" fmla="*/ 0 w 2585764"/>
              <a:gd name="connsiteY0-1158" fmla="*/ 1069299 h 2533100"/>
              <a:gd name="connsiteX1-1159" fmla="*/ 0 w 2585764"/>
              <a:gd name="connsiteY1-1160" fmla="*/ 1069299 h 2533100"/>
              <a:gd name="connsiteX2-1161" fmla="*/ 1292905 w 2585764"/>
              <a:gd name="connsiteY2-1162" fmla="*/ 0 h 2533100"/>
              <a:gd name="connsiteX3-1163" fmla="*/ 1292860 w 2585764"/>
              <a:gd name="connsiteY3-1164" fmla="*/ 36 h 2533100"/>
              <a:gd name="connsiteX4-1165" fmla="*/ 2585764 w 2585764"/>
              <a:gd name="connsiteY4-1166" fmla="*/ 1069335 h 2533100"/>
              <a:gd name="connsiteX5-1167" fmla="*/ 2585720 w 2585764"/>
              <a:gd name="connsiteY5-1168" fmla="*/ 1069298 h 2533100"/>
              <a:gd name="connsiteX6-1169" fmla="*/ 2585720 w 2585764"/>
              <a:gd name="connsiteY6-1170" fmla="*/ 1069298 h 2533100"/>
              <a:gd name="connsiteX7-1171" fmla="*/ 1939290 w 2585764"/>
              <a:gd name="connsiteY7-1172" fmla="*/ 1069298 h 2533100"/>
              <a:gd name="connsiteX8-1173" fmla="*/ 1939290 w 2585764"/>
              <a:gd name="connsiteY8-1174" fmla="*/ 1069298 h 2533100"/>
              <a:gd name="connsiteX9-1175" fmla="*/ 1939290 w 2585764"/>
              <a:gd name="connsiteY9-1176" fmla="*/ 2533100 h 2533100"/>
              <a:gd name="connsiteX10-1177" fmla="*/ 1939290 w 2585764"/>
              <a:gd name="connsiteY10-1178" fmla="*/ 2533051 h 2533100"/>
              <a:gd name="connsiteX11-1179" fmla="*/ 646430 w 2585764"/>
              <a:gd name="connsiteY11-1180" fmla="*/ 2533051 h 2533100"/>
              <a:gd name="connsiteX12-1181" fmla="*/ 646430 w 2585764"/>
              <a:gd name="connsiteY12-1182" fmla="*/ 2533051 h 2533100"/>
              <a:gd name="connsiteX13-1183" fmla="*/ 646430 w 2585764"/>
              <a:gd name="connsiteY13-1184" fmla="*/ 1069249 h 2533100"/>
              <a:gd name="connsiteX14-1185" fmla="*/ 646430 w 2585764"/>
              <a:gd name="connsiteY14-1186" fmla="*/ 1069298 h 2533100"/>
              <a:gd name="connsiteX15-1187" fmla="*/ 0 w 2585764"/>
              <a:gd name="connsiteY15-1188" fmla="*/ 1069298 h 2533100"/>
              <a:gd name="connsiteX16-1189" fmla="*/ 0 w 2585764"/>
              <a:gd name="connsiteY16-1190" fmla="*/ 1069299 h 2533100"/>
              <a:gd name="connsiteX0-1191" fmla="*/ 0 w 2585764"/>
              <a:gd name="connsiteY0-1192" fmla="*/ 1069299 h 2533100"/>
              <a:gd name="connsiteX1-1193" fmla="*/ 0 w 2585764"/>
              <a:gd name="connsiteY1-1194" fmla="*/ 1069299 h 2533100"/>
              <a:gd name="connsiteX2-1195" fmla="*/ 1292905 w 2585764"/>
              <a:gd name="connsiteY2-1196" fmla="*/ 0 h 2533100"/>
              <a:gd name="connsiteX3-1197" fmla="*/ 1292860 w 2585764"/>
              <a:gd name="connsiteY3-1198" fmla="*/ 36 h 2533100"/>
              <a:gd name="connsiteX4-1199" fmla="*/ 2585764 w 2585764"/>
              <a:gd name="connsiteY4-1200" fmla="*/ 1069335 h 2533100"/>
              <a:gd name="connsiteX5-1201" fmla="*/ 2585720 w 2585764"/>
              <a:gd name="connsiteY5-1202" fmla="*/ 1069298 h 2533100"/>
              <a:gd name="connsiteX6-1203" fmla="*/ 2585720 w 2585764"/>
              <a:gd name="connsiteY6-1204" fmla="*/ 1069298 h 2533100"/>
              <a:gd name="connsiteX7-1205" fmla="*/ 1939290 w 2585764"/>
              <a:gd name="connsiteY7-1206" fmla="*/ 1069298 h 2533100"/>
              <a:gd name="connsiteX8-1207" fmla="*/ 1939290 w 2585764"/>
              <a:gd name="connsiteY8-1208" fmla="*/ 1069298 h 2533100"/>
              <a:gd name="connsiteX9-1209" fmla="*/ 1939290 w 2585764"/>
              <a:gd name="connsiteY9-1210" fmla="*/ 2533100 h 2533100"/>
              <a:gd name="connsiteX10-1211" fmla="*/ 1939290 w 2585764"/>
              <a:gd name="connsiteY10-1212" fmla="*/ 2533051 h 2533100"/>
              <a:gd name="connsiteX11-1213" fmla="*/ 646430 w 2585764"/>
              <a:gd name="connsiteY11-1214" fmla="*/ 2533051 h 2533100"/>
              <a:gd name="connsiteX12-1215" fmla="*/ 646430 w 2585764"/>
              <a:gd name="connsiteY12-1216" fmla="*/ 2533051 h 2533100"/>
              <a:gd name="connsiteX13-1217" fmla="*/ 646430 w 2585764"/>
              <a:gd name="connsiteY13-1218" fmla="*/ 1069249 h 2533100"/>
              <a:gd name="connsiteX14-1219" fmla="*/ 646430 w 2585764"/>
              <a:gd name="connsiteY14-1220" fmla="*/ 1069298 h 2533100"/>
              <a:gd name="connsiteX15-1221" fmla="*/ 0 w 2585764"/>
              <a:gd name="connsiteY15-1222" fmla="*/ 1069298 h 2533100"/>
              <a:gd name="connsiteX16-1223" fmla="*/ 0 w 2585764"/>
              <a:gd name="connsiteY16-1224" fmla="*/ 1069299 h 2533100"/>
              <a:gd name="connsiteX0-1225" fmla="*/ 0 w 2585764"/>
              <a:gd name="connsiteY0-1226" fmla="*/ 1069299 h 2533100"/>
              <a:gd name="connsiteX1-1227" fmla="*/ 0 w 2585764"/>
              <a:gd name="connsiteY1-1228" fmla="*/ 1069299 h 2533100"/>
              <a:gd name="connsiteX2-1229" fmla="*/ 1292905 w 2585764"/>
              <a:gd name="connsiteY2-1230" fmla="*/ 0 h 2533100"/>
              <a:gd name="connsiteX3-1231" fmla="*/ 1292860 w 2585764"/>
              <a:gd name="connsiteY3-1232" fmla="*/ 36 h 2533100"/>
              <a:gd name="connsiteX4-1233" fmla="*/ 2585764 w 2585764"/>
              <a:gd name="connsiteY4-1234" fmla="*/ 1069335 h 2533100"/>
              <a:gd name="connsiteX5-1235" fmla="*/ 2585720 w 2585764"/>
              <a:gd name="connsiteY5-1236" fmla="*/ 1069298 h 2533100"/>
              <a:gd name="connsiteX6-1237" fmla="*/ 2585720 w 2585764"/>
              <a:gd name="connsiteY6-1238" fmla="*/ 1069298 h 2533100"/>
              <a:gd name="connsiteX7-1239" fmla="*/ 1939290 w 2585764"/>
              <a:gd name="connsiteY7-1240" fmla="*/ 1069298 h 2533100"/>
              <a:gd name="connsiteX8-1241" fmla="*/ 1939290 w 2585764"/>
              <a:gd name="connsiteY8-1242" fmla="*/ 1069298 h 2533100"/>
              <a:gd name="connsiteX9-1243" fmla="*/ 1939290 w 2585764"/>
              <a:gd name="connsiteY9-1244" fmla="*/ 2533100 h 2533100"/>
              <a:gd name="connsiteX10-1245" fmla="*/ 1939290 w 2585764"/>
              <a:gd name="connsiteY10-1246" fmla="*/ 2533051 h 2533100"/>
              <a:gd name="connsiteX11-1247" fmla="*/ 646430 w 2585764"/>
              <a:gd name="connsiteY11-1248" fmla="*/ 2533051 h 2533100"/>
              <a:gd name="connsiteX12-1249" fmla="*/ 646430 w 2585764"/>
              <a:gd name="connsiteY12-1250" fmla="*/ 2533051 h 2533100"/>
              <a:gd name="connsiteX13-1251" fmla="*/ 646430 w 2585764"/>
              <a:gd name="connsiteY13-1252" fmla="*/ 1069249 h 2533100"/>
              <a:gd name="connsiteX14-1253" fmla="*/ 646430 w 2585764"/>
              <a:gd name="connsiteY14-1254" fmla="*/ 1069298 h 2533100"/>
              <a:gd name="connsiteX15-1255" fmla="*/ 0 w 2585764"/>
              <a:gd name="connsiteY15-1256" fmla="*/ 1069298 h 2533100"/>
              <a:gd name="connsiteX16-1257" fmla="*/ 0 w 2585764"/>
              <a:gd name="connsiteY16-1258" fmla="*/ 1069299 h 2533100"/>
              <a:gd name="connsiteX0-1259" fmla="*/ 0 w 2585764"/>
              <a:gd name="connsiteY0-1260" fmla="*/ 1069299 h 2533100"/>
              <a:gd name="connsiteX1-1261" fmla="*/ 0 w 2585764"/>
              <a:gd name="connsiteY1-1262" fmla="*/ 1069299 h 2533100"/>
              <a:gd name="connsiteX2-1263" fmla="*/ 1292905 w 2585764"/>
              <a:gd name="connsiteY2-1264" fmla="*/ 0 h 2533100"/>
              <a:gd name="connsiteX3-1265" fmla="*/ 1292860 w 2585764"/>
              <a:gd name="connsiteY3-1266" fmla="*/ 36 h 2533100"/>
              <a:gd name="connsiteX4-1267" fmla="*/ 2585764 w 2585764"/>
              <a:gd name="connsiteY4-1268" fmla="*/ 1069335 h 2533100"/>
              <a:gd name="connsiteX5-1269" fmla="*/ 2585720 w 2585764"/>
              <a:gd name="connsiteY5-1270" fmla="*/ 1069298 h 2533100"/>
              <a:gd name="connsiteX6-1271" fmla="*/ 2585720 w 2585764"/>
              <a:gd name="connsiteY6-1272" fmla="*/ 1069298 h 2533100"/>
              <a:gd name="connsiteX7-1273" fmla="*/ 1939290 w 2585764"/>
              <a:gd name="connsiteY7-1274" fmla="*/ 1069298 h 2533100"/>
              <a:gd name="connsiteX8-1275" fmla="*/ 1939290 w 2585764"/>
              <a:gd name="connsiteY8-1276" fmla="*/ 1069298 h 2533100"/>
              <a:gd name="connsiteX9-1277" fmla="*/ 1939290 w 2585764"/>
              <a:gd name="connsiteY9-1278" fmla="*/ 2533100 h 2533100"/>
              <a:gd name="connsiteX10-1279" fmla="*/ 1939290 w 2585764"/>
              <a:gd name="connsiteY10-1280" fmla="*/ 2533051 h 2533100"/>
              <a:gd name="connsiteX11-1281" fmla="*/ 646430 w 2585764"/>
              <a:gd name="connsiteY11-1282" fmla="*/ 2533051 h 2533100"/>
              <a:gd name="connsiteX12-1283" fmla="*/ 646430 w 2585764"/>
              <a:gd name="connsiteY12-1284" fmla="*/ 2533051 h 2533100"/>
              <a:gd name="connsiteX13-1285" fmla="*/ 646430 w 2585764"/>
              <a:gd name="connsiteY13-1286" fmla="*/ 1069249 h 2533100"/>
              <a:gd name="connsiteX14-1287" fmla="*/ 646430 w 2585764"/>
              <a:gd name="connsiteY14-1288" fmla="*/ 1069298 h 2533100"/>
              <a:gd name="connsiteX15-1289" fmla="*/ 0 w 2585764"/>
              <a:gd name="connsiteY15-1290" fmla="*/ 1069298 h 2533100"/>
              <a:gd name="connsiteX16-1291" fmla="*/ 0 w 2585764"/>
              <a:gd name="connsiteY16-1292" fmla="*/ 1069299 h 2533100"/>
              <a:gd name="connsiteX0-1293" fmla="*/ 0 w 2585764"/>
              <a:gd name="connsiteY0-1294" fmla="*/ 1069299 h 2533100"/>
              <a:gd name="connsiteX1-1295" fmla="*/ 0 w 2585764"/>
              <a:gd name="connsiteY1-1296" fmla="*/ 1069299 h 2533100"/>
              <a:gd name="connsiteX2-1297" fmla="*/ 1292905 w 2585764"/>
              <a:gd name="connsiteY2-1298" fmla="*/ 0 h 2533100"/>
              <a:gd name="connsiteX3-1299" fmla="*/ 1292860 w 2585764"/>
              <a:gd name="connsiteY3-1300" fmla="*/ 36 h 2533100"/>
              <a:gd name="connsiteX4-1301" fmla="*/ 2585764 w 2585764"/>
              <a:gd name="connsiteY4-1302" fmla="*/ 1069335 h 2533100"/>
              <a:gd name="connsiteX5-1303" fmla="*/ 2585720 w 2585764"/>
              <a:gd name="connsiteY5-1304" fmla="*/ 1069298 h 2533100"/>
              <a:gd name="connsiteX6-1305" fmla="*/ 2585720 w 2585764"/>
              <a:gd name="connsiteY6-1306" fmla="*/ 1069298 h 2533100"/>
              <a:gd name="connsiteX7-1307" fmla="*/ 1939290 w 2585764"/>
              <a:gd name="connsiteY7-1308" fmla="*/ 1069298 h 2533100"/>
              <a:gd name="connsiteX8-1309" fmla="*/ 1939290 w 2585764"/>
              <a:gd name="connsiteY8-1310" fmla="*/ 1069298 h 2533100"/>
              <a:gd name="connsiteX9-1311" fmla="*/ 1939290 w 2585764"/>
              <a:gd name="connsiteY9-1312" fmla="*/ 2533100 h 2533100"/>
              <a:gd name="connsiteX10-1313" fmla="*/ 1939290 w 2585764"/>
              <a:gd name="connsiteY10-1314" fmla="*/ 2533051 h 2533100"/>
              <a:gd name="connsiteX11-1315" fmla="*/ 646430 w 2585764"/>
              <a:gd name="connsiteY11-1316" fmla="*/ 2533051 h 2533100"/>
              <a:gd name="connsiteX12-1317" fmla="*/ 646430 w 2585764"/>
              <a:gd name="connsiteY12-1318" fmla="*/ 2533051 h 2533100"/>
              <a:gd name="connsiteX13-1319" fmla="*/ 646430 w 2585764"/>
              <a:gd name="connsiteY13-1320" fmla="*/ 1069249 h 2533100"/>
              <a:gd name="connsiteX14-1321" fmla="*/ 646430 w 2585764"/>
              <a:gd name="connsiteY14-1322" fmla="*/ 1069298 h 2533100"/>
              <a:gd name="connsiteX15-1323" fmla="*/ 0 w 2585764"/>
              <a:gd name="connsiteY15-1324" fmla="*/ 1069298 h 2533100"/>
              <a:gd name="connsiteX16-1325" fmla="*/ 0 w 2585764"/>
              <a:gd name="connsiteY16-1326" fmla="*/ 1069299 h 2533100"/>
              <a:gd name="connsiteX0-1327" fmla="*/ 0 w 2585764"/>
              <a:gd name="connsiteY0-1328" fmla="*/ 1069299 h 2533100"/>
              <a:gd name="connsiteX1-1329" fmla="*/ 0 w 2585764"/>
              <a:gd name="connsiteY1-1330" fmla="*/ 1069299 h 2533100"/>
              <a:gd name="connsiteX2-1331" fmla="*/ 1292905 w 2585764"/>
              <a:gd name="connsiteY2-1332" fmla="*/ 0 h 2533100"/>
              <a:gd name="connsiteX3-1333" fmla="*/ 1292860 w 2585764"/>
              <a:gd name="connsiteY3-1334" fmla="*/ 36 h 2533100"/>
              <a:gd name="connsiteX4-1335" fmla="*/ 2585764 w 2585764"/>
              <a:gd name="connsiteY4-1336" fmla="*/ 1069335 h 2533100"/>
              <a:gd name="connsiteX5-1337" fmla="*/ 2585720 w 2585764"/>
              <a:gd name="connsiteY5-1338" fmla="*/ 1069298 h 2533100"/>
              <a:gd name="connsiteX6-1339" fmla="*/ 2585720 w 2585764"/>
              <a:gd name="connsiteY6-1340" fmla="*/ 1069298 h 2533100"/>
              <a:gd name="connsiteX7-1341" fmla="*/ 1939290 w 2585764"/>
              <a:gd name="connsiteY7-1342" fmla="*/ 1069298 h 2533100"/>
              <a:gd name="connsiteX8-1343" fmla="*/ 1939290 w 2585764"/>
              <a:gd name="connsiteY8-1344" fmla="*/ 1069298 h 2533100"/>
              <a:gd name="connsiteX9-1345" fmla="*/ 1939290 w 2585764"/>
              <a:gd name="connsiteY9-1346" fmla="*/ 2533100 h 2533100"/>
              <a:gd name="connsiteX10-1347" fmla="*/ 1939290 w 2585764"/>
              <a:gd name="connsiteY10-1348" fmla="*/ 2533051 h 2533100"/>
              <a:gd name="connsiteX11-1349" fmla="*/ 646430 w 2585764"/>
              <a:gd name="connsiteY11-1350" fmla="*/ 2533051 h 2533100"/>
              <a:gd name="connsiteX12-1351" fmla="*/ 646430 w 2585764"/>
              <a:gd name="connsiteY12-1352" fmla="*/ 2533051 h 2533100"/>
              <a:gd name="connsiteX13-1353" fmla="*/ 646430 w 2585764"/>
              <a:gd name="connsiteY13-1354" fmla="*/ 1069249 h 2533100"/>
              <a:gd name="connsiteX14-1355" fmla="*/ 646430 w 2585764"/>
              <a:gd name="connsiteY14-1356" fmla="*/ 1069298 h 2533100"/>
              <a:gd name="connsiteX15-1357" fmla="*/ 0 w 2585764"/>
              <a:gd name="connsiteY15-1358" fmla="*/ 1069298 h 2533100"/>
              <a:gd name="connsiteX16-1359" fmla="*/ 0 w 2585764"/>
              <a:gd name="connsiteY16-1360" fmla="*/ 1069299 h 2533100"/>
              <a:gd name="connsiteX0-1361" fmla="*/ 0 w 2585764"/>
              <a:gd name="connsiteY0-1362" fmla="*/ 1069299 h 2533100"/>
              <a:gd name="connsiteX1-1363" fmla="*/ 0 w 2585764"/>
              <a:gd name="connsiteY1-1364" fmla="*/ 1069299 h 2533100"/>
              <a:gd name="connsiteX2-1365" fmla="*/ 1292905 w 2585764"/>
              <a:gd name="connsiteY2-1366" fmla="*/ 0 h 2533100"/>
              <a:gd name="connsiteX3-1367" fmla="*/ 1292860 w 2585764"/>
              <a:gd name="connsiteY3-1368" fmla="*/ 36 h 2533100"/>
              <a:gd name="connsiteX4-1369" fmla="*/ 2585764 w 2585764"/>
              <a:gd name="connsiteY4-1370" fmla="*/ 1069335 h 2533100"/>
              <a:gd name="connsiteX5-1371" fmla="*/ 2585720 w 2585764"/>
              <a:gd name="connsiteY5-1372" fmla="*/ 1069298 h 2533100"/>
              <a:gd name="connsiteX6-1373" fmla="*/ 2585720 w 2585764"/>
              <a:gd name="connsiteY6-1374" fmla="*/ 1069298 h 2533100"/>
              <a:gd name="connsiteX7-1375" fmla="*/ 1939290 w 2585764"/>
              <a:gd name="connsiteY7-1376" fmla="*/ 1069298 h 2533100"/>
              <a:gd name="connsiteX8-1377" fmla="*/ 1939290 w 2585764"/>
              <a:gd name="connsiteY8-1378" fmla="*/ 1069298 h 2533100"/>
              <a:gd name="connsiteX9-1379" fmla="*/ 1939290 w 2585764"/>
              <a:gd name="connsiteY9-1380" fmla="*/ 2533100 h 2533100"/>
              <a:gd name="connsiteX10-1381" fmla="*/ 1939290 w 2585764"/>
              <a:gd name="connsiteY10-1382" fmla="*/ 2533051 h 2533100"/>
              <a:gd name="connsiteX11-1383" fmla="*/ 646430 w 2585764"/>
              <a:gd name="connsiteY11-1384" fmla="*/ 2533051 h 2533100"/>
              <a:gd name="connsiteX12-1385" fmla="*/ 646430 w 2585764"/>
              <a:gd name="connsiteY12-1386" fmla="*/ 2533051 h 2533100"/>
              <a:gd name="connsiteX13-1387" fmla="*/ 646430 w 2585764"/>
              <a:gd name="connsiteY13-1388" fmla="*/ 1069249 h 2533100"/>
              <a:gd name="connsiteX14-1389" fmla="*/ 646430 w 2585764"/>
              <a:gd name="connsiteY14-1390" fmla="*/ 1069298 h 2533100"/>
              <a:gd name="connsiteX15-1391" fmla="*/ 0 w 2585764"/>
              <a:gd name="connsiteY15-1392" fmla="*/ 1069298 h 2533100"/>
              <a:gd name="connsiteX16-1393" fmla="*/ 0 w 2585764"/>
              <a:gd name="connsiteY16-1394" fmla="*/ 1069299 h 2533100"/>
              <a:gd name="connsiteX0-1395" fmla="*/ 0 w 2585764"/>
              <a:gd name="connsiteY0-1396" fmla="*/ 1069299 h 2533100"/>
              <a:gd name="connsiteX1-1397" fmla="*/ 0 w 2585764"/>
              <a:gd name="connsiteY1-1398" fmla="*/ 1069299 h 2533100"/>
              <a:gd name="connsiteX2-1399" fmla="*/ 1292905 w 2585764"/>
              <a:gd name="connsiteY2-1400" fmla="*/ 0 h 2533100"/>
              <a:gd name="connsiteX3-1401" fmla="*/ 1292860 w 2585764"/>
              <a:gd name="connsiteY3-1402" fmla="*/ 36 h 2533100"/>
              <a:gd name="connsiteX4-1403" fmla="*/ 2585764 w 2585764"/>
              <a:gd name="connsiteY4-1404" fmla="*/ 1069335 h 2533100"/>
              <a:gd name="connsiteX5-1405" fmla="*/ 2585720 w 2585764"/>
              <a:gd name="connsiteY5-1406" fmla="*/ 1069298 h 2533100"/>
              <a:gd name="connsiteX6-1407" fmla="*/ 2585720 w 2585764"/>
              <a:gd name="connsiteY6-1408" fmla="*/ 1069298 h 2533100"/>
              <a:gd name="connsiteX7-1409" fmla="*/ 1939290 w 2585764"/>
              <a:gd name="connsiteY7-1410" fmla="*/ 1069298 h 2533100"/>
              <a:gd name="connsiteX8-1411" fmla="*/ 1939290 w 2585764"/>
              <a:gd name="connsiteY8-1412" fmla="*/ 1069298 h 2533100"/>
              <a:gd name="connsiteX9-1413" fmla="*/ 1939290 w 2585764"/>
              <a:gd name="connsiteY9-1414" fmla="*/ 2533100 h 2533100"/>
              <a:gd name="connsiteX10-1415" fmla="*/ 1939290 w 2585764"/>
              <a:gd name="connsiteY10-1416" fmla="*/ 2533051 h 2533100"/>
              <a:gd name="connsiteX11-1417" fmla="*/ 646430 w 2585764"/>
              <a:gd name="connsiteY11-1418" fmla="*/ 2533051 h 2533100"/>
              <a:gd name="connsiteX12-1419" fmla="*/ 646430 w 2585764"/>
              <a:gd name="connsiteY12-1420" fmla="*/ 2533051 h 2533100"/>
              <a:gd name="connsiteX13-1421" fmla="*/ 646430 w 2585764"/>
              <a:gd name="connsiteY13-1422" fmla="*/ 1069249 h 2533100"/>
              <a:gd name="connsiteX14-1423" fmla="*/ 646430 w 2585764"/>
              <a:gd name="connsiteY14-1424" fmla="*/ 1069298 h 2533100"/>
              <a:gd name="connsiteX15-1425" fmla="*/ 0 w 2585764"/>
              <a:gd name="connsiteY15-1426" fmla="*/ 1069298 h 2533100"/>
              <a:gd name="connsiteX16-1427" fmla="*/ 0 w 2585764"/>
              <a:gd name="connsiteY16-1428" fmla="*/ 1069299 h 2533100"/>
              <a:gd name="connsiteX0-1429" fmla="*/ 0 w 2585764"/>
              <a:gd name="connsiteY0-1430" fmla="*/ 1069299 h 2533100"/>
              <a:gd name="connsiteX1-1431" fmla="*/ 0 w 2585764"/>
              <a:gd name="connsiteY1-1432" fmla="*/ 1069299 h 2533100"/>
              <a:gd name="connsiteX2-1433" fmla="*/ 1292905 w 2585764"/>
              <a:gd name="connsiteY2-1434" fmla="*/ 0 h 2533100"/>
              <a:gd name="connsiteX3-1435" fmla="*/ 1292860 w 2585764"/>
              <a:gd name="connsiteY3-1436" fmla="*/ 36 h 2533100"/>
              <a:gd name="connsiteX4-1437" fmla="*/ 2585764 w 2585764"/>
              <a:gd name="connsiteY4-1438" fmla="*/ 1069335 h 2533100"/>
              <a:gd name="connsiteX5-1439" fmla="*/ 2585720 w 2585764"/>
              <a:gd name="connsiteY5-1440" fmla="*/ 1069298 h 2533100"/>
              <a:gd name="connsiteX6-1441" fmla="*/ 2585720 w 2585764"/>
              <a:gd name="connsiteY6-1442" fmla="*/ 1069298 h 2533100"/>
              <a:gd name="connsiteX7-1443" fmla="*/ 1939290 w 2585764"/>
              <a:gd name="connsiteY7-1444" fmla="*/ 1069298 h 2533100"/>
              <a:gd name="connsiteX8-1445" fmla="*/ 1939290 w 2585764"/>
              <a:gd name="connsiteY8-1446" fmla="*/ 1069298 h 2533100"/>
              <a:gd name="connsiteX9-1447" fmla="*/ 1939290 w 2585764"/>
              <a:gd name="connsiteY9-1448" fmla="*/ 2533100 h 2533100"/>
              <a:gd name="connsiteX10-1449" fmla="*/ 1939290 w 2585764"/>
              <a:gd name="connsiteY10-1450" fmla="*/ 2533051 h 2533100"/>
              <a:gd name="connsiteX11-1451" fmla="*/ 646430 w 2585764"/>
              <a:gd name="connsiteY11-1452" fmla="*/ 2533051 h 2533100"/>
              <a:gd name="connsiteX12-1453" fmla="*/ 646430 w 2585764"/>
              <a:gd name="connsiteY12-1454" fmla="*/ 2533051 h 2533100"/>
              <a:gd name="connsiteX13-1455" fmla="*/ 646430 w 2585764"/>
              <a:gd name="connsiteY13-1456" fmla="*/ 1069249 h 2533100"/>
              <a:gd name="connsiteX14-1457" fmla="*/ 646430 w 2585764"/>
              <a:gd name="connsiteY14-1458" fmla="*/ 1069298 h 2533100"/>
              <a:gd name="connsiteX15-1459" fmla="*/ 0 w 2585764"/>
              <a:gd name="connsiteY15-1460" fmla="*/ 1069298 h 2533100"/>
              <a:gd name="connsiteX16-1461" fmla="*/ 0 w 2585764"/>
              <a:gd name="connsiteY16-1462" fmla="*/ 1069299 h 2533100"/>
              <a:gd name="connsiteX0-1463" fmla="*/ 0 w 2585764"/>
              <a:gd name="connsiteY0-1464" fmla="*/ 1069299 h 2533100"/>
              <a:gd name="connsiteX1-1465" fmla="*/ 0 w 2585764"/>
              <a:gd name="connsiteY1-1466" fmla="*/ 1069299 h 2533100"/>
              <a:gd name="connsiteX2-1467" fmla="*/ 1292905 w 2585764"/>
              <a:gd name="connsiteY2-1468" fmla="*/ 0 h 2533100"/>
              <a:gd name="connsiteX3-1469" fmla="*/ 1292860 w 2585764"/>
              <a:gd name="connsiteY3-1470" fmla="*/ 36 h 2533100"/>
              <a:gd name="connsiteX4-1471" fmla="*/ 2585764 w 2585764"/>
              <a:gd name="connsiteY4-1472" fmla="*/ 1069335 h 2533100"/>
              <a:gd name="connsiteX5-1473" fmla="*/ 2585720 w 2585764"/>
              <a:gd name="connsiteY5-1474" fmla="*/ 1069298 h 2533100"/>
              <a:gd name="connsiteX6-1475" fmla="*/ 2585720 w 2585764"/>
              <a:gd name="connsiteY6-1476" fmla="*/ 1069298 h 2533100"/>
              <a:gd name="connsiteX7-1477" fmla="*/ 1939290 w 2585764"/>
              <a:gd name="connsiteY7-1478" fmla="*/ 1069298 h 2533100"/>
              <a:gd name="connsiteX8-1479" fmla="*/ 1939290 w 2585764"/>
              <a:gd name="connsiteY8-1480" fmla="*/ 1069298 h 2533100"/>
              <a:gd name="connsiteX9-1481" fmla="*/ 1939290 w 2585764"/>
              <a:gd name="connsiteY9-1482" fmla="*/ 2533100 h 2533100"/>
              <a:gd name="connsiteX10-1483" fmla="*/ 1939290 w 2585764"/>
              <a:gd name="connsiteY10-1484" fmla="*/ 2533051 h 2533100"/>
              <a:gd name="connsiteX11-1485" fmla="*/ 646430 w 2585764"/>
              <a:gd name="connsiteY11-1486" fmla="*/ 2533051 h 2533100"/>
              <a:gd name="connsiteX12-1487" fmla="*/ 646430 w 2585764"/>
              <a:gd name="connsiteY12-1488" fmla="*/ 2533051 h 2533100"/>
              <a:gd name="connsiteX13-1489" fmla="*/ 646430 w 2585764"/>
              <a:gd name="connsiteY13-1490" fmla="*/ 1069249 h 2533100"/>
              <a:gd name="connsiteX14-1491" fmla="*/ 646430 w 2585764"/>
              <a:gd name="connsiteY14-1492" fmla="*/ 1069298 h 2533100"/>
              <a:gd name="connsiteX15-1493" fmla="*/ 0 w 2585764"/>
              <a:gd name="connsiteY15-1494" fmla="*/ 1069298 h 2533100"/>
              <a:gd name="connsiteX16-1495" fmla="*/ 0 w 2585764"/>
              <a:gd name="connsiteY16-1496" fmla="*/ 1069299 h 2533100"/>
              <a:gd name="connsiteX0-1497" fmla="*/ 0 w 2585764"/>
              <a:gd name="connsiteY0-1498" fmla="*/ 1069299 h 2533100"/>
              <a:gd name="connsiteX1-1499" fmla="*/ 0 w 2585764"/>
              <a:gd name="connsiteY1-1500" fmla="*/ 1069299 h 2533100"/>
              <a:gd name="connsiteX2-1501" fmla="*/ 1292905 w 2585764"/>
              <a:gd name="connsiteY2-1502" fmla="*/ 0 h 2533100"/>
              <a:gd name="connsiteX3-1503" fmla="*/ 1292860 w 2585764"/>
              <a:gd name="connsiteY3-1504" fmla="*/ 36 h 2533100"/>
              <a:gd name="connsiteX4-1505" fmla="*/ 2585764 w 2585764"/>
              <a:gd name="connsiteY4-1506" fmla="*/ 1069335 h 2533100"/>
              <a:gd name="connsiteX5-1507" fmla="*/ 2585720 w 2585764"/>
              <a:gd name="connsiteY5-1508" fmla="*/ 1069298 h 2533100"/>
              <a:gd name="connsiteX6-1509" fmla="*/ 2585720 w 2585764"/>
              <a:gd name="connsiteY6-1510" fmla="*/ 1069298 h 2533100"/>
              <a:gd name="connsiteX7-1511" fmla="*/ 1939290 w 2585764"/>
              <a:gd name="connsiteY7-1512" fmla="*/ 1069298 h 2533100"/>
              <a:gd name="connsiteX8-1513" fmla="*/ 1939290 w 2585764"/>
              <a:gd name="connsiteY8-1514" fmla="*/ 1069298 h 2533100"/>
              <a:gd name="connsiteX9-1515" fmla="*/ 1939290 w 2585764"/>
              <a:gd name="connsiteY9-1516" fmla="*/ 2533100 h 2533100"/>
              <a:gd name="connsiteX10-1517" fmla="*/ 1939290 w 2585764"/>
              <a:gd name="connsiteY10-1518" fmla="*/ 2533051 h 2533100"/>
              <a:gd name="connsiteX11-1519" fmla="*/ 646430 w 2585764"/>
              <a:gd name="connsiteY11-1520" fmla="*/ 2533051 h 2533100"/>
              <a:gd name="connsiteX12-1521" fmla="*/ 646430 w 2585764"/>
              <a:gd name="connsiteY12-1522" fmla="*/ 2533051 h 2533100"/>
              <a:gd name="connsiteX13-1523" fmla="*/ 646430 w 2585764"/>
              <a:gd name="connsiteY13-1524" fmla="*/ 1069249 h 2533100"/>
              <a:gd name="connsiteX14-1525" fmla="*/ 646430 w 2585764"/>
              <a:gd name="connsiteY14-1526" fmla="*/ 1069298 h 2533100"/>
              <a:gd name="connsiteX15-1527" fmla="*/ 0 w 2585764"/>
              <a:gd name="connsiteY15-1528" fmla="*/ 1069298 h 2533100"/>
              <a:gd name="connsiteX16-1529" fmla="*/ 0 w 2585764"/>
              <a:gd name="connsiteY16-1530" fmla="*/ 1069299 h 2533100"/>
              <a:gd name="connsiteX0-1531" fmla="*/ 0 w 2585764"/>
              <a:gd name="connsiteY0-1532" fmla="*/ 1069299 h 2533100"/>
              <a:gd name="connsiteX1-1533" fmla="*/ 0 w 2585764"/>
              <a:gd name="connsiteY1-1534" fmla="*/ 1069299 h 2533100"/>
              <a:gd name="connsiteX2-1535" fmla="*/ 1292905 w 2585764"/>
              <a:gd name="connsiteY2-1536" fmla="*/ 0 h 2533100"/>
              <a:gd name="connsiteX3-1537" fmla="*/ 1292860 w 2585764"/>
              <a:gd name="connsiteY3-1538" fmla="*/ 36 h 2533100"/>
              <a:gd name="connsiteX4-1539" fmla="*/ 2585764 w 2585764"/>
              <a:gd name="connsiteY4-1540" fmla="*/ 1069335 h 2533100"/>
              <a:gd name="connsiteX5-1541" fmla="*/ 2585720 w 2585764"/>
              <a:gd name="connsiteY5-1542" fmla="*/ 1069298 h 2533100"/>
              <a:gd name="connsiteX6-1543" fmla="*/ 2585720 w 2585764"/>
              <a:gd name="connsiteY6-1544" fmla="*/ 1069298 h 2533100"/>
              <a:gd name="connsiteX7-1545" fmla="*/ 1939290 w 2585764"/>
              <a:gd name="connsiteY7-1546" fmla="*/ 1069298 h 2533100"/>
              <a:gd name="connsiteX8-1547" fmla="*/ 1939290 w 2585764"/>
              <a:gd name="connsiteY8-1548" fmla="*/ 1069298 h 2533100"/>
              <a:gd name="connsiteX9-1549" fmla="*/ 1939290 w 2585764"/>
              <a:gd name="connsiteY9-1550" fmla="*/ 2533100 h 2533100"/>
              <a:gd name="connsiteX10-1551" fmla="*/ 1939290 w 2585764"/>
              <a:gd name="connsiteY10-1552" fmla="*/ 2533051 h 2533100"/>
              <a:gd name="connsiteX11-1553" fmla="*/ 646430 w 2585764"/>
              <a:gd name="connsiteY11-1554" fmla="*/ 2533051 h 2533100"/>
              <a:gd name="connsiteX12-1555" fmla="*/ 646430 w 2585764"/>
              <a:gd name="connsiteY12-1556" fmla="*/ 2533051 h 2533100"/>
              <a:gd name="connsiteX13-1557" fmla="*/ 646430 w 2585764"/>
              <a:gd name="connsiteY13-1558" fmla="*/ 1069249 h 2533100"/>
              <a:gd name="connsiteX14-1559" fmla="*/ 646430 w 2585764"/>
              <a:gd name="connsiteY14-1560" fmla="*/ 1069298 h 2533100"/>
              <a:gd name="connsiteX15-1561" fmla="*/ 0 w 2585764"/>
              <a:gd name="connsiteY15-1562" fmla="*/ 1069298 h 2533100"/>
              <a:gd name="connsiteX16-1563" fmla="*/ 0 w 2585764"/>
              <a:gd name="connsiteY16-1564" fmla="*/ 1069299 h 2533100"/>
              <a:gd name="connsiteX0-1565" fmla="*/ 0 w 2585764"/>
              <a:gd name="connsiteY0-1566" fmla="*/ 1069299 h 2533100"/>
              <a:gd name="connsiteX1-1567" fmla="*/ 0 w 2585764"/>
              <a:gd name="connsiteY1-1568" fmla="*/ 1069299 h 2533100"/>
              <a:gd name="connsiteX2-1569" fmla="*/ 1292905 w 2585764"/>
              <a:gd name="connsiteY2-1570" fmla="*/ 0 h 2533100"/>
              <a:gd name="connsiteX3-1571" fmla="*/ 1292860 w 2585764"/>
              <a:gd name="connsiteY3-1572" fmla="*/ 36 h 2533100"/>
              <a:gd name="connsiteX4-1573" fmla="*/ 2585764 w 2585764"/>
              <a:gd name="connsiteY4-1574" fmla="*/ 1069335 h 2533100"/>
              <a:gd name="connsiteX5-1575" fmla="*/ 2585720 w 2585764"/>
              <a:gd name="connsiteY5-1576" fmla="*/ 1069298 h 2533100"/>
              <a:gd name="connsiteX6-1577" fmla="*/ 2585720 w 2585764"/>
              <a:gd name="connsiteY6-1578" fmla="*/ 1069298 h 2533100"/>
              <a:gd name="connsiteX7-1579" fmla="*/ 1939290 w 2585764"/>
              <a:gd name="connsiteY7-1580" fmla="*/ 1069298 h 2533100"/>
              <a:gd name="connsiteX8-1581" fmla="*/ 1939290 w 2585764"/>
              <a:gd name="connsiteY8-1582" fmla="*/ 1069298 h 2533100"/>
              <a:gd name="connsiteX9-1583" fmla="*/ 1939290 w 2585764"/>
              <a:gd name="connsiteY9-1584" fmla="*/ 2533100 h 2533100"/>
              <a:gd name="connsiteX10-1585" fmla="*/ 1939290 w 2585764"/>
              <a:gd name="connsiteY10-1586" fmla="*/ 2533051 h 2533100"/>
              <a:gd name="connsiteX11-1587" fmla="*/ 646430 w 2585764"/>
              <a:gd name="connsiteY11-1588" fmla="*/ 2533051 h 2533100"/>
              <a:gd name="connsiteX12-1589" fmla="*/ 646430 w 2585764"/>
              <a:gd name="connsiteY12-1590" fmla="*/ 2533051 h 2533100"/>
              <a:gd name="connsiteX13-1591" fmla="*/ 646430 w 2585764"/>
              <a:gd name="connsiteY13-1592" fmla="*/ 1069249 h 2533100"/>
              <a:gd name="connsiteX14-1593" fmla="*/ 646430 w 2585764"/>
              <a:gd name="connsiteY14-1594" fmla="*/ 1069298 h 2533100"/>
              <a:gd name="connsiteX15-1595" fmla="*/ 0 w 2585764"/>
              <a:gd name="connsiteY15-1596" fmla="*/ 1069298 h 2533100"/>
              <a:gd name="connsiteX16-1597" fmla="*/ 0 w 2585764"/>
              <a:gd name="connsiteY16-1598" fmla="*/ 1069299 h 2533100"/>
              <a:gd name="connsiteX0-1599" fmla="*/ 0 w 2585764"/>
              <a:gd name="connsiteY0-1600" fmla="*/ 1069299 h 2533100"/>
              <a:gd name="connsiteX1-1601" fmla="*/ 0 w 2585764"/>
              <a:gd name="connsiteY1-1602" fmla="*/ 1069299 h 2533100"/>
              <a:gd name="connsiteX2-1603" fmla="*/ 1292905 w 2585764"/>
              <a:gd name="connsiteY2-1604" fmla="*/ 0 h 2533100"/>
              <a:gd name="connsiteX3-1605" fmla="*/ 1292860 w 2585764"/>
              <a:gd name="connsiteY3-1606" fmla="*/ 36 h 2533100"/>
              <a:gd name="connsiteX4-1607" fmla="*/ 2585764 w 2585764"/>
              <a:gd name="connsiteY4-1608" fmla="*/ 1069335 h 2533100"/>
              <a:gd name="connsiteX5-1609" fmla="*/ 2585720 w 2585764"/>
              <a:gd name="connsiteY5-1610" fmla="*/ 1069298 h 2533100"/>
              <a:gd name="connsiteX6-1611" fmla="*/ 2585720 w 2585764"/>
              <a:gd name="connsiteY6-1612" fmla="*/ 1069298 h 2533100"/>
              <a:gd name="connsiteX7-1613" fmla="*/ 1939290 w 2585764"/>
              <a:gd name="connsiteY7-1614" fmla="*/ 1069298 h 2533100"/>
              <a:gd name="connsiteX8-1615" fmla="*/ 1939290 w 2585764"/>
              <a:gd name="connsiteY8-1616" fmla="*/ 1069298 h 2533100"/>
              <a:gd name="connsiteX9-1617" fmla="*/ 1939290 w 2585764"/>
              <a:gd name="connsiteY9-1618" fmla="*/ 2533100 h 2533100"/>
              <a:gd name="connsiteX10-1619" fmla="*/ 1939290 w 2585764"/>
              <a:gd name="connsiteY10-1620" fmla="*/ 2533051 h 2533100"/>
              <a:gd name="connsiteX11-1621" fmla="*/ 646430 w 2585764"/>
              <a:gd name="connsiteY11-1622" fmla="*/ 2533051 h 2533100"/>
              <a:gd name="connsiteX12-1623" fmla="*/ 646430 w 2585764"/>
              <a:gd name="connsiteY12-1624" fmla="*/ 2533051 h 2533100"/>
              <a:gd name="connsiteX13-1625" fmla="*/ 646430 w 2585764"/>
              <a:gd name="connsiteY13-1626" fmla="*/ 1069249 h 2533100"/>
              <a:gd name="connsiteX14-1627" fmla="*/ 646430 w 2585764"/>
              <a:gd name="connsiteY14-1628" fmla="*/ 1069298 h 2533100"/>
              <a:gd name="connsiteX15-1629" fmla="*/ 0 w 2585764"/>
              <a:gd name="connsiteY15-1630" fmla="*/ 1069298 h 2533100"/>
              <a:gd name="connsiteX16-1631" fmla="*/ 0 w 2585764"/>
              <a:gd name="connsiteY16-1632" fmla="*/ 1069299 h 2533100"/>
              <a:gd name="connsiteX0-1633" fmla="*/ 0 w 2585764"/>
              <a:gd name="connsiteY0-1634" fmla="*/ 1069299 h 2533100"/>
              <a:gd name="connsiteX1-1635" fmla="*/ 0 w 2585764"/>
              <a:gd name="connsiteY1-1636" fmla="*/ 1069299 h 2533100"/>
              <a:gd name="connsiteX2-1637" fmla="*/ 1292905 w 2585764"/>
              <a:gd name="connsiteY2-1638" fmla="*/ 0 h 2533100"/>
              <a:gd name="connsiteX3-1639" fmla="*/ 1292860 w 2585764"/>
              <a:gd name="connsiteY3-1640" fmla="*/ 36 h 2533100"/>
              <a:gd name="connsiteX4-1641" fmla="*/ 2585764 w 2585764"/>
              <a:gd name="connsiteY4-1642" fmla="*/ 1069335 h 2533100"/>
              <a:gd name="connsiteX5-1643" fmla="*/ 2585720 w 2585764"/>
              <a:gd name="connsiteY5-1644" fmla="*/ 1069298 h 2533100"/>
              <a:gd name="connsiteX6-1645" fmla="*/ 2585720 w 2585764"/>
              <a:gd name="connsiteY6-1646" fmla="*/ 1069298 h 2533100"/>
              <a:gd name="connsiteX7-1647" fmla="*/ 1939290 w 2585764"/>
              <a:gd name="connsiteY7-1648" fmla="*/ 1069298 h 2533100"/>
              <a:gd name="connsiteX8-1649" fmla="*/ 1939290 w 2585764"/>
              <a:gd name="connsiteY8-1650" fmla="*/ 1069298 h 2533100"/>
              <a:gd name="connsiteX9-1651" fmla="*/ 1939290 w 2585764"/>
              <a:gd name="connsiteY9-1652" fmla="*/ 2533100 h 2533100"/>
              <a:gd name="connsiteX10-1653" fmla="*/ 1939290 w 2585764"/>
              <a:gd name="connsiteY10-1654" fmla="*/ 2533051 h 2533100"/>
              <a:gd name="connsiteX11-1655" fmla="*/ 646430 w 2585764"/>
              <a:gd name="connsiteY11-1656" fmla="*/ 2533051 h 2533100"/>
              <a:gd name="connsiteX12-1657" fmla="*/ 646430 w 2585764"/>
              <a:gd name="connsiteY12-1658" fmla="*/ 2533051 h 2533100"/>
              <a:gd name="connsiteX13-1659" fmla="*/ 646430 w 2585764"/>
              <a:gd name="connsiteY13-1660" fmla="*/ 1069249 h 2533100"/>
              <a:gd name="connsiteX14-1661" fmla="*/ 646430 w 2585764"/>
              <a:gd name="connsiteY14-1662" fmla="*/ 1069298 h 2533100"/>
              <a:gd name="connsiteX15-1663" fmla="*/ 0 w 2585764"/>
              <a:gd name="connsiteY15-1664" fmla="*/ 1069298 h 2533100"/>
              <a:gd name="connsiteX16-1665" fmla="*/ 0 w 2585764"/>
              <a:gd name="connsiteY16-1666" fmla="*/ 1069299 h 2533100"/>
              <a:gd name="connsiteX0-1667" fmla="*/ 0 w 2585764"/>
              <a:gd name="connsiteY0-1668" fmla="*/ 1069299 h 2533100"/>
              <a:gd name="connsiteX1-1669" fmla="*/ 0 w 2585764"/>
              <a:gd name="connsiteY1-1670" fmla="*/ 1069299 h 2533100"/>
              <a:gd name="connsiteX2-1671" fmla="*/ 1292905 w 2585764"/>
              <a:gd name="connsiteY2-1672" fmla="*/ 0 h 2533100"/>
              <a:gd name="connsiteX3-1673" fmla="*/ 1292860 w 2585764"/>
              <a:gd name="connsiteY3-1674" fmla="*/ 36 h 2533100"/>
              <a:gd name="connsiteX4-1675" fmla="*/ 2585764 w 2585764"/>
              <a:gd name="connsiteY4-1676" fmla="*/ 1069335 h 2533100"/>
              <a:gd name="connsiteX5-1677" fmla="*/ 2585720 w 2585764"/>
              <a:gd name="connsiteY5-1678" fmla="*/ 1069298 h 2533100"/>
              <a:gd name="connsiteX6-1679" fmla="*/ 2585720 w 2585764"/>
              <a:gd name="connsiteY6-1680" fmla="*/ 1069298 h 2533100"/>
              <a:gd name="connsiteX7-1681" fmla="*/ 1939290 w 2585764"/>
              <a:gd name="connsiteY7-1682" fmla="*/ 1069298 h 2533100"/>
              <a:gd name="connsiteX8-1683" fmla="*/ 1939290 w 2585764"/>
              <a:gd name="connsiteY8-1684" fmla="*/ 1069298 h 2533100"/>
              <a:gd name="connsiteX9-1685" fmla="*/ 1939290 w 2585764"/>
              <a:gd name="connsiteY9-1686" fmla="*/ 2533100 h 2533100"/>
              <a:gd name="connsiteX10-1687" fmla="*/ 1939290 w 2585764"/>
              <a:gd name="connsiteY10-1688" fmla="*/ 2533051 h 2533100"/>
              <a:gd name="connsiteX11-1689" fmla="*/ 646430 w 2585764"/>
              <a:gd name="connsiteY11-1690" fmla="*/ 2533051 h 2533100"/>
              <a:gd name="connsiteX12-1691" fmla="*/ 646430 w 2585764"/>
              <a:gd name="connsiteY12-1692" fmla="*/ 2533051 h 2533100"/>
              <a:gd name="connsiteX13-1693" fmla="*/ 646430 w 2585764"/>
              <a:gd name="connsiteY13-1694" fmla="*/ 1069249 h 2533100"/>
              <a:gd name="connsiteX14-1695" fmla="*/ 646430 w 2585764"/>
              <a:gd name="connsiteY14-1696" fmla="*/ 1069298 h 2533100"/>
              <a:gd name="connsiteX15-1697" fmla="*/ 0 w 2585764"/>
              <a:gd name="connsiteY15-1698" fmla="*/ 1069298 h 2533100"/>
              <a:gd name="connsiteX16-1699" fmla="*/ 23342 w 2585764"/>
              <a:gd name="connsiteY16-1700" fmla="*/ 1060893 h 2533100"/>
              <a:gd name="connsiteX0-1701" fmla="*/ 23342 w 2585764"/>
              <a:gd name="connsiteY0-1702" fmla="*/ 1060893 h 2533100"/>
              <a:gd name="connsiteX1-1703" fmla="*/ 0 w 2585764"/>
              <a:gd name="connsiteY1-1704" fmla="*/ 1069299 h 2533100"/>
              <a:gd name="connsiteX2-1705" fmla="*/ 1292905 w 2585764"/>
              <a:gd name="connsiteY2-1706" fmla="*/ 0 h 2533100"/>
              <a:gd name="connsiteX3-1707" fmla="*/ 1292860 w 2585764"/>
              <a:gd name="connsiteY3-1708" fmla="*/ 36 h 2533100"/>
              <a:gd name="connsiteX4-1709" fmla="*/ 2585764 w 2585764"/>
              <a:gd name="connsiteY4-1710" fmla="*/ 1069335 h 2533100"/>
              <a:gd name="connsiteX5-1711" fmla="*/ 2585720 w 2585764"/>
              <a:gd name="connsiteY5-1712" fmla="*/ 1069298 h 2533100"/>
              <a:gd name="connsiteX6-1713" fmla="*/ 2585720 w 2585764"/>
              <a:gd name="connsiteY6-1714" fmla="*/ 1069298 h 2533100"/>
              <a:gd name="connsiteX7-1715" fmla="*/ 1939290 w 2585764"/>
              <a:gd name="connsiteY7-1716" fmla="*/ 1069298 h 2533100"/>
              <a:gd name="connsiteX8-1717" fmla="*/ 1939290 w 2585764"/>
              <a:gd name="connsiteY8-1718" fmla="*/ 1069298 h 2533100"/>
              <a:gd name="connsiteX9-1719" fmla="*/ 1939290 w 2585764"/>
              <a:gd name="connsiteY9-1720" fmla="*/ 2533100 h 2533100"/>
              <a:gd name="connsiteX10-1721" fmla="*/ 1939290 w 2585764"/>
              <a:gd name="connsiteY10-1722" fmla="*/ 2533051 h 2533100"/>
              <a:gd name="connsiteX11-1723" fmla="*/ 646430 w 2585764"/>
              <a:gd name="connsiteY11-1724" fmla="*/ 2533051 h 2533100"/>
              <a:gd name="connsiteX12-1725" fmla="*/ 646430 w 2585764"/>
              <a:gd name="connsiteY12-1726" fmla="*/ 2533051 h 2533100"/>
              <a:gd name="connsiteX13-1727" fmla="*/ 646430 w 2585764"/>
              <a:gd name="connsiteY13-1728" fmla="*/ 1069249 h 2533100"/>
              <a:gd name="connsiteX14-1729" fmla="*/ 646430 w 2585764"/>
              <a:gd name="connsiteY14-1730" fmla="*/ 1069298 h 2533100"/>
              <a:gd name="connsiteX15-1731" fmla="*/ 0 w 2585764"/>
              <a:gd name="connsiteY15-1732" fmla="*/ 1069298 h 2533100"/>
              <a:gd name="connsiteX16-1733" fmla="*/ 23342 w 2585764"/>
              <a:gd name="connsiteY16-1734" fmla="*/ 1060893 h 2533100"/>
              <a:gd name="connsiteX0-1735" fmla="*/ 23342 w 2585764"/>
              <a:gd name="connsiteY0-1736" fmla="*/ 1060893 h 2533100"/>
              <a:gd name="connsiteX1-1737" fmla="*/ 0 w 2585764"/>
              <a:gd name="connsiteY1-1738" fmla="*/ 1069299 h 2533100"/>
              <a:gd name="connsiteX2-1739" fmla="*/ 1292905 w 2585764"/>
              <a:gd name="connsiteY2-1740" fmla="*/ 0 h 2533100"/>
              <a:gd name="connsiteX3-1741" fmla="*/ 1292860 w 2585764"/>
              <a:gd name="connsiteY3-1742" fmla="*/ 36 h 2533100"/>
              <a:gd name="connsiteX4-1743" fmla="*/ 2585764 w 2585764"/>
              <a:gd name="connsiteY4-1744" fmla="*/ 1069335 h 2533100"/>
              <a:gd name="connsiteX5-1745" fmla="*/ 2585720 w 2585764"/>
              <a:gd name="connsiteY5-1746" fmla="*/ 1069298 h 2533100"/>
              <a:gd name="connsiteX6-1747" fmla="*/ 2585720 w 2585764"/>
              <a:gd name="connsiteY6-1748" fmla="*/ 1069298 h 2533100"/>
              <a:gd name="connsiteX7-1749" fmla="*/ 1939290 w 2585764"/>
              <a:gd name="connsiteY7-1750" fmla="*/ 1069298 h 2533100"/>
              <a:gd name="connsiteX8-1751" fmla="*/ 1939290 w 2585764"/>
              <a:gd name="connsiteY8-1752" fmla="*/ 1069298 h 2533100"/>
              <a:gd name="connsiteX9-1753" fmla="*/ 1939290 w 2585764"/>
              <a:gd name="connsiteY9-1754" fmla="*/ 2533100 h 2533100"/>
              <a:gd name="connsiteX10-1755" fmla="*/ 1939290 w 2585764"/>
              <a:gd name="connsiteY10-1756" fmla="*/ 2533051 h 2533100"/>
              <a:gd name="connsiteX11-1757" fmla="*/ 646430 w 2585764"/>
              <a:gd name="connsiteY11-1758" fmla="*/ 2533051 h 2533100"/>
              <a:gd name="connsiteX12-1759" fmla="*/ 646430 w 2585764"/>
              <a:gd name="connsiteY12-1760" fmla="*/ 2533051 h 2533100"/>
              <a:gd name="connsiteX13-1761" fmla="*/ 646430 w 2585764"/>
              <a:gd name="connsiteY13-1762" fmla="*/ 1069249 h 2533100"/>
              <a:gd name="connsiteX14-1763" fmla="*/ 646430 w 2585764"/>
              <a:gd name="connsiteY14-1764" fmla="*/ 1069298 h 2533100"/>
              <a:gd name="connsiteX15-1765" fmla="*/ 0 w 2585764"/>
              <a:gd name="connsiteY15-1766" fmla="*/ 1069298 h 2533100"/>
              <a:gd name="connsiteX16-1767" fmla="*/ 23342 w 2585764"/>
              <a:gd name="connsiteY16-1768" fmla="*/ 1060893 h 2533100"/>
              <a:gd name="connsiteX0-1769" fmla="*/ 23342 w 2585764"/>
              <a:gd name="connsiteY0-1770" fmla="*/ 1060893 h 2533100"/>
              <a:gd name="connsiteX1-1771" fmla="*/ 0 w 2585764"/>
              <a:gd name="connsiteY1-1772" fmla="*/ 1069299 h 2533100"/>
              <a:gd name="connsiteX2-1773" fmla="*/ 1292905 w 2585764"/>
              <a:gd name="connsiteY2-1774" fmla="*/ 0 h 2533100"/>
              <a:gd name="connsiteX3-1775" fmla="*/ 1292860 w 2585764"/>
              <a:gd name="connsiteY3-1776" fmla="*/ 36 h 2533100"/>
              <a:gd name="connsiteX4-1777" fmla="*/ 2585764 w 2585764"/>
              <a:gd name="connsiteY4-1778" fmla="*/ 1069335 h 2533100"/>
              <a:gd name="connsiteX5-1779" fmla="*/ 2585720 w 2585764"/>
              <a:gd name="connsiteY5-1780" fmla="*/ 1069298 h 2533100"/>
              <a:gd name="connsiteX6-1781" fmla="*/ 2585720 w 2585764"/>
              <a:gd name="connsiteY6-1782" fmla="*/ 1069298 h 2533100"/>
              <a:gd name="connsiteX7-1783" fmla="*/ 1939290 w 2585764"/>
              <a:gd name="connsiteY7-1784" fmla="*/ 1069298 h 2533100"/>
              <a:gd name="connsiteX8-1785" fmla="*/ 1939290 w 2585764"/>
              <a:gd name="connsiteY8-1786" fmla="*/ 1069298 h 2533100"/>
              <a:gd name="connsiteX9-1787" fmla="*/ 1939290 w 2585764"/>
              <a:gd name="connsiteY9-1788" fmla="*/ 2533100 h 2533100"/>
              <a:gd name="connsiteX10-1789" fmla="*/ 1939290 w 2585764"/>
              <a:gd name="connsiteY10-1790" fmla="*/ 2533051 h 2533100"/>
              <a:gd name="connsiteX11-1791" fmla="*/ 646430 w 2585764"/>
              <a:gd name="connsiteY11-1792" fmla="*/ 2533051 h 2533100"/>
              <a:gd name="connsiteX12-1793" fmla="*/ 646430 w 2585764"/>
              <a:gd name="connsiteY12-1794" fmla="*/ 2533051 h 2533100"/>
              <a:gd name="connsiteX13-1795" fmla="*/ 646430 w 2585764"/>
              <a:gd name="connsiteY13-1796" fmla="*/ 1069249 h 2533100"/>
              <a:gd name="connsiteX14-1797" fmla="*/ 646430 w 2585764"/>
              <a:gd name="connsiteY14-1798" fmla="*/ 1069298 h 2533100"/>
              <a:gd name="connsiteX15-1799" fmla="*/ 0 w 2585764"/>
              <a:gd name="connsiteY15-1800" fmla="*/ 1069298 h 2533100"/>
              <a:gd name="connsiteX16-1801" fmla="*/ 23342 w 2585764"/>
              <a:gd name="connsiteY16-1802" fmla="*/ 1060893 h 2533100"/>
              <a:gd name="connsiteX0-1803" fmla="*/ 23342 w 2585764"/>
              <a:gd name="connsiteY0-1804" fmla="*/ 1060893 h 2533100"/>
              <a:gd name="connsiteX1-1805" fmla="*/ 27197 w 2585764"/>
              <a:gd name="connsiteY1-1806" fmla="*/ 1046805 h 2533100"/>
              <a:gd name="connsiteX2-1807" fmla="*/ 1292905 w 2585764"/>
              <a:gd name="connsiteY2-1808" fmla="*/ 0 h 2533100"/>
              <a:gd name="connsiteX3-1809" fmla="*/ 1292860 w 2585764"/>
              <a:gd name="connsiteY3-1810" fmla="*/ 36 h 2533100"/>
              <a:gd name="connsiteX4-1811" fmla="*/ 2585764 w 2585764"/>
              <a:gd name="connsiteY4-1812" fmla="*/ 1069335 h 2533100"/>
              <a:gd name="connsiteX5-1813" fmla="*/ 2585720 w 2585764"/>
              <a:gd name="connsiteY5-1814" fmla="*/ 1069298 h 2533100"/>
              <a:gd name="connsiteX6-1815" fmla="*/ 2585720 w 2585764"/>
              <a:gd name="connsiteY6-1816" fmla="*/ 1069298 h 2533100"/>
              <a:gd name="connsiteX7-1817" fmla="*/ 1939290 w 2585764"/>
              <a:gd name="connsiteY7-1818" fmla="*/ 1069298 h 2533100"/>
              <a:gd name="connsiteX8-1819" fmla="*/ 1939290 w 2585764"/>
              <a:gd name="connsiteY8-1820" fmla="*/ 1069298 h 2533100"/>
              <a:gd name="connsiteX9-1821" fmla="*/ 1939290 w 2585764"/>
              <a:gd name="connsiteY9-1822" fmla="*/ 2533100 h 2533100"/>
              <a:gd name="connsiteX10-1823" fmla="*/ 1939290 w 2585764"/>
              <a:gd name="connsiteY10-1824" fmla="*/ 2533051 h 2533100"/>
              <a:gd name="connsiteX11-1825" fmla="*/ 646430 w 2585764"/>
              <a:gd name="connsiteY11-1826" fmla="*/ 2533051 h 2533100"/>
              <a:gd name="connsiteX12-1827" fmla="*/ 646430 w 2585764"/>
              <a:gd name="connsiteY12-1828" fmla="*/ 2533051 h 2533100"/>
              <a:gd name="connsiteX13-1829" fmla="*/ 646430 w 2585764"/>
              <a:gd name="connsiteY13-1830" fmla="*/ 1069249 h 2533100"/>
              <a:gd name="connsiteX14-1831" fmla="*/ 646430 w 2585764"/>
              <a:gd name="connsiteY14-1832" fmla="*/ 1069298 h 2533100"/>
              <a:gd name="connsiteX15-1833" fmla="*/ 0 w 2585764"/>
              <a:gd name="connsiteY15-1834" fmla="*/ 1069298 h 2533100"/>
              <a:gd name="connsiteX16-1835" fmla="*/ 23342 w 2585764"/>
              <a:gd name="connsiteY16-1836" fmla="*/ 1060893 h 2533100"/>
              <a:gd name="connsiteX0-1837" fmla="*/ 23342 w 2585764"/>
              <a:gd name="connsiteY0-1838" fmla="*/ 1060893 h 2533100"/>
              <a:gd name="connsiteX1-1839" fmla="*/ 27197 w 2585764"/>
              <a:gd name="connsiteY1-1840" fmla="*/ 1046805 h 2533100"/>
              <a:gd name="connsiteX2-1841" fmla="*/ 1292905 w 2585764"/>
              <a:gd name="connsiteY2-1842" fmla="*/ 0 h 2533100"/>
              <a:gd name="connsiteX3-1843" fmla="*/ 1292860 w 2585764"/>
              <a:gd name="connsiteY3-1844" fmla="*/ 36 h 2533100"/>
              <a:gd name="connsiteX4-1845" fmla="*/ 2585764 w 2585764"/>
              <a:gd name="connsiteY4-1846" fmla="*/ 1069335 h 2533100"/>
              <a:gd name="connsiteX5-1847" fmla="*/ 2585720 w 2585764"/>
              <a:gd name="connsiteY5-1848" fmla="*/ 1069298 h 2533100"/>
              <a:gd name="connsiteX6-1849" fmla="*/ 2585720 w 2585764"/>
              <a:gd name="connsiteY6-1850" fmla="*/ 1069298 h 2533100"/>
              <a:gd name="connsiteX7-1851" fmla="*/ 1939290 w 2585764"/>
              <a:gd name="connsiteY7-1852" fmla="*/ 1069298 h 2533100"/>
              <a:gd name="connsiteX8-1853" fmla="*/ 1939290 w 2585764"/>
              <a:gd name="connsiteY8-1854" fmla="*/ 1069298 h 2533100"/>
              <a:gd name="connsiteX9-1855" fmla="*/ 1939290 w 2585764"/>
              <a:gd name="connsiteY9-1856" fmla="*/ 2533100 h 2533100"/>
              <a:gd name="connsiteX10-1857" fmla="*/ 1939290 w 2585764"/>
              <a:gd name="connsiteY10-1858" fmla="*/ 2533051 h 2533100"/>
              <a:gd name="connsiteX11-1859" fmla="*/ 646430 w 2585764"/>
              <a:gd name="connsiteY11-1860" fmla="*/ 2533051 h 2533100"/>
              <a:gd name="connsiteX12-1861" fmla="*/ 646430 w 2585764"/>
              <a:gd name="connsiteY12-1862" fmla="*/ 2533051 h 2533100"/>
              <a:gd name="connsiteX13-1863" fmla="*/ 646430 w 2585764"/>
              <a:gd name="connsiteY13-1864" fmla="*/ 1069249 h 2533100"/>
              <a:gd name="connsiteX14-1865" fmla="*/ 646430 w 2585764"/>
              <a:gd name="connsiteY14-1866" fmla="*/ 1069298 h 2533100"/>
              <a:gd name="connsiteX15-1867" fmla="*/ 0 w 2585764"/>
              <a:gd name="connsiteY15-1868" fmla="*/ 1069298 h 2533100"/>
              <a:gd name="connsiteX16-1869" fmla="*/ 23342 w 2585764"/>
              <a:gd name="connsiteY16-1870" fmla="*/ 1060893 h 2533100"/>
              <a:gd name="connsiteX0-1871" fmla="*/ 23342 w 2585764"/>
              <a:gd name="connsiteY0-1872" fmla="*/ 1060893 h 2533100"/>
              <a:gd name="connsiteX1-1873" fmla="*/ 27197 w 2585764"/>
              <a:gd name="connsiteY1-1874" fmla="*/ 1046805 h 2533100"/>
              <a:gd name="connsiteX2-1875" fmla="*/ 1292905 w 2585764"/>
              <a:gd name="connsiteY2-1876" fmla="*/ 0 h 2533100"/>
              <a:gd name="connsiteX3-1877" fmla="*/ 1292860 w 2585764"/>
              <a:gd name="connsiteY3-1878" fmla="*/ 36 h 2533100"/>
              <a:gd name="connsiteX4-1879" fmla="*/ 2585764 w 2585764"/>
              <a:gd name="connsiteY4-1880" fmla="*/ 1069335 h 2533100"/>
              <a:gd name="connsiteX5-1881" fmla="*/ 2585720 w 2585764"/>
              <a:gd name="connsiteY5-1882" fmla="*/ 1069298 h 2533100"/>
              <a:gd name="connsiteX6-1883" fmla="*/ 2585720 w 2585764"/>
              <a:gd name="connsiteY6-1884" fmla="*/ 1069298 h 2533100"/>
              <a:gd name="connsiteX7-1885" fmla="*/ 1939290 w 2585764"/>
              <a:gd name="connsiteY7-1886" fmla="*/ 1069298 h 2533100"/>
              <a:gd name="connsiteX8-1887" fmla="*/ 1939290 w 2585764"/>
              <a:gd name="connsiteY8-1888" fmla="*/ 1069298 h 2533100"/>
              <a:gd name="connsiteX9-1889" fmla="*/ 1939290 w 2585764"/>
              <a:gd name="connsiteY9-1890" fmla="*/ 2533100 h 2533100"/>
              <a:gd name="connsiteX10-1891" fmla="*/ 1939290 w 2585764"/>
              <a:gd name="connsiteY10-1892" fmla="*/ 2533051 h 2533100"/>
              <a:gd name="connsiteX11-1893" fmla="*/ 646430 w 2585764"/>
              <a:gd name="connsiteY11-1894" fmla="*/ 2533051 h 2533100"/>
              <a:gd name="connsiteX12-1895" fmla="*/ 646430 w 2585764"/>
              <a:gd name="connsiteY12-1896" fmla="*/ 2533051 h 2533100"/>
              <a:gd name="connsiteX13-1897" fmla="*/ 646430 w 2585764"/>
              <a:gd name="connsiteY13-1898" fmla="*/ 1069249 h 2533100"/>
              <a:gd name="connsiteX14-1899" fmla="*/ 646430 w 2585764"/>
              <a:gd name="connsiteY14-1900" fmla="*/ 1069298 h 2533100"/>
              <a:gd name="connsiteX15-1901" fmla="*/ 0 w 2585764"/>
              <a:gd name="connsiteY15-1902" fmla="*/ 1069298 h 2533100"/>
              <a:gd name="connsiteX16-1903" fmla="*/ 23342 w 2585764"/>
              <a:gd name="connsiteY16-1904" fmla="*/ 1060893 h 2533100"/>
              <a:gd name="connsiteX0-1905" fmla="*/ 23342 w 2585764"/>
              <a:gd name="connsiteY0-1906" fmla="*/ 1060858 h 2533065"/>
              <a:gd name="connsiteX1-1907" fmla="*/ 27197 w 2585764"/>
              <a:gd name="connsiteY1-1908" fmla="*/ 1046770 h 2533065"/>
              <a:gd name="connsiteX2-1909" fmla="*/ 1284810 w 2585764"/>
              <a:gd name="connsiteY2-1910" fmla="*/ 6659 h 2533065"/>
              <a:gd name="connsiteX3-1911" fmla="*/ 1292860 w 2585764"/>
              <a:gd name="connsiteY3-1912" fmla="*/ 1 h 2533065"/>
              <a:gd name="connsiteX4-1913" fmla="*/ 2585764 w 2585764"/>
              <a:gd name="connsiteY4-1914" fmla="*/ 1069300 h 2533065"/>
              <a:gd name="connsiteX5-1915" fmla="*/ 2585720 w 2585764"/>
              <a:gd name="connsiteY5-1916" fmla="*/ 1069263 h 2533065"/>
              <a:gd name="connsiteX6-1917" fmla="*/ 2585720 w 2585764"/>
              <a:gd name="connsiteY6-1918" fmla="*/ 1069263 h 2533065"/>
              <a:gd name="connsiteX7-1919" fmla="*/ 1939290 w 2585764"/>
              <a:gd name="connsiteY7-1920" fmla="*/ 1069263 h 2533065"/>
              <a:gd name="connsiteX8-1921" fmla="*/ 1939290 w 2585764"/>
              <a:gd name="connsiteY8-1922" fmla="*/ 1069263 h 2533065"/>
              <a:gd name="connsiteX9-1923" fmla="*/ 1939290 w 2585764"/>
              <a:gd name="connsiteY9-1924" fmla="*/ 2533065 h 2533065"/>
              <a:gd name="connsiteX10-1925" fmla="*/ 1939290 w 2585764"/>
              <a:gd name="connsiteY10-1926" fmla="*/ 2533016 h 2533065"/>
              <a:gd name="connsiteX11-1927" fmla="*/ 646430 w 2585764"/>
              <a:gd name="connsiteY11-1928" fmla="*/ 2533016 h 2533065"/>
              <a:gd name="connsiteX12-1929" fmla="*/ 646430 w 2585764"/>
              <a:gd name="connsiteY12-1930" fmla="*/ 2533016 h 2533065"/>
              <a:gd name="connsiteX13-1931" fmla="*/ 646430 w 2585764"/>
              <a:gd name="connsiteY13-1932" fmla="*/ 1069214 h 2533065"/>
              <a:gd name="connsiteX14-1933" fmla="*/ 646430 w 2585764"/>
              <a:gd name="connsiteY14-1934" fmla="*/ 1069263 h 2533065"/>
              <a:gd name="connsiteX15-1935" fmla="*/ 0 w 2585764"/>
              <a:gd name="connsiteY15-1936" fmla="*/ 1069263 h 2533065"/>
              <a:gd name="connsiteX16-1937" fmla="*/ 23342 w 2585764"/>
              <a:gd name="connsiteY16-1938" fmla="*/ 1060858 h 2533065"/>
              <a:gd name="connsiteX0-1939" fmla="*/ 23342 w 2585764"/>
              <a:gd name="connsiteY0-1940" fmla="*/ 1060857 h 2533064"/>
              <a:gd name="connsiteX1-1941" fmla="*/ 27197 w 2585764"/>
              <a:gd name="connsiteY1-1942" fmla="*/ 1046769 h 2533064"/>
              <a:gd name="connsiteX2-1943" fmla="*/ 1284810 w 2585764"/>
              <a:gd name="connsiteY2-1944" fmla="*/ 6658 h 2533064"/>
              <a:gd name="connsiteX3-1945" fmla="*/ 1292860 w 2585764"/>
              <a:gd name="connsiteY3-1946" fmla="*/ 0 h 2533064"/>
              <a:gd name="connsiteX4-1947" fmla="*/ 2585764 w 2585764"/>
              <a:gd name="connsiteY4-1948" fmla="*/ 1069299 h 2533064"/>
              <a:gd name="connsiteX5-1949" fmla="*/ 2585720 w 2585764"/>
              <a:gd name="connsiteY5-1950" fmla="*/ 1069262 h 2533064"/>
              <a:gd name="connsiteX6-1951" fmla="*/ 2585720 w 2585764"/>
              <a:gd name="connsiteY6-1952" fmla="*/ 1069262 h 2533064"/>
              <a:gd name="connsiteX7-1953" fmla="*/ 1939290 w 2585764"/>
              <a:gd name="connsiteY7-1954" fmla="*/ 1069262 h 2533064"/>
              <a:gd name="connsiteX8-1955" fmla="*/ 1939290 w 2585764"/>
              <a:gd name="connsiteY8-1956" fmla="*/ 1069262 h 2533064"/>
              <a:gd name="connsiteX9-1957" fmla="*/ 1939290 w 2585764"/>
              <a:gd name="connsiteY9-1958" fmla="*/ 2533064 h 2533064"/>
              <a:gd name="connsiteX10-1959" fmla="*/ 1939290 w 2585764"/>
              <a:gd name="connsiteY10-1960" fmla="*/ 2533015 h 2533064"/>
              <a:gd name="connsiteX11-1961" fmla="*/ 646430 w 2585764"/>
              <a:gd name="connsiteY11-1962" fmla="*/ 2533015 h 2533064"/>
              <a:gd name="connsiteX12-1963" fmla="*/ 646430 w 2585764"/>
              <a:gd name="connsiteY12-1964" fmla="*/ 2533015 h 2533064"/>
              <a:gd name="connsiteX13-1965" fmla="*/ 646430 w 2585764"/>
              <a:gd name="connsiteY13-1966" fmla="*/ 1069213 h 2533064"/>
              <a:gd name="connsiteX14-1967" fmla="*/ 646430 w 2585764"/>
              <a:gd name="connsiteY14-1968" fmla="*/ 1069262 h 2533064"/>
              <a:gd name="connsiteX15-1969" fmla="*/ 0 w 2585764"/>
              <a:gd name="connsiteY15-1970" fmla="*/ 1069262 h 2533064"/>
              <a:gd name="connsiteX16-1971" fmla="*/ 23342 w 2585764"/>
              <a:gd name="connsiteY16-1972" fmla="*/ 1060857 h 2533064"/>
              <a:gd name="connsiteX0-1973" fmla="*/ 23342 w 2585764"/>
              <a:gd name="connsiteY0-1974" fmla="*/ 1060857 h 2533064"/>
              <a:gd name="connsiteX1-1975" fmla="*/ 27197 w 2585764"/>
              <a:gd name="connsiteY1-1976" fmla="*/ 1046769 h 2533064"/>
              <a:gd name="connsiteX2-1977" fmla="*/ 1284810 w 2585764"/>
              <a:gd name="connsiteY2-1978" fmla="*/ 6658 h 2533064"/>
              <a:gd name="connsiteX3-1979" fmla="*/ 1292860 w 2585764"/>
              <a:gd name="connsiteY3-1980" fmla="*/ 0 h 2533064"/>
              <a:gd name="connsiteX4-1981" fmla="*/ 2585764 w 2585764"/>
              <a:gd name="connsiteY4-1982" fmla="*/ 1069299 h 2533064"/>
              <a:gd name="connsiteX5-1983" fmla="*/ 2585720 w 2585764"/>
              <a:gd name="connsiteY5-1984" fmla="*/ 1069262 h 2533064"/>
              <a:gd name="connsiteX6-1985" fmla="*/ 2585720 w 2585764"/>
              <a:gd name="connsiteY6-1986" fmla="*/ 1069262 h 2533064"/>
              <a:gd name="connsiteX7-1987" fmla="*/ 1939290 w 2585764"/>
              <a:gd name="connsiteY7-1988" fmla="*/ 1069262 h 2533064"/>
              <a:gd name="connsiteX8-1989" fmla="*/ 1939290 w 2585764"/>
              <a:gd name="connsiteY8-1990" fmla="*/ 1069262 h 2533064"/>
              <a:gd name="connsiteX9-1991" fmla="*/ 1939290 w 2585764"/>
              <a:gd name="connsiteY9-1992" fmla="*/ 2533064 h 2533064"/>
              <a:gd name="connsiteX10-1993" fmla="*/ 1939290 w 2585764"/>
              <a:gd name="connsiteY10-1994" fmla="*/ 2533015 h 2533064"/>
              <a:gd name="connsiteX11-1995" fmla="*/ 646430 w 2585764"/>
              <a:gd name="connsiteY11-1996" fmla="*/ 2533015 h 2533064"/>
              <a:gd name="connsiteX12-1997" fmla="*/ 646430 w 2585764"/>
              <a:gd name="connsiteY12-1998" fmla="*/ 2533015 h 2533064"/>
              <a:gd name="connsiteX13-1999" fmla="*/ 646430 w 2585764"/>
              <a:gd name="connsiteY13-2000" fmla="*/ 1069213 h 2533064"/>
              <a:gd name="connsiteX14-2001" fmla="*/ 646430 w 2585764"/>
              <a:gd name="connsiteY14-2002" fmla="*/ 1069262 h 2533064"/>
              <a:gd name="connsiteX15-2003" fmla="*/ 0 w 2585764"/>
              <a:gd name="connsiteY15-2004" fmla="*/ 1069262 h 2533064"/>
              <a:gd name="connsiteX16-2005" fmla="*/ 23342 w 2585764"/>
              <a:gd name="connsiteY16-2006" fmla="*/ 1060857 h 2533064"/>
              <a:gd name="connsiteX0-2007" fmla="*/ 23342 w 2585764"/>
              <a:gd name="connsiteY0-2008" fmla="*/ 1057227 h 2529434"/>
              <a:gd name="connsiteX1-2009" fmla="*/ 27197 w 2585764"/>
              <a:gd name="connsiteY1-2010" fmla="*/ 1043139 h 2529434"/>
              <a:gd name="connsiteX2-2011" fmla="*/ 1284810 w 2585764"/>
              <a:gd name="connsiteY2-2012" fmla="*/ 3028 h 2529434"/>
              <a:gd name="connsiteX3-2013" fmla="*/ 1300955 w 2585764"/>
              <a:gd name="connsiteY3-2014" fmla="*/ 3064 h 2529434"/>
              <a:gd name="connsiteX4-2015" fmla="*/ 2585764 w 2585764"/>
              <a:gd name="connsiteY4-2016" fmla="*/ 1065669 h 2529434"/>
              <a:gd name="connsiteX5-2017" fmla="*/ 2585720 w 2585764"/>
              <a:gd name="connsiteY5-2018" fmla="*/ 1065632 h 2529434"/>
              <a:gd name="connsiteX6-2019" fmla="*/ 2585720 w 2585764"/>
              <a:gd name="connsiteY6-2020" fmla="*/ 1065632 h 2529434"/>
              <a:gd name="connsiteX7-2021" fmla="*/ 1939290 w 2585764"/>
              <a:gd name="connsiteY7-2022" fmla="*/ 1065632 h 2529434"/>
              <a:gd name="connsiteX8-2023" fmla="*/ 1939290 w 2585764"/>
              <a:gd name="connsiteY8-2024" fmla="*/ 1065632 h 2529434"/>
              <a:gd name="connsiteX9-2025" fmla="*/ 1939290 w 2585764"/>
              <a:gd name="connsiteY9-2026" fmla="*/ 2529434 h 2529434"/>
              <a:gd name="connsiteX10-2027" fmla="*/ 1939290 w 2585764"/>
              <a:gd name="connsiteY10-2028" fmla="*/ 2529385 h 2529434"/>
              <a:gd name="connsiteX11-2029" fmla="*/ 646430 w 2585764"/>
              <a:gd name="connsiteY11-2030" fmla="*/ 2529385 h 2529434"/>
              <a:gd name="connsiteX12-2031" fmla="*/ 646430 w 2585764"/>
              <a:gd name="connsiteY12-2032" fmla="*/ 2529385 h 2529434"/>
              <a:gd name="connsiteX13-2033" fmla="*/ 646430 w 2585764"/>
              <a:gd name="connsiteY13-2034" fmla="*/ 1065583 h 2529434"/>
              <a:gd name="connsiteX14-2035" fmla="*/ 646430 w 2585764"/>
              <a:gd name="connsiteY14-2036" fmla="*/ 1065632 h 2529434"/>
              <a:gd name="connsiteX15-2037" fmla="*/ 0 w 2585764"/>
              <a:gd name="connsiteY15-2038" fmla="*/ 1065632 h 2529434"/>
              <a:gd name="connsiteX16-2039" fmla="*/ 23342 w 2585764"/>
              <a:gd name="connsiteY16-2040" fmla="*/ 1057227 h 2529434"/>
              <a:gd name="connsiteX0-2041" fmla="*/ 23342 w 2585764"/>
              <a:gd name="connsiteY0-2042" fmla="*/ 1057227 h 2529434"/>
              <a:gd name="connsiteX1-2043" fmla="*/ 27197 w 2585764"/>
              <a:gd name="connsiteY1-2044" fmla="*/ 1043139 h 2529434"/>
              <a:gd name="connsiteX2-2045" fmla="*/ 1284810 w 2585764"/>
              <a:gd name="connsiteY2-2046" fmla="*/ 3028 h 2529434"/>
              <a:gd name="connsiteX3-2047" fmla="*/ 1300955 w 2585764"/>
              <a:gd name="connsiteY3-2048" fmla="*/ 3064 h 2529434"/>
              <a:gd name="connsiteX4-2049" fmla="*/ 2585764 w 2585764"/>
              <a:gd name="connsiteY4-2050" fmla="*/ 1065669 h 2529434"/>
              <a:gd name="connsiteX5-2051" fmla="*/ 2585720 w 2585764"/>
              <a:gd name="connsiteY5-2052" fmla="*/ 1065632 h 2529434"/>
              <a:gd name="connsiteX6-2053" fmla="*/ 2585720 w 2585764"/>
              <a:gd name="connsiteY6-2054" fmla="*/ 1065632 h 2529434"/>
              <a:gd name="connsiteX7-2055" fmla="*/ 1939290 w 2585764"/>
              <a:gd name="connsiteY7-2056" fmla="*/ 1065632 h 2529434"/>
              <a:gd name="connsiteX8-2057" fmla="*/ 1939290 w 2585764"/>
              <a:gd name="connsiteY8-2058" fmla="*/ 1065632 h 2529434"/>
              <a:gd name="connsiteX9-2059" fmla="*/ 1939290 w 2585764"/>
              <a:gd name="connsiteY9-2060" fmla="*/ 2529434 h 2529434"/>
              <a:gd name="connsiteX10-2061" fmla="*/ 1939290 w 2585764"/>
              <a:gd name="connsiteY10-2062" fmla="*/ 2529385 h 2529434"/>
              <a:gd name="connsiteX11-2063" fmla="*/ 646430 w 2585764"/>
              <a:gd name="connsiteY11-2064" fmla="*/ 2529385 h 2529434"/>
              <a:gd name="connsiteX12-2065" fmla="*/ 646430 w 2585764"/>
              <a:gd name="connsiteY12-2066" fmla="*/ 2529385 h 2529434"/>
              <a:gd name="connsiteX13-2067" fmla="*/ 646430 w 2585764"/>
              <a:gd name="connsiteY13-2068" fmla="*/ 1065583 h 2529434"/>
              <a:gd name="connsiteX14-2069" fmla="*/ 646430 w 2585764"/>
              <a:gd name="connsiteY14-2070" fmla="*/ 1065632 h 2529434"/>
              <a:gd name="connsiteX15-2071" fmla="*/ 0 w 2585764"/>
              <a:gd name="connsiteY15-2072" fmla="*/ 1065632 h 2529434"/>
              <a:gd name="connsiteX16-2073" fmla="*/ 23342 w 2585764"/>
              <a:gd name="connsiteY16-2074" fmla="*/ 1057227 h 2529434"/>
              <a:gd name="connsiteX0-2075" fmla="*/ 23342 w 2585764"/>
              <a:gd name="connsiteY0-2076" fmla="*/ 1057227 h 2529434"/>
              <a:gd name="connsiteX1-2077" fmla="*/ 27197 w 2585764"/>
              <a:gd name="connsiteY1-2078" fmla="*/ 1043139 h 2529434"/>
              <a:gd name="connsiteX2-2079" fmla="*/ 1284810 w 2585764"/>
              <a:gd name="connsiteY2-2080" fmla="*/ 3028 h 2529434"/>
              <a:gd name="connsiteX3-2081" fmla="*/ 1300955 w 2585764"/>
              <a:gd name="connsiteY3-2082" fmla="*/ 3064 h 2529434"/>
              <a:gd name="connsiteX4-2083" fmla="*/ 2585764 w 2585764"/>
              <a:gd name="connsiteY4-2084" fmla="*/ 1065669 h 2529434"/>
              <a:gd name="connsiteX5-2085" fmla="*/ 2585720 w 2585764"/>
              <a:gd name="connsiteY5-2086" fmla="*/ 1065632 h 2529434"/>
              <a:gd name="connsiteX6-2087" fmla="*/ 2585720 w 2585764"/>
              <a:gd name="connsiteY6-2088" fmla="*/ 1065632 h 2529434"/>
              <a:gd name="connsiteX7-2089" fmla="*/ 1939290 w 2585764"/>
              <a:gd name="connsiteY7-2090" fmla="*/ 1065632 h 2529434"/>
              <a:gd name="connsiteX8-2091" fmla="*/ 1939290 w 2585764"/>
              <a:gd name="connsiteY8-2092" fmla="*/ 1065632 h 2529434"/>
              <a:gd name="connsiteX9-2093" fmla="*/ 1939290 w 2585764"/>
              <a:gd name="connsiteY9-2094" fmla="*/ 2529434 h 2529434"/>
              <a:gd name="connsiteX10-2095" fmla="*/ 1939290 w 2585764"/>
              <a:gd name="connsiteY10-2096" fmla="*/ 2529385 h 2529434"/>
              <a:gd name="connsiteX11-2097" fmla="*/ 646430 w 2585764"/>
              <a:gd name="connsiteY11-2098" fmla="*/ 2529385 h 2529434"/>
              <a:gd name="connsiteX12-2099" fmla="*/ 646430 w 2585764"/>
              <a:gd name="connsiteY12-2100" fmla="*/ 2529385 h 2529434"/>
              <a:gd name="connsiteX13-2101" fmla="*/ 646430 w 2585764"/>
              <a:gd name="connsiteY13-2102" fmla="*/ 1065583 h 2529434"/>
              <a:gd name="connsiteX14-2103" fmla="*/ 646430 w 2585764"/>
              <a:gd name="connsiteY14-2104" fmla="*/ 1065632 h 2529434"/>
              <a:gd name="connsiteX15-2105" fmla="*/ 0 w 2585764"/>
              <a:gd name="connsiteY15-2106" fmla="*/ 1065632 h 2529434"/>
              <a:gd name="connsiteX16-2107" fmla="*/ 23342 w 2585764"/>
              <a:gd name="connsiteY16-2108" fmla="*/ 1057227 h 2529434"/>
              <a:gd name="connsiteX0-2109" fmla="*/ 23342 w 2585720"/>
              <a:gd name="connsiteY0-2110" fmla="*/ 1057227 h 2529434"/>
              <a:gd name="connsiteX1-2111" fmla="*/ 27197 w 2585720"/>
              <a:gd name="connsiteY1-2112" fmla="*/ 1043139 h 2529434"/>
              <a:gd name="connsiteX2-2113" fmla="*/ 1284810 w 2585720"/>
              <a:gd name="connsiteY2-2114" fmla="*/ 3028 h 2529434"/>
              <a:gd name="connsiteX3-2115" fmla="*/ 1300955 w 2585720"/>
              <a:gd name="connsiteY3-2116" fmla="*/ 3064 h 2529434"/>
              <a:gd name="connsiteX4-2117" fmla="*/ 2558568 w 2585720"/>
              <a:gd name="connsiteY4-2118" fmla="*/ 1043175 h 2529434"/>
              <a:gd name="connsiteX5-2119" fmla="*/ 2585720 w 2585720"/>
              <a:gd name="connsiteY5-2120" fmla="*/ 1065632 h 2529434"/>
              <a:gd name="connsiteX6-2121" fmla="*/ 2585720 w 2585720"/>
              <a:gd name="connsiteY6-2122" fmla="*/ 1065632 h 2529434"/>
              <a:gd name="connsiteX7-2123" fmla="*/ 1939290 w 2585720"/>
              <a:gd name="connsiteY7-2124" fmla="*/ 1065632 h 2529434"/>
              <a:gd name="connsiteX8-2125" fmla="*/ 1939290 w 2585720"/>
              <a:gd name="connsiteY8-2126" fmla="*/ 1065632 h 2529434"/>
              <a:gd name="connsiteX9-2127" fmla="*/ 1939290 w 2585720"/>
              <a:gd name="connsiteY9-2128" fmla="*/ 2529434 h 2529434"/>
              <a:gd name="connsiteX10-2129" fmla="*/ 1939290 w 2585720"/>
              <a:gd name="connsiteY10-2130" fmla="*/ 2529385 h 2529434"/>
              <a:gd name="connsiteX11-2131" fmla="*/ 646430 w 2585720"/>
              <a:gd name="connsiteY11-2132" fmla="*/ 2529385 h 2529434"/>
              <a:gd name="connsiteX12-2133" fmla="*/ 646430 w 2585720"/>
              <a:gd name="connsiteY12-2134" fmla="*/ 2529385 h 2529434"/>
              <a:gd name="connsiteX13-2135" fmla="*/ 646430 w 2585720"/>
              <a:gd name="connsiteY13-2136" fmla="*/ 1065583 h 2529434"/>
              <a:gd name="connsiteX14-2137" fmla="*/ 646430 w 2585720"/>
              <a:gd name="connsiteY14-2138" fmla="*/ 1065632 h 2529434"/>
              <a:gd name="connsiteX15-2139" fmla="*/ 0 w 2585720"/>
              <a:gd name="connsiteY15-2140" fmla="*/ 1065632 h 2529434"/>
              <a:gd name="connsiteX16-2141" fmla="*/ 23342 w 2585720"/>
              <a:gd name="connsiteY16-2142" fmla="*/ 1057227 h 2529434"/>
              <a:gd name="connsiteX0-2143" fmla="*/ 23342 w 2585720"/>
              <a:gd name="connsiteY0-2144" fmla="*/ 1057227 h 2529434"/>
              <a:gd name="connsiteX1-2145" fmla="*/ 27197 w 2585720"/>
              <a:gd name="connsiteY1-2146" fmla="*/ 1043139 h 2529434"/>
              <a:gd name="connsiteX2-2147" fmla="*/ 1284810 w 2585720"/>
              <a:gd name="connsiteY2-2148" fmla="*/ 3028 h 2529434"/>
              <a:gd name="connsiteX3-2149" fmla="*/ 1300955 w 2585720"/>
              <a:gd name="connsiteY3-2150" fmla="*/ 3064 h 2529434"/>
              <a:gd name="connsiteX4-2151" fmla="*/ 2558568 w 2585720"/>
              <a:gd name="connsiteY4-2152" fmla="*/ 1043175 h 2529434"/>
              <a:gd name="connsiteX5-2153" fmla="*/ 2585720 w 2585720"/>
              <a:gd name="connsiteY5-2154" fmla="*/ 1065632 h 2529434"/>
              <a:gd name="connsiteX6-2155" fmla="*/ 2585720 w 2585720"/>
              <a:gd name="connsiteY6-2156" fmla="*/ 1065632 h 2529434"/>
              <a:gd name="connsiteX7-2157" fmla="*/ 1939290 w 2585720"/>
              <a:gd name="connsiteY7-2158" fmla="*/ 1065632 h 2529434"/>
              <a:gd name="connsiteX8-2159" fmla="*/ 1939290 w 2585720"/>
              <a:gd name="connsiteY8-2160" fmla="*/ 1065632 h 2529434"/>
              <a:gd name="connsiteX9-2161" fmla="*/ 1939290 w 2585720"/>
              <a:gd name="connsiteY9-2162" fmla="*/ 2529434 h 2529434"/>
              <a:gd name="connsiteX10-2163" fmla="*/ 1939290 w 2585720"/>
              <a:gd name="connsiteY10-2164" fmla="*/ 2529385 h 2529434"/>
              <a:gd name="connsiteX11-2165" fmla="*/ 646430 w 2585720"/>
              <a:gd name="connsiteY11-2166" fmla="*/ 2529385 h 2529434"/>
              <a:gd name="connsiteX12-2167" fmla="*/ 646430 w 2585720"/>
              <a:gd name="connsiteY12-2168" fmla="*/ 2529385 h 2529434"/>
              <a:gd name="connsiteX13-2169" fmla="*/ 646430 w 2585720"/>
              <a:gd name="connsiteY13-2170" fmla="*/ 1065583 h 2529434"/>
              <a:gd name="connsiteX14-2171" fmla="*/ 646430 w 2585720"/>
              <a:gd name="connsiteY14-2172" fmla="*/ 1065632 h 2529434"/>
              <a:gd name="connsiteX15-2173" fmla="*/ 0 w 2585720"/>
              <a:gd name="connsiteY15-2174" fmla="*/ 1065632 h 2529434"/>
              <a:gd name="connsiteX16-2175" fmla="*/ 23342 w 2585720"/>
              <a:gd name="connsiteY16-2176" fmla="*/ 1057227 h 2529434"/>
              <a:gd name="connsiteX0-2177" fmla="*/ 23342 w 2585720"/>
              <a:gd name="connsiteY0-2178" fmla="*/ 1057227 h 2529434"/>
              <a:gd name="connsiteX1-2179" fmla="*/ 27197 w 2585720"/>
              <a:gd name="connsiteY1-2180" fmla="*/ 1043139 h 2529434"/>
              <a:gd name="connsiteX2-2181" fmla="*/ 1284810 w 2585720"/>
              <a:gd name="connsiteY2-2182" fmla="*/ 3028 h 2529434"/>
              <a:gd name="connsiteX3-2183" fmla="*/ 1300955 w 2585720"/>
              <a:gd name="connsiteY3-2184" fmla="*/ 3064 h 2529434"/>
              <a:gd name="connsiteX4-2185" fmla="*/ 2558568 w 2585720"/>
              <a:gd name="connsiteY4-2186" fmla="*/ 1043175 h 2529434"/>
              <a:gd name="connsiteX5-2187" fmla="*/ 2585720 w 2585720"/>
              <a:gd name="connsiteY5-2188" fmla="*/ 1065632 h 2529434"/>
              <a:gd name="connsiteX6-2189" fmla="*/ 2585720 w 2585720"/>
              <a:gd name="connsiteY6-2190" fmla="*/ 1065632 h 2529434"/>
              <a:gd name="connsiteX7-2191" fmla="*/ 1939290 w 2585720"/>
              <a:gd name="connsiteY7-2192" fmla="*/ 1065632 h 2529434"/>
              <a:gd name="connsiteX8-2193" fmla="*/ 1939290 w 2585720"/>
              <a:gd name="connsiteY8-2194" fmla="*/ 1065632 h 2529434"/>
              <a:gd name="connsiteX9-2195" fmla="*/ 1939290 w 2585720"/>
              <a:gd name="connsiteY9-2196" fmla="*/ 2529434 h 2529434"/>
              <a:gd name="connsiteX10-2197" fmla="*/ 1939290 w 2585720"/>
              <a:gd name="connsiteY10-2198" fmla="*/ 2529385 h 2529434"/>
              <a:gd name="connsiteX11-2199" fmla="*/ 646430 w 2585720"/>
              <a:gd name="connsiteY11-2200" fmla="*/ 2529385 h 2529434"/>
              <a:gd name="connsiteX12-2201" fmla="*/ 646430 w 2585720"/>
              <a:gd name="connsiteY12-2202" fmla="*/ 2529385 h 2529434"/>
              <a:gd name="connsiteX13-2203" fmla="*/ 646430 w 2585720"/>
              <a:gd name="connsiteY13-2204" fmla="*/ 1065583 h 2529434"/>
              <a:gd name="connsiteX14-2205" fmla="*/ 646430 w 2585720"/>
              <a:gd name="connsiteY14-2206" fmla="*/ 1065632 h 2529434"/>
              <a:gd name="connsiteX15-2207" fmla="*/ 0 w 2585720"/>
              <a:gd name="connsiteY15-2208" fmla="*/ 1065632 h 2529434"/>
              <a:gd name="connsiteX16-2209" fmla="*/ 23342 w 2585720"/>
              <a:gd name="connsiteY16-2210" fmla="*/ 1057227 h 2529434"/>
              <a:gd name="connsiteX0-2211" fmla="*/ 23342 w 2585720"/>
              <a:gd name="connsiteY0-2212" fmla="*/ 1057227 h 2529434"/>
              <a:gd name="connsiteX1-2213" fmla="*/ 27197 w 2585720"/>
              <a:gd name="connsiteY1-2214" fmla="*/ 1043139 h 2529434"/>
              <a:gd name="connsiteX2-2215" fmla="*/ 1284810 w 2585720"/>
              <a:gd name="connsiteY2-2216" fmla="*/ 3028 h 2529434"/>
              <a:gd name="connsiteX3-2217" fmla="*/ 1300955 w 2585720"/>
              <a:gd name="connsiteY3-2218" fmla="*/ 3064 h 2529434"/>
              <a:gd name="connsiteX4-2219" fmla="*/ 2558568 w 2585720"/>
              <a:gd name="connsiteY4-2220" fmla="*/ 1043175 h 2529434"/>
              <a:gd name="connsiteX5-2221" fmla="*/ 2562377 w 2585720"/>
              <a:gd name="connsiteY5-2222" fmla="*/ 1057231 h 2529434"/>
              <a:gd name="connsiteX6-2223" fmla="*/ 2585720 w 2585720"/>
              <a:gd name="connsiteY6-2224" fmla="*/ 1065632 h 2529434"/>
              <a:gd name="connsiteX7-2225" fmla="*/ 1939290 w 2585720"/>
              <a:gd name="connsiteY7-2226" fmla="*/ 1065632 h 2529434"/>
              <a:gd name="connsiteX8-2227" fmla="*/ 1939290 w 2585720"/>
              <a:gd name="connsiteY8-2228" fmla="*/ 1065632 h 2529434"/>
              <a:gd name="connsiteX9-2229" fmla="*/ 1939290 w 2585720"/>
              <a:gd name="connsiteY9-2230" fmla="*/ 2529434 h 2529434"/>
              <a:gd name="connsiteX10-2231" fmla="*/ 1939290 w 2585720"/>
              <a:gd name="connsiteY10-2232" fmla="*/ 2529385 h 2529434"/>
              <a:gd name="connsiteX11-2233" fmla="*/ 646430 w 2585720"/>
              <a:gd name="connsiteY11-2234" fmla="*/ 2529385 h 2529434"/>
              <a:gd name="connsiteX12-2235" fmla="*/ 646430 w 2585720"/>
              <a:gd name="connsiteY12-2236" fmla="*/ 2529385 h 2529434"/>
              <a:gd name="connsiteX13-2237" fmla="*/ 646430 w 2585720"/>
              <a:gd name="connsiteY13-2238" fmla="*/ 1065583 h 2529434"/>
              <a:gd name="connsiteX14-2239" fmla="*/ 646430 w 2585720"/>
              <a:gd name="connsiteY14-2240" fmla="*/ 1065632 h 2529434"/>
              <a:gd name="connsiteX15-2241" fmla="*/ 0 w 2585720"/>
              <a:gd name="connsiteY15-2242" fmla="*/ 1065632 h 2529434"/>
              <a:gd name="connsiteX16-2243" fmla="*/ 23342 w 2585720"/>
              <a:gd name="connsiteY16-2244" fmla="*/ 1057227 h 2529434"/>
              <a:gd name="connsiteX0-2245" fmla="*/ 23342 w 2585720"/>
              <a:gd name="connsiteY0-2246" fmla="*/ 1057227 h 2529434"/>
              <a:gd name="connsiteX1-2247" fmla="*/ 27197 w 2585720"/>
              <a:gd name="connsiteY1-2248" fmla="*/ 1043139 h 2529434"/>
              <a:gd name="connsiteX2-2249" fmla="*/ 1284810 w 2585720"/>
              <a:gd name="connsiteY2-2250" fmla="*/ 3028 h 2529434"/>
              <a:gd name="connsiteX3-2251" fmla="*/ 1300955 w 2585720"/>
              <a:gd name="connsiteY3-2252" fmla="*/ 3064 h 2529434"/>
              <a:gd name="connsiteX4-2253" fmla="*/ 2558568 w 2585720"/>
              <a:gd name="connsiteY4-2254" fmla="*/ 1043175 h 2529434"/>
              <a:gd name="connsiteX5-2255" fmla="*/ 2562377 w 2585720"/>
              <a:gd name="connsiteY5-2256" fmla="*/ 1057231 h 2529434"/>
              <a:gd name="connsiteX6-2257" fmla="*/ 2585720 w 2585720"/>
              <a:gd name="connsiteY6-2258" fmla="*/ 1065632 h 2529434"/>
              <a:gd name="connsiteX7-2259" fmla="*/ 1939290 w 2585720"/>
              <a:gd name="connsiteY7-2260" fmla="*/ 1065632 h 2529434"/>
              <a:gd name="connsiteX8-2261" fmla="*/ 1939290 w 2585720"/>
              <a:gd name="connsiteY8-2262" fmla="*/ 1065632 h 2529434"/>
              <a:gd name="connsiteX9-2263" fmla="*/ 1939290 w 2585720"/>
              <a:gd name="connsiteY9-2264" fmla="*/ 2529434 h 2529434"/>
              <a:gd name="connsiteX10-2265" fmla="*/ 1939290 w 2585720"/>
              <a:gd name="connsiteY10-2266" fmla="*/ 2529385 h 2529434"/>
              <a:gd name="connsiteX11-2267" fmla="*/ 646430 w 2585720"/>
              <a:gd name="connsiteY11-2268" fmla="*/ 2529385 h 2529434"/>
              <a:gd name="connsiteX12-2269" fmla="*/ 646430 w 2585720"/>
              <a:gd name="connsiteY12-2270" fmla="*/ 2529385 h 2529434"/>
              <a:gd name="connsiteX13-2271" fmla="*/ 646430 w 2585720"/>
              <a:gd name="connsiteY13-2272" fmla="*/ 1065583 h 2529434"/>
              <a:gd name="connsiteX14-2273" fmla="*/ 646430 w 2585720"/>
              <a:gd name="connsiteY14-2274" fmla="*/ 1065632 h 2529434"/>
              <a:gd name="connsiteX15-2275" fmla="*/ 0 w 2585720"/>
              <a:gd name="connsiteY15-2276" fmla="*/ 1065632 h 2529434"/>
              <a:gd name="connsiteX16-2277" fmla="*/ 23342 w 2585720"/>
              <a:gd name="connsiteY16-2278" fmla="*/ 1057227 h 2529434"/>
              <a:gd name="connsiteX0-2279" fmla="*/ 23342 w 2585720"/>
              <a:gd name="connsiteY0-2280" fmla="*/ 1057227 h 2529434"/>
              <a:gd name="connsiteX1-2281" fmla="*/ 27197 w 2585720"/>
              <a:gd name="connsiteY1-2282" fmla="*/ 1043139 h 2529434"/>
              <a:gd name="connsiteX2-2283" fmla="*/ 1284810 w 2585720"/>
              <a:gd name="connsiteY2-2284" fmla="*/ 3028 h 2529434"/>
              <a:gd name="connsiteX3-2285" fmla="*/ 1300955 w 2585720"/>
              <a:gd name="connsiteY3-2286" fmla="*/ 3064 h 2529434"/>
              <a:gd name="connsiteX4-2287" fmla="*/ 2558568 w 2585720"/>
              <a:gd name="connsiteY4-2288" fmla="*/ 1043175 h 2529434"/>
              <a:gd name="connsiteX5-2289" fmla="*/ 2562377 w 2585720"/>
              <a:gd name="connsiteY5-2290" fmla="*/ 1057231 h 2529434"/>
              <a:gd name="connsiteX6-2291" fmla="*/ 2585720 w 2585720"/>
              <a:gd name="connsiteY6-2292" fmla="*/ 1065632 h 2529434"/>
              <a:gd name="connsiteX7-2293" fmla="*/ 1939290 w 2585720"/>
              <a:gd name="connsiteY7-2294" fmla="*/ 1065632 h 2529434"/>
              <a:gd name="connsiteX8-2295" fmla="*/ 1939290 w 2585720"/>
              <a:gd name="connsiteY8-2296" fmla="*/ 1065632 h 2529434"/>
              <a:gd name="connsiteX9-2297" fmla="*/ 1939290 w 2585720"/>
              <a:gd name="connsiteY9-2298" fmla="*/ 2529434 h 2529434"/>
              <a:gd name="connsiteX10-2299" fmla="*/ 1939290 w 2585720"/>
              <a:gd name="connsiteY10-2300" fmla="*/ 2529385 h 2529434"/>
              <a:gd name="connsiteX11-2301" fmla="*/ 646430 w 2585720"/>
              <a:gd name="connsiteY11-2302" fmla="*/ 2529385 h 2529434"/>
              <a:gd name="connsiteX12-2303" fmla="*/ 646430 w 2585720"/>
              <a:gd name="connsiteY12-2304" fmla="*/ 2529385 h 2529434"/>
              <a:gd name="connsiteX13-2305" fmla="*/ 646430 w 2585720"/>
              <a:gd name="connsiteY13-2306" fmla="*/ 1065583 h 2529434"/>
              <a:gd name="connsiteX14-2307" fmla="*/ 646430 w 2585720"/>
              <a:gd name="connsiteY14-2308" fmla="*/ 1065632 h 2529434"/>
              <a:gd name="connsiteX15-2309" fmla="*/ 0 w 2585720"/>
              <a:gd name="connsiteY15-2310" fmla="*/ 1065632 h 2529434"/>
              <a:gd name="connsiteX16-2311" fmla="*/ 23342 w 2585720"/>
              <a:gd name="connsiteY16-2312" fmla="*/ 1057227 h 2529434"/>
              <a:gd name="connsiteX0-2313" fmla="*/ 23342 w 2563018"/>
              <a:gd name="connsiteY0-2314" fmla="*/ 1057227 h 2529434"/>
              <a:gd name="connsiteX1-2315" fmla="*/ 27197 w 2563018"/>
              <a:gd name="connsiteY1-2316" fmla="*/ 1043139 h 2529434"/>
              <a:gd name="connsiteX2-2317" fmla="*/ 1284810 w 2563018"/>
              <a:gd name="connsiteY2-2318" fmla="*/ 3028 h 2529434"/>
              <a:gd name="connsiteX3-2319" fmla="*/ 1300955 w 2563018"/>
              <a:gd name="connsiteY3-2320" fmla="*/ 3064 h 2529434"/>
              <a:gd name="connsiteX4-2321" fmla="*/ 2558568 w 2563018"/>
              <a:gd name="connsiteY4-2322" fmla="*/ 1043175 h 2529434"/>
              <a:gd name="connsiteX5-2323" fmla="*/ 2562377 w 2563018"/>
              <a:gd name="connsiteY5-2324" fmla="*/ 1057231 h 2529434"/>
              <a:gd name="connsiteX6-2325" fmla="*/ 2550427 w 2563018"/>
              <a:gd name="connsiteY6-2326" fmla="*/ 1065631 h 2529434"/>
              <a:gd name="connsiteX7-2327" fmla="*/ 1939290 w 2563018"/>
              <a:gd name="connsiteY7-2328" fmla="*/ 1065632 h 2529434"/>
              <a:gd name="connsiteX8-2329" fmla="*/ 1939290 w 2563018"/>
              <a:gd name="connsiteY8-2330" fmla="*/ 1065632 h 2529434"/>
              <a:gd name="connsiteX9-2331" fmla="*/ 1939290 w 2563018"/>
              <a:gd name="connsiteY9-2332" fmla="*/ 2529434 h 2529434"/>
              <a:gd name="connsiteX10-2333" fmla="*/ 1939290 w 2563018"/>
              <a:gd name="connsiteY10-2334" fmla="*/ 2529385 h 2529434"/>
              <a:gd name="connsiteX11-2335" fmla="*/ 646430 w 2563018"/>
              <a:gd name="connsiteY11-2336" fmla="*/ 2529385 h 2529434"/>
              <a:gd name="connsiteX12-2337" fmla="*/ 646430 w 2563018"/>
              <a:gd name="connsiteY12-2338" fmla="*/ 2529385 h 2529434"/>
              <a:gd name="connsiteX13-2339" fmla="*/ 646430 w 2563018"/>
              <a:gd name="connsiteY13-2340" fmla="*/ 1065583 h 2529434"/>
              <a:gd name="connsiteX14-2341" fmla="*/ 646430 w 2563018"/>
              <a:gd name="connsiteY14-2342" fmla="*/ 1065632 h 2529434"/>
              <a:gd name="connsiteX15-2343" fmla="*/ 0 w 2563018"/>
              <a:gd name="connsiteY15-2344" fmla="*/ 1065632 h 2529434"/>
              <a:gd name="connsiteX16-2345" fmla="*/ 23342 w 2563018"/>
              <a:gd name="connsiteY16-2346" fmla="*/ 1057227 h 2529434"/>
              <a:gd name="connsiteX0-2347" fmla="*/ 23342 w 2563018"/>
              <a:gd name="connsiteY0-2348" fmla="*/ 1057227 h 2529434"/>
              <a:gd name="connsiteX1-2349" fmla="*/ 27197 w 2563018"/>
              <a:gd name="connsiteY1-2350" fmla="*/ 1043139 h 2529434"/>
              <a:gd name="connsiteX2-2351" fmla="*/ 1284810 w 2563018"/>
              <a:gd name="connsiteY2-2352" fmla="*/ 3028 h 2529434"/>
              <a:gd name="connsiteX3-2353" fmla="*/ 1300955 w 2563018"/>
              <a:gd name="connsiteY3-2354" fmla="*/ 3064 h 2529434"/>
              <a:gd name="connsiteX4-2355" fmla="*/ 2558568 w 2563018"/>
              <a:gd name="connsiteY4-2356" fmla="*/ 1043175 h 2529434"/>
              <a:gd name="connsiteX5-2357" fmla="*/ 2562377 w 2563018"/>
              <a:gd name="connsiteY5-2358" fmla="*/ 1057231 h 2529434"/>
              <a:gd name="connsiteX6-2359" fmla="*/ 2550427 w 2563018"/>
              <a:gd name="connsiteY6-2360" fmla="*/ 1065631 h 2529434"/>
              <a:gd name="connsiteX7-2361" fmla="*/ 1939290 w 2563018"/>
              <a:gd name="connsiteY7-2362" fmla="*/ 1065632 h 2529434"/>
              <a:gd name="connsiteX8-2363" fmla="*/ 1939290 w 2563018"/>
              <a:gd name="connsiteY8-2364" fmla="*/ 1065632 h 2529434"/>
              <a:gd name="connsiteX9-2365" fmla="*/ 1939290 w 2563018"/>
              <a:gd name="connsiteY9-2366" fmla="*/ 2529434 h 2529434"/>
              <a:gd name="connsiteX10-2367" fmla="*/ 1939290 w 2563018"/>
              <a:gd name="connsiteY10-2368" fmla="*/ 2529385 h 2529434"/>
              <a:gd name="connsiteX11-2369" fmla="*/ 646430 w 2563018"/>
              <a:gd name="connsiteY11-2370" fmla="*/ 2529385 h 2529434"/>
              <a:gd name="connsiteX12-2371" fmla="*/ 646430 w 2563018"/>
              <a:gd name="connsiteY12-2372" fmla="*/ 2529385 h 2529434"/>
              <a:gd name="connsiteX13-2373" fmla="*/ 646430 w 2563018"/>
              <a:gd name="connsiteY13-2374" fmla="*/ 1065583 h 2529434"/>
              <a:gd name="connsiteX14-2375" fmla="*/ 646430 w 2563018"/>
              <a:gd name="connsiteY14-2376" fmla="*/ 1065632 h 2529434"/>
              <a:gd name="connsiteX15-2377" fmla="*/ 0 w 2563018"/>
              <a:gd name="connsiteY15-2378" fmla="*/ 1065632 h 2529434"/>
              <a:gd name="connsiteX16-2379" fmla="*/ 23342 w 2563018"/>
              <a:gd name="connsiteY16-2380" fmla="*/ 1057227 h 2529434"/>
              <a:gd name="connsiteX0-2381" fmla="*/ 23342 w 2563018"/>
              <a:gd name="connsiteY0-2382" fmla="*/ 1057227 h 2529434"/>
              <a:gd name="connsiteX1-2383" fmla="*/ 27197 w 2563018"/>
              <a:gd name="connsiteY1-2384" fmla="*/ 1043139 h 2529434"/>
              <a:gd name="connsiteX2-2385" fmla="*/ 1284810 w 2563018"/>
              <a:gd name="connsiteY2-2386" fmla="*/ 3028 h 2529434"/>
              <a:gd name="connsiteX3-2387" fmla="*/ 1300955 w 2563018"/>
              <a:gd name="connsiteY3-2388" fmla="*/ 3064 h 2529434"/>
              <a:gd name="connsiteX4-2389" fmla="*/ 2558568 w 2563018"/>
              <a:gd name="connsiteY4-2390" fmla="*/ 1043175 h 2529434"/>
              <a:gd name="connsiteX5-2391" fmla="*/ 2562377 w 2563018"/>
              <a:gd name="connsiteY5-2392" fmla="*/ 1057231 h 2529434"/>
              <a:gd name="connsiteX6-2393" fmla="*/ 2550427 w 2563018"/>
              <a:gd name="connsiteY6-2394" fmla="*/ 1065631 h 2529434"/>
              <a:gd name="connsiteX7-2395" fmla="*/ 1939290 w 2563018"/>
              <a:gd name="connsiteY7-2396" fmla="*/ 1065632 h 2529434"/>
              <a:gd name="connsiteX8-2397" fmla="*/ 1939290 w 2563018"/>
              <a:gd name="connsiteY8-2398" fmla="*/ 1065632 h 2529434"/>
              <a:gd name="connsiteX9-2399" fmla="*/ 1939290 w 2563018"/>
              <a:gd name="connsiteY9-2400" fmla="*/ 2529434 h 2529434"/>
              <a:gd name="connsiteX10-2401" fmla="*/ 1939290 w 2563018"/>
              <a:gd name="connsiteY10-2402" fmla="*/ 2529385 h 2529434"/>
              <a:gd name="connsiteX11-2403" fmla="*/ 646430 w 2563018"/>
              <a:gd name="connsiteY11-2404" fmla="*/ 2529385 h 2529434"/>
              <a:gd name="connsiteX12-2405" fmla="*/ 646430 w 2563018"/>
              <a:gd name="connsiteY12-2406" fmla="*/ 2529385 h 2529434"/>
              <a:gd name="connsiteX13-2407" fmla="*/ 646430 w 2563018"/>
              <a:gd name="connsiteY13-2408" fmla="*/ 1065583 h 2529434"/>
              <a:gd name="connsiteX14-2409" fmla="*/ 646430 w 2563018"/>
              <a:gd name="connsiteY14-2410" fmla="*/ 1065632 h 2529434"/>
              <a:gd name="connsiteX15-2411" fmla="*/ 0 w 2563018"/>
              <a:gd name="connsiteY15-2412" fmla="*/ 1065632 h 2529434"/>
              <a:gd name="connsiteX16-2413" fmla="*/ 23342 w 2563018"/>
              <a:gd name="connsiteY16-2414" fmla="*/ 1057227 h 2529434"/>
              <a:gd name="connsiteX0-2415" fmla="*/ 23342 w 2563018"/>
              <a:gd name="connsiteY0-2416" fmla="*/ 1057227 h 2529434"/>
              <a:gd name="connsiteX1-2417" fmla="*/ 27197 w 2563018"/>
              <a:gd name="connsiteY1-2418" fmla="*/ 1043139 h 2529434"/>
              <a:gd name="connsiteX2-2419" fmla="*/ 1284810 w 2563018"/>
              <a:gd name="connsiteY2-2420" fmla="*/ 3028 h 2529434"/>
              <a:gd name="connsiteX3-2421" fmla="*/ 1300955 w 2563018"/>
              <a:gd name="connsiteY3-2422" fmla="*/ 3064 h 2529434"/>
              <a:gd name="connsiteX4-2423" fmla="*/ 2558568 w 2563018"/>
              <a:gd name="connsiteY4-2424" fmla="*/ 1043175 h 2529434"/>
              <a:gd name="connsiteX5-2425" fmla="*/ 2562377 w 2563018"/>
              <a:gd name="connsiteY5-2426" fmla="*/ 1057231 h 2529434"/>
              <a:gd name="connsiteX6-2427" fmla="*/ 2550427 w 2563018"/>
              <a:gd name="connsiteY6-2428" fmla="*/ 1065631 h 2529434"/>
              <a:gd name="connsiteX7-2429" fmla="*/ 1951990 w 2563018"/>
              <a:gd name="connsiteY7-2430" fmla="*/ 1065631 h 2529434"/>
              <a:gd name="connsiteX8-2431" fmla="*/ 1939290 w 2563018"/>
              <a:gd name="connsiteY8-2432" fmla="*/ 1065632 h 2529434"/>
              <a:gd name="connsiteX9-2433" fmla="*/ 1939290 w 2563018"/>
              <a:gd name="connsiteY9-2434" fmla="*/ 2529434 h 2529434"/>
              <a:gd name="connsiteX10-2435" fmla="*/ 1939290 w 2563018"/>
              <a:gd name="connsiteY10-2436" fmla="*/ 2529385 h 2529434"/>
              <a:gd name="connsiteX11-2437" fmla="*/ 646430 w 2563018"/>
              <a:gd name="connsiteY11-2438" fmla="*/ 2529385 h 2529434"/>
              <a:gd name="connsiteX12-2439" fmla="*/ 646430 w 2563018"/>
              <a:gd name="connsiteY12-2440" fmla="*/ 2529385 h 2529434"/>
              <a:gd name="connsiteX13-2441" fmla="*/ 646430 w 2563018"/>
              <a:gd name="connsiteY13-2442" fmla="*/ 1065583 h 2529434"/>
              <a:gd name="connsiteX14-2443" fmla="*/ 646430 w 2563018"/>
              <a:gd name="connsiteY14-2444" fmla="*/ 1065632 h 2529434"/>
              <a:gd name="connsiteX15-2445" fmla="*/ 0 w 2563018"/>
              <a:gd name="connsiteY15-2446" fmla="*/ 1065632 h 2529434"/>
              <a:gd name="connsiteX16-2447" fmla="*/ 23342 w 2563018"/>
              <a:gd name="connsiteY16-2448" fmla="*/ 1057227 h 2529434"/>
              <a:gd name="connsiteX0-2449" fmla="*/ 23342 w 2563018"/>
              <a:gd name="connsiteY0-2450" fmla="*/ 1057227 h 2529434"/>
              <a:gd name="connsiteX1-2451" fmla="*/ 27197 w 2563018"/>
              <a:gd name="connsiteY1-2452" fmla="*/ 1043139 h 2529434"/>
              <a:gd name="connsiteX2-2453" fmla="*/ 1284810 w 2563018"/>
              <a:gd name="connsiteY2-2454" fmla="*/ 3028 h 2529434"/>
              <a:gd name="connsiteX3-2455" fmla="*/ 1300955 w 2563018"/>
              <a:gd name="connsiteY3-2456" fmla="*/ 3064 h 2529434"/>
              <a:gd name="connsiteX4-2457" fmla="*/ 2558568 w 2563018"/>
              <a:gd name="connsiteY4-2458" fmla="*/ 1043175 h 2529434"/>
              <a:gd name="connsiteX5-2459" fmla="*/ 2562377 w 2563018"/>
              <a:gd name="connsiteY5-2460" fmla="*/ 1057231 h 2529434"/>
              <a:gd name="connsiteX6-2461" fmla="*/ 2550427 w 2563018"/>
              <a:gd name="connsiteY6-2462" fmla="*/ 1065631 h 2529434"/>
              <a:gd name="connsiteX7-2463" fmla="*/ 1951990 w 2563018"/>
              <a:gd name="connsiteY7-2464" fmla="*/ 1065631 h 2529434"/>
              <a:gd name="connsiteX8-2465" fmla="*/ 1939290 w 2563018"/>
              <a:gd name="connsiteY8-2466" fmla="*/ 1065632 h 2529434"/>
              <a:gd name="connsiteX9-2467" fmla="*/ 1939290 w 2563018"/>
              <a:gd name="connsiteY9-2468" fmla="*/ 2529434 h 2529434"/>
              <a:gd name="connsiteX10-2469" fmla="*/ 1939290 w 2563018"/>
              <a:gd name="connsiteY10-2470" fmla="*/ 2529385 h 2529434"/>
              <a:gd name="connsiteX11-2471" fmla="*/ 646430 w 2563018"/>
              <a:gd name="connsiteY11-2472" fmla="*/ 2529385 h 2529434"/>
              <a:gd name="connsiteX12-2473" fmla="*/ 646430 w 2563018"/>
              <a:gd name="connsiteY12-2474" fmla="*/ 2529385 h 2529434"/>
              <a:gd name="connsiteX13-2475" fmla="*/ 646430 w 2563018"/>
              <a:gd name="connsiteY13-2476" fmla="*/ 1065583 h 2529434"/>
              <a:gd name="connsiteX14-2477" fmla="*/ 646430 w 2563018"/>
              <a:gd name="connsiteY14-2478" fmla="*/ 1065632 h 2529434"/>
              <a:gd name="connsiteX15-2479" fmla="*/ 0 w 2563018"/>
              <a:gd name="connsiteY15-2480" fmla="*/ 1065632 h 2529434"/>
              <a:gd name="connsiteX16-2481" fmla="*/ 23342 w 2563018"/>
              <a:gd name="connsiteY16-2482" fmla="*/ 1057227 h 2529434"/>
              <a:gd name="connsiteX0-2483" fmla="*/ 23342 w 2563018"/>
              <a:gd name="connsiteY0-2484" fmla="*/ 1057227 h 2529434"/>
              <a:gd name="connsiteX1-2485" fmla="*/ 27197 w 2563018"/>
              <a:gd name="connsiteY1-2486" fmla="*/ 1043139 h 2529434"/>
              <a:gd name="connsiteX2-2487" fmla="*/ 1284810 w 2563018"/>
              <a:gd name="connsiteY2-2488" fmla="*/ 3028 h 2529434"/>
              <a:gd name="connsiteX3-2489" fmla="*/ 1300955 w 2563018"/>
              <a:gd name="connsiteY3-2490" fmla="*/ 3064 h 2529434"/>
              <a:gd name="connsiteX4-2491" fmla="*/ 2558568 w 2563018"/>
              <a:gd name="connsiteY4-2492" fmla="*/ 1043175 h 2529434"/>
              <a:gd name="connsiteX5-2493" fmla="*/ 2562377 w 2563018"/>
              <a:gd name="connsiteY5-2494" fmla="*/ 1057231 h 2529434"/>
              <a:gd name="connsiteX6-2495" fmla="*/ 2550427 w 2563018"/>
              <a:gd name="connsiteY6-2496" fmla="*/ 1065631 h 2529434"/>
              <a:gd name="connsiteX7-2497" fmla="*/ 1951990 w 2563018"/>
              <a:gd name="connsiteY7-2498" fmla="*/ 1065631 h 2529434"/>
              <a:gd name="connsiteX8-2499" fmla="*/ 1939290 w 2563018"/>
              <a:gd name="connsiteY8-2500" fmla="*/ 1065632 h 2529434"/>
              <a:gd name="connsiteX9-2501" fmla="*/ 1939290 w 2563018"/>
              <a:gd name="connsiteY9-2502" fmla="*/ 2529434 h 2529434"/>
              <a:gd name="connsiteX10-2503" fmla="*/ 1939290 w 2563018"/>
              <a:gd name="connsiteY10-2504" fmla="*/ 2529385 h 2529434"/>
              <a:gd name="connsiteX11-2505" fmla="*/ 646430 w 2563018"/>
              <a:gd name="connsiteY11-2506" fmla="*/ 2529385 h 2529434"/>
              <a:gd name="connsiteX12-2507" fmla="*/ 646430 w 2563018"/>
              <a:gd name="connsiteY12-2508" fmla="*/ 2529385 h 2529434"/>
              <a:gd name="connsiteX13-2509" fmla="*/ 646430 w 2563018"/>
              <a:gd name="connsiteY13-2510" fmla="*/ 1065583 h 2529434"/>
              <a:gd name="connsiteX14-2511" fmla="*/ 646430 w 2563018"/>
              <a:gd name="connsiteY14-2512" fmla="*/ 1065632 h 2529434"/>
              <a:gd name="connsiteX15-2513" fmla="*/ 0 w 2563018"/>
              <a:gd name="connsiteY15-2514" fmla="*/ 1065632 h 2529434"/>
              <a:gd name="connsiteX16-2515" fmla="*/ 23342 w 2563018"/>
              <a:gd name="connsiteY16-2516" fmla="*/ 1057227 h 2529434"/>
              <a:gd name="connsiteX0-2517" fmla="*/ 23342 w 2563018"/>
              <a:gd name="connsiteY0-2518" fmla="*/ 1057227 h 2529434"/>
              <a:gd name="connsiteX1-2519" fmla="*/ 27197 w 2563018"/>
              <a:gd name="connsiteY1-2520" fmla="*/ 1043139 h 2529434"/>
              <a:gd name="connsiteX2-2521" fmla="*/ 1284810 w 2563018"/>
              <a:gd name="connsiteY2-2522" fmla="*/ 3028 h 2529434"/>
              <a:gd name="connsiteX3-2523" fmla="*/ 1300955 w 2563018"/>
              <a:gd name="connsiteY3-2524" fmla="*/ 3064 h 2529434"/>
              <a:gd name="connsiteX4-2525" fmla="*/ 2558568 w 2563018"/>
              <a:gd name="connsiteY4-2526" fmla="*/ 1043175 h 2529434"/>
              <a:gd name="connsiteX5-2527" fmla="*/ 2562377 w 2563018"/>
              <a:gd name="connsiteY5-2528" fmla="*/ 1057231 h 2529434"/>
              <a:gd name="connsiteX6-2529" fmla="*/ 2550427 w 2563018"/>
              <a:gd name="connsiteY6-2530" fmla="*/ 1065631 h 2529434"/>
              <a:gd name="connsiteX7-2531" fmla="*/ 1951990 w 2563018"/>
              <a:gd name="connsiteY7-2532" fmla="*/ 1065631 h 2529434"/>
              <a:gd name="connsiteX8-2533" fmla="*/ 1939290 w 2563018"/>
              <a:gd name="connsiteY8-2534" fmla="*/ 1078331 h 2529434"/>
              <a:gd name="connsiteX9-2535" fmla="*/ 1939290 w 2563018"/>
              <a:gd name="connsiteY9-2536" fmla="*/ 2529434 h 2529434"/>
              <a:gd name="connsiteX10-2537" fmla="*/ 1939290 w 2563018"/>
              <a:gd name="connsiteY10-2538" fmla="*/ 2529385 h 2529434"/>
              <a:gd name="connsiteX11-2539" fmla="*/ 646430 w 2563018"/>
              <a:gd name="connsiteY11-2540" fmla="*/ 2529385 h 2529434"/>
              <a:gd name="connsiteX12-2541" fmla="*/ 646430 w 2563018"/>
              <a:gd name="connsiteY12-2542" fmla="*/ 2529385 h 2529434"/>
              <a:gd name="connsiteX13-2543" fmla="*/ 646430 w 2563018"/>
              <a:gd name="connsiteY13-2544" fmla="*/ 1065583 h 2529434"/>
              <a:gd name="connsiteX14-2545" fmla="*/ 646430 w 2563018"/>
              <a:gd name="connsiteY14-2546" fmla="*/ 1065632 h 2529434"/>
              <a:gd name="connsiteX15-2547" fmla="*/ 0 w 2563018"/>
              <a:gd name="connsiteY15-2548" fmla="*/ 1065632 h 2529434"/>
              <a:gd name="connsiteX16-2549" fmla="*/ 23342 w 2563018"/>
              <a:gd name="connsiteY16-2550" fmla="*/ 1057227 h 2529434"/>
              <a:gd name="connsiteX0-2551" fmla="*/ 23342 w 2563018"/>
              <a:gd name="connsiteY0-2552" fmla="*/ 1057227 h 2529434"/>
              <a:gd name="connsiteX1-2553" fmla="*/ 27197 w 2563018"/>
              <a:gd name="connsiteY1-2554" fmla="*/ 1043139 h 2529434"/>
              <a:gd name="connsiteX2-2555" fmla="*/ 1284810 w 2563018"/>
              <a:gd name="connsiteY2-2556" fmla="*/ 3028 h 2529434"/>
              <a:gd name="connsiteX3-2557" fmla="*/ 1300955 w 2563018"/>
              <a:gd name="connsiteY3-2558" fmla="*/ 3064 h 2529434"/>
              <a:gd name="connsiteX4-2559" fmla="*/ 2558568 w 2563018"/>
              <a:gd name="connsiteY4-2560" fmla="*/ 1043175 h 2529434"/>
              <a:gd name="connsiteX5-2561" fmla="*/ 2562377 w 2563018"/>
              <a:gd name="connsiteY5-2562" fmla="*/ 1057231 h 2529434"/>
              <a:gd name="connsiteX6-2563" fmla="*/ 2550427 w 2563018"/>
              <a:gd name="connsiteY6-2564" fmla="*/ 1065631 h 2529434"/>
              <a:gd name="connsiteX7-2565" fmla="*/ 1951990 w 2563018"/>
              <a:gd name="connsiteY7-2566" fmla="*/ 1065631 h 2529434"/>
              <a:gd name="connsiteX8-2567" fmla="*/ 1939290 w 2563018"/>
              <a:gd name="connsiteY8-2568" fmla="*/ 1078331 h 2529434"/>
              <a:gd name="connsiteX9-2569" fmla="*/ 1939290 w 2563018"/>
              <a:gd name="connsiteY9-2570" fmla="*/ 2529434 h 2529434"/>
              <a:gd name="connsiteX10-2571" fmla="*/ 1939290 w 2563018"/>
              <a:gd name="connsiteY10-2572" fmla="*/ 2529385 h 2529434"/>
              <a:gd name="connsiteX11-2573" fmla="*/ 646430 w 2563018"/>
              <a:gd name="connsiteY11-2574" fmla="*/ 2529385 h 2529434"/>
              <a:gd name="connsiteX12-2575" fmla="*/ 646430 w 2563018"/>
              <a:gd name="connsiteY12-2576" fmla="*/ 2529385 h 2529434"/>
              <a:gd name="connsiteX13-2577" fmla="*/ 646430 w 2563018"/>
              <a:gd name="connsiteY13-2578" fmla="*/ 1065583 h 2529434"/>
              <a:gd name="connsiteX14-2579" fmla="*/ 646430 w 2563018"/>
              <a:gd name="connsiteY14-2580" fmla="*/ 1065632 h 2529434"/>
              <a:gd name="connsiteX15-2581" fmla="*/ 0 w 2563018"/>
              <a:gd name="connsiteY15-2582" fmla="*/ 1065632 h 2529434"/>
              <a:gd name="connsiteX16-2583" fmla="*/ 23342 w 2563018"/>
              <a:gd name="connsiteY16-2584" fmla="*/ 1057227 h 2529434"/>
              <a:gd name="connsiteX0-2585" fmla="*/ 23342 w 2563018"/>
              <a:gd name="connsiteY0-2586" fmla="*/ 1057227 h 2529434"/>
              <a:gd name="connsiteX1-2587" fmla="*/ 27197 w 2563018"/>
              <a:gd name="connsiteY1-2588" fmla="*/ 1043139 h 2529434"/>
              <a:gd name="connsiteX2-2589" fmla="*/ 1284810 w 2563018"/>
              <a:gd name="connsiteY2-2590" fmla="*/ 3028 h 2529434"/>
              <a:gd name="connsiteX3-2591" fmla="*/ 1300955 w 2563018"/>
              <a:gd name="connsiteY3-2592" fmla="*/ 3064 h 2529434"/>
              <a:gd name="connsiteX4-2593" fmla="*/ 2558568 w 2563018"/>
              <a:gd name="connsiteY4-2594" fmla="*/ 1043175 h 2529434"/>
              <a:gd name="connsiteX5-2595" fmla="*/ 2562377 w 2563018"/>
              <a:gd name="connsiteY5-2596" fmla="*/ 1057231 h 2529434"/>
              <a:gd name="connsiteX6-2597" fmla="*/ 2550427 w 2563018"/>
              <a:gd name="connsiteY6-2598" fmla="*/ 1065631 h 2529434"/>
              <a:gd name="connsiteX7-2599" fmla="*/ 1951990 w 2563018"/>
              <a:gd name="connsiteY7-2600" fmla="*/ 1065631 h 2529434"/>
              <a:gd name="connsiteX8-2601" fmla="*/ 1939290 w 2563018"/>
              <a:gd name="connsiteY8-2602" fmla="*/ 1078331 h 2529434"/>
              <a:gd name="connsiteX9-2603" fmla="*/ 1939290 w 2563018"/>
              <a:gd name="connsiteY9-2604" fmla="*/ 2529434 h 2529434"/>
              <a:gd name="connsiteX10-2605" fmla="*/ 1939290 w 2563018"/>
              <a:gd name="connsiteY10-2606" fmla="*/ 2529385 h 2529434"/>
              <a:gd name="connsiteX11-2607" fmla="*/ 646430 w 2563018"/>
              <a:gd name="connsiteY11-2608" fmla="*/ 2529385 h 2529434"/>
              <a:gd name="connsiteX12-2609" fmla="*/ 646430 w 2563018"/>
              <a:gd name="connsiteY12-2610" fmla="*/ 2529385 h 2529434"/>
              <a:gd name="connsiteX13-2611" fmla="*/ 646430 w 2563018"/>
              <a:gd name="connsiteY13-2612" fmla="*/ 1065583 h 2529434"/>
              <a:gd name="connsiteX14-2613" fmla="*/ 646430 w 2563018"/>
              <a:gd name="connsiteY14-2614" fmla="*/ 1065632 h 2529434"/>
              <a:gd name="connsiteX15-2615" fmla="*/ 0 w 2563018"/>
              <a:gd name="connsiteY15-2616" fmla="*/ 1065632 h 2529434"/>
              <a:gd name="connsiteX16-2617" fmla="*/ 23342 w 2563018"/>
              <a:gd name="connsiteY16-2618" fmla="*/ 1057227 h 2529434"/>
              <a:gd name="connsiteX0-2619" fmla="*/ 23342 w 2563018"/>
              <a:gd name="connsiteY0-2620" fmla="*/ 1057227 h 2529385"/>
              <a:gd name="connsiteX1-2621" fmla="*/ 27197 w 2563018"/>
              <a:gd name="connsiteY1-2622" fmla="*/ 1043139 h 2529385"/>
              <a:gd name="connsiteX2-2623" fmla="*/ 1284810 w 2563018"/>
              <a:gd name="connsiteY2-2624" fmla="*/ 3028 h 2529385"/>
              <a:gd name="connsiteX3-2625" fmla="*/ 1300955 w 2563018"/>
              <a:gd name="connsiteY3-2626" fmla="*/ 3064 h 2529385"/>
              <a:gd name="connsiteX4-2627" fmla="*/ 2558568 w 2563018"/>
              <a:gd name="connsiteY4-2628" fmla="*/ 1043175 h 2529385"/>
              <a:gd name="connsiteX5-2629" fmla="*/ 2562377 w 2563018"/>
              <a:gd name="connsiteY5-2630" fmla="*/ 1057231 h 2529385"/>
              <a:gd name="connsiteX6-2631" fmla="*/ 2550427 w 2563018"/>
              <a:gd name="connsiteY6-2632" fmla="*/ 1065631 h 2529385"/>
              <a:gd name="connsiteX7-2633" fmla="*/ 1951990 w 2563018"/>
              <a:gd name="connsiteY7-2634" fmla="*/ 1065631 h 2529385"/>
              <a:gd name="connsiteX8-2635" fmla="*/ 1939290 w 2563018"/>
              <a:gd name="connsiteY8-2636" fmla="*/ 1078331 h 2529385"/>
              <a:gd name="connsiteX9-2637" fmla="*/ 1939290 w 2563018"/>
              <a:gd name="connsiteY9-2638" fmla="*/ 2516733 h 2529385"/>
              <a:gd name="connsiteX10-2639" fmla="*/ 1939290 w 2563018"/>
              <a:gd name="connsiteY10-2640" fmla="*/ 2529385 h 2529385"/>
              <a:gd name="connsiteX11-2641" fmla="*/ 646430 w 2563018"/>
              <a:gd name="connsiteY11-2642" fmla="*/ 2529385 h 2529385"/>
              <a:gd name="connsiteX12-2643" fmla="*/ 646430 w 2563018"/>
              <a:gd name="connsiteY12-2644" fmla="*/ 2529385 h 2529385"/>
              <a:gd name="connsiteX13-2645" fmla="*/ 646430 w 2563018"/>
              <a:gd name="connsiteY13-2646" fmla="*/ 1065583 h 2529385"/>
              <a:gd name="connsiteX14-2647" fmla="*/ 646430 w 2563018"/>
              <a:gd name="connsiteY14-2648" fmla="*/ 1065632 h 2529385"/>
              <a:gd name="connsiteX15-2649" fmla="*/ 0 w 2563018"/>
              <a:gd name="connsiteY15-2650" fmla="*/ 1065632 h 2529385"/>
              <a:gd name="connsiteX16-2651" fmla="*/ 23342 w 2563018"/>
              <a:gd name="connsiteY16-2652" fmla="*/ 1057227 h 2529385"/>
              <a:gd name="connsiteX0-2653" fmla="*/ 23342 w 2563018"/>
              <a:gd name="connsiteY0-2654" fmla="*/ 1057227 h 2529385"/>
              <a:gd name="connsiteX1-2655" fmla="*/ 27197 w 2563018"/>
              <a:gd name="connsiteY1-2656" fmla="*/ 1043139 h 2529385"/>
              <a:gd name="connsiteX2-2657" fmla="*/ 1284810 w 2563018"/>
              <a:gd name="connsiteY2-2658" fmla="*/ 3028 h 2529385"/>
              <a:gd name="connsiteX3-2659" fmla="*/ 1300955 w 2563018"/>
              <a:gd name="connsiteY3-2660" fmla="*/ 3064 h 2529385"/>
              <a:gd name="connsiteX4-2661" fmla="*/ 2558568 w 2563018"/>
              <a:gd name="connsiteY4-2662" fmla="*/ 1043175 h 2529385"/>
              <a:gd name="connsiteX5-2663" fmla="*/ 2562377 w 2563018"/>
              <a:gd name="connsiteY5-2664" fmla="*/ 1057231 h 2529385"/>
              <a:gd name="connsiteX6-2665" fmla="*/ 2550427 w 2563018"/>
              <a:gd name="connsiteY6-2666" fmla="*/ 1065631 h 2529385"/>
              <a:gd name="connsiteX7-2667" fmla="*/ 1951990 w 2563018"/>
              <a:gd name="connsiteY7-2668" fmla="*/ 1065631 h 2529385"/>
              <a:gd name="connsiteX8-2669" fmla="*/ 1939290 w 2563018"/>
              <a:gd name="connsiteY8-2670" fmla="*/ 1078331 h 2529385"/>
              <a:gd name="connsiteX9-2671" fmla="*/ 1939290 w 2563018"/>
              <a:gd name="connsiteY9-2672" fmla="*/ 2516733 h 2529385"/>
              <a:gd name="connsiteX10-2673" fmla="*/ 1939290 w 2563018"/>
              <a:gd name="connsiteY10-2674" fmla="*/ 2529385 h 2529385"/>
              <a:gd name="connsiteX11-2675" fmla="*/ 646430 w 2563018"/>
              <a:gd name="connsiteY11-2676" fmla="*/ 2529385 h 2529385"/>
              <a:gd name="connsiteX12-2677" fmla="*/ 646430 w 2563018"/>
              <a:gd name="connsiteY12-2678" fmla="*/ 2529385 h 2529385"/>
              <a:gd name="connsiteX13-2679" fmla="*/ 646430 w 2563018"/>
              <a:gd name="connsiteY13-2680" fmla="*/ 1065583 h 2529385"/>
              <a:gd name="connsiteX14-2681" fmla="*/ 646430 w 2563018"/>
              <a:gd name="connsiteY14-2682" fmla="*/ 1065632 h 2529385"/>
              <a:gd name="connsiteX15-2683" fmla="*/ 0 w 2563018"/>
              <a:gd name="connsiteY15-2684" fmla="*/ 1065632 h 2529385"/>
              <a:gd name="connsiteX16-2685" fmla="*/ 23342 w 2563018"/>
              <a:gd name="connsiteY16-2686" fmla="*/ 1057227 h 2529385"/>
              <a:gd name="connsiteX0-2687" fmla="*/ 23342 w 2563018"/>
              <a:gd name="connsiteY0-2688" fmla="*/ 1057227 h 2529385"/>
              <a:gd name="connsiteX1-2689" fmla="*/ 27197 w 2563018"/>
              <a:gd name="connsiteY1-2690" fmla="*/ 1043139 h 2529385"/>
              <a:gd name="connsiteX2-2691" fmla="*/ 1284810 w 2563018"/>
              <a:gd name="connsiteY2-2692" fmla="*/ 3028 h 2529385"/>
              <a:gd name="connsiteX3-2693" fmla="*/ 1300955 w 2563018"/>
              <a:gd name="connsiteY3-2694" fmla="*/ 3064 h 2529385"/>
              <a:gd name="connsiteX4-2695" fmla="*/ 2558568 w 2563018"/>
              <a:gd name="connsiteY4-2696" fmla="*/ 1043175 h 2529385"/>
              <a:gd name="connsiteX5-2697" fmla="*/ 2562377 w 2563018"/>
              <a:gd name="connsiteY5-2698" fmla="*/ 1057231 h 2529385"/>
              <a:gd name="connsiteX6-2699" fmla="*/ 2550427 w 2563018"/>
              <a:gd name="connsiteY6-2700" fmla="*/ 1065631 h 2529385"/>
              <a:gd name="connsiteX7-2701" fmla="*/ 1951990 w 2563018"/>
              <a:gd name="connsiteY7-2702" fmla="*/ 1065631 h 2529385"/>
              <a:gd name="connsiteX8-2703" fmla="*/ 1939290 w 2563018"/>
              <a:gd name="connsiteY8-2704" fmla="*/ 1078331 h 2529385"/>
              <a:gd name="connsiteX9-2705" fmla="*/ 1939290 w 2563018"/>
              <a:gd name="connsiteY9-2706" fmla="*/ 2516733 h 2529385"/>
              <a:gd name="connsiteX10-2707" fmla="*/ 1939290 w 2563018"/>
              <a:gd name="connsiteY10-2708" fmla="*/ 2529385 h 2529385"/>
              <a:gd name="connsiteX11-2709" fmla="*/ 646430 w 2563018"/>
              <a:gd name="connsiteY11-2710" fmla="*/ 2529385 h 2529385"/>
              <a:gd name="connsiteX12-2711" fmla="*/ 646430 w 2563018"/>
              <a:gd name="connsiteY12-2712" fmla="*/ 2529385 h 2529385"/>
              <a:gd name="connsiteX13-2713" fmla="*/ 646430 w 2563018"/>
              <a:gd name="connsiteY13-2714" fmla="*/ 1065583 h 2529385"/>
              <a:gd name="connsiteX14-2715" fmla="*/ 646430 w 2563018"/>
              <a:gd name="connsiteY14-2716" fmla="*/ 1065632 h 2529385"/>
              <a:gd name="connsiteX15-2717" fmla="*/ 0 w 2563018"/>
              <a:gd name="connsiteY15-2718" fmla="*/ 1065632 h 2529385"/>
              <a:gd name="connsiteX16-2719" fmla="*/ 23342 w 2563018"/>
              <a:gd name="connsiteY16-2720" fmla="*/ 1057227 h 2529385"/>
              <a:gd name="connsiteX0-2721" fmla="*/ 23342 w 2563018"/>
              <a:gd name="connsiteY0-2722" fmla="*/ 1057227 h 2529385"/>
              <a:gd name="connsiteX1-2723" fmla="*/ 27197 w 2563018"/>
              <a:gd name="connsiteY1-2724" fmla="*/ 1043139 h 2529385"/>
              <a:gd name="connsiteX2-2725" fmla="*/ 1284810 w 2563018"/>
              <a:gd name="connsiteY2-2726" fmla="*/ 3028 h 2529385"/>
              <a:gd name="connsiteX3-2727" fmla="*/ 1300955 w 2563018"/>
              <a:gd name="connsiteY3-2728" fmla="*/ 3064 h 2529385"/>
              <a:gd name="connsiteX4-2729" fmla="*/ 2558568 w 2563018"/>
              <a:gd name="connsiteY4-2730" fmla="*/ 1043175 h 2529385"/>
              <a:gd name="connsiteX5-2731" fmla="*/ 2562377 w 2563018"/>
              <a:gd name="connsiteY5-2732" fmla="*/ 1057231 h 2529385"/>
              <a:gd name="connsiteX6-2733" fmla="*/ 2550427 w 2563018"/>
              <a:gd name="connsiteY6-2734" fmla="*/ 1065631 h 2529385"/>
              <a:gd name="connsiteX7-2735" fmla="*/ 1951990 w 2563018"/>
              <a:gd name="connsiteY7-2736" fmla="*/ 1065631 h 2529385"/>
              <a:gd name="connsiteX8-2737" fmla="*/ 1939290 w 2563018"/>
              <a:gd name="connsiteY8-2738" fmla="*/ 1078331 h 2529385"/>
              <a:gd name="connsiteX9-2739" fmla="*/ 1939290 w 2563018"/>
              <a:gd name="connsiteY9-2740" fmla="*/ 2516733 h 2529385"/>
              <a:gd name="connsiteX10-2741" fmla="*/ 1926590 w 2563018"/>
              <a:gd name="connsiteY10-2742" fmla="*/ 2529385 h 2529385"/>
              <a:gd name="connsiteX11-2743" fmla="*/ 646430 w 2563018"/>
              <a:gd name="connsiteY11-2744" fmla="*/ 2529385 h 2529385"/>
              <a:gd name="connsiteX12-2745" fmla="*/ 646430 w 2563018"/>
              <a:gd name="connsiteY12-2746" fmla="*/ 2529385 h 2529385"/>
              <a:gd name="connsiteX13-2747" fmla="*/ 646430 w 2563018"/>
              <a:gd name="connsiteY13-2748" fmla="*/ 1065583 h 2529385"/>
              <a:gd name="connsiteX14-2749" fmla="*/ 646430 w 2563018"/>
              <a:gd name="connsiteY14-2750" fmla="*/ 1065632 h 2529385"/>
              <a:gd name="connsiteX15-2751" fmla="*/ 0 w 2563018"/>
              <a:gd name="connsiteY15-2752" fmla="*/ 1065632 h 2529385"/>
              <a:gd name="connsiteX16-2753" fmla="*/ 23342 w 2563018"/>
              <a:gd name="connsiteY16-2754" fmla="*/ 1057227 h 2529385"/>
              <a:gd name="connsiteX0-2755" fmla="*/ 23342 w 2563018"/>
              <a:gd name="connsiteY0-2756" fmla="*/ 1057227 h 2529385"/>
              <a:gd name="connsiteX1-2757" fmla="*/ 27197 w 2563018"/>
              <a:gd name="connsiteY1-2758" fmla="*/ 1043139 h 2529385"/>
              <a:gd name="connsiteX2-2759" fmla="*/ 1284810 w 2563018"/>
              <a:gd name="connsiteY2-2760" fmla="*/ 3028 h 2529385"/>
              <a:gd name="connsiteX3-2761" fmla="*/ 1300955 w 2563018"/>
              <a:gd name="connsiteY3-2762" fmla="*/ 3064 h 2529385"/>
              <a:gd name="connsiteX4-2763" fmla="*/ 2558568 w 2563018"/>
              <a:gd name="connsiteY4-2764" fmla="*/ 1043175 h 2529385"/>
              <a:gd name="connsiteX5-2765" fmla="*/ 2562377 w 2563018"/>
              <a:gd name="connsiteY5-2766" fmla="*/ 1057231 h 2529385"/>
              <a:gd name="connsiteX6-2767" fmla="*/ 2550427 w 2563018"/>
              <a:gd name="connsiteY6-2768" fmla="*/ 1065631 h 2529385"/>
              <a:gd name="connsiteX7-2769" fmla="*/ 1951990 w 2563018"/>
              <a:gd name="connsiteY7-2770" fmla="*/ 1065631 h 2529385"/>
              <a:gd name="connsiteX8-2771" fmla="*/ 1939290 w 2563018"/>
              <a:gd name="connsiteY8-2772" fmla="*/ 1078331 h 2529385"/>
              <a:gd name="connsiteX9-2773" fmla="*/ 1939290 w 2563018"/>
              <a:gd name="connsiteY9-2774" fmla="*/ 2516733 h 2529385"/>
              <a:gd name="connsiteX10-2775" fmla="*/ 1926590 w 2563018"/>
              <a:gd name="connsiteY10-2776" fmla="*/ 2529385 h 2529385"/>
              <a:gd name="connsiteX11-2777" fmla="*/ 646430 w 2563018"/>
              <a:gd name="connsiteY11-2778" fmla="*/ 2529385 h 2529385"/>
              <a:gd name="connsiteX12-2779" fmla="*/ 646430 w 2563018"/>
              <a:gd name="connsiteY12-2780" fmla="*/ 2529385 h 2529385"/>
              <a:gd name="connsiteX13-2781" fmla="*/ 646430 w 2563018"/>
              <a:gd name="connsiteY13-2782" fmla="*/ 1065583 h 2529385"/>
              <a:gd name="connsiteX14-2783" fmla="*/ 646430 w 2563018"/>
              <a:gd name="connsiteY14-2784" fmla="*/ 1065632 h 2529385"/>
              <a:gd name="connsiteX15-2785" fmla="*/ 0 w 2563018"/>
              <a:gd name="connsiteY15-2786" fmla="*/ 1065632 h 2529385"/>
              <a:gd name="connsiteX16-2787" fmla="*/ 23342 w 2563018"/>
              <a:gd name="connsiteY16-2788" fmla="*/ 1057227 h 2529385"/>
              <a:gd name="connsiteX0-2789" fmla="*/ 23342 w 2563018"/>
              <a:gd name="connsiteY0-2790" fmla="*/ 1057227 h 2529385"/>
              <a:gd name="connsiteX1-2791" fmla="*/ 27197 w 2563018"/>
              <a:gd name="connsiteY1-2792" fmla="*/ 1043139 h 2529385"/>
              <a:gd name="connsiteX2-2793" fmla="*/ 1284810 w 2563018"/>
              <a:gd name="connsiteY2-2794" fmla="*/ 3028 h 2529385"/>
              <a:gd name="connsiteX3-2795" fmla="*/ 1300955 w 2563018"/>
              <a:gd name="connsiteY3-2796" fmla="*/ 3064 h 2529385"/>
              <a:gd name="connsiteX4-2797" fmla="*/ 2558568 w 2563018"/>
              <a:gd name="connsiteY4-2798" fmla="*/ 1043175 h 2529385"/>
              <a:gd name="connsiteX5-2799" fmla="*/ 2562377 w 2563018"/>
              <a:gd name="connsiteY5-2800" fmla="*/ 1057231 h 2529385"/>
              <a:gd name="connsiteX6-2801" fmla="*/ 2550427 w 2563018"/>
              <a:gd name="connsiteY6-2802" fmla="*/ 1065631 h 2529385"/>
              <a:gd name="connsiteX7-2803" fmla="*/ 1951990 w 2563018"/>
              <a:gd name="connsiteY7-2804" fmla="*/ 1065631 h 2529385"/>
              <a:gd name="connsiteX8-2805" fmla="*/ 1939290 w 2563018"/>
              <a:gd name="connsiteY8-2806" fmla="*/ 1078331 h 2529385"/>
              <a:gd name="connsiteX9-2807" fmla="*/ 1939290 w 2563018"/>
              <a:gd name="connsiteY9-2808" fmla="*/ 2516733 h 2529385"/>
              <a:gd name="connsiteX10-2809" fmla="*/ 1926590 w 2563018"/>
              <a:gd name="connsiteY10-2810" fmla="*/ 2529385 h 2529385"/>
              <a:gd name="connsiteX11-2811" fmla="*/ 646430 w 2563018"/>
              <a:gd name="connsiteY11-2812" fmla="*/ 2529385 h 2529385"/>
              <a:gd name="connsiteX12-2813" fmla="*/ 646430 w 2563018"/>
              <a:gd name="connsiteY12-2814" fmla="*/ 2529385 h 2529385"/>
              <a:gd name="connsiteX13-2815" fmla="*/ 646430 w 2563018"/>
              <a:gd name="connsiteY13-2816" fmla="*/ 1065583 h 2529385"/>
              <a:gd name="connsiteX14-2817" fmla="*/ 646430 w 2563018"/>
              <a:gd name="connsiteY14-2818" fmla="*/ 1065632 h 2529385"/>
              <a:gd name="connsiteX15-2819" fmla="*/ 0 w 2563018"/>
              <a:gd name="connsiteY15-2820" fmla="*/ 1065632 h 2529385"/>
              <a:gd name="connsiteX16-2821" fmla="*/ 23342 w 2563018"/>
              <a:gd name="connsiteY16-2822" fmla="*/ 1057227 h 2529385"/>
              <a:gd name="connsiteX0-2823" fmla="*/ 23342 w 2563018"/>
              <a:gd name="connsiteY0-2824" fmla="*/ 1057227 h 2529385"/>
              <a:gd name="connsiteX1-2825" fmla="*/ 27197 w 2563018"/>
              <a:gd name="connsiteY1-2826" fmla="*/ 1043139 h 2529385"/>
              <a:gd name="connsiteX2-2827" fmla="*/ 1284810 w 2563018"/>
              <a:gd name="connsiteY2-2828" fmla="*/ 3028 h 2529385"/>
              <a:gd name="connsiteX3-2829" fmla="*/ 1300955 w 2563018"/>
              <a:gd name="connsiteY3-2830" fmla="*/ 3064 h 2529385"/>
              <a:gd name="connsiteX4-2831" fmla="*/ 2558568 w 2563018"/>
              <a:gd name="connsiteY4-2832" fmla="*/ 1043175 h 2529385"/>
              <a:gd name="connsiteX5-2833" fmla="*/ 2562377 w 2563018"/>
              <a:gd name="connsiteY5-2834" fmla="*/ 1057231 h 2529385"/>
              <a:gd name="connsiteX6-2835" fmla="*/ 2550427 w 2563018"/>
              <a:gd name="connsiteY6-2836" fmla="*/ 1065631 h 2529385"/>
              <a:gd name="connsiteX7-2837" fmla="*/ 1951990 w 2563018"/>
              <a:gd name="connsiteY7-2838" fmla="*/ 1065631 h 2529385"/>
              <a:gd name="connsiteX8-2839" fmla="*/ 1939290 w 2563018"/>
              <a:gd name="connsiteY8-2840" fmla="*/ 1078331 h 2529385"/>
              <a:gd name="connsiteX9-2841" fmla="*/ 1939290 w 2563018"/>
              <a:gd name="connsiteY9-2842" fmla="*/ 2516733 h 2529385"/>
              <a:gd name="connsiteX10-2843" fmla="*/ 1926590 w 2563018"/>
              <a:gd name="connsiteY10-2844" fmla="*/ 2529385 h 2529385"/>
              <a:gd name="connsiteX11-2845" fmla="*/ 659130 w 2563018"/>
              <a:gd name="connsiteY11-2846" fmla="*/ 2529385 h 2529385"/>
              <a:gd name="connsiteX12-2847" fmla="*/ 646430 w 2563018"/>
              <a:gd name="connsiteY12-2848" fmla="*/ 2529385 h 2529385"/>
              <a:gd name="connsiteX13-2849" fmla="*/ 646430 w 2563018"/>
              <a:gd name="connsiteY13-2850" fmla="*/ 1065583 h 2529385"/>
              <a:gd name="connsiteX14-2851" fmla="*/ 646430 w 2563018"/>
              <a:gd name="connsiteY14-2852" fmla="*/ 1065632 h 2529385"/>
              <a:gd name="connsiteX15-2853" fmla="*/ 0 w 2563018"/>
              <a:gd name="connsiteY15-2854" fmla="*/ 1065632 h 2529385"/>
              <a:gd name="connsiteX16-2855" fmla="*/ 23342 w 2563018"/>
              <a:gd name="connsiteY16-2856" fmla="*/ 1057227 h 2529385"/>
              <a:gd name="connsiteX0-2857" fmla="*/ 23342 w 2563018"/>
              <a:gd name="connsiteY0-2858" fmla="*/ 1057227 h 2529385"/>
              <a:gd name="connsiteX1-2859" fmla="*/ 27197 w 2563018"/>
              <a:gd name="connsiteY1-2860" fmla="*/ 1043139 h 2529385"/>
              <a:gd name="connsiteX2-2861" fmla="*/ 1284810 w 2563018"/>
              <a:gd name="connsiteY2-2862" fmla="*/ 3028 h 2529385"/>
              <a:gd name="connsiteX3-2863" fmla="*/ 1300955 w 2563018"/>
              <a:gd name="connsiteY3-2864" fmla="*/ 3064 h 2529385"/>
              <a:gd name="connsiteX4-2865" fmla="*/ 2558568 w 2563018"/>
              <a:gd name="connsiteY4-2866" fmla="*/ 1043175 h 2529385"/>
              <a:gd name="connsiteX5-2867" fmla="*/ 2562377 w 2563018"/>
              <a:gd name="connsiteY5-2868" fmla="*/ 1057231 h 2529385"/>
              <a:gd name="connsiteX6-2869" fmla="*/ 2550427 w 2563018"/>
              <a:gd name="connsiteY6-2870" fmla="*/ 1065631 h 2529385"/>
              <a:gd name="connsiteX7-2871" fmla="*/ 1951990 w 2563018"/>
              <a:gd name="connsiteY7-2872" fmla="*/ 1065631 h 2529385"/>
              <a:gd name="connsiteX8-2873" fmla="*/ 1939290 w 2563018"/>
              <a:gd name="connsiteY8-2874" fmla="*/ 1078331 h 2529385"/>
              <a:gd name="connsiteX9-2875" fmla="*/ 1939290 w 2563018"/>
              <a:gd name="connsiteY9-2876" fmla="*/ 2516733 h 2529385"/>
              <a:gd name="connsiteX10-2877" fmla="*/ 1926590 w 2563018"/>
              <a:gd name="connsiteY10-2878" fmla="*/ 2529385 h 2529385"/>
              <a:gd name="connsiteX11-2879" fmla="*/ 659130 w 2563018"/>
              <a:gd name="connsiteY11-2880" fmla="*/ 2529385 h 2529385"/>
              <a:gd name="connsiteX12-2881" fmla="*/ 646430 w 2563018"/>
              <a:gd name="connsiteY12-2882" fmla="*/ 2529385 h 2529385"/>
              <a:gd name="connsiteX13-2883" fmla="*/ 646430 w 2563018"/>
              <a:gd name="connsiteY13-2884" fmla="*/ 1065583 h 2529385"/>
              <a:gd name="connsiteX14-2885" fmla="*/ 646430 w 2563018"/>
              <a:gd name="connsiteY14-2886" fmla="*/ 1065632 h 2529385"/>
              <a:gd name="connsiteX15-2887" fmla="*/ 0 w 2563018"/>
              <a:gd name="connsiteY15-2888" fmla="*/ 1065632 h 2529385"/>
              <a:gd name="connsiteX16-2889" fmla="*/ 23342 w 2563018"/>
              <a:gd name="connsiteY16-2890" fmla="*/ 1057227 h 2529385"/>
              <a:gd name="connsiteX0-2891" fmla="*/ 23342 w 2563018"/>
              <a:gd name="connsiteY0-2892" fmla="*/ 1057227 h 2529385"/>
              <a:gd name="connsiteX1-2893" fmla="*/ 27197 w 2563018"/>
              <a:gd name="connsiteY1-2894" fmla="*/ 1043139 h 2529385"/>
              <a:gd name="connsiteX2-2895" fmla="*/ 1284810 w 2563018"/>
              <a:gd name="connsiteY2-2896" fmla="*/ 3028 h 2529385"/>
              <a:gd name="connsiteX3-2897" fmla="*/ 1300955 w 2563018"/>
              <a:gd name="connsiteY3-2898" fmla="*/ 3064 h 2529385"/>
              <a:gd name="connsiteX4-2899" fmla="*/ 2558568 w 2563018"/>
              <a:gd name="connsiteY4-2900" fmla="*/ 1043175 h 2529385"/>
              <a:gd name="connsiteX5-2901" fmla="*/ 2562377 w 2563018"/>
              <a:gd name="connsiteY5-2902" fmla="*/ 1057231 h 2529385"/>
              <a:gd name="connsiteX6-2903" fmla="*/ 2550427 w 2563018"/>
              <a:gd name="connsiteY6-2904" fmla="*/ 1065631 h 2529385"/>
              <a:gd name="connsiteX7-2905" fmla="*/ 1951990 w 2563018"/>
              <a:gd name="connsiteY7-2906" fmla="*/ 1065631 h 2529385"/>
              <a:gd name="connsiteX8-2907" fmla="*/ 1939290 w 2563018"/>
              <a:gd name="connsiteY8-2908" fmla="*/ 1078331 h 2529385"/>
              <a:gd name="connsiteX9-2909" fmla="*/ 1939290 w 2563018"/>
              <a:gd name="connsiteY9-2910" fmla="*/ 2516733 h 2529385"/>
              <a:gd name="connsiteX10-2911" fmla="*/ 1926590 w 2563018"/>
              <a:gd name="connsiteY10-2912" fmla="*/ 2529385 h 2529385"/>
              <a:gd name="connsiteX11-2913" fmla="*/ 659130 w 2563018"/>
              <a:gd name="connsiteY11-2914" fmla="*/ 2529385 h 2529385"/>
              <a:gd name="connsiteX12-2915" fmla="*/ 646430 w 2563018"/>
              <a:gd name="connsiteY12-2916" fmla="*/ 2529385 h 2529385"/>
              <a:gd name="connsiteX13-2917" fmla="*/ 646430 w 2563018"/>
              <a:gd name="connsiteY13-2918" fmla="*/ 1065583 h 2529385"/>
              <a:gd name="connsiteX14-2919" fmla="*/ 646430 w 2563018"/>
              <a:gd name="connsiteY14-2920" fmla="*/ 1065632 h 2529385"/>
              <a:gd name="connsiteX15-2921" fmla="*/ 0 w 2563018"/>
              <a:gd name="connsiteY15-2922" fmla="*/ 1065632 h 2529385"/>
              <a:gd name="connsiteX16-2923" fmla="*/ 23342 w 2563018"/>
              <a:gd name="connsiteY16-2924" fmla="*/ 1057227 h 2529385"/>
              <a:gd name="connsiteX0-2925" fmla="*/ 23342 w 2563018"/>
              <a:gd name="connsiteY0-2926" fmla="*/ 1057227 h 2529385"/>
              <a:gd name="connsiteX1-2927" fmla="*/ 27197 w 2563018"/>
              <a:gd name="connsiteY1-2928" fmla="*/ 1043139 h 2529385"/>
              <a:gd name="connsiteX2-2929" fmla="*/ 1284810 w 2563018"/>
              <a:gd name="connsiteY2-2930" fmla="*/ 3028 h 2529385"/>
              <a:gd name="connsiteX3-2931" fmla="*/ 1300955 w 2563018"/>
              <a:gd name="connsiteY3-2932" fmla="*/ 3064 h 2529385"/>
              <a:gd name="connsiteX4-2933" fmla="*/ 2558568 w 2563018"/>
              <a:gd name="connsiteY4-2934" fmla="*/ 1043175 h 2529385"/>
              <a:gd name="connsiteX5-2935" fmla="*/ 2562377 w 2563018"/>
              <a:gd name="connsiteY5-2936" fmla="*/ 1057231 h 2529385"/>
              <a:gd name="connsiteX6-2937" fmla="*/ 2550427 w 2563018"/>
              <a:gd name="connsiteY6-2938" fmla="*/ 1065631 h 2529385"/>
              <a:gd name="connsiteX7-2939" fmla="*/ 1951990 w 2563018"/>
              <a:gd name="connsiteY7-2940" fmla="*/ 1065631 h 2529385"/>
              <a:gd name="connsiteX8-2941" fmla="*/ 1939290 w 2563018"/>
              <a:gd name="connsiteY8-2942" fmla="*/ 1078331 h 2529385"/>
              <a:gd name="connsiteX9-2943" fmla="*/ 1939290 w 2563018"/>
              <a:gd name="connsiteY9-2944" fmla="*/ 2516733 h 2529385"/>
              <a:gd name="connsiteX10-2945" fmla="*/ 1926590 w 2563018"/>
              <a:gd name="connsiteY10-2946" fmla="*/ 2529385 h 2529385"/>
              <a:gd name="connsiteX11-2947" fmla="*/ 659130 w 2563018"/>
              <a:gd name="connsiteY11-2948" fmla="*/ 2529385 h 2529385"/>
              <a:gd name="connsiteX12-2949" fmla="*/ 646430 w 2563018"/>
              <a:gd name="connsiteY12-2950" fmla="*/ 2516685 h 2529385"/>
              <a:gd name="connsiteX13-2951" fmla="*/ 646430 w 2563018"/>
              <a:gd name="connsiteY13-2952" fmla="*/ 1065583 h 2529385"/>
              <a:gd name="connsiteX14-2953" fmla="*/ 646430 w 2563018"/>
              <a:gd name="connsiteY14-2954" fmla="*/ 1065632 h 2529385"/>
              <a:gd name="connsiteX15-2955" fmla="*/ 0 w 2563018"/>
              <a:gd name="connsiteY15-2956" fmla="*/ 1065632 h 2529385"/>
              <a:gd name="connsiteX16-2957" fmla="*/ 23342 w 2563018"/>
              <a:gd name="connsiteY16-2958" fmla="*/ 1057227 h 2529385"/>
              <a:gd name="connsiteX0-2959" fmla="*/ 23342 w 2563018"/>
              <a:gd name="connsiteY0-2960" fmla="*/ 1057227 h 2529385"/>
              <a:gd name="connsiteX1-2961" fmla="*/ 27197 w 2563018"/>
              <a:gd name="connsiteY1-2962" fmla="*/ 1043139 h 2529385"/>
              <a:gd name="connsiteX2-2963" fmla="*/ 1284810 w 2563018"/>
              <a:gd name="connsiteY2-2964" fmla="*/ 3028 h 2529385"/>
              <a:gd name="connsiteX3-2965" fmla="*/ 1300955 w 2563018"/>
              <a:gd name="connsiteY3-2966" fmla="*/ 3064 h 2529385"/>
              <a:gd name="connsiteX4-2967" fmla="*/ 2558568 w 2563018"/>
              <a:gd name="connsiteY4-2968" fmla="*/ 1043175 h 2529385"/>
              <a:gd name="connsiteX5-2969" fmla="*/ 2562377 w 2563018"/>
              <a:gd name="connsiteY5-2970" fmla="*/ 1057231 h 2529385"/>
              <a:gd name="connsiteX6-2971" fmla="*/ 2550427 w 2563018"/>
              <a:gd name="connsiteY6-2972" fmla="*/ 1065631 h 2529385"/>
              <a:gd name="connsiteX7-2973" fmla="*/ 1951990 w 2563018"/>
              <a:gd name="connsiteY7-2974" fmla="*/ 1065631 h 2529385"/>
              <a:gd name="connsiteX8-2975" fmla="*/ 1939290 w 2563018"/>
              <a:gd name="connsiteY8-2976" fmla="*/ 1078331 h 2529385"/>
              <a:gd name="connsiteX9-2977" fmla="*/ 1939290 w 2563018"/>
              <a:gd name="connsiteY9-2978" fmla="*/ 2516733 h 2529385"/>
              <a:gd name="connsiteX10-2979" fmla="*/ 1926590 w 2563018"/>
              <a:gd name="connsiteY10-2980" fmla="*/ 2529385 h 2529385"/>
              <a:gd name="connsiteX11-2981" fmla="*/ 659130 w 2563018"/>
              <a:gd name="connsiteY11-2982" fmla="*/ 2529385 h 2529385"/>
              <a:gd name="connsiteX12-2983" fmla="*/ 646430 w 2563018"/>
              <a:gd name="connsiteY12-2984" fmla="*/ 2516685 h 2529385"/>
              <a:gd name="connsiteX13-2985" fmla="*/ 646430 w 2563018"/>
              <a:gd name="connsiteY13-2986" fmla="*/ 1065583 h 2529385"/>
              <a:gd name="connsiteX14-2987" fmla="*/ 646430 w 2563018"/>
              <a:gd name="connsiteY14-2988" fmla="*/ 1065632 h 2529385"/>
              <a:gd name="connsiteX15-2989" fmla="*/ 0 w 2563018"/>
              <a:gd name="connsiteY15-2990" fmla="*/ 1065632 h 2529385"/>
              <a:gd name="connsiteX16-2991" fmla="*/ 23342 w 2563018"/>
              <a:gd name="connsiteY16-2992" fmla="*/ 1057227 h 2529385"/>
              <a:gd name="connsiteX0-2993" fmla="*/ 23342 w 2563018"/>
              <a:gd name="connsiteY0-2994" fmla="*/ 1057227 h 2529385"/>
              <a:gd name="connsiteX1-2995" fmla="*/ 27197 w 2563018"/>
              <a:gd name="connsiteY1-2996" fmla="*/ 1043139 h 2529385"/>
              <a:gd name="connsiteX2-2997" fmla="*/ 1284810 w 2563018"/>
              <a:gd name="connsiteY2-2998" fmla="*/ 3028 h 2529385"/>
              <a:gd name="connsiteX3-2999" fmla="*/ 1300955 w 2563018"/>
              <a:gd name="connsiteY3-3000" fmla="*/ 3064 h 2529385"/>
              <a:gd name="connsiteX4-3001" fmla="*/ 2558568 w 2563018"/>
              <a:gd name="connsiteY4-3002" fmla="*/ 1043175 h 2529385"/>
              <a:gd name="connsiteX5-3003" fmla="*/ 2562377 w 2563018"/>
              <a:gd name="connsiteY5-3004" fmla="*/ 1057231 h 2529385"/>
              <a:gd name="connsiteX6-3005" fmla="*/ 2550427 w 2563018"/>
              <a:gd name="connsiteY6-3006" fmla="*/ 1065631 h 2529385"/>
              <a:gd name="connsiteX7-3007" fmla="*/ 1951990 w 2563018"/>
              <a:gd name="connsiteY7-3008" fmla="*/ 1065631 h 2529385"/>
              <a:gd name="connsiteX8-3009" fmla="*/ 1939290 w 2563018"/>
              <a:gd name="connsiteY8-3010" fmla="*/ 1078331 h 2529385"/>
              <a:gd name="connsiteX9-3011" fmla="*/ 1939290 w 2563018"/>
              <a:gd name="connsiteY9-3012" fmla="*/ 2516733 h 2529385"/>
              <a:gd name="connsiteX10-3013" fmla="*/ 1926590 w 2563018"/>
              <a:gd name="connsiteY10-3014" fmla="*/ 2529385 h 2529385"/>
              <a:gd name="connsiteX11-3015" fmla="*/ 659130 w 2563018"/>
              <a:gd name="connsiteY11-3016" fmla="*/ 2529385 h 2529385"/>
              <a:gd name="connsiteX12-3017" fmla="*/ 646430 w 2563018"/>
              <a:gd name="connsiteY12-3018" fmla="*/ 2516685 h 2529385"/>
              <a:gd name="connsiteX13-3019" fmla="*/ 646430 w 2563018"/>
              <a:gd name="connsiteY13-3020" fmla="*/ 1065583 h 2529385"/>
              <a:gd name="connsiteX14-3021" fmla="*/ 646430 w 2563018"/>
              <a:gd name="connsiteY14-3022" fmla="*/ 1065632 h 2529385"/>
              <a:gd name="connsiteX15-3023" fmla="*/ 0 w 2563018"/>
              <a:gd name="connsiteY15-3024" fmla="*/ 1065632 h 2529385"/>
              <a:gd name="connsiteX16-3025" fmla="*/ 23342 w 2563018"/>
              <a:gd name="connsiteY16-3026" fmla="*/ 1057227 h 2529385"/>
              <a:gd name="connsiteX0-3027" fmla="*/ 23342 w 2563018"/>
              <a:gd name="connsiteY0-3028" fmla="*/ 1057227 h 2529385"/>
              <a:gd name="connsiteX1-3029" fmla="*/ 27197 w 2563018"/>
              <a:gd name="connsiteY1-3030" fmla="*/ 1043139 h 2529385"/>
              <a:gd name="connsiteX2-3031" fmla="*/ 1284810 w 2563018"/>
              <a:gd name="connsiteY2-3032" fmla="*/ 3028 h 2529385"/>
              <a:gd name="connsiteX3-3033" fmla="*/ 1300955 w 2563018"/>
              <a:gd name="connsiteY3-3034" fmla="*/ 3064 h 2529385"/>
              <a:gd name="connsiteX4-3035" fmla="*/ 2558568 w 2563018"/>
              <a:gd name="connsiteY4-3036" fmla="*/ 1043175 h 2529385"/>
              <a:gd name="connsiteX5-3037" fmla="*/ 2562377 w 2563018"/>
              <a:gd name="connsiteY5-3038" fmla="*/ 1057231 h 2529385"/>
              <a:gd name="connsiteX6-3039" fmla="*/ 2550427 w 2563018"/>
              <a:gd name="connsiteY6-3040" fmla="*/ 1065631 h 2529385"/>
              <a:gd name="connsiteX7-3041" fmla="*/ 1951990 w 2563018"/>
              <a:gd name="connsiteY7-3042" fmla="*/ 1065631 h 2529385"/>
              <a:gd name="connsiteX8-3043" fmla="*/ 1939290 w 2563018"/>
              <a:gd name="connsiteY8-3044" fmla="*/ 1078331 h 2529385"/>
              <a:gd name="connsiteX9-3045" fmla="*/ 1939290 w 2563018"/>
              <a:gd name="connsiteY9-3046" fmla="*/ 2516733 h 2529385"/>
              <a:gd name="connsiteX10-3047" fmla="*/ 1926590 w 2563018"/>
              <a:gd name="connsiteY10-3048" fmla="*/ 2529385 h 2529385"/>
              <a:gd name="connsiteX11-3049" fmla="*/ 659130 w 2563018"/>
              <a:gd name="connsiteY11-3050" fmla="*/ 2529385 h 2529385"/>
              <a:gd name="connsiteX12-3051" fmla="*/ 646430 w 2563018"/>
              <a:gd name="connsiteY12-3052" fmla="*/ 2516685 h 2529385"/>
              <a:gd name="connsiteX13-3053" fmla="*/ 646430 w 2563018"/>
              <a:gd name="connsiteY13-3054" fmla="*/ 1078282 h 2529385"/>
              <a:gd name="connsiteX14-3055" fmla="*/ 646430 w 2563018"/>
              <a:gd name="connsiteY14-3056" fmla="*/ 1065632 h 2529385"/>
              <a:gd name="connsiteX15-3057" fmla="*/ 0 w 2563018"/>
              <a:gd name="connsiteY15-3058" fmla="*/ 1065632 h 2529385"/>
              <a:gd name="connsiteX16-3059" fmla="*/ 23342 w 2563018"/>
              <a:gd name="connsiteY16-3060" fmla="*/ 1057227 h 2529385"/>
              <a:gd name="connsiteX0-3061" fmla="*/ 23342 w 2563018"/>
              <a:gd name="connsiteY0-3062" fmla="*/ 1057227 h 2529385"/>
              <a:gd name="connsiteX1-3063" fmla="*/ 27197 w 2563018"/>
              <a:gd name="connsiteY1-3064" fmla="*/ 1043139 h 2529385"/>
              <a:gd name="connsiteX2-3065" fmla="*/ 1284810 w 2563018"/>
              <a:gd name="connsiteY2-3066" fmla="*/ 3028 h 2529385"/>
              <a:gd name="connsiteX3-3067" fmla="*/ 1300955 w 2563018"/>
              <a:gd name="connsiteY3-3068" fmla="*/ 3064 h 2529385"/>
              <a:gd name="connsiteX4-3069" fmla="*/ 2558568 w 2563018"/>
              <a:gd name="connsiteY4-3070" fmla="*/ 1043175 h 2529385"/>
              <a:gd name="connsiteX5-3071" fmla="*/ 2562377 w 2563018"/>
              <a:gd name="connsiteY5-3072" fmla="*/ 1057231 h 2529385"/>
              <a:gd name="connsiteX6-3073" fmla="*/ 2550427 w 2563018"/>
              <a:gd name="connsiteY6-3074" fmla="*/ 1065631 h 2529385"/>
              <a:gd name="connsiteX7-3075" fmla="*/ 1951990 w 2563018"/>
              <a:gd name="connsiteY7-3076" fmla="*/ 1065631 h 2529385"/>
              <a:gd name="connsiteX8-3077" fmla="*/ 1939290 w 2563018"/>
              <a:gd name="connsiteY8-3078" fmla="*/ 1078331 h 2529385"/>
              <a:gd name="connsiteX9-3079" fmla="*/ 1939290 w 2563018"/>
              <a:gd name="connsiteY9-3080" fmla="*/ 2516733 h 2529385"/>
              <a:gd name="connsiteX10-3081" fmla="*/ 1926590 w 2563018"/>
              <a:gd name="connsiteY10-3082" fmla="*/ 2529385 h 2529385"/>
              <a:gd name="connsiteX11-3083" fmla="*/ 659130 w 2563018"/>
              <a:gd name="connsiteY11-3084" fmla="*/ 2529385 h 2529385"/>
              <a:gd name="connsiteX12-3085" fmla="*/ 646430 w 2563018"/>
              <a:gd name="connsiteY12-3086" fmla="*/ 2516685 h 2529385"/>
              <a:gd name="connsiteX13-3087" fmla="*/ 646430 w 2563018"/>
              <a:gd name="connsiteY13-3088" fmla="*/ 1078282 h 2529385"/>
              <a:gd name="connsiteX14-3089" fmla="*/ 646430 w 2563018"/>
              <a:gd name="connsiteY14-3090" fmla="*/ 1065632 h 2529385"/>
              <a:gd name="connsiteX15-3091" fmla="*/ 0 w 2563018"/>
              <a:gd name="connsiteY15-3092" fmla="*/ 1065632 h 2529385"/>
              <a:gd name="connsiteX16-3093" fmla="*/ 23342 w 2563018"/>
              <a:gd name="connsiteY16-3094" fmla="*/ 1057227 h 2529385"/>
              <a:gd name="connsiteX0-3095" fmla="*/ 23342 w 2563018"/>
              <a:gd name="connsiteY0-3096" fmla="*/ 1057227 h 2529385"/>
              <a:gd name="connsiteX1-3097" fmla="*/ 27197 w 2563018"/>
              <a:gd name="connsiteY1-3098" fmla="*/ 1043139 h 2529385"/>
              <a:gd name="connsiteX2-3099" fmla="*/ 1284810 w 2563018"/>
              <a:gd name="connsiteY2-3100" fmla="*/ 3028 h 2529385"/>
              <a:gd name="connsiteX3-3101" fmla="*/ 1300955 w 2563018"/>
              <a:gd name="connsiteY3-3102" fmla="*/ 3064 h 2529385"/>
              <a:gd name="connsiteX4-3103" fmla="*/ 2558568 w 2563018"/>
              <a:gd name="connsiteY4-3104" fmla="*/ 1043175 h 2529385"/>
              <a:gd name="connsiteX5-3105" fmla="*/ 2562377 w 2563018"/>
              <a:gd name="connsiteY5-3106" fmla="*/ 1057231 h 2529385"/>
              <a:gd name="connsiteX6-3107" fmla="*/ 2550427 w 2563018"/>
              <a:gd name="connsiteY6-3108" fmla="*/ 1065631 h 2529385"/>
              <a:gd name="connsiteX7-3109" fmla="*/ 1951990 w 2563018"/>
              <a:gd name="connsiteY7-3110" fmla="*/ 1065631 h 2529385"/>
              <a:gd name="connsiteX8-3111" fmla="*/ 1939290 w 2563018"/>
              <a:gd name="connsiteY8-3112" fmla="*/ 1078331 h 2529385"/>
              <a:gd name="connsiteX9-3113" fmla="*/ 1939290 w 2563018"/>
              <a:gd name="connsiteY9-3114" fmla="*/ 2516733 h 2529385"/>
              <a:gd name="connsiteX10-3115" fmla="*/ 1926590 w 2563018"/>
              <a:gd name="connsiteY10-3116" fmla="*/ 2529385 h 2529385"/>
              <a:gd name="connsiteX11-3117" fmla="*/ 659130 w 2563018"/>
              <a:gd name="connsiteY11-3118" fmla="*/ 2529385 h 2529385"/>
              <a:gd name="connsiteX12-3119" fmla="*/ 646430 w 2563018"/>
              <a:gd name="connsiteY12-3120" fmla="*/ 2516685 h 2529385"/>
              <a:gd name="connsiteX13-3121" fmla="*/ 646430 w 2563018"/>
              <a:gd name="connsiteY13-3122" fmla="*/ 1078282 h 2529385"/>
              <a:gd name="connsiteX14-3123" fmla="*/ 646430 w 2563018"/>
              <a:gd name="connsiteY14-3124" fmla="*/ 1065632 h 2529385"/>
              <a:gd name="connsiteX15-3125" fmla="*/ 0 w 2563018"/>
              <a:gd name="connsiteY15-3126" fmla="*/ 1065632 h 2529385"/>
              <a:gd name="connsiteX16-3127" fmla="*/ 23342 w 2563018"/>
              <a:gd name="connsiteY16-3128" fmla="*/ 1057227 h 2529385"/>
              <a:gd name="connsiteX0-3129" fmla="*/ 23342 w 2563018"/>
              <a:gd name="connsiteY0-3130" fmla="*/ 1057227 h 2529385"/>
              <a:gd name="connsiteX1-3131" fmla="*/ 27197 w 2563018"/>
              <a:gd name="connsiteY1-3132" fmla="*/ 1043139 h 2529385"/>
              <a:gd name="connsiteX2-3133" fmla="*/ 1284810 w 2563018"/>
              <a:gd name="connsiteY2-3134" fmla="*/ 3028 h 2529385"/>
              <a:gd name="connsiteX3-3135" fmla="*/ 1300955 w 2563018"/>
              <a:gd name="connsiteY3-3136" fmla="*/ 3064 h 2529385"/>
              <a:gd name="connsiteX4-3137" fmla="*/ 2558568 w 2563018"/>
              <a:gd name="connsiteY4-3138" fmla="*/ 1043175 h 2529385"/>
              <a:gd name="connsiteX5-3139" fmla="*/ 2562377 w 2563018"/>
              <a:gd name="connsiteY5-3140" fmla="*/ 1057231 h 2529385"/>
              <a:gd name="connsiteX6-3141" fmla="*/ 2550427 w 2563018"/>
              <a:gd name="connsiteY6-3142" fmla="*/ 1065631 h 2529385"/>
              <a:gd name="connsiteX7-3143" fmla="*/ 1951990 w 2563018"/>
              <a:gd name="connsiteY7-3144" fmla="*/ 1065631 h 2529385"/>
              <a:gd name="connsiteX8-3145" fmla="*/ 1939290 w 2563018"/>
              <a:gd name="connsiteY8-3146" fmla="*/ 1078331 h 2529385"/>
              <a:gd name="connsiteX9-3147" fmla="*/ 1939290 w 2563018"/>
              <a:gd name="connsiteY9-3148" fmla="*/ 2516733 h 2529385"/>
              <a:gd name="connsiteX10-3149" fmla="*/ 1926590 w 2563018"/>
              <a:gd name="connsiteY10-3150" fmla="*/ 2529385 h 2529385"/>
              <a:gd name="connsiteX11-3151" fmla="*/ 659130 w 2563018"/>
              <a:gd name="connsiteY11-3152" fmla="*/ 2529385 h 2529385"/>
              <a:gd name="connsiteX12-3153" fmla="*/ 646430 w 2563018"/>
              <a:gd name="connsiteY12-3154" fmla="*/ 2516685 h 2529385"/>
              <a:gd name="connsiteX13-3155" fmla="*/ 646430 w 2563018"/>
              <a:gd name="connsiteY13-3156" fmla="*/ 1078282 h 2529385"/>
              <a:gd name="connsiteX14-3157" fmla="*/ 633730 w 2563018"/>
              <a:gd name="connsiteY14-3158" fmla="*/ 1065632 h 2529385"/>
              <a:gd name="connsiteX15-3159" fmla="*/ 0 w 2563018"/>
              <a:gd name="connsiteY15-3160" fmla="*/ 1065632 h 2529385"/>
              <a:gd name="connsiteX16-3161" fmla="*/ 23342 w 2563018"/>
              <a:gd name="connsiteY16-3162" fmla="*/ 1057227 h 2529385"/>
              <a:gd name="connsiteX0-3163" fmla="*/ 23342 w 2563018"/>
              <a:gd name="connsiteY0-3164" fmla="*/ 1057227 h 2529385"/>
              <a:gd name="connsiteX1-3165" fmla="*/ 27197 w 2563018"/>
              <a:gd name="connsiteY1-3166" fmla="*/ 1043139 h 2529385"/>
              <a:gd name="connsiteX2-3167" fmla="*/ 1284810 w 2563018"/>
              <a:gd name="connsiteY2-3168" fmla="*/ 3028 h 2529385"/>
              <a:gd name="connsiteX3-3169" fmla="*/ 1300955 w 2563018"/>
              <a:gd name="connsiteY3-3170" fmla="*/ 3064 h 2529385"/>
              <a:gd name="connsiteX4-3171" fmla="*/ 2558568 w 2563018"/>
              <a:gd name="connsiteY4-3172" fmla="*/ 1043175 h 2529385"/>
              <a:gd name="connsiteX5-3173" fmla="*/ 2562377 w 2563018"/>
              <a:gd name="connsiteY5-3174" fmla="*/ 1057231 h 2529385"/>
              <a:gd name="connsiteX6-3175" fmla="*/ 2550427 w 2563018"/>
              <a:gd name="connsiteY6-3176" fmla="*/ 1065631 h 2529385"/>
              <a:gd name="connsiteX7-3177" fmla="*/ 1951990 w 2563018"/>
              <a:gd name="connsiteY7-3178" fmla="*/ 1065631 h 2529385"/>
              <a:gd name="connsiteX8-3179" fmla="*/ 1939290 w 2563018"/>
              <a:gd name="connsiteY8-3180" fmla="*/ 1078331 h 2529385"/>
              <a:gd name="connsiteX9-3181" fmla="*/ 1939290 w 2563018"/>
              <a:gd name="connsiteY9-3182" fmla="*/ 2516733 h 2529385"/>
              <a:gd name="connsiteX10-3183" fmla="*/ 1926590 w 2563018"/>
              <a:gd name="connsiteY10-3184" fmla="*/ 2529385 h 2529385"/>
              <a:gd name="connsiteX11-3185" fmla="*/ 659130 w 2563018"/>
              <a:gd name="connsiteY11-3186" fmla="*/ 2529385 h 2529385"/>
              <a:gd name="connsiteX12-3187" fmla="*/ 646430 w 2563018"/>
              <a:gd name="connsiteY12-3188" fmla="*/ 2516685 h 2529385"/>
              <a:gd name="connsiteX13-3189" fmla="*/ 646430 w 2563018"/>
              <a:gd name="connsiteY13-3190" fmla="*/ 1078282 h 2529385"/>
              <a:gd name="connsiteX14-3191" fmla="*/ 633730 w 2563018"/>
              <a:gd name="connsiteY14-3192" fmla="*/ 1065632 h 2529385"/>
              <a:gd name="connsiteX15-3193" fmla="*/ 0 w 2563018"/>
              <a:gd name="connsiteY15-3194" fmla="*/ 1065632 h 2529385"/>
              <a:gd name="connsiteX16-3195" fmla="*/ 23342 w 2563018"/>
              <a:gd name="connsiteY16-3196" fmla="*/ 1057227 h 2529385"/>
              <a:gd name="connsiteX0-3197" fmla="*/ 23342 w 2563018"/>
              <a:gd name="connsiteY0-3198" fmla="*/ 1057227 h 2529385"/>
              <a:gd name="connsiteX1-3199" fmla="*/ 27197 w 2563018"/>
              <a:gd name="connsiteY1-3200" fmla="*/ 1043139 h 2529385"/>
              <a:gd name="connsiteX2-3201" fmla="*/ 1284810 w 2563018"/>
              <a:gd name="connsiteY2-3202" fmla="*/ 3028 h 2529385"/>
              <a:gd name="connsiteX3-3203" fmla="*/ 1300955 w 2563018"/>
              <a:gd name="connsiteY3-3204" fmla="*/ 3064 h 2529385"/>
              <a:gd name="connsiteX4-3205" fmla="*/ 2558568 w 2563018"/>
              <a:gd name="connsiteY4-3206" fmla="*/ 1043175 h 2529385"/>
              <a:gd name="connsiteX5-3207" fmla="*/ 2562377 w 2563018"/>
              <a:gd name="connsiteY5-3208" fmla="*/ 1057231 h 2529385"/>
              <a:gd name="connsiteX6-3209" fmla="*/ 2550427 w 2563018"/>
              <a:gd name="connsiteY6-3210" fmla="*/ 1065631 h 2529385"/>
              <a:gd name="connsiteX7-3211" fmla="*/ 1951990 w 2563018"/>
              <a:gd name="connsiteY7-3212" fmla="*/ 1065631 h 2529385"/>
              <a:gd name="connsiteX8-3213" fmla="*/ 1939290 w 2563018"/>
              <a:gd name="connsiteY8-3214" fmla="*/ 1078331 h 2529385"/>
              <a:gd name="connsiteX9-3215" fmla="*/ 1939290 w 2563018"/>
              <a:gd name="connsiteY9-3216" fmla="*/ 2516733 h 2529385"/>
              <a:gd name="connsiteX10-3217" fmla="*/ 1926590 w 2563018"/>
              <a:gd name="connsiteY10-3218" fmla="*/ 2529385 h 2529385"/>
              <a:gd name="connsiteX11-3219" fmla="*/ 659130 w 2563018"/>
              <a:gd name="connsiteY11-3220" fmla="*/ 2529385 h 2529385"/>
              <a:gd name="connsiteX12-3221" fmla="*/ 646430 w 2563018"/>
              <a:gd name="connsiteY12-3222" fmla="*/ 2516685 h 2529385"/>
              <a:gd name="connsiteX13-3223" fmla="*/ 646430 w 2563018"/>
              <a:gd name="connsiteY13-3224" fmla="*/ 1078282 h 2529385"/>
              <a:gd name="connsiteX14-3225" fmla="*/ 633730 w 2563018"/>
              <a:gd name="connsiteY14-3226" fmla="*/ 1065632 h 2529385"/>
              <a:gd name="connsiteX15-3227" fmla="*/ 0 w 2563018"/>
              <a:gd name="connsiteY15-3228" fmla="*/ 1065632 h 2529385"/>
              <a:gd name="connsiteX16-3229" fmla="*/ 23342 w 2563018"/>
              <a:gd name="connsiteY16-3230" fmla="*/ 1057227 h 2529385"/>
              <a:gd name="connsiteX0-3231" fmla="*/ 7051 w 2546727"/>
              <a:gd name="connsiteY0-3232" fmla="*/ 1057227 h 2529385"/>
              <a:gd name="connsiteX1-3233" fmla="*/ 10906 w 2546727"/>
              <a:gd name="connsiteY1-3234" fmla="*/ 1043139 h 2529385"/>
              <a:gd name="connsiteX2-3235" fmla="*/ 1268519 w 2546727"/>
              <a:gd name="connsiteY2-3236" fmla="*/ 3028 h 2529385"/>
              <a:gd name="connsiteX3-3237" fmla="*/ 1284664 w 2546727"/>
              <a:gd name="connsiteY3-3238" fmla="*/ 3064 h 2529385"/>
              <a:gd name="connsiteX4-3239" fmla="*/ 2542277 w 2546727"/>
              <a:gd name="connsiteY4-3240" fmla="*/ 1043175 h 2529385"/>
              <a:gd name="connsiteX5-3241" fmla="*/ 2546086 w 2546727"/>
              <a:gd name="connsiteY5-3242" fmla="*/ 1057231 h 2529385"/>
              <a:gd name="connsiteX6-3243" fmla="*/ 2534136 w 2546727"/>
              <a:gd name="connsiteY6-3244" fmla="*/ 1065631 h 2529385"/>
              <a:gd name="connsiteX7-3245" fmla="*/ 1935699 w 2546727"/>
              <a:gd name="connsiteY7-3246" fmla="*/ 1065631 h 2529385"/>
              <a:gd name="connsiteX8-3247" fmla="*/ 1922999 w 2546727"/>
              <a:gd name="connsiteY8-3248" fmla="*/ 1078331 h 2529385"/>
              <a:gd name="connsiteX9-3249" fmla="*/ 1922999 w 2546727"/>
              <a:gd name="connsiteY9-3250" fmla="*/ 2516733 h 2529385"/>
              <a:gd name="connsiteX10-3251" fmla="*/ 1910299 w 2546727"/>
              <a:gd name="connsiteY10-3252" fmla="*/ 2529385 h 2529385"/>
              <a:gd name="connsiteX11-3253" fmla="*/ 642839 w 2546727"/>
              <a:gd name="connsiteY11-3254" fmla="*/ 2529385 h 2529385"/>
              <a:gd name="connsiteX12-3255" fmla="*/ 630139 w 2546727"/>
              <a:gd name="connsiteY12-3256" fmla="*/ 2516685 h 2529385"/>
              <a:gd name="connsiteX13-3257" fmla="*/ 630139 w 2546727"/>
              <a:gd name="connsiteY13-3258" fmla="*/ 1078282 h 2529385"/>
              <a:gd name="connsiteX14-3259" fmla="*/ 617439 w 2546727"/>
              <a:gd name="connsiteY14-3260" fmla="*/ 1065632 h 2529385"/>
              <a:gd name="connsiteX15-3261" fmla="*/ 19002 w 2546727"/>
              <a:gd name="connsiteY15-3262" fmla="*/ 1065632 h 2529385"/>
              <a:gd name="connsiteX16-3263" fmla="*/ 7051 w 2546727"/>
              <a:gd name="connsiteY16-3264" fmla="*/ 1057227 h 2529385"/>
              <a:gd name="connsiteX0-3265" fmla="*/ 634 w 2540310"/>
              <a:gd name="connsiteY0-3266" fmla="*/ 1057227 h 2529385"/>
              <a:gd name="connsiteX1-3267" fmla="*/ 4489 w 2540310"/>
              <a:gd name="connsiteY1-3268" fmla="*/ 1043139 h 2529385"/>
              <a:gd name="connsiteX2-3269" fmla="*/ 1262102 w 2540310"/>
              <a:gd name="connsiteY2-3270" fmla="*/ 3028 h 2529385"/>
              <a:gd name="connsiteX3-3271" fmla="*/ 1278247 w 2540310"/>
              <a:gd name="connsiteY3-3272" fmla="*/ 3064 h 2529385"/>
              <a:gd name="connsiteX4-3273" fmla="*/ 2535860 w 2540310"/>
              <a:gd name="connsiteY4-3274" fmla="*/ 1043175 h 2529385"/>
              <a:gd name="connsiteX5-3275" fmla="*/ 2539669 w 2540310"/>
              <a:gd name="connsiteY5-3276" fmla="*/ 1057231 h 2529385"/>
              <a:gd name="connsiteX6-3277" fmla="*/ 2527719 w 2540310"/>
              <a:gd name="connsiteY6-3278" fmla="*/ 1065631 h 2529385"/>
              <a:gd name="connsiteX7-3279" fmla="*/ 1929282 w 2540310"/>
              <a:gd name="connsiteY7-3280" fmla="*/ 1065631 h 2529385"/>
              <a:gd name="connsiteX8-3281" fmla="*/ 1916582 w 2540310"/>
              <a:gd name="connsiteY8-3282" fmla="*/ 1078331 h 2529385"/>
              <a:gd name="connsiteX9-3283" fmla="*/ 1916582 w 2540310"/>
              <a:gd name="connsiteY9-3284" fmla="*/ 2516733 h 2529385"/>
              <a:gd name="connsiteX10-3285" fmla="*/ 1903882 w 2540310"/>
              <a:gd name="connsiteY10-3286" fmla="*/ 2529385 h 2529385"/>
              <a:gd name="connsiteX11-3287" fmla="*/ 636422 w 2540310"/>
              <a:gd name="connsiteY11-3288" fmla="*/ 2529385 h 2529385"/>
              <a:gd name="connsiteX12-3289" fmla="*/ 623722 w 2540310"/>
              <a:gd name="connsiteY12-3290" fmla="*/ 2516685 h 2529385"/>
              <a:gd name="connsiteX13-3291" fmla="*/ 623722 w 2540310"/>
              <a:gd name="connsiteY13-3292" fmla="*/ 1078282 h 2529385"/>
              <a:gd name="connsiteX14-3293" fmla="*/ 611022 w 2540310"/>
              <a:gd name="connsiteY14-3294" fmla="*/ 1065632 h 2529385"/>
              <a:gd name="connsiteX15-3295" fmla="*/ 12585 w 2540310"/>
              <a:gd name="connsiteY15-3296" fmla="*/ 1065632 h 2529385"/>
              <a:gd name="connsiteX16-3297" fmla="*/ 634 w 2540310"/>
              <a:gd name="connsiteY16-3298" fmla="*/ 1057227 h 2529385"/>
              <a:gd name="connsiteX0-3299" fmla="*/ 634 w 2540310"/>
              <a:gd name="connsiteY0-3300" fmla="*/ 1057227 h 2529385"/>
              <a:gd name="connsiteX1-3301" fmla="*/ 4489 w 2540310"/>
              <a:gd name="connsiteY1-3302" fmla="*/ 1043139 h 2529385"/>
              <a:gd name="connsiteX2-3303" fmla="*/ 1262102 w 2540310"/>
              <a:gd name="connsiteY2-3304" fmla="*/ 3028 h 2529385"/>
              <a:gd name="connsiteX3-3305" fmla="*/ 1278247 w 2540310"/>
              <a:gd name="connsiteY3-3306" fmla="*/ 3064 h 2529385"/>
              <a:gd name="connsiteX4-3307" fmla="*/ 2535860 w 2540310"/>
              <a:gd name="connsiteY4-3308" fmla="*/ 1043175 h 2529385"/>
              <a:gd name="connsiteX5-3309" fmla="*/ 2539669 w 2540310"/>
              <a:gd name="connsiteY5-3310" fmla="*/ 1057231 h 2529385"/>
              <a:gd name="connsiteX6-3311" fmla="*/ 2527719 w 2540310"/>
              <a:gd name="connsiteY6-3312" fmla="*/ 1065631 h 2529385"/>
              <a:gd name="connsiteX7-3313" fmla="*/ 1929282 w 2540310"/>
              <a:gd name="connsiteY7-3314" fmla="*/ 1065631 h 2529385"/>
              <a:gd name="connsiteX8-3315" fmla="*/ 1916582 w 2540310"/>
              <a:gd name="connsiteY8-3316" fmla="*/ 1078331 h 2529385"/>
              <a:gd name="connsiteX9-3317" fmla="*/ 1916582 w 2540310"/>
              <a:gd name="connsiteY9-3318" fmla="*/ 2516733 h 2529385"/>
              <a:gd name="connsiteX10-3319" fmla="*/ 1903882 w 2540310"/>
              <a:gd name="connsiteY10-3320" fmla="*/ 2529385 h 2529385"/>
              <a:gd name="connsiteX11-3321" fmla="*/ 636422 w 2540310"/>
              <a:gd name="connsiteY11-3322" fmla="*/ 2529385 h 2529385"/>
              <a:gd name="connsiteX12-3323" fmla="*/ 623722 w 2540310"/>
              <a:gd name="connsiteY12-3324" fmla="*/ 2516685 h 2529385"/>
              <a:gd name="connsiteX13-3325" fmla="*/ 623722 w 2540310"/>
              <a:gd name="connsiteY13-3326" fmla="*/ 1078282 h 2529385"/>
              <a:gd name="connsiteX14-3327" fmla="*/ 611022 w 2540310"/>
              <a:gd name="connsiteY14-3328" fmla="*/ 1065632 h 2529385"/>
              <a:gd name="connsiteX15-3329" fmla="*/ 12585 w 2540310"/>
              <a:gd name="connsiteY15-3330" fmla="*/ 1065632 h 2529385"/>
              <a:gd name="connsiteX16-3331" fmla="*/ 634 w 2540310"/>
              <a:gd name="connsiteY16-3332" fmla="*/ 1057227 h 2529385"/>
              <a:gd name="connsiteX0-3333" fmla="*/ 634 w 2540310"/>
              <a:gd name="connsiteY0-3334" fmla="*/ 1057227 h 2529385"/>
              <a:gd name="connsiteX1-3335" fmla="*/ 4489 w 2540310"/>
              <a:gd name="connsiteY1-3336" fmla="*/ 1043139 h 2529385"/>
              <a:gd name="connsiteX2-3337" fmla="*/ 1262102 w 2540310"/>
              <a:gd name="connsiteY2-3338" fmla="*/ 3028 h 2529385"/>
              <a:gd name="connsiteX3-3339" fmla="*/ 1278247 w 2540310"/>
              <a:gd name="connsiteY3-3340" fmla="*/ 3064 h 2529385"/>
              <a:gd name="connsiteX4-3341" fmla="*/ 2535860 w 2540310"/>
              <a:gd name="connsiteY4-3342" fmla="*/ 1043175 h 2529385"/>
              <a:gd name="connsiteX5-3343" fmla="*/ 2539669 w 2540310"/>
              <a:gd name="connsiteY5-3344" fmla="*/ 1057231 h 2529385"/>
              <a:gd name="connsiteX6-3345" fmla="*/ 2527719 w 2540310"/>
              <a:gd name="connsiteY6-3346" fmla="*/ 1065631 h 2529385"/>
              <a:gd name="connsiteX7-3347" fmla="*/ 1929282 w 2540310"/>
              <a:gd name="connsiteY7-3348" fmla="*/ 1065631 h 2529385"/>
              <a:gd name="connsiteX8-3349" fmla="*/ 1916582 w 2540310"/>
              <a:gd name="connsiteY8-3350" fmla="*/ 1078331 h 2529385"/>
              <a:gd name="connsiteX9-3351" fmla="*/ 1916582 w 2540310"/>
              <a:gd name="connsiteY9-3352" fmla="*/ 2516733 h 2529385"/>
              <a:gd name="connsiteX10-3353" fmla="*/ 1903882 w 2540310"/>
              <a:gd name="connsiteY10-3354" fmla="*/ 2529385 h 2529385"/>
              <a:gd name="connsiteX11-3355" fmla="*/ 636422 w 2540310"/>
              <a:gd name="connsiteY11-3356" fmla="*/ 2529385 h 2529385"/>
              <a:gd name="connsiteX12-3357" fmla="*/ 623722 w 2540310"/>
              <a:gd name="connsiteY12-3358" fmla="*/ 2516685 h 2529385"/>
              <a:gd name="connsiteX13-3359" fmla="*/ 623722 w 2540310"/>
              <a:gd name="connsiteY13-3360" fmla="*/ 1078282 h 2529385"/>
              <a:gd name="connsiteX14-3361" fmla="*/ 611022 w 2540310"/>
              <a:gd name="connsiteY14-3362" fmla="*/ 1065632 h 2529385"/>
              <a:gd name="connsiteX15-3363" fmla="*/ 12585 w 2540310"/>
              <a:gd name="connsiteY15-3364" fmla="*/ 1065632 h 2529385"/>
              <a:gd name="connsiteX16-3365" fmla="*/ 23975 w 2540310"/>
              <a:gd name="connsiteY16-3366" fmla="*/ 1048823 h 2529385"/>
              <a:gd name="connsiteX0-3367" fmla="*/ 21683 w 2538018"/>
              <a:gd name="connsiteY0-3368" fmla="*/ 1048823 h 2529385"/>
              <a:gd name="connsiteX1-3369" fmla="*/ 2197 w 2538018"/>
              <a:gd name="connsiteY1-3370" fmla="*/ 1043139 h 2529385"/>
              <a:gd name="connsiteX2-3371" fmla="*/ 1259810 w 2538018"/>
              <a:gd name="connsiteY2-3372" fmla="*/ 3028 h 2529385"/>
              <a:gd name="connsiteX3-3373" fmla="*/ 1275955 w 2538018"/>
              <a:gd name="connsiteY3-3374" fmla="*/ 3064 h 2529385"/>
              <a:gd name="connsiteX4-3375" fmla="*/ 2533568 w 2538018"/>
              <a:gd name="connsiteY4-3376" fmla="*/ 1043175 h 2529385"/>
              <a:gd name="connsiteX5-3377" fmla="*/ 2537377 w 2538018"/>
              <a:gd name="connsiteY5-3378" fmla="*/ 1057231 h 2529385"/>
              <a:gd name="connsiteX6-3379" fmla="*/ 2525427 w 2538018"/>
              <a:gd name="connsiteY6-3380" fmla="*/ 1065631 h 2529385"/>
              <a:gd name="connsiteX7-3381" fmla="*/ 1926990 w 2538018"/>
              <a:gd name="connsiteY7-3382" fmla="*/ 1065631 h 2529385"/>
              <a:gd name="connsiteX8-3383" fmla="*/ 1914290 w 2538018"/>
              <a:gd name="connsiteY8-3384" fmla="*/ 1078331 h 2529385"/>
              <a:gd name="connsiteX9-3385" fmla="*/ 1914290 w 2538018"/>
              <a:gd name="connsiteY9-3386" fmla="*/ 2516733 h 2529385"/>
              <a:gd name="connsiteX10-3387" fmla="*/ 1901590 w 2538018"/>
              <a:gd name="connsiteY10-3388" fmla="*/ 2529385 h 2529385"/>
              <a:gd name="connsiteX11-3389" fmla="*/ 634130 w 2538018"/>
              <a:gd name="connsiteY11-3390" fmla="*/ 2529385 h 2529385"/>
              <a:gd name="connsiteX12-3391" fmla="*/ 621430 w 2538018"/>
              <a:gd name="connsiteY12-3392" fmla="*/ 2516685 h 2529385"/>
              <a:gd name="connsiteX13-3393" fmla="*/ 621430 w 2538018"/>
              <a:gd name="connsiteY13-3394" fmla="*/ 1078282 h 2529385"/>
              <a:gd name="connsiteX14-3395" fmla="*/ 608730 w 2538018"/>
              <a:gd name="connsiteY14-3396" fmla="*/ 1065632 h 2529385"/>
              <a:gd name="connsiteX15-3397" fmla="*/ 10293 w 2538018"/>
              <a:gd name="connsiteY15-3398" fmla="*/ 1065632 h 2529385"/>
              <a:gd name="connsiteX16-3399" fmla="*/ 21683 w 2538018"/>
              <a:gd name="connsiteY16-3400" fmla="*/ 1048823 h 2529385"/>
              <a:gd name="connsiteX0-3401" fmla="*/ 19963 w 2536298"/>
              <a:gd name="connsiteY0-3402" fmla="*/ 1048823 h 2529385"/>
              <a:gd name="connsiteX1-3403" fmla="*/ 477 w 2536298"/>
              <a:gd name="connsiteY1-3404" fmla="*/ 1043139 h 2529385"/>
              <a:gd name="connsiteX2-3405" fmla="*/ 1258090 w 2536298"/>
              <a:gd name="connsiteY2-3406" fmla="*/ 3028 h 2529385"/>
              <a:gd name="connsiteX3-3407" fmla="*/ 1274235 w 2536298"/>
              <a:gd name="connsiteY3-3408" fmla="*/ 3064 h 2529385"/>
              <a:gd name="connsiteX4-3409" fmla="*/ 2531848 w 2536298"/>
              <a:gd name="connsiteY4-3410" fmla="*/ 1043175 h 2529385"/>
              <a:gd name="connsiteX5-3411" fmla="*/ 2535657 w 2536298"/>
              <a:gd name="connsiteY5-3412" fmla="*/ 1057231 h 2529385"/>
              <a:gd name="connsiteX6-3413" fmla="*/ 2523707 w 2536298"/>
              <a:gd name="connsiteY6-3414" fmla="*/ 1065631 h 2529385"/>
              <a:gd name="connsiteX7-3415" fmla="*/ 1925270 w 2536298"/>
              <a:gd name="connsiteY7-3416" fmla="*/ 1065631 h 2529385"/>
              <a:gd name="connsiteX8-3417" fmla="*/ 1912570 w 2536298"/>
              <a:gd name="connsiteY8-3418" fmla="*/ 1078331 h 2529385"/>
              <a:gd name="connsiteX9-3419" fmla="*/ 1912570 w 2536298"/>
              <a:gd name="connsiteY9-3420" fmla="*/ 2516733 h 2529385"/>
              <a:gd name="connsiteX10-3421" fmla="*/ 1899870 w 2536298"/>
              <a:gd name="connsiteY10-3422" fmla="*/ 2529385 h 2529385"/>
              <a:gd name="connsiteX11-3423" fmla="*/ 632410 w 2536298"/>
              <a:gd name="connsiteY11-3424" fmla="*/ 2529385 h 2529385"/>
              <a:gd name="connsiteX12-3425" fmla="*/ 619710 w 2536298"/>
              <a:gd name="connsiteY12-3426" fmla="*/ 2516685 h 2529385"/>
              <a:gd name="connsiteX13-3427" fmla="*/ 619710 w 2536298"/>
              <a:gd name="connsiteY13-3428" fmla="*/ 1078282 h 2529385"/>
              <a:gd name="connsiteX14-3429" fmla="*/ 607010 w 2536298"/>
              <a:gd name="connsiteY14-3430" fmla="*/ 1065632 h 2529385"/>
              <a:gd name="connsiteX15-3431" fmla="*/ 8573 w 2536298"/>
              <a:gd name="connsiteY15-3432" fmla="*/ 1065632 h 2529385"/>
              <a:gd name="connsiteX16-3433" fmla="*/ 19963 w 2536298"/>
              <a:gd name="connsiteY16-3434" fmla="*/ 1048823 h 2529385"/>
              <a:gd name="connsiteX0-3435" fmla="*/ 19486 w 2535821"/>
              <a:gd name="connsiteY0-3436" fmla="*/ 1048823 h 2529385"/>
              <a:gd name="connsiteX1-3437" fmla="*/ 0 w 2535821"/>
              <a:gd name="connsiteY1-3438" fmla="*/ 1043139 h 2529385"/>
              <a:gd name="connsiteX2-3439" fmla="*/ 1257613 w 2535821"/>
              <a:gd name="connsiteY2-3440" fmla="*/ 3028 h 2529385"/>
              <a:gd name="connsiteX3-3441" fmla="*/ 1273758 w 2535821"/>
              <a:gd name="connsiteY3-3442" fmla="*/ 3064 h 2529385"/>
              <a:gd name="connsiteX4-3443" fmla="*/ 2531371 w 2535821"/>
              <a:gd name="connsiteY4-3444" fmla="*/ 1043175 h 2529385"/>
              <a:gd name="connsiteX5-3445" fmla="*/ 2535180 w 2535821"/>
              <a:gd name="connsiteY5-3446" fmla="*/ 1057231 h 2529385"/>
              <a:gd name="connsiteX6-3447" fmla="*/ 2523230 w 2535821"/>
              <a:gd name="connsiteY6-3448" fmla="*/ 1065631 h 2529385"/>
              <a:gd name="connsiteX7-3449" fmla="*/ 1924793 w 2535821"/>
              <a:gd name="connsiteY7-3450" fmla="*/ 1065631 h 2529385"/>
              <a:gd name="connsiteX8-3451" fmla="*/ 1912093 w 2535821"/>
              <a:gd name="connsiteY8-3452" fmla="*/ 1078331 h 2529385"/>
              <a:gd name="connsiteX9-3453" fmla="*/ 1912093 w 2535821"/>
              <a:gd name="connsiteY9-3454" fmla="*/ 2516733 h 2529385"/>
              <a:gd name="connsiteX10-3455" fmla="*/ 1899393 w 2535821"/>
              <a:gd name="connsiteY10-3456" fmla="*/ 2529385 h 2529385"/>
              <a:gd name="connsiteX11-3457" fmla="*/ 631933 w 2535821"/>
              <a:gd name="connsiteY11-3458" fmla="*/ 2529385 h 2529385"/>
              <a:gd name="connsiteX12-3459" fmla="*/ 619233 w 2535821"/>
              <a:gd name="connsiteY12-3460" fmla="*/ 2516685 h 2529385"/>
              <a:gd name="connsiteX13-3461" fmla="*/ 619233 w 2535821"/>
              <a:gd name="connsiteY13-3462" fmla="*/ 1078282 h 2529385"/>
              <a:gd name="connsiteX14-3463" fmla="*/ 606533 w 2535821"/>
              <a:gd name="connsiteY14-3464" fmla="*/ 1065632 h 2529385"/>
              <a:gd name="connsiteX15-3465" fmla="*/ 8096 w 2535821"/>
              <a:gd name="connsiteY15-3466" fmla="*/ 1065632 h 2529385"/>
              <a:gd name="connsiteX16-3467" fmla="*/ 19486 w 2535821"/>
              <a:gd name="connsiteY16-3468" fmla="*/ 1048823 h 2529385"/>
              <a:gd name="connsiteX0-3469" fmla="*/ 12185 w 2528520"/>
              <a:gd name="connsiteY0-3470" fmla="*/ 1048823 h 2529385"/>
              <a:gd name="connsiteX1-3471" fmla="*/ 19895 w 2528520"/>
              <a:gd name="connsiteY1-3472" fmla="*/ 1020645 h 2529385"/>
              <a:gd name="connsiteX2-3473" fmla="*/ 1250312 w 2528520"/>
              <a:gd name="connsiteY2-3474" fmla="*/ 3028 h 2529385"/>
              <a:gd name="connsiteX3-3475" fmla="*/ 1266457 w 2528520"/>
              <a:gd name="connsiteY3-3476" fmla="*/ 3064 h 2529385"/>
              <a:gd name="connsiteX4-3477" fmla="*/ 2524070 w 2528520"/>
              <a:gd name="connsiteY4-3478" fmla="*/ 1043175 h 2529385"/>
              <a:gd name="connsiteX5-3479" fmla="*/ 2527879 w 2528520"/>
              <a:gd name="connsiteY5-3480" fmla="*/ 1057231 h 2529385"/>
              <a:gd name="connsiteX6-3481" fmla="*/ 2515929 w 2528520"/>
              <a:gd name="connsiteY6-3482" fmla="*/ 1065631 h 2529385"/>
              <a:gd name="connsiteX7-3483" fmla="*/ 1917492 w 2528520"/>
              <a:gd name="connsiteY7-3484" fmla="*/ 1065631 h 2529385"/>
              <a:gd name="connsiteX8-3485" fmla="*/ 1904792 w 2528520"/>
              <a:gd name="connsiteY8-3486" fmla="*/ 1078331 h 2529385"/>
              <a:gd name="connsiteX9-3487" fmla="*/ 1904792 w 2528520"/>
              <a:gd name="connsiteY9-3488" fmla="*/ 2516733 h 2529385"/>
              <a:gd name="connsiteX10-3489" fmla="*/ 1892092 w 2528520"/>
              <a:gd name="connsiteY10-3490" fmla="*/ 2529385 h 2529385"/>
              <a:gd name="connsiteX11-3491" fmla="*/ 624632 w 2528520"/>
              <a:gd name="connsiteY11-3492" fmla="*/ 2529385 h 2529385"/>
              <a:gd name="connsiteX12-3493" fmla="*/ 611932 w 2528520"/>
              <a:gd name="connsiteY12-3494" fmla="*/ 2516685 h 2529385"/>
              <a:gd name="connsiteX13-3495" fmla="*/ 611932 w 2528520"/>
              <a:gd name="connsiteY13-3496" fmla="*/ 1078282 h 2529385"/>
              <a:gd name="connsiteX14-3497" fmla="*/ 599232 w 2528520"/>
              <a:gd name="connsiteY14-3498" fmla="*/ 1065632 h 2529385"/>
              <a:gd name="connsiteX15-3499" fmla="*/ 795 w 2528520"/>
              <a:gd name="connsiteY15-3500" fmla="*/ 1065632 h 2529385"/>
              <a:gd name="connsiteX16-3501" fmla="*/ 12185 w 2528520"/>
              <a:gd name="connsiteY16-3502" fmla="*/ 1048823 h 2529385"/>
              <a:gd name="connsiteX0-3503" fmla="*/ 12185 w 2528520"/>
              <a:gd name="connsiteY0-3504" fmla="*/ 1048823 h 2529385"/>
              <a:gd name="connsiteX1-3505" fmla="*/ 19895 w 2528520"/>
              <a:gd name="connsiteY1-3506" fmla="*/ 1020645 h 2529385"/>
              <a:gd name="connsiteX2-3507" fmla="*/ 1250312 w 2528520"/>
              <a:gd name="connsiteY2-3508" fmla="*/ 3028 h 2529385"/>
              <a:gd name="connsiteX3-3509" fmla="*/ 1266457 w 2528520"/>
              <a:gd name="connsiteY3-3510" fmla="*/ 3064 h 2529385"/>
              <a:gd name="connsiteX4-3511" fmla="*/ 2524070 w 2528520"/>
              <a:gd name="connsiteY4-3512" fmla="*/ 1043175 h 2529385"/>
              <a:gd name="connsiteX5-3513" fmla="*/ 2527879 w 2528520"/>
              <a:gd name="connsiteY5-3514" fmla="*/ 1057231 h 2529385"/>
              <a:gd name="connsiteX6-3515" fmla="*/ 2515929 w 2528520"/>
              <a:gd name="connsiteY6-3516" fmla="*/ 1065631 h 2529385"/>
              <a:gd name="connsiteX7-3517" fmla="*/ 1917492 w 2528520"/>
              <a:gd name="connsiteY7-3518" fmla="*/ 1065631 h 2529385"/>
              <a:gd name="connsiteX8-3519" fmla="*/ 1904792 w 2528520"/>
              <a:gd name="connsiteY8-3520" fmla="*/ 1078331 h 2529385"/>
              <a:gd name="connsiteX9-3521" fmla="*/ 1904792 w 2528520"/>
              <a:gd name="connsiteY9-3522" fmla="*/ 2516733 h 2529385"/>
              <a:gd name="connsiteX10-3523" fmla="*/ 1892092 w 2528520"/>
              <a:gd name="connsiteY10-3524" fmla="*/ 2529385 h 2529385"/>
              <a:gd name="connsiteX11-3525" fmla="*/ 624632 w 2528520"/>
              <a:gd name="connsiteY11-3526" fmla="*/ 2529385 h 2529385"/>
              <a:gd name="connsiteX12-3527" fmla="*/ 611932 w 2528520"/>
              <a:gd name="connsiteY12-3528" fmla="*/ 2516685 h 2529385"/>
              <a:gd name="connsiteX13-3529" fmla="*/ 611932 w 2528520"/>
              <a:gd name="connsiteY13-3530" fmla="*/ 1078282 h 2529385"/>
              <a:gd name="connsiteX14-3531" fmla="*/ 599232 w 2528520"/>
              <a:gd name="connsiteY14-3532" fmla="*/ 1065632 h 2529385"/>
              <a:gd name="connsiteX15-3533" fmla="*/ 795 w 2528520"/>
              <a:gd name="connsiteY15-3534" fmla="*/ 1065632 h 2529385"/>
              <a:gd name="connsiteX16-3535" fmla="*/ 12185 w 2528520"/>
              <a:gd name="connsiteY16-3536" fmla="*/ 1048823 h 2529385"/>
              <a:gd name="connsiteX0-3537" fmla="*/ 12185 w 2528520"/>
              <a:gd name="connsiteY0-3538" fmla="*/ 1048823 h 2529385"/>
              <a:gd name="connsiteX1-3539" fmla="*/ 19895 w 2528520"/>
              <a:gd name="connsiteY1-3540" fmla="*/ 1020645 h 2529385"/>
              <a:gd name="connsiteX2-3541" fmla="*/ 1250312 w 2528520"/>
              <a:gd name="connsiteY2-3542" fmla="*/ 3028 h 2529385"/>
              <a:gd name="connsiteX3-3543" fmla="*/ 1266457 w 2528520"/>
              <a:gd name="connsiteY3-3544" fmla="*/ 3064 h 2529385"/>
              <a:gd name="connsiteX4-3545" fmla="*/ 2524070 w 2528520"/>
              <a:gd name="connsiteY4-3546" fmla="*/ 1043175 h 2529385"/>
              <a:gd name="connsiteX5-3547" fmla="*/ 2527879 w 2528520"/>
              <a:gd name="connsiteY5-3548" fmla="*/ 1057231 h 2529385"/>
              <a:gd name="connsiteX6-3549" fmla="*/ 2515929 w 2528520"/>
              <a:gd name="connsiteY6-3550" fmla="*/ 1065631 h 2529385"/>
              <a:gd name="connsiteX7-3551" fmla="*/ 1917492 w 2528520"/>
              <a:gd name="connsiteY7-3552" fmla="*/ 1065631 h 2529385"/>
              <a:gd name="connsiteX8-3553" fmla="*/ 1904792 w 2528520"/>
              <a:gd name="connsiteY8-3554" fmla="*/ 1078331 h 2529385"/>
              <a:gd name="connsiteX9-3555" fmla="*/ 1904792 w 2528520"/>
              <a:gd name="connsiteY9-3556" fmla="*/ 2516733 h 2529385"/>
              <a:gd name="connsiteX10-3557" fmla="*/ 1892092 w 2528520"/>
              <a:gd name="connsiteY10-3558" fmla="*/ 2529385 h 2529385"/>
              <a:gd name="connsiteX11-3559" fmla="*/ 624632 w 2528520"/>
              <a:gd name="connsiteY11-3560" fmla="*/ 2529385 h 2529385"/>
              <a:gd name="connsiteX12-3561" fmla="*/ 611932 w 2528520"/>
              <a:gd name="connsiteY12-3562" fmla="*/ 2516685 h 2529385"/>
              <a:gd name="connsiteX13-3563" fmla="*/ 611932 w 2528520"/>
              <a:gd name="connsiteY13-3564" fmla="*/ 1078282 h 2529385"/>
              <a:gd name="connsiteX14-3565" fmla="*/ 599232 w 2528520"/>
              <a:gd name="connsiteY14-3566" fmla="*/ 1065632 h 2529385"/>
              <a:gd name="connsiteX15-3567" fmla="*/ 795 w 2528520"/>
              <a:gd name="connsiteY15-3568" fmla="*/ 1065632 h 2529385"/>
              <a:gd name="connsiteX16-3569" fmla="*/ 12185 w 2528520"/>
              <a:gd name="connsiteY16-3570" fmla="*/ 1048823 h 2529385"/>
              <a:gd name="connsiteX0-3571" fmla="*/ 12185 w 2528520"/>
              <a:gd name="connsiteY0-3572" fmla="*/ 1048274 h 2528836"/>
              <a:gd name="connsiteX1-3573" fmla="*/ 19895 w 2528520"/>
              <a:gd name="connsiteY1-3574" fmla="*/ 1020096 h 2528836"/>
              <a:gd name="connsiteX2-3575" fmla="*/ 1242215 w 2528520"/>
              <a:gd name="connsiteY2-3576" fmla="*/ 9173 h 2528836"/>
              <a:gd name="connsiteX3-3577" fmla="*/ 1266457 w 2528520"/>
              <a:gd name="connsiteY3-3578" fmla="*/ 2515 h 2528836"/>
              <a:gd name="connsiteX4-3579" fmla="*/ 2524070 w 2528520"/>
              <a:gd name="connsiteY4-3580" fmla="*/ 1042626 h 2528836"/>
              <a:gd name="connsiteX5-3581" fmla="*/ 2527879 w 2528520"/>
              <a:gd name="connsiteY5-3582" fmla="*/ 1056682 h 2528836"/>
              <a:gd name="connsiteX6-3583" fmla="*/ 2515929 w 2528520"/>
              <a:gd name="connsiteY6-3584" fmla="*/ 1065082 h 2528836"/>
              <a:gd name="connsiteX7-3585" fmla="*/ 1917492 w 2528520"/>
              <a:gd name="connsiteY7-3586" fmla="*/ 1065082 h 2528836"/>
              <a:gd name="connsiteX8-3587" fmla="*/ 1904792 w 2528520"/>
              <a:gd name="connsiteY8-3588" fmla="*/ 1077782 h 2528836"/>
              <a:gd name="connsiteX9-3589" fmla="*/ 1904792 w 2528520"/>
              <a:gd name="connsiteY9-3590" fmla="*/ 2516184 h 2528836"/>
              <a:gd name="connsiteX10-3591" fmla="*/ 1892092 w 2528520"/>
              <a:gd name="connsiteY10-3592" fmla="*/ 2528836 h 2528836"/>
              <a:gd name="connsiteX11-3593" fmla="*/ 624632 w 2528520"/>
              <a:gd name="connsiteY11-3594" fmla="*/ 2528836 h 2528836"/>
              <a:gd name="connsiteX12-3595" fmla="*/ 611932 w 2528520"/>
              <a:gd name="connsiteY12-3596" fmla="*/ 2516136 h 2528836"/>
              <a:gd name="connsiteX13-3597" fmla="*/ 611932 w 2528520"/>
              <a:gd name="connsiteY13-3598" fmla="*/ 1077733 h 2528836"/>
              <a:gd name="connsiteX14-3599" fmla="*/ 599232 w 2528520"/>
              <a:gd name="connsiteY14-3600" fmla="*/ 1065083 h 2528836"/>
              <a:gd name="connsiteX15-3601" fmla="*/ 795 w 2528520"/>
              <a:gd name="connsiteY15-3602" fmla="*/ 1065083 h 2528836"/>
              <a:gd name="connsiteX16-3603" fmla="*/ 12185 w 2528520"/>
              <a:gd name="connsiteY16-3604" fmla="*/ 1048274 h 2528836"/>
              <a:gd name="connsiteX0-3605" fmla="*/ 12185 w 2528520"/>
              <a:gd name="connsiteY0-3606" fmla="*/ 1047650 h 2528212"/>
              <a:gd name="connsiteX1-3607" fmla="*/ 19895 w 2528520"/>
              <a:gd name="connsiteY1-3608" fmla="*/ 1019472 h 2528212"/>
              <a:gd name="connsiteX2-3609" fmla="*/ 1242215 w 2528520"/>
              <a:gd name="connsiteY2-3610" fmla="*/ 8549 h 2528212"/>
              <a:gd name="connsiteX3-3611" fmla="*/ 1266457 w 2528520"/>
              <a:gd name="connsiteY3-3612" fmla="*/ 1891 h 2528212"/>
              <a:gd name="connsiteX4-3613" fmla="*/ 2524070 w 2528520"/>
              <a:gd name="connsiteY4-3614" fmla="*/ 1042002 h 2528212"/>
              <a:gd name="connsiteX5-3615" fmla="*/ 2527879 w 2528520"/>
              <a:gd name="connsiteY5-3616" fmla="*/ 1056058 h 2528212"/>
              <a:gd name="connsiteX6-3617" fmla="*/ 2515929 w 2528520"/>
              <a:gd name="connsiteY6-3618" fmla="*/ 1064458 h 2528212"/>
              <a:gd name="connsiteX7-3619" fmla="*/ 1917492 w 2528520"/>
              <a:gd name="connsiteY7-3620" fmla="*/ 1064458 h 2528212"/>
              <a:gd name="connsiteX8-3621" fmla="*/ 1904792 w 2528520"/>
              <a:gd name="connsiteY8-3622" fmla="*/ 1077158 h 2528212"/>
              <a:gd name="connsiteX9-3623" fmla="*/ 1904792 w 2528520"/>
              <a:gd name="connsiteY9-3624" fmla="*/ 2515560 h 2528212"/>
              <a:gd name="connsiteX10-3625" fmla="*/ 1892092 w 2528520"/>
              <a:gd name="connsiteY10-3626" fmla="*/ 2528212 h 2528212"/>
              <a:gd name="connsiteX11-3627" fmla="*/ 624632 w 2528520"/>
              <a:gd name="connsiteY11-3628" fmla="*/ 2528212 h 2528212"/>
              <a:gd name="connsiteX12-3629" fmla="*/ 611932 w 2528520"/>
              <a:gd name="connsiteY12-3630" fmla="*/ 2515512 h 2528212"/>
              <a:gd name="connsiteX13-3631" fmla="*/ 611932 w 2528520"/>
              <a:gd name="connsiteY13-3632" fmla="*/ 1077109 h 2528212"/>
              <a:gd name="connsiteX14-3633" fmla="*/ 599232 w 2528520"/>
              <a:gd name="connsiteY14-3634" fmla="*/ 1064459 h 2528212"/>
              <a:gd name="connsiteX15-3635" fmla="*/ 795 w 2528520"/>
              <a:gd name="connsiteY15-3636" fmla="*/ 1064459 h 2528212"/>
              <a:gd name="connsiteX16-3637" fmla="*/ 12185 w 2528520"/>
              <a:gd name="connsiteY16-3638" fmla="*/ 1047650 h 2528212"/>
              <a:gd name="connsiteX0-3639" fmla="*/ 12185 w 2528520"/>
              <a:gd name="connsiteY0-3640" fmla="*/ 1046485 h 2527047"/>
              <a:gd name="connsiteX1-3641" fmla="*/ 19895 w 2528520"/>
              <a:gd name="connsiteY1-3642" fmla="*/ 1018307 h 2527047"/>
              <a:gd name="connsiteX2-3643" fmla="*/ 1242215 w 2528520"/>
              <a:gd name="connsiteY2-3644" fmla="*/ 7384 h 2527047"/>
              <a:gd name="connsiteX3-3645" fmla="*/ 1266457 w 2528520"/>
              <a:gd name="connsiteY3-3646" fmla="*/ 726 h 2527047"/>
              <a:gd name="connsiteX4-3647" fmla="*/ 2524070 w 2528520"/>
              <a:gd name="connsiteY4-3648" fmla="*/ 1040837 h 2527047"/>
              <a:gd name="connsiteX5-3649" fmla="*/ 2527879 w 2528520"/>
              <a:gd name="connsiteY5-3650" fmla="*/ 1054893 h 2527047"/>
              <a:gd name="connsiteX6-3651" fmla="*/ 2515929 w 2528520"/>
              <a:gd name="connsiteY6-3652" fmla="*/ 1063293 h 2527047"/>
              <a:gd name="connsiteX7-3653" fmla="*/ 1917492 w 2528520"/>
              <a:gd name="connsiteY7-3654" fmla="*/ 1063293 h 2527047"/>
              <a:gd name="connsiteX8-3655" fmla="*/ 1904792 w 2528520"/>
              <a:gd name="connsiteY8-3656" fmla="*/ 1075993 h 2527047"/>
              <a:gd name="connsiteX9-3657" fmla="*/ 1904792 w 2528520"/>
              <a:gd name="connsiteY9-3658" fmla="*/ 2514395 h 2527047"/>
              <a:gd name="connsiteX10-3659" fmla="*/ 1892092 w 2528520"/>
              <a:gd name="connsiteY10-3660" fmla="*/ 2527047 h 2527047"/>
              <a:gd name="connsiteX11-3661" fmla="*/ 624632 w 2528520"/>
              <a:gd name="connsiteY11-3662" fmla="*/ 2527047 h 2527047"/>
              <a:gd name="connsiteX12-3663" fmla="*/ 611932 w 2528520"/>
              <a:gd name="connsiteY12-3664" fmla="*/ 2514347 h 2527047"/>
              <a:gd name="connsiteX13-3665" fmla="*/ 611932 w 2528520"/>
              <a:gd name="connsiteY13-3666" fmla="*/ 1075944 h 2527047"/>
              <a:gd name="connsiteX14-3667" fmla="*/ 599232 w 2528520"/>
              <a:gd name="connsiteY14-3668" fmla="*/ 1063294 h 2527047"/>
              <a:gd name="connsiteX15-3669" fmla="*/ 795 w 2528520"/>
              <a:gd name="connsiteY15-3670" fmla="*/ 1063294 h 2527047"/>
              <a:gd name="connsiteX16-3671" fmla="*/ 12185 w 2528520"/>
              <a:gd name="connsiteY16-3672" fmla="*/ 1046485 h 2527047"/>
              <a:gd name="connsiteX0-3673" fmla="*/ 12185 w 2528520"/>
              <a:gd name="connsiteY0-3674" fmla="*/ 1045174 h 2525736"/>
              <a:gd name="connsiteX1-3675" fmla="*/ 19895 w 2528520"/>
              <a:gd name="connsiteY1-3676" fmla="*/ 1016996 h 2525736"/>
              <a:gd name="connsiteX2-3677" fmla="*/ 1242215 w 2528520"/>
              <a:gd name="connsiteY2-3678" fmla="*/ 6073 h 2525736"/>
              <a:gd name="connsiteX3-3679" fmla="*/ 1274549 w 2528520"/>
              <a:gd name="connsiteY3-3680" fmla="*/ 6109 h 2525736"/>
              <a:gd name="connsiteX4-3681" fmla="*/ 2524070 w 2528520"/>
              <a:gd name="connsiteY4-3682" fmla="*/ 1039526 h 2525736"/>
              <a:gd name="connsiteX5-3683" fmla="*/ 2527879 w 2528520"/>
              <a:gd name="connsiteY5-3684" fmla="*/ 1053582 h 2525736"/>
              <a:gd name="connsiteX6-3685" fmla="*/ 2515929 w 2528520"/>
              <a:gd name="connsiteY6-3686" fmla="*/ 1061982 h 2525736"/>
              <a:gd name="connsiteX7-3687" fmla="*/ 1917492 w 2528520"/>
              <a:gd name="connsiteY7-3688" fmla="*/ 1061982 h 2525736"/>
              <a:gd name="connsiteX8-3689" fmla="*/ 1904792 w 2528520"/>
              <a:gd name="connsiteY8-3690" fmla="*/ 1074682 h 2525736"/>
              <a:gd name="connsiteX9-3691" fmla="*/ 1904792 w 2528520"/>
              <a:gd name="connsiteY9-3692" fmla="*/ 2513084 h 2525736"/>
              <a:gd name="connsiteX10-3693" fmla="*/ 1892092 w 2528520"/>
              <a:gd name="connsiteY10-3694" fmla="*/ 2525736 h 2525736"/>
              <a:gd name="connsiteX11-3695" fmla="*/ 624632 w 2528520"/>
              <a:gd name="connsiteY11-3696" fmla="*/ 2525736 h 2525736"/>
              <a:gd name="connsiteX12-3697" fmla="*/ 611932 w 2528520"/>
              <a:gd name="connsiteY12-3698" fmla="*/ 2513036 h 2525736"/>
              <a:gd name="connsiteX13-3699" fmla="*/ 611932 w 2528520"/>
              <a:gd name="connsiteY13-3700" fmla="*/ 1074633 h 2525736"/>
              <a:gd name="connsiteX14-3701" fmla="*/ 599232 w 2528520"/>
              <a:gd name="connsiteY14-3702" fmla="*/ 1061983 h 2525736"/>
              <a:gd name="connsiteX15-3703" fmla="*/ 795 w 2528520"/>
              <a:gd name="connsiteY15-3704" fmla="*/ 1061983 h 2525736"/>
              <a:gd name="connsiteX16-3705" fmla="*/ 12185 w 2528520"/>
              <a:gd name="connsiteY16-3706" fmla="*/ 1045174 h 2525736"/>
              <a:gd name="connsiteX0-3707" fmla="*/ 12185 w 2528520"/>
              <a:gd name="connsiteY0-3708" fmla="*/ 1045174 h 2525736"/>
              <a:gd name="connsiteX1-3709" fmla="*/ 19895 w 2528520"/>
              <a:gd name="connsiteY1-3710" fmla="*/ 1016996 h 2525736"/>
              <a:gd name="connsiteX2-3711" fmla="*/ 1242215 w 2528520"/>
              <a:gd name="connsiteY2-3712" fmla="*/ 6073 h 2525736"/>
              <a:gd name="connsiteX3-3713" fmla="*/ 1274549 w 2528520"/>
              <a:gd name="connsiteY3-3714" fmla="*/ 6109 h 2525736"/>
              <a:gd name="connsiteX4-3715" fmla="*/ 2524070 w 2528520"/>
              <a:gd name="connsiteY4-3716" fmla="*/ 1039526 h 2525736"/>
              <a:gd name="connsiteX5-3717" fmla="*/ 2527879 w 2528520"/>
              <a:gd name="connsiteY5-3718" fmla="*/ 1053582 h 2525736"/>
              <a:gd name="connsiteX6-3719" fmla="*/ 2515929 w 2528520"/>
              <a:gd name="connsiteY6-3720" fmla="*/ 1061982 h 2525736"/>
              <a:gd name="connsiteX7-3721" fmla="*/ 1917492 w 2528520"/>
              <a:gd name="connsiteY7-3722" fmla="*/ 1061982 h 2525736"/>
              <a:gd name="connsiteX8-3723" fmla="*/ 1904792 w 2528520"/>
              <a:gd name="connsiteY8-3724" fmla="*/ 1074682 h 2525736"/>
              <a:gd name="connsiteX9-3725" fmla="*/ 1904792 w 2528520"/>
              <a:gd name="connsiteY9-3726" fmla="*/ 2513084 h 2525736"/>
              <a:gd name="connsiteX10-3727" fmla="*/ 1892092 w 2528520"/>
              <a:gd name="connsiteY10-3728" fmla="*/ 2525736 h 2525736"/>
              <a:gd name="connsiteX11-3729" fmla="*/ 624632 w 2528520"/>
              <a:gd name="connsiteY11-3730" fmla="*/ 2525736 h 2525736"/>
              <a:gd name="connsiteX12-3731" fmla="*/ 611932 w 2528520"/>
              <a:gd name="connsiteY12-3732" fmla="*/ 2513036 h 2525736"/>
              <a:gd name="connsiteX13-3733" fmla="*/ 611932 w 2528520"/>
              <a:gd name="connsiteY13-3734" fmla="*/ 1074633 h 2525736"/>
              <a:gd name="connsiteX14-3735" fmla="*/ 599232 w 2528520"/>
              <a:gd name="connsiteY14-3736" fmla="*/ 1061983 h 2525736"/>
              <a:gd name="connsiteX15-3737" fmla="*/ 795 w 2528520"/>
              <a:gd name="connsiteY15-3738" fmla="*/ 1061983 h 2525736"/>
              <a:gd name="connsiteX16-3739" fmla="*/ 12185 w 2528520"/>
              <a:gd name="connsiteY16-3740" fmla="*/ 1045174 h 2525736"/>
              <a:gd name="connsiteX0-3741" fmla="*/ 12185 w 2528520"/>
              <a:gd name="connsiteY0-3742" fmla="*/ 1045174 h 2525736"/>
              <a:gd name="connsiteX1-3743" fmla="*/ 19895 w 2528520"/>
              <a:gd name="connsiteY1-3744" fmla="*/ 1016996 h 2525736"/>
              <a:gd name="connsiteX2-3745" fmla="*/ 1242215 w 2528520"/>
              <a:gd name="connsiteY2-3746" fmla="*/ 6073 h 2525736"/>
              <a:gd name="connsiteX3-3747" fmla="*/ 1274549 w 2528520"/>
              <a:gd name="connsiteY3-3748" fmla="*/ 6109 h 2525736"/>
              <a:gd name="connsiteX4-3749" fmla="*/ 2524070 w 2528520"/>
              <a:gd name="connsiteY4-3750" fmla="*/ 1039526 h 2525736"/>
              <a:gd name="connsiteX5-3751" fmla="*/ 2527879 w 2528520"/>
              <a:gd name="connsiteY5-3752" fmla="*/ 1053582 h 2525736"/>
              <a:gd name="connsiteX6-3753" fmla="*/ 2515929 w 2528520"/>
              <a:gd name="connsiteY6-3754" fmla="*/ 1061982 h 2525736"/>
              <a:gd name="connsiteX7-3755" fmla="*/ 1917492 w 2528520"/>
              <a:gd name="connsiteY7-3756" fmla="*/ 1061982 h 2525736"/>
              <a:gd name="connsiteX8-3757" fmla="*/ 1904792 w 2528520"/>
              <a:gd name="connsiteY8-3758" fmla="*/ 1074682 h 2525736"/>
              <a:gd name="connsiteX9-3759" fmla="*/ 1904792 w 2528520"/>
              <a:gd name="connsiteY9-3760" fmla="*/ 2513084 h 2525736"/>
              <a:gd name="connsiteX10-3761" fmla="*/ 1892092 w 2528520"/>
              <a:gd name="connsiteY10-3762" fmla="*/ 2525736 h 2525736"/>
              <a:gd name="connsiteX11-3763" fmla="*/ 624632 w 2528520"/>
              <a:gd name="connsiteY11-3764" fmla="*/ 2525736 h 2525736"/>
              <a:gd name="connsiteX12-3765" fmla="*/ 611932 w 2528520"/>
              <a:gd name="connsiteY12-3766" fmla="*/ 2513036 h 2525736"/>
              <a:gd name="connsiteX13-3767" fmla="*/ 611932 w 2528520"/>
              <a:gd name="connsiteY13-3768" fmla="*/ 1074633 h 2525736"/>
              <a:gd name="connsiteX14-3769" fmla="*/ 599232 w 2528520"/>
              <a:gd name="connsiteY14-3770" fmla="*/ 1061983 h 2525736"/>
              <a:gd name="connsiteX15-3771" fmla="*/ 795 w 2528520"/>
              <a:gd name="connsiteY15-3772" fmla="*/ 1061983 h 2525736"/>
              <a:gd name="connsiteX16-3773" fmla="*/ 12185 w 2528520"/>
              <a:gd name="connsiteY16-3774" fmla="*/ 1045174 h 2525736"/>
              <a:gd name="connsiteX0-3775" fmla="*/ 12185 w 2528315"/>
              <a:gd name="connsiteY0-3776" fmla="*/ 1045174 h 2525736"/>
              <a:gd name="connsiteX1-3777" fmla="*/ 19895 w 2528315"/>
              <a:gd name="connsiteY1-3778" fmla="*/ 1016996 h 2525736"/>
              <a:gd name="connsiteX2-3779" fmla="*/ 1242215 w 2528315"/>
              <a:gd name="connsiteY2-3780" fmla="*/ 6073 h 2525736"/>
              <a:gd name="connsiteX3-3781" fmla="*/ 1274549 w 2528315"/>
              <a:gd name="connsiteY3-3782" fmla="*/ 6109 h 2525736"/>
              <a:gd name="connsiteX4-3783" fmla="*/ 2496871 w 2528315"/>
              <a:gd name="connsiteY4-3784" fmla="*/ 1017031 h 2525736"/>
              <a:gd name="connsiteX5-3785" fmla="*/ 2527879 w 2528315"/>
              <a:gd name="connsiteY5-3786" fmla="*/ 1053582 h 2525736"/>
              <a:gd name="connsiteX6-3787" fmla="*/ 2515929 w 2528315"/>
              <a:gd name="connsiteY6-3788" fmla="*/ 1061982 h 2525736"/>
              <a:gd name="connsiteX7-3789" fmla="*/ 1917492 w 2528315"/>
              <a:gd name="connsiteY7-3790" fmla="*/ 1061982 h 2525736"/>
              <a:gd name="connsiteX8-3791" fmla="*/ 1904792 w 2528315"/>
              <a:gd name="connsiteY8-3792" fmla="*/ 1074682 h 2525736"/>
              <a:gd name="connsiteX9-3793" fmla="*/ 1904792 w 2528315"/>
              <a:gd name="connsiteY9-3794" fmla="*/ 2513084 h 2525736"/>
              <a:gd name="connsiteX10-3795" fmla="*/ 1892092 w 2528315"/>
              <a:gd name="connsiteY10-3796" fmla="*/ 2525736 h 2525736"/>
              <a:gd name="connsiteX11-3797" fmla="*/ 624632 w 2528315"/>
              <a:gd name="connsiteY11-3798" fmla="*/ 2525736 h 2525736"/>
              <a:gd name="connsiteX12-3799" fmla="*/ 611932 w 2528315"/>
              <a:gd name="connsiteY12-3800" fmla="*/ 2513036 h 2525736"/>
              <a:gd name="connsiteX13-3801" fmla="*/ 611932 w 2528315"/>
              <a:gd name="connsiteY13-3802" fmla="*/ 1074633 h 2525736"/>
              <a:gd name="connsiteX14-3803" fmla="*/ 599232 w 2528315"/>
              <a:gd name="connsiteY14-3804" fmla="*/ 1061983 h 2525736"/>
              <a:gd name="connsiteX15-3805" fmla="*/ 795 w 2528315"/>
              <a:gd name="connsiteY15-3806" fmla="*/ 1061983 h 2525736"/>
              <a:gd name="connsiteX16-3807" fmla="*/ 12185 w 2528315"/>
              <a:gd name="connsiteY16-3808" fmla="*/ 1045174 h 2525736"/>
              <a:gd name="connsiteX0-3809" fmla="*/ 12185 w 2527958"/>
              <a:gd name="connsiteY0-3810" fmla="*/ 1045174 h 2525736"/>
              <a:gd name="connsiteX1-3811" fmla="*/ 19895 w 2527958"/>
              <a:gd name="connsiteY1-3812" fmla="*/ 1016996 h 2525736"/>
              <a:gd name="connsiteX2-3813" fmla="*/ 1242215 w 2527958"/>
              <a:gd name="connsiteY2-3814" fmla="*/ 6073 h 2525736"/>
              <a:gd name="connsiteX3-3815" fmla="*/ 1274549 w 2527958"/>
              <a:gd name="connsiteY3-3816" fmla="*/ 6109 h 2525736"/>
              <a:gd name="connsiteX4-3817" fmla="*/ 2496871 w 2527958"/>
              <a:gd name="connsiteY4-3818" fmla="*/ 1017031 h 2525736"/>
              <a:gd name="connsiteX5-3819" fmla="*/ 2527879 w 2527958"/>
              <a:gd name="connsiteY5-3820" fmla="*/ 1053582 h 2525736"/>
              <a:gd name="connsiteX6-3821" fmla="*/ 2515929 w 2527958"/>
              <a:gd name="connsiteY6-3822" fmla="*/ 1061982 h 2525736"/>
              <a:gd name="connsiteX7-3823" fmla="*/ 1917492 w 2527958"/>
              <a:gd name="connsiteY7-3824" fmla="*/ 1061982 h 2525736"/>
              <a:gd name="connsiteX8-3825" fmla="*/ 1904792 w 2527958"/>
              <a:gd name="connsiteY8-3826" fmla="*/ 1074682 h 2525736"/>
              <a:gd name="connsiteX9-3827" fmla="*/ 1904792 w 2527958"/>
              <a:gd name="connsiteY9-3828" fmla="*/ 2513084 h 2525736"/>
              <a:gd name="connsiteX10-3829" fmla="*/ 1892092 w 2527958"/>
              <a:gd name="connsiteY10-3830" fmla="*/ 2525736 h 2525736"/>
              <a:gd name="connsiteX11-3831" fmla="*/ 624632 w 2527958"/>
              <a:gd name="connsiteY11-3832" fmla="*/ 2525736 h 2525736"/>
              <a:gd name="connsiteX12-3833" fmla="*/ 611932 w 2527958"/>
              <a:gd name="connsiteY12-3834" fmla="*/ 2513036 h 2525736"/>
              <a:gd name="connsiteX13-3835" fmla="*/ 611932 w 2527958"/>
              <a:gd name="connsiteY13-3836" fmla="*/ 1074633 h 2525736"/>
              <a:gd name="connsiteX14-3837" fmla="*/ 599232 w 2527958"/>
              <a:gd name="connsiteY14-3838" fmla="*/ 1061983 h 2525736"/>
              <a:gd name="connsiteX15-3839" fmla="*/ 795 w 2527958"/>
              <a:gd name="connsiteY15-3840" fmla="*/ 1061983 h 2525736"/>
              <a:gd name="connsiteX16-3841" fmla="*/ 12185 w 2527958"/>
              <a:gd name="connsiteY16-3842" fmla="*/ 1045174 h 2525736"/>
              <a:gd name="connsiteX0-3843" fmla="*/ 12185 w 2527879"/>
              <a:gd name="connsiteY0-3844" fmla="*/ 1045174 h 2525736"/>
              <a:gd name="connsiteX1-3845" fmla="*/ 19895 w 2527879"/>
              <a:gd name="connsiteY1-3846" fmla="*/ 1016996 h 2525736"/>
              <a:gd name="connsiteX2-3847" fmla="*/ 1242215 w 2527879"/>
              <a:gd name="connsiteY2-3848" fmla="*/ 6073 h 2525736"/>
              <a:gd name="connsiteX3-3849" fmla="*/ 1274549 w 2527879"/>
              <a:gd name="connsiteY3-3850" fmla="*/ 6109 h 2525736"/>
              <a:gd name="connsiteX4-3851" fmla="*/ 2496871 w 2527879"/>
              <a:gd name="connsiteY4-3852" fmla="*/ 1017031 h 2525736"/>
              <a:gd name="connsiteX5-3853" fmla="*/ 2527879 w 2527879"/>
              <a:gd name="connsiteY5-3854" fmla="*/ 1053582 h 2525736"/>
              <a:gd name="connsiteX6-3855" fmla="*/ 2515929 w 2527879"/>
              <a:gd name="connsiteY6-3856" fmla="*/ 1061982 h 2525736"/>
              <a:gd name="connsiteX7-3857" fmla="*/ 1917492 w 2527879"/>
              <a:gd name="connsiteY7-3858" fmla="*/ 1061982 h 2525736"/>
              <a:gd name="connsiteX8-3859" fmla="*/ 1904792 w 2527879"/>
              <a:gd name="connsiteY8-3860" fmla="*/ 1074682 h 2525736"/>
              <a:gd name="connsiteX9-3861" fmla="*/ 1904792 w 2527879"/>
              <a:gd name="connsiteY9-3862" fmla="*/ 2513084 h 2525736"/>
              <a:gd name="connsiteX10-3863" fmla="*/ 1892092 w 2527879"/>
              <a:gd name="connsiteY10-3864" fmla="*/ 2525736 h 2525736"/>
              <a:gd name="connsiteX11-3865" fmla="*/ 624632 w 2527879"/>
              <a:gd name="connsiteY11-3866" fmla="*/ 2525736 h 2525736"/>
              <a:gd name="connsiteX12-3867" fmla="*/ 611932 w 2527879"/>
              <a:gd name="connsiteY12-3868" fmla="*/ 2513036 h 2525736"/>
              <a:gd name="connsiteX13-3869" fmla="*/ 611932 w 2527879"/>
              <a:gd name="connsiteY13-3870" fmla="*/ 1074633 h 2525736"/>
              <a:gd name="connsiteX14-3871" fmla="*/ 599232 w 2527879"/>
              <a:gd name="connsiteY14-3872" fmla="*/ 1061983 h 2525736"/>
              <a:gd name="connsiteX15-3873" fmla="*/ 795 w 2527879"/>
              <a:gd name="connsiteY15-3874" fmla="*/ 1061983 h 2525736"/>
              <a:gd name="connsiteX16-3875" fmla="*/ 12185 w 2527879"/>
              <a:gd name="connsiteY16-3876" fmla="*/ 1045174 h 2525736"/>
              <a:gd name="connsiteX0-3877" fmla="*/ 12185 w 2520339"/>
              <a:gd name="connsiteY0-3878" fmla="*/ 1045174 h 2525736"/>
              <a:gd name="connsiteX1-3879" fmla="*/ 19895 w 2520339"/>
              <a:gd name="connsiteY1-3880" fmla="*/ 1016996 h 2525736"/>
              <a:gd name="connsiteX2-3881" fmla="*/ 1242215 w 2520339"/>
              <a:gd name="connsiteY2-3882" fmla="*/ 6073 h 2525736"/>
              <a:gd name="connsiteX3-3883" fmla="*/ 1274549 w 2520339"/>
              <a:gd name="connsiteY3-3884" fmla="*/ 6109 h 2525736"/>
              <a:gd name="connsiteX4-3885" fmla="*/ 2496871 w 2520339"/>
              <a:gd name="connsiteY4-3886" fmla="*/ 1017031 h 2525736"/>
              <a:gd name="connsiteX5-3887" fmla="*/ 2504535 w 2520339"/>
              <a:gd name="connsiteY5-3888" fmla="*/ 1045181 h 2525736"/>
              <a:gd name="connsiteX6-3889" fmla="*/ 2515929 w 2520339"/>
              <a:gd name="connsiteY6-3890" fmla="*/ 1061982 h 2525736"/>
              <a:gd name="connsiteX7-3891" fmla="*/ 1917492 w 2520339"/>
              <a:gd name="connsiteY7-3892" fmla="*/ 1061982 h 2525736"/>
              <a:gd name="connsiteX8-3893" fmla="*/ 1904792 w 2520339"/>
              <a:gd name="connsiteY8-3894" fmla="*/ 1074682 h 2525736"/>
              <a:gd name="connsiteX9-3895" fmla="*/ 1904792 w 2520339"/>
              <a:gd name="connsiteY9-3896" fmla="*/ 2513084 h 2525736"/>
              <a:gd name="connsiteX10-3897" fmla="*/ 1892092 w 2520339"/>
              <a:gd name="connsiteY10-3898" fmla="*/ 2525736 h 2525736"/>
              <a:gd name="connsiteX11-3899" fmla="*/ 624632 w 2520339"/>
              <a:gd name="connsiteY11-3900" fmla="*/ 2525736 h 2525736"/>
              <a:gd name="connsiteX12-3901" fmla="*/ 611932 w 2520339"/>
              <a:gd name="connsiteY12-3902" fmla="*/ 2513036 h 2525736"/>
              <a:gd name="connsiteX13-3903" fmla="*/ 611932 w 2520339"/>
              <a:gd name="connsiteY13-3904" fmla="*/ 1074633 h 2525736"/>
              <a:gd name="connsiteX14-3905" fmla="*/ 599232 w 2520339"/>
              <a:gd name="connsiteY14-3906" fmla="*/ 1061983 h 2525736"/>
              <a:gd name="connsiteX15-3907" fmla="*/ 795 w 2520339"/>
              <a:gd name="connsiteY15-3908" fmla="*/ 1061983 h 2525736"/>
              <a:gd name="connsiteX16-3909" fmla="*/ 12185 w 2520339"/>
              <a:gd name="connsiteY16-3910" fmla="*/ 1045174 h 2525736"/>
              <a:gd name="connsiteX0-3911" fmla="*/ 12185 w 2516723"/>
              <a:gd name="connsiteY0-3912" fmla="*/ 1045174 h 2525736"/>
              <a:gd name="connsiteX1-3913" fmla="*/ 19895 w 2516723"/>
              <a:gd name="connsiteY1-3914" fmla="*/ 1016996 h 2525736"/>
              <a:gd name="connsiteX2-3915" fmla="*/ 1242215 w 2516723"/>
              <a:gd name="connsiteY2-3916" fmla="*/ 6073 h 2525736"/>
              <a:gd name="connsiteX3-3917" fmla="*/ 1274549 w 2516723"/>
              <a:gd name="connsiteY3-3918" fmla="*/ 6109 h 2525736"/>
              <a:gd name="connsiteX4-3919" fmla="*/ 2496871 w 2516723"/>
              <a:gd name="connsiteY4-3920" fmla="*/ 1017031 h 2525736"/>
              <a:gd name="connsiteX5-3921" fmla="*/ 2504535 w 2516723"/>
              <a:gd name="connsiteY5-3922" fmla="*/ 1045181 h 2525736"/>
              <a:gd name="connsiteX6-3923" fmla="*/ 2515929 w 2516723"/>
              <a:gd name="connsiteY6-3924" fmla="*/ 1061982 h 2525736"/>
              <a:gd name="connsiteX7-3925" fmla="*/ 1917492 w 2516723"/>
              <a:gd name="connsiteY7-3926" fmla="*/ 1061982 h 2525736"/>
              <a:gd name="connsiteX8-3927" fmla="*/ 1904792 w 2516723"/>
              <a:gd name="connsiteY8-3928" fmla="*/ 1074682 h 2525736"/>
              <a:gd name="connsiteX9-3929" fmla="*/ 1904792 w 2516723"/>
              <a:gd name="connsiteY9-3930" fmla="*/ 2513084 h 2525736"/>
              <a:gd name="connsiteX10-3931" fmla="*/ 1892092 w 2516723"/>
              <a:gd name="connsiteY10-3932" fmla="*/ 2525736 h 2525736"/>
              <a:gd name="connsiteX11-3933" fmla="*/ 624632 w 2516723"/>
              <a:gd name="connsiteY11-3934" fmla="*/ 2525736 h 2525736"/>
              <a:gd name="connsiteX12-3935" fmla="*/ 611932 w 2516723"/>
              <a:gd name="connsiteY12-3936" fmla="*/ 2513036 h 2525736"/>
              <a:gd name="connsiteX13-3937" fmla="*/ 611932 w 2516723"/>
              <a:gd name="connsiteY13-3938" fmla="*/ 1074633 h 2525736"/>
              <a:gd name="connsiteX14-3939" fmla="*/ 599232 w 2516723"/>
              <a:gd name="connsiteY14-3940" fmla="*/ 1061983 h 2525736"/>
              <a:gd name="connsiteX15-3941" fmla="*/ 795 w 2516723"/>
              <a:gd name="connsiteY15-3942" fmla="*/ 1061983 h 2525736"/>
              <a:gd name="connsiteX16-3943" fmla="*/ 12185 w 2516723"/>
              <a:gd name="connsiteY16-3944" fmla="*/ 1045174 h 2525736"/>
              <a:gd name="connsiteX0-3945" fmla="*/ 12185 w 2515929"/>
              <a:gd name="connsiteY0-3946" fmla="*/ 1045174 h 2525736"/>
              <a:gd name="connsiteX1-3947" fmla="*/ 19895 w 2515929"/>
              <a:gd name="connsiteY1-3948" fmla="*/ 1016996 h 2525736"/>
              <a:gd name="connsiteX2-3949" fmla="*/ 1242215 w 2515929"/>
              <a:gd name="connsiteY2-3950" fmla="*/ 6073 h 2525736"/>
              <a:gd name="connsiteX3-3951" fmla="*/ 1274549 w 2515929"/>
              <a:gd name="connsiteY3-3952" fmla="*/ 6109 h 2525736"/>
              <a:gd name="connsiteX4-3953" fmla="*/ 2496871 w 2515929"/>
              <a:gd name="connsiteY4-3954" fmla="*/ 1017031 h 2525736"/>
              <a:gd name="connsiteX5-3955" fmla="*/ 2504535 w 2515929"/>
              <a:gd name="connsiteY5-3956" fmla="*/ 1045181 h 2525736"/>
              <a:gd name="connsiteX6-3957" fmla="*/ 2515929 w 2515929"/>
              <a:gd name="connsiteY6-3958" fmla="*/ 1061982 h 2525736"/>
              <a:gd name="connsiteX7-3959" fmla="*/ 1917492 w 2515929"/>
              <a:gd name="connsiteY7-3960" fmla="*/ 1061982 h 2525736"/>
              <a:gd name="connsiteX8-3961" fmla="*/ 1904792 w 2515929"/>
              <a:gd name="connsiteY8-3962" fmla="*/ 1074682 h 2525736"/>
              <a:gd name="connsiteX9-3963" fmla="*/ 1904792 w 2515929"/>
              <a:gd name="connsiteY9-3964" fmla="*/ 2513084 h 2525736"/>
              <a:gd name="connsiteX10-3965" fmla="*/ 1892092 w 2515929"/>
              <a:gd name="connsiteY10-3966" fmla="*/ 2525736 h 2525736"/>
              <a:gd name="connsiteX11-3967" fmla="*/ 624632 w 2515929"/>
              <a:gd name="connsiteY11-3968" fmla="*/ 2525736 h 2525736"/>
              <a:gd name="connsiteX12-3969" fmla="*/ 611932 w 2515929"/>
              <a:gd name="connsiteY12-3970" fmla="*/ 2513036 h 2525736"/>
              <a:gd name="connsiteX13-3971" fmla="*/ 611932 w 2515929"/>
              <a:gd name="connsiteY13-3972" fmla="*/ 1074633 h 2525736"/>
              <a:gd name="connsiteX14-3973" fmla="*/ 599232 w 2515929"/>
              <a:gd name="connsiteY14-3974" fmla="*/ 1061983 h 2525736"/>
              <a:gd name="connsiteX15-3975" fmla="*/ 795 w 2515929"/>
              <a:gd name="connsiteY15-3976" fmla="*/ 1061983 h 2525736"/>
              <a:gd name="connsiteX16-3977" fmla="*/ 12185 w 2515929"/>
              <a:gd name="connsiteY16-3978" fmla="*/ 1045174 h 2525736"/>
              <a:gd name="connsiteX0-3979" fmla="*/ 12185 w 2505809"/>
              <a:gd name="connsiteY0-3980" fmla="*/ 1045174 h 2525736"/>
              <a:gd name="connsiteX1-3981" fmla="*/ 19895 w 2505809"/>
              <a:gd name="connsiteY1-3982" fmla="*/ 1016996 h 2525736"/>
              <a:gd name="connsiteX2-3983" fmla="*/ 1242215 w 2505809"/>
              <a:gd name="connsiteY2-3984" fmla="*/ 6073 h 2525736"/>
              <a:gd name="connsiteX3-3985" fmla="*/ 1274549 w 2505809"/>
              <a:gd name="connsiteY3-3986" fmla="*/ 6109 h 2525736"/>
              <a:gd name="connsiteX4-3987" fmla="*/ 2496871 w 2505809"/>
              <a:gd name="connsiteY4-3988" fmla="*/ 1017031 h 2525736"/>
              <a:gd name="connsiteX5-3989" fmla="*/ 2504535 w 2505809"/>
              <a:gd name="connsiteY5-3990" fmla="*/ 1045181 h 2525736"/>
              <a:gd name="connsiteX6-3991" fmla="*/ 2480635 w 2505809"/>
              <a:gd name="connsiteY6-3992" fmla="*/ 1061981 h 2525736"/>
              <a:gd name="connsiteX7-3993" fmla="*/ 1917492 w 2505809"/>
              <a:gd name="connsiteY7-3994" fmla="*/ 1061982 h 2525736"/>
              <a:gd name="connsiteX8-3995" fmla="*/ 1904792 w 2505809"/>
              <a:gd name="connsiteY8-3996" fmla="*/ 1074682 h 2525736"/>
              <a:gd name="connsiteX9-3997" fmla="*/ 1904792 w 2505809"/>
              <a:gd name="connsiteY9-3998" fmla="*/ 2513084 h 2525736"/>
              <a:gd name="connsiteX10-3999" fmla="*/ 1892092 w 2505809"/>
              <a:gd name="connsiteY10-4000" fmla="*/ 2525736 h 2525736"/>
              <a:gd name="connsiteX11-4001" fmla="*/ 624632 w 2505809"/>
              <a:gd name="connsiteY11-4002" fmla="*/ 2525736 h 2525736"/>
              <a:gd name="connsiteX12-4003" fmla="*/ 611932 w 2505809"/>
              <a:gd name="connsiteY12-4004" fmla="*/ 2513036 h 2525736"/>
              <a:gd name="connsiteX13-4005" fmla="*/ 611932 w 2505809"/>
              <a:gd name="connsiteY13-4006" fmla="*/ 1074633 h 2525736"/>
              <a:gd name="connsiteX14-4007" fmla="*/ 599232 w 2505809"/>
              <a:gd name="connsiteY14-4008" fmla="*/ 1061983 h 2525736"/>
              <a:gd name="connsiteX15-4009" fmla="*/ 795 w 2505809"/>
              <a:gd name="connsiteY15-4010" fmla="*/ 1061983 h 2525736"/>
              <a:gd name="connsiteX16-4011" fmla="*/ 12185 w 2505809"/>
              <a:gd name="connsiteY16-4012" fmla="*/ 1045174 h 2525736"/>
              <a:gd name="connsiteX0-4013" fmla="*/ 12185 w 2505809"/>
              <a:gd name="connsiteY0-4014" fmla="*/ 1045174 h 2525736"/>
              <a:gd name="connsiteX1-4015" fmla="*/ 19895 w 2505809"/>
              <a:gd name="connsiteY1-4016" fmla="*/ 1016996 h 2525736"/>
              <a:gd name="connsiteX2-4017" fmla="*/ 1242215 w 2505809"/>
              <a:gd name="connsiteY2-4018" fmla="*/ 6073 h 2525736"/>
              <a:gd name="connsiteX3-4019" fmla="*/ 1274549 w 2505809"/>
              <a:gd name="connsiteY3-4020" fmla="*/ 6109 h 2525736"/>
              <a:gd name="connsiteX4-4021" fmla="*/ 2496871 w 2505809"/>
              <a:gd name="connsiteY4-4022" fmla="*/ 1017031 h 2525736"/>
              <a:gd name="connsiteX5-4023" fmla="*/ 2504535 w 2505809"/>
              <a:gd name="connsiteY5-4024" fmla="*/ 1045181 h 2525736"/>
              <a:gd name="connsiteX6-4025" fmla="*/ 2480635 w 2505809"/>
              <a:gd name="connsiteY6-4026" fmla="*/ 1061981 h 2525736"/>
              <a:gd name="connsiteX7-4027" fmla="*/ 1917492 w 2505809"/>
              <a:gd name="connsiteY7-4028" fmla="*/ 1061982 h 2525736"/>
              <a:gd name="connsiteX8-4029" fmla="*/ 1904792 w 2505809"/>
              <a:gd name="connsiteY8-4030" fmla="*/ 1074682 h 2525736"/>
              <a:gd name="connsiteX9-4031" fmla="*/ 1904792 w 2505809"/>
              <a:gd name="connsiteY9-4032" fmla="*/ 2513084 h 2525736"/>
              <a:gd name="connsiteX10-4033" fmla="*/ 1892092 w 2505809"/>
              <a:gd name="connsiteY10-4034" fmla="*/ 2525736 h 2525736"/>
              <a:gd name="connsiteX11-4035" fmla="*/ 624632 w 2505809"/>
              <a:gd name="connsiteY11-4036" fmla="*/ 2525736 h 2525736"/>
              <a:gd name="connsiteX12-4037" fmla="*/ 611932 w 2505809"/>
              <a:gd name="connsiteY12-4038" fmla="*/ 2513036 h 2525736"/>
              <a:gd name="connsiteX13-4039" fmla="*/ 611932 w 2505809"/>
              <a:gd name="connsiteY13-4040" fmla="*/ 1074633 h 2525736"/>
              <a:gd name="connsiteX14-4041" fmla="*/ 599232 w 2505809"/>
              <a:gd name="connsiteY14-4042" fmla="*/ 1061983 h 2525736"/>
              <a:gd name="connsiteX15-4043" fmla="*/ 795 w 2505809"/>
              <a:gd name="connsiteY15-4044" fmla="*/ 1061983 h 2525736"/>
              <a:gd name="connsiteX16-4045" fmla="*/ 12185 w 2505809"/>
              <a:gd name="connsiteY16-4046" fmla="*/ 1045174 h 2525736"/>
              <a:gd name="connsiteX0-4047" fmla="*/ 12185 w 2505809"/>
              <a:gd name="connsiteY0-4048" fmla="*/ 1045174 h 2525736"/>
              <a:gd name="connsiteX1-4049" fmla="*/ 19895 w 2505809"/>
              <a:gd name="connsiteY1-4050" fmla="*/ 1016996 h 2525736"/>
              <a:gd name="connsiteX2-4051" fmla="*/ 1242215 w 2505809"/>
              <a:gd name="connsiteY2-4052" fmla="*/ 6073 h 2525736"/>
              <a:gd name="connsiteX3-4053" fmla="*/ 1274549 w 2505809"/>
              <a:gd name="connsiteY3-4054" fmla="*/ 6109 h 2525736"/>
              <a:gd name="connsiteX4-4055" fmla="*/ 2496871 w 2505809"/>
              <a:gd name="connsiteY4-4056" fmla="*/ 1017031 h 2525736"/>
              <a:gd name="connsiteX5-4057" fmla="*/ 2504535 w 2505809"/>
              <a:gd name="connsiteY5-4058" fmla="*/ 1045181 h 2525736"/>
              <a:gd name="connsiteX6-4059" fmla="*/ 2480635 w 2505809"/>
              <a:gd name="connsiteY6-4060" fmla="*/ 1061981 h 2525736"/>
              <a:gd name="connsiteX7-4061" fmla="*/ 1917492 w 2505809"/>
              <a:gd name="connsiteY7-4062" fmla="*/ 1061982 h 2525736"/>
              <a:gd name="connsiteX8-4063" fmla="*/ 1904792 w 2505809"/>
              <a:gd name="connsiteY8-4064" fmla="*/ 1074682 h 2525736"/>
              <a:gd name="connsiteX9-4065" fmla="*/ 1904792 w 2505809"/>
              <a:gd name="connsiteY9-4066" fmla="*/ 2513084 h 2525736"/>
              <a:gd name="connsiteX10-4067" fmla="*/ 1892092 w 2505809"/>
              <a:gd name="connsiteY10-4068" fmla="*/ 2525736 h 2525736"/>
              <a:gd name="connsiteX11-4069" fmla="*/ 624632 w 2505809"/>
              <a:gd name="connsiteY11-4070" fmla="*/ 2525736 h 2525736"/>
              <a:gd name="connsiteX12-4071" fmla="*/ 611932 w 2505809"/>
              <a:gd name="connsiteY12-4072" fmla="*/ 2513036 h 2525736"/>
              <a:gd name="connsiteX13-4073" fmla="*/ 611932 w 2505809"/>
              <a:gd name="connsiteY13-4074" fmla="*/ 1074633 h 2525736"/>
              <a:gd name="connsiteX14-4075" fmla="*/ 599232 w 2505809"/>
              <a:gd name="connsiteY14-4076" fmla="*/ 1061983 h 2525736"/>
              <a:gd name="connsiteX15-4077" fmla="*/ 795 w 2505809"/>
              <a:gd name="connsiteY15-4078" fmla="*/ 1061983 h 2525736"/>
              <a:gd name="connsiteX16-4079" fmla="*/ 12185 w 2505809"/>
              <a:gd name="connsiteY16-4080" fmla="*/ 1045174 h 2525736"/>
              <a:gd name="connsiteX0-4081" fmla="*/ 12185 w 2505809"/>
              <a:gd name="connsiteY0-4082" fmla="*/ 1045174 h 2525736"/>
              <a:gd name="connsiteX1-4083" fmla="*/ 19895 w 2505809"/>
              <a:gd name="connsiteY1-4084" fmla="*/ 1016996 h 2525736"/>
              <a:gd name="connsiteX2-4085" fmla="*/ 1242215 w 2505809"/>
              <a:gd name="connsiteY2-4086" fmla="*/ 6073 h 2525736"/>
              <a:gd name="connsiteX3-4087" fmla="*/ 1274549 w 2505809"/>
              <a:gd name="connsiteY3-4088" fmla="*/ 6109 h 2525736"/>
              <a:gd name="connsiteX4-4089" fmla="*/ 2496871 w 2505809"/>
              <a:gd name="connsiteY4-4090" fmla="*/ 1017031 h 2525736"/>
              <a:gd name="connsiteX5-4091" fmla="*/ 2504535 w 2505809"/>
              <a:gd name="connsiteY5-4092" fmla="*/ 1045181 h 2525736"/>
              <a:gd name="connsiteX6-4093" fmla="*/ 2480635 w 2505809"/>
              <a:gd name="connsiteY6-4094" fmla="*/ 1061981 h 2525736"/>
              <a:gd name="connsiteX7-4095" fmla="*/ 1930192 w 2505809"/>
              <a:gd name="connsiteY7-4096" fmla="*/ 1061981 h 2525736"/>
              <a:gd name="connsiteX8-4097" fmla="*/ 1904792 w 2505809"/>
              <a:gd name="connsiteY8-4098" fmla="*/ 1074682 h 2525736"/>
              <a:gd name="connsiteX9-4099" fmla="*/ 1904792 w 2505809"/>
              <a:gd name="connsiteY9-4100" fmla="*/ 2513084 h 2525736"/>
              <a:gd name="connsiteX10-4101" fmla="*/ 1892092 w 2505809"/>
              <a:gd name="connsiteY10-4102" fmla="*/ 2525736 h 2525736"/>
              <a:gd name="connsiteX11-4103" fmla="*/ 624632 w 2505809"/>
              <a:gd name="connsiteY11-4104" fmla="*/ 2525736 h 2525736"/>
              <a:gd name="connsiteX12-4105" fmla="*/ 611932 w 2505809"/>
              <a:gd name="connsiteY12-4106" fmla="*/ 2513036 h 2525736"/>
              <a:gd name="connsiteX13-4107" fmla="*/ 611932 w 2505809"/>
              <a:gd name="connsiteY13-4108" fmla="*/ 1074633 h 2525736"/>
              <a:gd name="connsiteX14-4109" fmla="*/ 599232 w 2505809"/>
              <a:gd name="connsiteY14-4110" fmla="*/ 1061983 h 2525736"/>
              <a:gd name="connsiteX15-4111" fmla="*/ 795 w 2505809"/>
              <a:gd name="connsiteY15-4112" fmla="*/ 1061983 h 2525736"/>
              <a:gd name="connsiteX16-4113" fmla="*/ 12185 w 2505809"/>
              <a:gd name="connsiteY16-4114" fmla="*/ 1045174 h 2525736"/>
              <a:gd name="connsiteX0-4115" fmla="*/ 12185 w 2505809"/>
              <a:gd name="connsiteY0-4116" fmla="*/ 1045174 h 2525736"/>
              <a:gd name="connsiteX1-4117" fmla="*/ 19895 w 2505809"/>
              <a:gd name="connsiteY1-4118" fmla="*/ 1016996 h 2525736"/>
              <a:gd name="connsiteX2-4119" fmla="*/ 1242215 w 2505809"/>
              <a:gd name="connsiteY2-4120" fmla="*/ 6073 h 2525736"/>
              <a:gd name="connsiteX3-4121" fmla="*/ 1274549 w 2505809"/>
              <a:gd name="connsiteY3-4122" fmla="*/ 6109 h 2525736"/>
              <a:gd name="connsiteX4-4123" fmla="*/ 2496871 w 2505809"/>
              <a:gd name="connsiteY4-4124" fmla="*/ 1017031 h 2525736"/>
              <a:gd name="connsiteX5-4125" fmla="*/ 2504535 w 2505809"/>
              <a:gd name="connsiteY5-4126" fmla="*/ 1045181 h 2525736"/>
              <a:gd name="connsiteX6-4127" fmla="*/ 2480635 w 2505809"/>
              <a:gd name="connsiteY6-4128" fmla="*/ 1061981 h 2525736"/>
              <a:gd name="connsiteX7-4129" fmla="*/ 1930192 w 2505809"/>
              <a:gd name="connsiteY7-4130" fmla="*/ 1061981 h 2525736"/>
              <a:gd name="connsiteX8-4131" fmla="*/ 1904792 w 2505809"/>
              <a:gd name="connsiteY8-4132" fmla="*/ 1074682 h 2525736"/>
              <a:gd name="connsiteX9-4133" fmla="*/ 1904792 w 2505809"/>
              <a:gd name="connsiteY9-4134" fmla="*/ 2513084 h 2525736"/>
              <a:gd name="connsiteX10-4135" fmla="*/ 1892092 w 2505809"/>
              <a:gd name="connsiteY10-4136" fmla="*/ 2525736 h 2525736"/>
              <a:gd name="connsiteX11-4137" fmla="*/ 624632 w 2505809"/>
              <a:gd name="connsiteY11-4138" fmla="*/ 2525736 h 2525736"/>
              <a:gd name="connsiteX12-4139" fmla="*/ 611932 w 2505809"/>
              <a:gd name="connsiteY12-4140" fmla="*/ 2513036 h 2525736"/>
              <a:gd name="connsiteX13-4141" fmla="*/ 611932 w 2505809"/>
              <a:gd name="connsiteY13-4142" fmla="*/ 1074633 h 2525736"/>
              <a:gd name="connsiteX14-4143" fmla="*/ 599232 w 2505809"/>
              <a:gd name="connsiteY14-4144" fmla="*/ 1061983 h 2525736"/>
              <a:gd name="connsiteX15-4145" fmla="*/ 795 w 2505809"/>
              <a:gd name="connsiteY15-4146" fmla="*/ 1061983 h 2525736"/>
              <a:gd name="connsiteX16-4147" fmla="*/ 12185 w 2505809"/>
              <a:gd name="connsiteY16-4148" fmla="*/ 1045174 h 2525736"/>
              <a:gd name="connsiteX0-4149" fmla="*/ 12185 w 2505809"/>
              <a:gd name="connsiteY0-4150" fmla="*/ 1045174 h 2525736"/>
              <a:gd name="connsiteX1-4151" fmla="*/ 19895 w 2505809"/>
              <a:gd name="connsiteY1-4152" fmla="*/ 1016996 h 2525736"/>
              <a:gd name="connsiteX2-4153" fmla="*/ 1242215 w 2505809"/>
              <a:gd name="connsiteY2-4154" fmla="*/ 6073 h 2525736"/>
              <a:gd name="connsiteX3-4155" fmla="*/ 1274549 w 2505809"/>
              <a:gd name="connsiteY3-4156" fmla="*/ 6109 h 2525736"/>
              <a:gd name="connsiteX4-4157" fmla="*/ 2496871 w 2505809"/>
              <a:gd name="connsiteY4-4158" fmla="*/ 1017031 h 2525736"/>
              <a:gd name="connsiteX5-4159" fmla="*/ 2504535 w 2505809"/>
              <a:gd name="connsiteY5-4160" fmla="*/ 1045181 h 2525736"/>
              <a:gd name="connsiteX6-4161" fmla="*/ 2480635 w 2505809"/>
              <a:gd name="connsiteY6-4162" fmla="*/ 1061981 h 2525736"/>
              <a:gd name="connsiteX7-4163" fmla="*/ 1930192 w 2505809"/>
              <a:gd name="connsiteY7-4164" fmla="*/ 1061981 h 2525736"/>
              <a:gd name="connsiteX8-4165" fmla="*/ 1904792 w 2505809"/>
              <a:gd name="connsiteY8-4166" fmla="*/ 1074682 h 2525736"/>
              <a:gd name="connsiteX9-4167" fmla="*/ 1904792 w 2505809"/>
              <a:gd name="connsiteY9-4168" fmla="*/ 2513084 h 2525736"/>
              <a:gd name="connsiteX10-4169" fmla="*/ 1892092 w 2505809"/>
              <a:gd name="connsiteY10-4170" fmla="*/ 2525736 h 2525736"/>
              <a:gd name="connsiteX11-4171" fmla="*/ 624632 w 2505809"/>
              <a:gd name="connsiteY11-4172" fmla="*/ 2525736 h 2525736"/>
              <a:gd name="connsiteX12-4173" fmla="*/ 611932 w 2505809"/>
              <a:gd name="connsiteY12-4174" fmla="*/ 2513036 h 2525736"/>
              <a:gd name="connsiteX13-4175" fmla="*/ 611932 w 2505809"/>
              <a:gd name="connsiteY13-4176" fmla="*/ 1074633 h 2525736"/>
              <a:gd name="connsiteX14-4177" fmla="*/ 599232 w 2505809"/>
              <a:gd name="connsiteY14-4178" fmla="*/ 1061983 h 2525736"/>
              <a:gd name="connsiteX15-4179" fmla="*/ 795 w 2505809"/>
              <a:gd name="connsiteY15-4180" fmla="*/ 1061983 h 2525736"/>
              <a:gd name="connsiteX16-4181" fmla="*/ 12185 w 2505809"/>
              <a:gd name="connsiteY16-4182" fmla="*/ 1045174 h 2525736"/>
              <a:gd name="connsiteX0-4183" fmla="*/ 12185 w 2505809"/>
              <a:gd name="connsiteY0-4184" fmla="*/ 1045174 h 2525736"/>
              <a:gd name="connsiteX1-4185" fmla="*/ 19895 w 2505809"/>
              <a:gd name="connsiteY1-4186" fmla="*/ 1016996 h 2525736"/>
              <a:gd name="connsiteX2-4187" fmla="*/ 1242215 w 2505809"/>
              <a:gd name="connsiteY2-4188" fmla="*/ 6073 h 2525736"/>
              <a:gd name="connsiteX3-4189" fmla="*/ 1274549 w 2505809"/>
              <a:gd name="connsiteY3-4190" fmla="*/ 6109 h 2525736"/>
              <a:gd name="connsiteX4-4191" fmla="*/ 2496871 w 2505809"/>
              <a:gd name="connsiteY4-4192" fmla="*/ 1017031 h 2525736"/>
              <a:gd name="connsiteX5-4193" fmla="*/ 2504535 w 2505809"/>
              <a:gd name="connsiteY5-4194" fmla="*/ 1045181 h 2525736"/>
              <a:gd name="connsiteX6-4195" fmla="*/ 2480635 w 2505809"/>
              <a:gd name="connsiteY6-4196" fmla="*/ 1061981 h 2525736"/>
              <a:gd name="connsiteX7-4197" fmla="*/ 1930192 w 2505809"/>
              <a:gd name="connsiteY7-4198" fmla="*/ 1061981 h 2525736"/>
              <a:gd name="connsiteX8-4199" fmla="*/ 1904792 w 2505809"/>
              <a:gd name="connsiteY8-4200" fmla="*/ 1087380 h 2525736"/>
              <a:gd name="connsiteX9-4201" fmla="*/ 1904792 w 2505809"/>
              <a:gd name="connsiteY9-4202" fmla="*/ 2513084 h 2525736"/>
              <a:gd name="connsiteX10-4203" fmla="*/ 1892092 w 2505809"/>
              <a:gd name="connsiteY10-4204" fmla="*/ 2525736 h 2525736"/>
              <a:gd name="connsiteX11-4205" fmla="*/ 624632 w 2505809"/>
              <a:gd name="connsiteY11-4206" fmla="*/ 2525736 h 2525736"/>
              <a:gd name="connsiteX12-4207" fmla="*/ 611932 w 2505809"/>
              <a:gd name="connsiteY12-4208" fmla="*/ 2513036 h 2525736"/>
              <a:gd name="connsiteX13-4209" fmla="*/ 611932 w 2505809"/>
              <a:gd name="connsiteY13-4210" fmla="*/ 1074633 h 2525736"/>
              <a:gd name="connsiteX14-4211" fmla="*/ 599232 w 2505809"/>
              <a:gd name="connsiteY14-4212" fmla="*/ 1061983 h 2525736"/>
              <a:gd name="connsiteX15-4213" fmla="*/ 795 w 2505809"/>
              <a:gd name="connsiteY15-4214" fmla="*/ 1061983 h 2525736"/>
              <a:gd name="connsiteX16-4215" fmla="*/ 12185 w 2505809"/>
              <a:gd name="connsiteY16-4216" fmla="*/ 1045174 h 2525736"/>
              <a:gd name="connsiteX0-4217" fmla="*/ 12185 w 2505809"/>
              <a:gd name="connsiteY0-4218" fmla="*/ 1045174 h 2525736"/>
              <a:gd name="connsiteX1-4219" fmla="*/ 19895 w 2505809"/>
              <a:gd name="connsiteY1-4220" fmla="*/ 1016996 h 2525736"/>
              <a:gd name="connsiteX2-4221" fmla="*/ 1242215 w 2505809"/>
              <a:gd name="connsiteY2-4222" fmla="*/ 6073 h 2525736"/>
              <a:gd name="connsiteX3-4223" fmla="*/ 1274549 w 2505809"/>
              <a:gd name="connsiteY3-4224" fmla="*/ 6109 h 2525736"/>
              <a:gd name="connsiteX4-4225" fmla="*/ 2496871 w 2505809"/>
              <a:gd name="connsiteY4-4226" fmla="*/ 1017031 h 2525736"/>
              <a:gd name="connsiteX5-4227" fmla="*/ 2504535 w 2505809"/>
              <a:gd name="connsiteY5-4228" fmla="*/ 1045181 h 2525736"/>
              <a:gd name="connsiteX6-4229" fmla="*/ 2480635 w 2505809"/>
              <a:gd name="connsiteY6-4230" fmla="*/ 1061981 h 2525736"/>
              <a:gd name="connsiteX7-4231" fmla="*/ 1930192 w 2505809"/>
              <a:gd name="connsiteY7-4232" fmla="*/ 1061981 h 2525736"/>
              <a:gd name="connsiteX8-4233" fmla="*/ 1904792 w 2505809"/>
              <a:gd name="connsiteY8-4234" fmla="*/ 1087380 h 2525736"/>
              <a:gd name="connsiteX9-4235" fmla="*/ 1904792 w 2505809"/>
              <a:gd name="connsiteY9-4236" fmla="*/ 2513084 h 2525736"/>
              <a:gd name="connsiteX10-4237" fmla="*/ 1892092 w 2505809"/>
              <a:gd name="connsiteY10-4238" fmla="*/ 2525736 h 2525736"/>
              <a:gd name="connsiteX11-4239" fmla="*/ 624632 w 2505809"/>
              <a:gd name="connsiteY11-4240" fmla="*/ 2525736 h 2525736"/>
              <a:gd name="connsiteX12-4241" fmla="*/ 611932 w 2505809"/>
              <a:gd name="connsiteY12-4242" fmla="*/ 2513036 h 2525736"/>
              <a:gd name="connsiteX13-4243" fmla="*/ 611932 w 2505809"/>
              <a:gd name="connsiteY13-4244" fmla="*/ 1074633 h 2525736"/>
              <a:gd name="connsiteX14-4245" fmla="*/ 599232 w 2505809"/>
              <a:gd name="connsiteY14-4246" fmla="*/ 1061983 h 2525736"/>
              <a:gd name="connsiteX15-4247" fmla="*/ 795 w 2505809"/>
              <a:gd name="connsiteY15-4248" fmla="*/ 1061983 h 2525736"/>
              <a:gd name="connsiteX16-4249" fmla="*/ 12185 w 2505809"/>
              <a:gd name="connsiteY16-4250" fmla="*/ 1045174 h 2525736"/>
              <a:gd name="connsiteX0-4251" fmla="*/ 12185 w 2505809"/>
              <a:gd name="connsiteY0-4252" fmla="*/ 1045174 h 2525736"/>
              <a:gd name="connsiteX1-4253" fmla="*/ 19895 w 2505809"/>
              <a:gd name="connsiteY1-4254" fmla="*/ 1016996 h 2525736"/>
              <a:gd name="connsiteX2-4255" fmla="*/ 1242215 w 2505809"/>
              <a:gd name="connsiteY2-4256" fmla="*/ 6073 h 2525736"/>
              <a:gd name="connsiteX3-4257" fmla="*/ 1274549 w 2505809"/>
              <a:gd name="connsiteY3-4258" fmla="*/ 6109 h 2525736"/>
              <a:gd name="connsiteX4-4259" fmla="*/ 2496871 w 2505809"/>
              <a:gd name="connsiteY4-4260" fmla="*/ 1017031 h 2525736"/>
              <a:gd name="connsiteX5-4261" fmla="*/ 2504535 w 2505809"/>
              <a:gd name="connsiteY5-4262" fmla="*/ 1045181 h 2525736"/>
              <a:gd name="connsiteX6-4263" fmla="*/ 2480635 w 2505809"/>
              <a:gd name="connsiteY6-4264" fmla="*/ 1061981 h 2525736"/>
              <a:gd name="connsiteX7-4265" fmla="*/ 1930192 w 2505809"/>
              <a:gd name="connsiteY7-4266" fmla="*/ 1061981 h 2525736"/>
              <a:gd name="connsiteX8-4267" fmla="*/ 1904792 w 2505809"/>
              <a:gd name="connsiteY8-4268" fmla="*/ 1087380 h 2525736"/>
              <a:gd name="connsiteX9-4269" fmla="*/ 1904792 w 2505809"/>
              <a:gd name="connsiteY9-4270" fmla="*/ 2513084 h 2525736"/>
              <a:gd name="connsiteX10-4271" fmla="*/ 1892092 w 2505809"/>
              <a:gd name="connsiteY10-4272" fmla="*/ 2525736 h 2525736"/>
              <a:gd name="connsiteX11-4273" fmla="*/ 624632 w 2505809"/>
              <a:gd name="connsiteY11-4274" fmla="*/ 2525736 h 2525736"/>
              <a:gd name="connsiteX12-4275" fmla="*/ 611932 w 2505809"/>
              <a:gd name="connsiteY12-4276" fmla="*/ 2513036 h 2525736"/>
              <a:gd name="connsiteX13-4277" fmla="*/ 611932 w 2505809"/>
              <a:gd name="connsiteY13-4278" fmla="*/ 1074633 h 2525736"/>
              <a:gd name="connsiteX14-4279" fmla="*/ 599232 w 2505809"/>
              <a:gd name="connsiteY14-4280" fmla="*/ 1061983 h 2525736"/>
              <a:gd name="connsiteX15-4281" fmla="*/ 795 w 2505809"/>
              <a:gd name="connsiteY15-4282" fmla="*/ 1061983 h 2525736"/>
              <a:gd name="connsiteX16-4283" fmla="*/ 12185 w 2505809"/>
              <a:gd name="connsiteY16-4284" fmla="*/ 1045174 h 2525736"/>
              <a:gd name="connsiteX0-4285" fmla="*/ 12185 w 2505809"/>
              <a:gd name="connsiteY0-4286" fmla="*/ 1045174 h 2525736"/>
              <a:gd name="connsiteX1-4287" fmla="*/ 19895 w 2505809"/>
              <a:gd name="connsiteY1-4288" fmla="*/ 1016996 h 2525736"/>
              <a:gd name="connsiteX2-4289" fmla="*/ 1242215 w 2505809"/>
              <a:gd name="connsiteY2-4290" fmla="*/ 6073 h 2525736"/>
              <a:gd name="connsiteX3-4291" fmla="*/ 1274549 w 2505809"/>
              <a:gd name="connsiteY3-4292" fmla="*/ 6109 h 2525736"/>
              <a:gd name="connsiteX4-4293" fmla="*/ 2496871 w 2505809"/>
              <a:gd name="connsiteY4-4294" fmla="*/ 1017031 h 2525736"/>
              <a:gd name="connsiteX5-4295" fmla="*/ 2504535 w 2505809"/>
              <a:gd name="connsiteY5-4296" fmla="*/ 1045181 h 2525736"/>
              <a:gd name="connsiteX6-4297" fmla="*/ 2480635 w 2505809"/>
              <a:gd name="connsiteY6-4298" fmla="*/ 1061981 h 2525736"/>
              <a:gd name="connsiteX7-4299" fmla="*/ 1930192 w 2505809"/>
              <a:gd name="connsiteY7-4300" fmla="*/ 1061981 h 2525736"/>
              <a:gd name="connsiteX8-4301" fmla="*/ 1904792 w 2505809"/>
              <a:gd name="connsiteY8-4302" fmla="*/ 1087380 h 2525736"/>
              <a:gd name="connsiteX9-4303" fmla="*/ 1904792 w 2505809"/>
              <a:gd name="connsiteY9-4304" fmla="*/ 2500383 h 2525736"/>
              <a:gd name="connsiteX10-4305" fmla="*/ 1892092 w 2505809"/>
              <a:gd name="connsiteY10-4306" fmla="*/ 2525736 h 2525736"/>
              <a:gd name="connsiteX11-4307" fmla="*/ 624632 w 2505809"/>
              <a:gd name="connsiteY11-4308" fmla="*/ 2525736 h 2525736"/>
              <a:gd name="connsiteX12-4309" fmla="*/ 611932 w 2505809"/>
              <a:gd name="connsiteY12-4310" fmla="*/ 2513036 h 2525736"/>
              <a:gd name="connsiteX13-4311" fmla="*/ 611932 w 2505809"/>
              <a:gd name="connsiteY13-4312" fmla="*/ 1074633 h 2525736"/>
              <a:gd name="connsiteX14-4313" fmla="*/ 599232 w 2505809"/>
              <a:gd name="connsiteY14-4314" fmla="*/ 1061983 h 2525736"/>
              <a:gd name="connsiteX15-4315" fmla="*/ 795 w 2505809"/>
              <a:gd name="connsiteY15-4316" fmla="*/ 1061983 h 2525736"/>
              <a:gd name="connsiteX16-4317" fmla="*/ 12185 w 2505809"/>
              <a:gd name="connsiteY16-4318" fmla="*/ 1045174 h 2525736"/>
              <a:gd name="connsiteX0-4319" fmla="*/ 12185 w 2505809"/>
              <a:gd name="connsiteY0-4320" fmla="*/ 1045174 h 2525736"/>
              <a:gd name="connsiteX1-4321" fmla="*/ 19895 w 2505809"/>
              <a:gd name="connsiteY1-4322" fmla="*/ 1016996 h 2525736"/>
              <a:gd name="connsiteX2-4323" fmla="*/ 1242215 w 2505809"/>
              <a:gd name="connsiteY2-4324" fmla="*/ 6073 h 2525736"/>
              <a:gd name="connsiteX3-4325" fmla="*/ 1274549 w 2505809"/>
              <a:gd name="connsiteY3-4326" fmla="*/ 6109 h 2525736"/>
              <a:gd name="connsiteX4-4327" fmla="*/ 2496871 w 2505809"/>
              <a:gd name="connsiteY4-4328" fmla="*/ 1017031 h 2525736"/>
              <a:gd name="connsiteX5-4329" fmla="*/ 2504535 w 2505809"/>
              <a:gd name="connsiteY5-4330" fmla="*/ 1045181 h 2525736"/>
              <a:gd name="connsiteX6-4331" fmla="*/ 2480635 w 2505809"/>
              <a:gd name="connsiteY6-4332" fmla="*/ 1061981 h 2525736"/>
              <a:gd name="connsiteX7-4333" fmla="*/ 1930192 w 2505809"/>
              <a:gd name="connsiteY7-4334" fmla="*/ 1061981 h 2525736"/>
              <a:gd name="connsiteX8-4335" fmla="*/ 1904792 w 2505809"/>
              <a:gd name="connsiteY8-4336" fmla="*/ 1087380 h 2525736"/>
              <a:gd name="connsiteX9-4337" fmla="*/ 1904792 w 2505809"/>
              <a:gd name="connsiteY9-4338" fmla="*/ 2500383 h 2525736"/>
              <a:gd name="connsiteX10-4339" fmla="*/ 1892092 w 2505809"/>
              <a:gd name="connsiteY10-4340" fmla="*/ 2525736 h 2525736"/>
              <a:gd name="connsiteX11-4341" fmla="*/ 624632 w 2505809"/>
              <a:gd name="connsiteY11-4342" fmla="*/ 2525736 h 2525736"/>
              <a:gd name="connsiteX12-4343" fmla="*/ 611932 w 2505809"/>
              <a:gd name="connsiteY12-4344" fmla="*/ 2513036 h 2525736"/>
              <a:gd name="connsiteX13-4345" fmla="*/ 611932 w 2505809"/>
              <a:gd name="connsiteY13-4346" fmla="*/ 1074633 h 2525736"/>
              <a:gd name="connsiteX14-4347" fmla="*/ 599232 w 2505809"/>
              <a:gd name="connsiteY14-4348" fmla="*/ 1061983 h 2525736"/>
              <a:gd name="connsiteX15-4349" fmla="*/ 795 w 2505809"/>
              <a:gd name="connsiteY15-4350" fmla="*/ 1061983 h 2525736"/>
              <a:gd name="connsiteX16-4351" fmla="*/ 12185 w 2505809"/>
              <a:gd name="connsiteY16-4352" fmla="*/ 1045174 h 2525736"/>
              <a:gd name="connsiteX0-4353" fmla="*/ 12185 w 2505809"/>
              <a:gd name="connsiteY0-4354" fmla="*/ 1045174 h 2525736"/>
              <a:gd name="connsiteX1-4355" fmla="*/ 19895 w 2505809"/>
              <a:gd name="connsiteY1-4356" fmla="*/ 1016996 h 2525736"/>
              <a:gd name="connsiteX2-4357" fmla="*/ 1242215 w 2505809"/>
              <a:gd name="connsiteY2-4358" fmla="*/ 6073 h 2525736"/>
              <a:gd name="connsiteX3-4359" fmla="*/ 1274549 w 2505809"/>
              <a:gd name="connsiteY3-4360" fmla="*/ 6109 h 2525736"/>
              <a:gd name="connsiteX4-4361" fmla="*/ 2496871 w 2505809"/>
              <a:gd name="connsiteY4-4362" fmla="*/ 1017031 h 2525736"/>
              <a:gd name="connsiteX5-4363" fmla="*/ 2504535 w 2505809"/>
              <a:gd name="connsiteY5-4364" fmla="*/ 1045181 h 2525736"/>
              <a:gd name="connsiteX6-4365" fmla="*/ 2480635 w 2505809"/>
              <a:gd name="connsiteY6-4366" fmla="*/ 1061981 h 2525736"/>
              <a:gd name="connsiteX7-4367" fmla="*/ 1930192 w 2505809"/>
              <a:gd name="connsiteY7-4368" fmla="*/ 1061981 h 2525736"/>
              <a:gd name="connsiteX8-4369" fmla="*/ 1904792 w 2505809"/>
              <a:gd name="connsiteY8-4370" fmla="*/ 1087380 h 2525736"/>
              <a:gd name="connsiteX9-4371" fmla="*/ 1904792 w 2505809"/>
              <a:gd name="connsiteY9-4372" fmla="*/ 2500383 h 2525736"/>
              <a:gd name="connsiteX10-4373" fmla="*/ 1892092 w 2505809"/>
              <a:gd name="connsiteY10-4374" fmla="*/ 2525736 h 2525736"/>
              <a:gd name="connsiteX11-4375" fmla="*/ 624632 w 2505809"/>
              <a:gd name="connsiteY11-4376" fmla="*/ 2525736 h 2525736"/>
              <a:gd name="connsiteX12-4377" fmla="*/ 611932 w 2505809"/>
              <a:gd name="connsiteY12-4378" fmla="*/ 2513036 h 2525736"/>
              <a:gd name="connsiteX13-4379" fmla="*/ 611932 w 2505809"/>
              <a:gd name="connsiteY13-4380" fmla="*/ 1074633 h 2525736"/>
              <a:gd name="connsiteX14-4381" fmla="*/ 599232 w 2505809"/>
              <a:gd name="connsiteY14-4382" fmla="*/ 1061983 h 2525736"/>
              <a:gd name="connsiteX15-4383" fmla="*/ 795 w 2505809"/>
              <a:gd name="connsiteY15-4384" fmla="*/ 1061983 h 2525736"/>
              <a:gd name="connsiteX16-4385" fmla="*/ 12185 w 2505809"/>
              <a:gd name="connsiteY16-4386" fmla="*/ 1045174 h 2525736"/>
              <a:gd name="connsiteX0-4387" fmla="*/ 12185 w 2505809"/>
              <a:gd name="connsiteY0-4388" fmla="*/ 1045174 h 2525736"/>
              <a:gd name="connsiteX1-4389" fmla="*/ 19895 w 2505809"/>
              <a:gd name="connsiteY1-4390" fmla="*/ 1016996 h 2525736"/>
              <a:gd name="connsiteX2-4391" fmla="*/ 1242215 w 2505809"/>
              <a:gd name="connsiteY2-4392" fmla="*/ 6073 h 2525736"/>
              <a:gd name="connsiteX3-4393" fmla="*/ 1274549 w 2505809"/>
              <a:gd name="connsiteY3-4394" fmla="*/ 6109 h 2525736"/>
              <a:gd name="connsiteX4-4395" fmla="*/ 2496871 w 2505809"/>
              <a:gd name="connsiteY4-4396" fmla="*/ 1017031 h 2525736"/>
              <a:gd name="connsiteX5-4397" fmla="*/ 2504535 w 2505809"/>
              <a:gd name="connsiteY5-4398" fmla="*/ 1045181 h 2525736"/>
              <a:gd name="connsiteX6-4399" fmla="*/ 2480635 w 2505809"/>
              <a:gd name="connsiteY6-4400" fmla="*/ 1061981 h 2525736"/>
              <a:gd name="connsiteX7-4401" fmla="*/ 1930192 w 2505809"/>
              <a:gd name="connsiteY7-4402" fmla="*/ 1061981 h 2525736"/>
              <a:gd name="connsiteX8-4403" fmla="*/ 1904792 w 2505809"/>
              <a:gd name="connsiteY8-4404" fmla="*/ 1087380 h 2525736"/>
              <a:gd name="connsiteX9-4405" fmla="*/ 1904792 w 2505809"/>
              <a:gd name="connsiteY9-4406" fmla="*/ 2500383 h 2525736"/>
              <a:gd name="connsiteX10-4407" fmla="*/ 1879392 w 2505809"/>
              <a:gd name="connsiteY10-4408" fmla="*/ 2525734 h 2525736"/>
              <a:gd name="connsiteX11-4409" fmla="*/ 624632 w 2505809"/>
              <a:gd name="connsiteY11-4410" fmla="*/ 2525736 h 2525736"/>
              <a:gd name="connsiteX12-4411" fmla="*/ 611932 w 2505809"/>
              <a:gd name="connsiteY12-4412" fmla="*/ 2513036 h 2525736"/>
              <a:gd name="connsiteX13-4413" fmla="*/ 611932 w 2505809"/>
              <a:gd name="connsiteY13-4414" fmla="*/ 1074633 h 2525736"/>
              <a:gd name="connsiteX14-4415" fmla="*/ 599232 w 2505809"/>
              <a:gd name="connsiteY14-4416" fmla="*/ 1061983 h 2525736"/>
              <a:gd name="connsiteX15-4417" fmla="*/ 795 w 2505809"/>
              <a:gd name="connsiteY15-4418" fmla="*/ 1061983 h 2525736"/>
              <a:gd name="connsiteX16-4419" fmla="*/ 12185 w 2505809"/>
              <a:gd name="connsiteY16-4420" fmla="*/ 1045174 h 2525736"/>
              <a:gd name="connsiteX0-4421" fmla="*/ 12185 w 2505809"/>
              <a:gd name="connsiteY0-4422" fmla="*/ 1045174 h 2525736"/>
              <a:gd name="connsiteX1-4423" fmla="*/ 19895 w 2505809"/>
              <a:gd name="connsiteY1-4424" fmla="*/ 1016996 h 2525736"/>
              <a:gd name="connsiteX2-4425" fmla="*/ 1242215 w 2505809"/>
              <a:gd name="connsiteY2-4426" fmla="*/ 6073 h 2525736"/>
              <a:gd name="connsiteX3-4427" fmla="*/ 1274549 w 2505809"/>
              <a:gd name="connsiteY3-4428" fmla="*/ 6109 h 2525736"/>
              <a:gd name="connsiteX4-4429" fmla="*/ 2496871 w 2505809"/>
              <a:gd name="connsiteY4-4430" fmla="*/ 1017031 h 2525736"/>
              <a:gd name="connsiteX5-4431" fmla="*/ 2504535 w 2505809"/>
              <a:gd name="connsiteY5-4432" fmla="*/ 1045181 h 2525736"/>
              <a:gd name="connsiteX6-4433" fmla="*/ 2480635 w 2505809"/>
              <a:gd name="connsiteY6-4434" fmla="*/ 1061981 h 2525736"/>
              <a:gd name="connsiteX7-4435" fmla="*/ 1930192 w 2505809"/>
              <a:gd name="connsiteY7-4436" fmla="*/ 1061981 h 2525736"/>
              <a:gd name="connsiteX8-4437" fmla="*/ 1904792 w 2505809"/>
              <a:gd name="connsiteY8-4438" fmla="*/ 1087380 h 2525736"/>
              <a:gd name="connsiteX9-4439" fmla="*/ 1904792 w 2505809"/>
              <a:gd name="connsiteY9-4440" fmla="*/ 2500383 h 2525736"/>
              <a:gd name="connsiteX10-4441" fmla="*/ 1879392 w 2505809"/>
              <a:gd name="connsiteY10-4442" fmla="*/ 2525734 h 2525736"/>
              <a:gd name="connsiteX11-4443" fmla="*/ 624632 w 2505809"/>
              <a:gd name="connsiteY11-4444" fmla="*/ 2525736 h 2525736"/>
              <a:gd name="connsiteX12-4445" fmla="*/ 611932 w 2505809"/>
              <a:gd name="connsiteY12-4446" fmla="*/ 2513036 h 2525736"/>
              <a:gd name="connsiteX13-4447" fmla="*/ 611932 w 2505809"/>
              <a:gd name="connsiteY13-4448" fmla="*/ 1074633 h 2525736"/>
              <a:gd name="connsiteX14-4449" fmla="*/ 599232 w 2505809"/>
              <a:gd name="connsiteY14-4450" fmla="*/ 1061983 h 2525736"/>
              <a:gd name="connsiteX15-4451" fmla="*/ 795 w 2505809"/>
              <a:gd name="connsiteY15-4452" fmla="*/ 1061983 h 2525736"/>
              <a:gd name="connsiteX16-4453" fmla="*/ 12185 w 2505809"/>
              <a:gd name="connsiteY16-4454" fmla="*/ 1045174 h 2525736"/>
              <a:gd name="connsiteX0-4455" fmla="*/ 12185 w 2505809"/>
              <a:gd name="connsiteY0-4456" fmla="*/ 1045174 h 2525736"/>
              <a:gd name="connsiteX1-4457" fmla="*/ 19895 w 2505809"/>
              <a:gd name="connsiteY1-4458" fmla="*/ 1016996 h 2525736"/>
              <a:gd name="connsiteX2-4459" fmla="*/ 1242215 w 2505809"/>
              <a:gd name="connsiteY2-4460" fmla="*/ 6073 h 2525736"/>
              <a:gd name="connsiteX3-4461" fmla="*/ 1274549 w 2505809"/>
              <a:gd name="connsiteY3-4462" fmla="*/ 6109 h 2525736"/>
              <a:gd name="connsiteX4-4463" fmla="*/ 2496871 w 2505809"/>
              <a:gd name="connsiteY4-4464" fmla="*/ 1017031 h 2525736"/>
              <a:gd name="connsiteX5-4465" fmla="*/ 2504535 w 2505809"/>
              <a:gd name="connsiteY5-4466" fmla="*/ 1045181 h 2525736"/>
              <a:gd name="connsiteX6-4467" fmla="*/ 2480635 w 2505809"/>
              <a:gd name="connsiteY6-4468" fmla="*/ 1061981 h 2525736"/>
              <a:gd name="connsiteX7-4469" fmla="*/ 1930192 w 2505809"/>
              <a:gd name="connsiteY7-4470" fmla="*/ 1061981 h 2525736"/>
              <a:gd name="connsiteX8-4471" fmla="*/ 1904792 w 2505809"/>
              <a:gd name="connsiteY8-4472" fmla="*/ 1087380 h 2525736"/>
              <a:gd name="connsiteX9-4473" fmla="*/ 1904792 w 2505809"/>
              <a:gd name="connsiteY9-4474" fmla="*/ 2500383 h 2525736"/>
              <a:gd name="connsiteX10-4475" fmla="*/ 1879392 w 2505809"/>
              <a:gd name="connsiteY10-4476" fmla="*/ 2525734 h 2525736"/>
              <a:gd name="connsiteX11-4477" fmla="*/ 624632 w 2505809"/>
              <a:gd name="connsiteY11-4478" fmla="*/ 2525736 h 2525736"/>
              <a:gd name="connsiteX12-4479" fmla="*/ 611932 w 2505809"/>
              <a:gd name="connsiteY12-4480" fmla="*/ 2513036 h 2525736"/>
              <a:gd name="connsiteX13-4481" fmla="*/ 611932 w 2505809"/>
              <a:gd name="connsiteY13-4482" fmla="*/ 1074633 h 2525736"/>
              <a:gd name="connsiteX14-4483" fmla="*/ 599232 w 2505809"/>
              <a:gd name="connsiteY14-4484" fmla="*/ 1061983 h 2525736"/>
              <a:gd name="connsiteX15-4485" fmla="*/ 795 w 2505809"/>
              <a:gd name="connsiteY15-4486" fmla="*/ 1061983 h 2525736"/>
              <a:gd name="connsiteX16-4487" fmla="*/ 12185 w 2505809"/>
              <a:gd name="connsiteY16-4488" fmla="*/ 1045174 h 2525736"/>
              <a:gd name="connsiteX0-4489" fmla="*/ 12185 w 2505809"/>
              <a:gd name="connsiteY0-4490" fmla="*/ 1045174 h 2525734"/>
              <a:gd name="connsiteX1-4491" fmla="*/ 19895 w 2505809"/>
              <a:gd name="connsiteY1-4492" fmla="*/ 1016996 h 2525734"/>
              <a:gd name="connsiteX2-4493" fmla="*/ 1242215 w 2505809"/>
              <a:gd name="connsiteY2-4494" fmla="*/ 6073 h 2525734"/>
              <a:gd name="connsiteX3-4495" fmla="*/ 1274549 w 2505809"/>
              <a:gd name="connsiteY3-4496" fmla="*/ 6109 h 2525734"/>
              <a:gd name="connsiteX4-4497" fmla="*/ 2496871 w 2505809"/>
              <a:gd name="connsiteY4-4498" fmla="*/ 1017031 h 2525734"/>
              <a:gd name="connsiteX5-4499" fmla="*/ 2504535 w 2505809"/>
              <a:gd name="connsiteY5-4500" fmla="*/ 1045181 h 2525734"/>
              <a:gd name="connsiteX6-4501" fmla="*/ 2480635 w 2505809"/>
              <a:gd name="connsiteY6-4502" fmla="*/ 1061981 h 2525734"/>
              <a:gd name="connsiteX7-4503" fmla="*/ 1930192 w 2505809"/>
              <a:gd name="connsiteY7-4504" fmla="*/ 1061981 h 2525734"/>
              <a:gd name="connsiteX8-4505" fmla="*/ 1904792 w 2505809"/>
              <a:gd name="connsiteY8-4506" fmla="*/ 1087380 h 2525734"/>
              <a:gd name="connsiteX9-4507" fmla="*/ 1904792 w 2505809"/>
              <a:gd name="connsiteY9-4508" fmla="*/ 2500383 h 2525734"/>
              <a:gd name="connsiteX10-4509" fmla="*/ 1879392 w 2505809"/>
              <a:gd name="connsiteY10-4510" fmla="*/ 2525734 h 2525734"/>
              <a:gd name="connsiteX11-4511" fmla="*/ 637332 w 2505809"/>
              <a:gd name="connsiteY11-4512" fmla="*/ 2525734 h 2525734"/>
              <a:gd name="connsiteX12-4513" fmla="*/ 611932 w 2505809"/>
              <a:gd name="connsiteY12-4514" fmla="*/ 2513036 h 2525734"/>
              <a:gd name="connsiteX13-4515" fmla="*/ 611932 w 2505809"/>
              <a:gd name="connsiteY13-4516" fmla="*/ 1074633 h 2525734"/>
              <a:gd name="connsiteX14-4517" fmla="*/ 599232 w 2505809"/>
              <a:gd name="connsiteY14-4518" fmla="*/ 1061983 h 2525734"/>
              <a:gd name="connsiteX15-4519" fmla="*/ 795 w 2505809"/>
              <a:gd name="connsiteY15-4520" fmla="*/ 1061983 h 2525734"/>
              <a:gd name="connsiteX16-4521" fmla="*/ 12185 w 2505809"/>
              <a:gd name="connsiteY16-4522" fmla="*/ 1045174 h 2525734"/>
              <a:gd name="connsiteX0-4523" fmla="*/ 12185 w 2505809"/>
              <a:gd name="connsiteY0-4524" fmla="*/ 1045174 h 2525734"/>
              <a:gd name="connsiteX1-4525" fmla="*/ 19895 w 2505809"/>
              <a:gd name="connsiteY1-4526" fmla="*/ 1016996 h 2525734"/>
              <a:gd name="connsiteX2-4527" fmla="*/ 1242215 w 2505809"/>
              <a:gd name="connsiteY2-4528" fmla="*/ 6073 h 2525734"/>
              <a:gd name="connsiteX3-4529" fmla="*/ 1274549 w 2505809"/>
              <a:gd name="connsiteY3-4530" fmla="*/ 6109 h 2525734"/>
              <a:gd name="connsiteX4-4531" fmla="*/ 2496871 w 2505809"/>
              <a:gd name="connsiteY4-4532" fmla="*/ 1017031 h 2525734"/>
              <a:gd name="connsiteX5-4533" fmla="*/ 2504535 w 2505809"/>
              <a:gd name="connsiteY5-4534" fmla="*/ 1045181 h 2525734"/>
              <a:gd name="connsiteX6-4535" fmla="*/ 2480635 w 2505809"/>
              <a:gd name="connsiteY6-4536" fmla="*/ 1061981 h 2525734"/>
              <a:gd name="connsiteX7-4537" fmla="*/ 1930192 w 2505809"/>
              <a:gd name="connsiteY7-4538" fmla="*/ 1061981 h 2525734"/>
              <a:gd name="connsiteX8-4539" fmla="*/ 1904792 w 2505809"/>
              <a:gd name="connsiteY8-4540" fmla="*/ 1087380 h 2525734"/>
              <a:gd name="connsiteX9-4541" fmla="*/ 1904792 w 2505809"/>
              <a:gd name="connsiteY9-4542" fmla="*/ 2500383 h 2525734"/>
              <a:gd name="connsiteX10-4543" fmla="*/ 1879392 w 2505809"/>
              <a:gd name="connsiteY10-4544" fmla="*/ 2525734 h 2525734"/>
              <a:gd name="connsiteX11-4545" fmla="*/ 637332 w 2505809"/>
              <a:gd name="connsiteY11-4546" fmla="*/ 2525734 h 2525734"/>
              <a:gd name="connsiteX12-4547" fmla="*/ 611932 w 2505809"/>
              <a:gd name="connsiteY12-4548" fmla="*/ 2513036 h 2525734"/>
              <a:gd name="connsiteX13-4549" fmla="*/ 611932 w 2505809"/>
              <a:gd name="connsiteY13-4550" fmla="*/ 1074633 h 2525734"/>
              <a:gd name="connsiteX14-4551" fmla="*/ 599232 w 2505809"/>
              <a:gd name="connsiteY14-4552" fmla="*/ 1061983 h 2525734"/>
              <a:gd name="connsiteX15-4553" fmla="*/ 795 w 2505809"/>
              <a:gd name="connsiteY15-4554" fmla="*/ 1061983 h 2525734"/>
              <a:gd name="connsiteX16-4555" fmla="*/ 12185 w 2505809"/>
              <a:gd name="connsiteY16-4556" fmla="*/ 1045174 h 2525734"/>
              <a:gd name="connsiteX0-4557" fmla="*/ 12185 w 2505809"/>
              <a:gd name="connsiteY0-4558" fmla="*/ 1045174 h 2525734"/>
              <a:gd name="connsiteX1-4559" fmla="*/ 19895 w 2505809"/>
              <a:gd name="connsiteY1-4560" fmla="*/ 1016996 h 2525734"/>
              <a:gd name="connsiteX2-4561" fmla="*/ 1242215 w 2505809"/>
              <a:gd name="connsiteY2-4562" fmla="*/ 6073 h 2525734"/>
              <a:gd name="connsiteX3-4563" fmla="*/ 1274549 w 2505809"/>
              <a:gd name="connsiteY3-4564" fmla="*/ 6109 h 2525734"/>
              <a:gd name="connsiteX4-4565" fmla="*/ 2496871 w 2505809"/>
              <a:gd name="connsiteY4-4566" fmla="*/ 1017031 h 2525734"/>
              <a:gd name="connsiteX5-4567" fmla="*/ 2504535 w 2505809"/>
              <a:gd name="connsiteY5-4568" fmla="*/ 1045181 h 2525734"/>
              <a:gd name="connsiteX6-4569" fmla="*/ 2480635 w 2505809"/>
              <a:gd name="connsiteY6-4570" fmla="*/ 1061981 h 2525734"/>
              <a:gd name="connsiteX7-4571" fmla="*/ 1930192 w 2505809"/>
              <a:gd name="connsiteY7-4572" fmla="*/ 1061981 h 2525734"/>
              <a:gd name="connsiteX8-4573" fmla="*/ 1904792 w 2505809"/>
              <a:gd name="connsiteY8-4574" fmla="*/ 1087380 h 2525734"/>
              <a:gd name="connsiteX9-4575" fmla="*/ 1904792 w 2505809"/>
              <a:gd name="connsiteY9-4576" fmla="*/ 2500383 h 2525734"/>
              <a:gd name="connsiteX10-4577" fmla="*/ 1879392 w 2505809"/>
              <a:gd name="connsiteY10-4578" fmla="*/ 2525734 h 2525734"/>
              <a:gd name="connsiteX11-4579" fmla="*/ 637332 w 2505809"/>
              <a:gd name="connsiteY11-4580" fmla="*/ 2525734 h 2525734"/>
              <a:gd name="connsiteX12-4581" fmla="*/ 611932 w 2505809"/>
              <a:gd name="connsiteY12-4582" fmla="*/ 2513036 h 2525734"/>
              <a:gd name="connsiteX13-4583" fmla="*/ 611932 w 2505809"/>
              <a:gd name="connsiteY13-4584" fmla="*/ 1074633 h 2525734"/>
              <a:gd name="connsiteX14-4585" fmla="*/ 599232 w 2505809"/>
              <a:gd name="connsiteY14-4586" fmla="*/ 1061983 h 2525734"/>
              <a:gd name="connsiteX15-4587" fmla="*/ 795 w 2505809"/>
              <a:gd name="connsiteY15-4588" fmla="*/ 1061983 h 2525734"/>
              <a:gd name="connsiteX16-4589" fmla="*/ 12185 w 2505809"/>
              <a:gd name="connsiteY16-4590" fmla="*/ 1045174 h 2525734"/>
              <a:gd name="connsiteX0-4591" fmla="*/ 12185 w 2505809"/>
              <a:gd name="connsiteY0-4592" fmla="*/ 1045174 h 2525734"/>
              <a:gd name="connsiteX1-4593" fmla="*/ 19895 w 2505809"/>
              <a:gd name="connsiteY1-4594" fmla="*/ 1016996 h 2525734"/>
              <a:gd name="connsiteX2-4595" fmla="*/ 1242215 w 2505809"/>
              <a:gd name="connsiteY2-4596" fmla="*/ 6073 h 2525734"/>
              <a:gd name="connsiteX3-4597" fmla="*/ 1274549 w 2505809"/>
              <a:gd name="connsiteY3-4598" fmla="*/ 6109 h 2525734"/>
              <a:gd name="connsiteX4-4599" fmla="*/ 2496871 w 2505809"/>
              <a:gd name="connsiteY4-4600" fmla="*/ 1017031 h 2525734"/>
              <a:gd name="connsiteX5-4601" fmla="*/ 2504535 w 2505809"/>
              <a:gd name="connsiteY5-4602" fmla="*/ 1045181 h 2525734"/>
              <a:gd name="connsiteX6-4603" fmla="*/ 2480635 w 2505809"/>
              <a:gd name="connsiteY6-4604" fmla="*/ 1061981 h 2525734"/>
              <a:gd name="connsiteX7-4605" fmla="*/ 1930192 w 2505809"/>
              <a:gd name="connsiteY7-4606" fmla="*/ 1061981 h 2525734"/>
              <a:gd name="connsiteX8-4607" fmla="*/ 1904792 w 2505809"/>
              <a:gd name="connsiteY8-4608" fmla="*/ 1087380 h 2525734"/>
              <a:gd name="connsiteX9-4609" fmla="*/ 1904792 w 2505809"/>
              <a:gd name="connsiteY9-4610" fmla="*/ 2500383 h 2525734"/>
              <a:gd name="connsiteX10-4611" fmla="*/ 1879392 w 2505809"/>
              <a:gd name="connsiteY10-4612" fmla="*/ 2525734 h 2525734"/>
              <a:gd name="connsiteX11-4613" fmla="*/ 637332 w 2505809"/>
              <a:gd name="connsiteY11-4614" fmla="*/ 2525734 h 2525734"/>
              <a:gd name="connsiteX12-4615" fmla="*/ 611932 w 2505809"/>
              <a:gd name="connsiteY12-4616" fmla="*/ 2500334 h 2525734"/>
              <a:gd name="connsiteX13-4617" fmla="*/ 611932 w 2505809"/>
              <a:gd name="connsiteY13-4618" fmla="*/ 1074633 h 2525734"/>
              <a:gd name="connsiteX14-4619" fmla="*/ 599232 w 2505809"/>
              <a:gd name="connsiteY14-4620" fmla="*/ 1061983 h 2525734"/>
              <a:gd name="connsiteX15-4621" fmla="*/ 795 w 2505809"/>
              <a:gd name="connsiteY15-4622" fmla="*/ 1061983 h 2525734"/>
              <a:gd name="connsiteX16-4623" fmla="*/ 12185 w 2505809"/>
              <a:gd name="connsiteY16-4624" fmla="*/ 1045174 h 2525734"/>
              <a:gd name="connsiteX0-4625" fmla="*/ 12185 w 2505809"/>
              <a:gd name="connsiteY0-4626" fmla="*/ 1045174 h 2525734"/>
              <a:gd name="connsiteX1-4627" fmla="*/ 19895 w 2505809"/>
              <a:gd name="connsiteY1-4628" fmla="*/ 1016996 h 2525734"/>
              <a:gd name="connsiteX2-4629" fmla="*/ 1242215 w 2505809"/>
              <a:gd name="connsiteY2-4630" fmla="*/ 6073 h 2525734"/>
              <a:gd name="connsiteX3-4631" fmla="*/ 1274549 w 2505809"/>
              <a:gd name="connsiteY3-4632" fmla="*/ 6109 h 2525734"/>
              <a:gd name="connsiteX4-4633" fmla="*/ 2496871 w 2505809"/>
              <a:gd name="connsiteY4-4634" fmla="*/ 1017031 h 2525734"/>
              <a:gd name="connsiteX5-4635" fmla="*/ 2504535 w 2505809"/>
              <a:gd name="connsiteY5-4636" fmla="*/ 1045181 h 2525734"/>
              <a:gd name="connsiteX6-4637" fmla="*/ 2480635 w 2505809"/>
              <a:gd name="connsiteY6-4638" fmla="*/ 1061981 h 2525734"/>
              <a:gd name="connsiteX7-4639" fmla="*/ 1930192 w 2505809"/>
              <a:gd name="connsiteY7-4640" fmla="*/ 1061981 h 2525734"/>
              <a:gd name="connsiteX8-4641" fmla="*/ 1904792 w 2505809"/>
              <a:gd name="connsiteY8-4642" fmla="*/ 1087380 h 2525734"/>
              <a:gd name="connsiteX9-4643" fmla="*/ 1904792 w 2505809"/>
              <a:gd name="connsiteY9-4644" fmla="*/ 2500383 h 2525734"/>
              <a:gd name="connsiteX10-4645" fmla="*/ 1879392 w 2505809"/>
              <a:gd name="connsiteY10-4646" fmla="*/ 2525734 h 2525734"/>
              <a:gd name="connsiteX11-4647" fmla="*/ 637332 w 2505809"/>
              <a:gd name="connsiteY11-4648" fmla="*/ 2525734 h 2525734"/>
              <a:gd name="connsiteX12-4649" fmla="*/ 611932 w 2505809"/>
              <a:gd name="connsiteY12-4650" fmla="*/ 2500334 h 2525734"/>
              <a:gd name="connsiteX13-4651" fmla="*/ 611932 w 2505809"/>
              <a:gd name="connsiteY13-4652" fmla="*/ 1074633 h 2525734"/>
              <a:gd name="connsiteX14-4653" fmla="*/ 599232 w 2505809"/>
              <a:gd name="connsiteY14-4654" fmla="*/ 1061983 h 2525734"/>
              <a:gd name="connsiteX15-4655" fmla="*/ 795 w 2505809"/>
              <a:gd name="connsiteY15-4656" fmla="*/ 1061983 h 2525734"/>
              <a:gd name="connsiteX16-4657" fmla="*/ 12185 w 2505809"/>
              <a:gd name="connsiteY16-4658" fmla="*/ 1045174 h 2525734"/>
              <a:gd name="connsiteX0-4659" fmla="*/ 12185 w 2505809"/>
              <a:gd name="connsiteY0-4660" fmla="*/ 1045174 h 2525734"/>
              <a:gd name="connsiteX1-4661" fmla="*/ 19895 w 2505809"/>
              <a:gd name="connsiteY1-4662" fmla="*/ 1016996 h 2525734"/>
              <a:gd name="connsiteX2-4663" fmla="*/ 1242215 w 2505809"/>
              <a:gd name="connsiteY2-4664" fmla="*/ 6073 h 2525734"/>
              <a:gd name="connsiteX3-4665" fmla="*/ 1274549 w 2505809"/>
              <a:gd name="connsiteY3-4666" fmla="*/ 6109 h 2525734"/>
              <a:gd name="connsiteX4-4667" fmla="*/ 2496871 w 2505809"/>
              <a:gd name="connsiteY4-4668" fmla="*/ 1017031 h 2525734"/>
              <a:gd name="connsiteX5-4669" fmla="*/ 2504535 w 2505809"/>
              <a:gd name="connsiteY5-4670" fmla="*/ 1045181 h 2525734"/>
              <a:gd name="connsiteX6-4671" fmla="*/ 2480635 w 2505809"/>
              <a:gd name="connsiteY6-4672" fmla="*/ 1061981 h 2525734"/>
              <a:gd name="connsiteX7-4673" fmla="*/ 1930192 w 2505809"/>
              <a:gd name="connsiteY7-4674" fmla="*/ 1061981 h 2525734"/>
              <a:gd name="connsiteX8-4675" fmla="*/ 1904792 w 2505809"/>
              <a:gd name="connsiteY8-4676" fmla="*/ 1087380 h 2525734"/>
              <a:gd name="connsiteX9-4677" fmla="*/ 1904792 w 2505809"/>
              <a:gd name="connsiteY9-4678" fmla="*/ 2500383 h 2525734"/>
              <a:gd name="connsiteX10-4679" fmla="*/ 1879392 w 2505809"/>
              <a:gd name="connsiteY10-4680" fmla="*/ 2525734 h 2525734"/>
              <a:gd name="connsiteX11-4681" fmla="*/ 637332 w 2505809"/>
              <a:gd name="connsiteY11-4682" fmla="*/ 2525734 h 2525734"/>
              <a:gd name="connsiteX12-4683" fmla="*/ 611932 w 2505809"/>
              <a:gd name="connsiteY12-4684" fmla="*/ 2500334 h 2525734"/>
              <a:gd name="connsiteX13-4685" fmla="*/ 611932 w 2505809"/>
              <a:gd name="connsiteY13-4686" fmla="*/ 1074633 h 2525734"/>
              <a:gd name="connsiteX14-4687" fmla="*/ 599232 w 2505809"/>
              <a:gd name="connsiteY14-4688" fmla="*/ 1061983 h 2525734"/>
              <a:gd name="connsiteX15-4689" fmla="*/ 795 w 2505809"/>
              <a:gd name="connsiteY15-4690" fmla="*/ 1061983 h 2525734"/>
              <a:gd name="connsiteX16-4691" fmla="*/ 12185 w 2505809"/>
              <a:gd name="connsiteY16-4692" fmla="*/ 1045174 h 2525734"/>
              <a:gd name="connsiteX0-4693" fmla="*/ 12185 w 2505809"/>
              <a:gd name="connsiteY0-4694" fmla="*/ 1045174 h 2525734"/>
              <a:gd name="connsiteX1-4695" fmla="*/ 19895 w 2505809"/>
              <a:gd name="connsiteY1-4696" fmla="*/ 1016996 h 2525734"/>
              <a:gd name="connsiteX2-4697" fmla="*/ 1242215 w 2505809"/>
              <a:gd name="connsiteY2-4698" fmla="*/ 6073 h 2525734"/>
              <a:gd name="connsiteX3-4699" fmla="*/ 1274549 w 2505809"/>
              <a:gd name="connsiteY3-4700" fmla="*/ 6109 h 2525734"/>
              <a:gd name="connsiteX4-4701" fmla="*/ 2496871 w 2505809"/>
              <a:gd name="connsiteY4-4702" fmla="*/ 1017031 h 2525734"/>
              <a:gd name="connsiteX5-4703" fmla="*/ 2504535 w 2505809"/>
              <a:gd name="connsiteY5-4704" fmla="*/ 1045181 h 2525734"/>
              <a:gd name="connsiteX6-4705" fmla="*/ 2480635 w 2505809"/>
              <a:gd name="connsiteY6-4706" fmla="*/ 1061981 h 2525734"/>
              <a:gd name="connsiteX7-4707" fmla="*/ 1930192 w 2505809"/>
              <a:gd name="connsiteY7-4708" fmla="*/ 1061981 h 2525734"/>
              <a:gd name="connsiteX8-4709" fmla="*/ 1904792 w 2505809"/>
              <a:gd name="connsiteY8-4710" fmla="*/ 1087380 h 2525734"/>
              <a:gd name="connsiteX9-4711" fmla="*/ 1904792 w 2505809"/>
              <a:gd name="connsiteY9-4712" fmla="*/ 2500383 h 2525734"/>
              <a:gd name="connsiteX10-4713" fmla="*/ 1879392 w 2505809"/>
              <a:gd name="connsiteY10-4714" fmla="*/ 2525734 h 2525734"/>
              <a:gd name="connsiteX11-4715" fmla="*/ 637332 w 2505809"/>
              <a:gd name="connsiteY11-4716" fmla="*/ 2525734 h 2525734"/>
              <a:gd name="connsiteX12-4717" fmla="*/ 611932 w 2505809"/>
              <a:gd name="connsiteY12-4718" fmla="*/ 2500334 h 2525734"/>
              <a:gd name="connsiteX13-4719" fmla="*/ 611932 w 2505809"/>
              <a:gd name="connsiteY13-4720" fmla="*/ 1087331 h 2525734"/>
              <a:gd name="connsiteX14-4721" fmla="*/ 599232 w 2505809"/>
              <a:gd name="connsiteY14-4722" fmla="*/ 1061983 h 2525734"/>
              <a:gd name="connsiteX15-4723" fmla="*/ 795 w 2505809"/>
              <a:gd name="connsiteY15-4724" fmla="*/ 1061983 h 2525734"/>
              <a:gd name="connsiteX16-4725" fmla="*/ 12185 w 2505809"/>
              <a:gd name="connsiteY16-4726" fmla="*/ 1045174 h 2525734"/>
              <a:gd name="connsiteX0-4727" fmla="*/ 12185 w 2505809"/>
              <a:gd name="connsiteY0-4728" fmla="*/ 1045174 h 2525734"/>
              <a:gd name="connsiteX1-4729" fmla="*/ 19895 w 2505809"/>
              <a:gd name="connsiteY1-4730" fmla="*/ 1016996 h 2525734"/>
              <a:gd name="connsiteX2-4731" fmla="*/ 1242215 w 2505809"/>
              <a:gd name="connsiteY2-4732" fmla="*/ 6073 h 2525734"/>
              <a:gd name="connsiteX3-4733" fmla="*/ 1274549 w 2505809"/>
              <a:gd name="connsiteY3-4734" fmla="*/ 6109 h 2525734"/>
              <a:gd name="connsiteX4-4735" fmla="*/ 2496871 w 2505809"/>
              <a:gd name="connsiteY4-4736" fmla="*/ 1017031 h 2525734"/>
              <a:gd name="connsiteX5-4737" fmla="*/ 2504535 w 2505809"/>
              <a:gd name="connsiteY5-4738" fmla="*/ 1045181 h 2525734"/>
              <a:gd name="connsiteX6-4739" fmla="*/ 2480635 w 2505809"/>
              <a:gd name="connsiteY6-4740" fmla="*/ 1061981 h 2525734"/>
              <a:gd name="connsiteX7-4741" fmla="*/ 1930192 w 2505809"/>
              <a:gd name="connsiteY7-4742" fmla="*/ 1061981 h 2525734"/>
              <a:gd name="connsiteX8-4743" fmla="*/ 1904792 w 2505809"/>
              <a:gd name="connsiteY8-4744" fmla="*/ 1087380 h 2525734"/>
              <a:gd name="connsiteX9-4745" fmla="*/ 1904792 w 2505809"/>
              <a:gd name="connsiteY9-4746" fmla="*/ 2500383 h 2525734"/>
              <a:gd name="connsiteX10-4747" fmla="*/ 1879392 w 2505809"/>
              <a:gd name="connsiteY10-4748" fmla="*/ 2525734 h 2525734"/>
              <a:gd name="connsiteX11-4749" fmla="*/ 637332 w 2505809"/>
              <a:gd name="connsiteY11-4750" fmla="*/ 2525734 h 2525734"/>
              <a:gd name="connsiteX12-4751" fmla="*/ 611932 w 2505809"/>
              <a:gd name="connsiteY12-4752" fmla="*/ 2500334 h 2525734"/>
              <a:gd name="connsiteX13-4753" fmla="*/ 611932 w 2505809"/>
              <a:gd name="connsiteY13-4754" fmla="*/ 1087331 h 2525734"/>
              <a:gd name="connsiteX14-4755" fmla="*/ 599232 w 2505809"/>
              <a:gd name="connsiteY14-4756" fmla="*/ 1061983 h 2525734"/>
              <a:gd name="connsiteX15-4757" fmla="*/ 795 w 2505809"/>
              <a:gd name="connsiteY15-4758" fmla="*/ 1061983 h 2525734"/>
              <a:gd name="connsiteX16-4759" fmla="*/ 12185 w 2505809"/>
              <a:gd name="connsiteY16-4760" fmla="*/ 1045174 h 2525734"/>
              <a:gd name="connsiteX0-4761" fmla="*/ 12185 w 2505809"/>
              <a:gd name="connsiteY0-4762" fmla="*/ 1045174 h 2525734"/>
              <a:gd name="connsiteX1-4763" fmla="*/ 19895 w 2505809"/>
              <a:gd name="connsiteY1-4764" fmla="*/ 1016996 h 2525734"/>
              <a:gd name="connsiteX2-4765" fmla="*/ 1242215 w 2505809"/>
              <a:gd name="connsiteY2-4766" fmla="*/ 6073 h 2525734"/>
              <a:gd name="connsiteX3-4767" fmla="*/ 1274549 w 2505809"/>
              <a:gd name="connsiteY3-4768" fmla="*/ 6109 h 2525734"/>
              <a:gd name="connsiteX4-4769" fmla="*/ 2496871 w 2505809"/>
              <a:gd name="connsiteY4-4770" fmla="*/ 1017031 h 2525734"/>
              <a:gd name="connsiteX5-4771" fmla="*/ 2504535 w 2505809"/>
              <a:gd name="connsiteY5-4772" fmla="*/ 1045181 h 2525734"/>
              <a:gd name="connsiteX6-4773" fmla="*/ 2480635 w 2505809"/>
              <a:gd name="connsiteY6-4774" fmla="*/ 1061981 h 2525734"/>
              <a:gd name="connsiteX7-4775" fmla="*/ 1930192 w 2505809"/>
              <a:gd name="connsiteY7-4776" fmla="*/ 1061981 h 2525734"/>
              <a:gd name="connsiteX8-4777" fmla="*/ 1904792 w 2505809"/>
              <a:gd name="connsiteY8-4778" fmla="*/ 1087380 h 2525734"/>
              <a:gd name="connsiteX9-4779" fmla="*/ 1904792 w 2505809"/>
              <a:gd name="connsiteY9-4780" fmla="*/ 2500383 h 2525734"/>
              <a:gd name="connsiteX10-4781" fmla="*/ 1879392 w 2505809"/>
              <a:gd name="connsiteY10-4782" fmla="*/ 2525734 h 2525734"/>
              <a:gd name="connsiteX11-4783" fmla="*/ 637332 w 2505809"/>
              <a:gd name="connsiteY11-4784" fmla="*/ 2525734 h 2525734"/>
              <a:gd name="connsiteX12-4785" fmla="*/ 611932 w 2505809"/>
              <a:gd name="connsiteY12-4786" fmla="*/ 2500334 h 2525734"/>
              <a:gd name="connsiteX13-4787" fmla="*/ 611932 w 2505809"/>
              <a:gd name="connsiteY13-4788" fmla="*/ 1087331 h 2525734"/>
              <a:gd name="connsiteX14-4789" fmla="*/ 599232 w 2505809"/>
              <a:gd name="connsiteY14-4790" fmla="*/ 1061983 h 2525734"/>
              <a:gd name="connsiteX15-4791" fmla="*/ 795 w 2505809"/>
              <a:gd name="connsiteY15-4792" fmla="*/ 1061983 h 2525734"/>
              <a:gd name="connsiteX16-4793" fmla="*/ 12185 w 2505809"/>
              <a:gd name="connsiteY16-4794" fmla="*/ 1045174 h 2525734"/>
              <a:gd name="connsiteX0-4795" fmla="*/ 12185 w 2505809"/>
              <a:gd name="connsiteY0-4796" fmla="*/ 1045174 h 2525734"/>
              <a:gd name="connsiteX1-4797" fmla="*/ 19895 w 2505809"/>
              <a:gd name="connsiteY1-4798" fmla="*/ 1016996 h 2525734"/>
              <a:gd name="connsiteX2-4799" fmla="*/ 1242215 w 2505809"/>
              <a:gd name="connsiteY2-4800" fmla="*/ 6073 h 2525734"/>
              <a:gd name="connsiteX3-4801" fmla="*/ 1274549 w 2505809"/>
              <a:gd name="connsiteY3-4802" fmla="*/ 6109 h 2525734"/>
              <a:gd name="connsiteX4-4803" fmla="*/ 2496871 w 2505809"/>
              <a:gd name="connsiteY4-4804" fmla="*/ 1017031 h 2525734"/>
              <a:gd name="connsiteX5-4805" fmla="*/ 2504535 w 2505809"/>
              <a:gd name="connsiteY5-4806" fmla="*/ 1045181 h 2525734"/>
              <a:gd name="connsiteX6-4807" fmla="*/ 2480635 w 2505809"/>
              <a:gd name="connsiteY6-4808" fmla="*/ 1061981 h 2525734"/>
              <a:gd name="connsiteX7-4809" fmla="*/ 1930192 w 2505809"/>
              <a:gd name="connsiteY7-4810" fmla="*/ 1061981 h 2525734"/>
              <a:gd name="connsiteX8-4811" fmla="*/ 1904792 w 2505809"/>
              <a:gd name="connsiteY8-4812" fmla="*/ 1087380 h 2525734"/>
              <a:gd name="connsiteX9-4813" fmla="*/ 1904792 w 2505809"/>
              <a:gd name="connsiteY9-4814" fmla="*/ 2500383 h 2525734"/>
              <a:gd name="connsiteX10-4815" fmla="*/ 1879392 w 2505809"/>
              <a:gd name="connsiteY10-4816" fmla="*/ 2525734 h 2525734"/>
              <a:gd name="connsiteX11-4817" fmla="*/ 637332 w 2505809"/>
              <a:gd name="connsiteY11-4818" fmla="*/ 2525734 h 2525734"/>
              <a:gd name="connsiteX12-4819" fmla="*/ 611932 w 2505809"/>
              <a:gd name="connsiteY12-4820" fmla="*/ 2500334 h 2525734"/>
              <a:gd name="connsiteX13-4821" fmla="*/ 611932 w 2505809"/>
              <a:gd name="connsiteY13-4822" fmla="*/ 1087331 h 2525734"/>
              <a:gd name="connsiteX14-4823" fmla="*/ 586533 w 2505809"/>
              <a:gd name="connsiteY14-4824" fmla="*/ 1061981 h 2525734"/>
              <a:gd name="connsiteX15-4825" fmla="*/ 795 w 2505809"/>
              <a:gd name="connsiteY15-4826" fmla="*/ 1061983 h 2525734"/>
              <a:gd name="connsiteX16-4827" fmla="*/ 12185 w 2505809"/>
              <a:gd name="connsiteY16-4828" fmla="*/ 1045174 h 2525734"/>
              <a:gd name="connsiteX0-4829" fmla="*/ 12185 w 2505809"/>
              <a:gd name="connsiteY0-4830" fmla="*/ 1045174 h 2525734"/>
              <a:gd name="connsiteX1-4831" fmla="*/ 19895 w 2505809"/>
              <a:gd name="connsiteY1-4832" fmla="*/ 1016996 h 2525734"/>
              <a:gd name="connsiteX2-4833" fmla="*/ 1242215 w 2505809"/>
              <a:gd name="connsiteY2-4834" fmla="*/ 6073 h 2525734"/>
              <a:gd name="connsiteX3-4835" fmla="*/ 1274549 w 2505809"/>
              <a:gd name="connsiteY3-4836" fmla="*/ 6109 h 2525734"/>
              <a:gd name="connsiteX4-4837" fmla="*/ 2496871 w 2505809"/>
              <a:gd name="connsiteY4-4838" fmla="*/ 1017031 h 2525734"/>
              <a:gd name="connsiteX5-4839" fmla="*/ 2504535 w 2505809"/>
              <a:gd name="connsiteY5-4840" fmla="*/ 1045181 h 2525734"/>
              <a:gd name="connsiteX6-4841" fmla="*/ 2480635 w 2505809"/>
              <a:gd name="connsiteY6-4842" fmla="*/ 1061981 h 2525734"/>
              <a:gd name="connsiteX7-4843" fmla="*/ 1930192 w 2505809"/>
              <a:gd name="connsiteY7-4844" fmla="*/ 1061981 h 2525734"/>
              <a:gd name="connsiteX8-4845" fmla="*/ 1904792 w 2505809"/>
              <a:gd name="connsiteY8-4846" fmla="*/ 1087380 h 2525734"/>
              <a:gd name="connsiteX9-4847" fmla="*/ 1904792 w 2505809"/>
              <a:gd name="connsiteY9-4848" fmla="*/ 2500383 h 2525734"/>
              <a:gd name="connsiteX10-4849" fmla="*/ 1879392 w 2505809"/>
              <a:gd name="connsiteY10-4850" fmla="*/ 2525734 h 2525734"/>
              <a:gd name="connsiteX11-4851" fmla="*/ 637332 w 2505809"/>
              <a:gd name="connsiteY11-4852" fmla="*/ 2525734 h 2525734"/>
              <a:gd name="connsiteX12-4853" fmla="*/ 611932 w 2505809"/>
              <a:gd name="connsiteY12-4854" fmla="*/ 2500334 h 2525734"/>
              <a:gd name="connsiteX13-4855" fmla="*/ 611932 w 2505809"/>
              <a:gd name="connsiteY13-4856" fmla="*/ 1087331 h 2525734"/>
              <a:gd name="connsiteX14-4857" fmla="*/ 586533 w 2505809"/>
              <a:gd name="connsiteY14-4858" fmla="*/ 1061981 h 2525734"/>
              <a:gd name="connsiteX15-4859" fmla="*/ 795 w 2505809"/>
              <a:gd name="connsiteY15-4860" fmla="*/ 1061983 h 2525734"/>
              <a:gd name="connsiteX16-4861" fmla="*/ 12185 w 2505809"/>
              <a:gd name="connsiteY16-4862" fmla="*/ 1045174 h 2525734"/>
              <a:gd name="connsiteX0-4863" fmla="*/ 12185 w 2505809"/>
              <a:gd name="connsiteY0-4864" fmla="*/ 1045174 h 2525734"/>
              <a:gd name="connsiteX1-4865" fmla="*/ 19895 w 2505809"/>
              <a:gd name="connsiteY1-4866" fmla="*/ 1016996 h 2525734"/>
              <a:gd name="connsiteX2-4867" fmla="*/ 1242215 w 2505809"/>
              <a:gd name="connsiteY2-4868" fmla="*/ 6073 h 2525734"/>
              <a:gd name="connsiteX3-4869" fmla="*/ 1274549 w 2505809"/>
              <a:gd name="connsiteY3-4870" fmla="*/ 6109 h 2525734"/>
              <a:gd name="connsiteX4-4871" fmla="*/ 2496871 w 2505809"/>
              <a:gd name="connsiteY4-4872" fmla="*/ 1017031 h 2525734"/>
              <a:gd name="connsiteX5-4873" fmla="*/ 2504535 w 2505809"/>
              <a:gd name="connsiteY5-4874" fmla="*/ 1045181 h 2525734"/>
              <a:gd name="connsiteX6-4875" fmla="*/ 2480635 w 2505809"/>
              <a:gd name="connsiteY6-4876" fmla="*/ 1061981 h 2525734"/>
              <a:gd name="connsiteX7-4877" fmla="*/ 1930192 w 2505809"/>
              <a:gd name="connsiteY7-4878" fmla="*/ 1061981 h 2525734"/>
              <a:gd name="connsiteX8-4879" fmla="*/ 1904792 w 2505809"/>
              <a:gd name="connsiteY8-4880" fmla="*/ 1087380 h 2525734"/>
              <a:gd name="connsiteX9-4881" fmla="*/ 1904792 w 2505809"/>
              <a:gd name="connsiteY9-4882" fmla="*/ 2500383 h 2525734"/>
              <a:gd name="connsiteX10-4883" fmla="*/ 1879392 w 2505809"/>
              <a:gd name="connsiteY10-4884" fmla="*/ 2525734 h 2525734"/>
              <a:gd name="connsiteX11-4885" fmla="*/ 637332 w 2505809"/>
              <a:gd name="connsiteY11-4886" fmla="*/ 2525734 h 2525734"/>
              <a:gd name="connsiteX12-4887" fmla="*/ 611932 w 2505809"/>
              <a:gd name="connsiteY12-4888" fmla="*/ 2500334 h 2525734"/>
              <a:gd name="connsiteX13-4889" fmla="*/ 611932 w 2505809"/>
              <a:gd name="connsiteY13-4890" fmla="*/ 1087331 h 2525734"/>
              <a:gd name="connsiteX14-4891" fmla="*/ 586533 w 2505809"/>
              <a:gd name="connsiteY14-4892" fmla="*/ 1061981 h 2525734"/>
              <a:gd name="connsiteX15-4893" fmla="*/ 795 w 2505809"/>
              <a:gd name="connsiteY15-4894" fmla="*/ 1061983 h 2525734"/>
              <a:gd name="connsiteX16-4895" fmla="*/ 12185 w 2505809"/>
              <a:gd name="connsiteY16-4896" fmla="*/ 1045174 h 2525734"/>
              <a:gd name="connsiteX0-4897" fmla="*/ 1927 w 2495551"/>
              <a:gd name="connsiteY0-4898" fmla="*/ 1045174 h 2525734"/>
              <a:gd name="connsiteX1-4899" fmla="*/ 9637 w 2495551"/>
              <a:gd name="connsiteY1-4900" fmla="*/ 1016996 h 2525734"/>
              <a:gd name="connsiteX2-4901" fmla="*/ 1231957 w 2495551"/>
              <a:gd name="connsiteY2-4902" fmla="*/ 6073 h 2525734"/>
              <a:gd name="connsiteX3-4903" fmla="*/ 1264291 w 2495551"/>
              <a:gd name="connsiteY3-4904" fmla="*/ 6109 h 2525734"/>
              <a:gd name="connsiteX4-4905" fmla="*/ 2486613 w 2495551"/>
              <a:gd name="connsiteY4-4906" fmla="*/ 1017031 h 2525734"/>
              <a:gd name="connsiteX5-4907" fmla="*/ 2494277 w 2495551"/>
              <a:gd name="connsiteY5-4908" fmla="*/ 1045181 h 2525734"/>
              <a:gd name="connsiteX6-4909" fmla="*/ 2470377 w 2495551"/>
              <a:gd name="connsiteY6-4910" fmla="*/ 1061981 h 2525734"/>
              <a:gd name="connsiteX7-4911" fmla="*/ 1919934 w 2495551"/>
              <a:gd name="connsiteY7-4912" fmla="*/ 1061981 h 2525734"/>
              <a:gd name="connsiteX8-4913" fmla="*/ 1894534 w 2495551"/>
              <a:gd name="connsiteY8-4914" fmla="*/ 1087380 h 2525734"/>
              <a:gd name="connsiteX9-4915" fmla="*/ 1894534 w 2495551"/>
              <a:gd name="connsiteY9-4916" fmla="*/ 2500383 h 2525734"/>
              <a:gd name="connsiteX10-4917" fmla="*/ 1869134 w 2495551"/>
              <a:gd name="connsiteY10-4918" fmla="*/ 2525734 h 2525734"/>
              <a:gd name="connsiteX11-4919" fmla="*/ 627074 w 2495551"/>
              <a:gd name="connsiteY11-4920" fmla="*/ 2525734 h 2525734"/>
              <a:gd name="connsiteX12-4921" fmla="*/ 601674 w 2495551"/>
              <a:gd name="connsiteY12-4922" fmla="*/ 2500334 h 2525734"/>
              <a:gd name="connsiteX13-4923" fmla="*/ 601674 w 2495551"/>
              <a:gd name="connsiteY13-4924" fmla="*/ 1087331 h 2525734"/>
              <a:gd name="connsiteX14-4925" fmla="*/ 576275 w 2495551"/>
              <a:gd name="connsiteY14-4926" fmla="*/ 1061981 h 2525734"/>
              <a:gd name="connsiteX15-4927" fmla="*/ 25831 w 2495551"/>
              <a:gd name="connsiteY15-4928" fmla="*/ 1061981 h 2525734"/>
              <a:gd name="connsiteX16-4929" fmla="*/ 1927 w 2495551"/>
              <a:gd name="connsiteY16-4930" fmla="*/ 1045174 h 2525734"/>
              <a:gd name="connsiteX0-4931" fmla="*/ 1269 w 2494893"/>
              <a:gd name="connsiteY0-4932" fmla="*/ 1045174 h 2525734"/>
              <a:gd name="connsiteX1-4933" fmla="*/ 8979 w 2494893"/>
              <a:gd name="connsiteY1-4934" fmla="*/ 1016996 h 2525734"/>
              <a:gd name="connsiteX2-4935" fmla="*/ 1231299 w 2494893"/>
              <a:gd name="connsiteY2-4936" fmla="*/ 6073 h 2525734"/>
              <a:gd name="connsiteX3-4937" fmla="*/ 1263633 w 2494893"/>
              <a:gd name="connsiteY3-4938" fmla="*/ 6109 h 2525734"/>
              <a:gd name="connsiteX4-4939" fmla="*/ 2485955 w 2494893"/>
              <a:gd name="connsiteY4-4940" fmla="*/ 1017031 h 2525734"/>
              <a:gd name="connsiteX5-4941" fmla="*/ 2493619 w 2494893"/>
              <a:gd name="connsiteY5-4942" fmla="*/ 1045181 h 2525734"/>
              <a:gd name="connsiteX6-4943" fmla="*/ 2469719 w 2494893"/>
              <a:gd name="connsiteY6-4944" fmla="*/ 1061981 h 2525734"/>
              <a:gd name="connsiteX7-4945" fmla="*/ 1919276 w 2494893"/>
              <a:gd name="connsiteY7-4946" fmla="*/ 1061981 h 2525734"/>
              <a:gd name="connsiteX8-4947" fmla="*/ 1893876 w 2494893"/>
              <a:gd name="connsiteY8-4948" fmla="*/ 1087380 h 2525734"/>
              <a:gd name="connsiteX9-4949" fmla="*/ 1893876 w 2494893"/>
              <a:gd name="connsiteY9-4950" fmla="*/ 2500383 h 2525734"/>
              <a:gd name="connsiteX10-4951" fmla="*/ 1868476 w 2494893"/>
              <a:gd name="connsiteY10-4952" fmla="*/ 2525734 h 2525734"/>
              <a:gd name="connsiteX11-4953" fmla="*/ 626416 w 2494893"/>
              <a:gd name="connsiteY11-4954" fmla="*/ 2525734 h 2525734"/>
              <a:gd name="connsiteX12-4955" fmla="*/ 601016 w 2494893"/>
              <a:gd name="connsiteY12-4956" fmla="*/ 2500334 h 2525734"/>
              <a:gd name="connsiteX13-4957" fmla="*/ 601016 w 2494893"/>
              <a:gd name="connsiteY13-4958" fmla="*/ 1087331 h 2525734"/>
              <a:gd name="connsiteX14-4959" fmla="*/ 575617 w 2494893"/>
              <a:gd name="connsiteY14-4960" fmla="*/ 1061981 h 2525734"/>
              <a:gd name="connsiteX15-4961" fmla="*/ 25173 w 2494893"/>
              <a:gd name="connsiteY15-4962" fmla="*/ 1061981 h 2525734"/>
              <a:gd name="connsiteX16-4963" fmla="*/ 1269 w 2494893"/>
              <a:gd name="connsiteY16-4964" fmla="*/ 1045174 h 2525734"/>
              <a:gd name="connsiteX0-4965" fmla="*/ 1269 w 2494893"/>
              <a:gd name="connsiteY0-4966" fmla="*/ 1045174 h 2525734"/>
              <a:gd name="connsiteX1-4967" fmla="*/ 8979 w 2494893"/>
              <a:gd name="connsiteY1-4968" fmla="*/ 1016996 h 2525734"/>
              <a:gd name="connsiteX2-4969" fmla="*/ 1231299 w 2494893"/>
              <a:gd name="connsiteY2-4970" fmla="*/ 6073 h 2525734"/>
              <a:gd name="connsiteX3-4971" fmla="*/ 1263633 w 2494893"/>
              <a:gd name="connsiteY3-4972" fmla="*/ 6109 h 2525734"/>
              <a:gd name="connsiteX4-4973" fmla="*/ 2485955 w 2494893"/>
              <a:gd name="connsiteY4-4974" fmla="*/ 1017031 h 2525734"/>
              <a:gd name="connsiteX5-4975" fmla="*/ 2493619 w 2494893"/>
              <a:gd name="connsiteY5-4976" fmla="*/ 1045181 h 2525734"/>
              <a:gd name="connsiteX6-4977" fmla="*/ 2469719 w 2494893"/>
              <a:gd name="connsiteY6-4978" fmla="*/ 1061981 h 2525734"/>
              <a:gd name="connsiteX7-4979" fmla="*/ 1919276 w 2494893"/>
              <a:gd name="connsiteY7-4980" fmla="*/ 1061981 h 2525734"/>
              <a:gd name="connsiteX8-4981" fmla="*/ 1893876 w 2494893"/>
              <a:gd name="connsiteY8-4982" fmla="*/ 1087380 h 2525734"/>
              <a:gd name="connsiteX9-4983" fmla="*/ 1893876 w 2494893"/>
              <a:gd name="connsiteY9-4984" fmla="*/ 2500383 h 2525734"/>
              <a:gd name="connsiteX10-4985" fmla="*/ 1868476 w 2494893"/>
              <a:gd name="connsiteY10-4986" fmla="*/ 2525734 h 2525734"/>
              <a:gd name="connsiteX11-4987" fmla="*/ 626416 w 2494893"/>
              <a:gd name="connsiteY11-4988" fmla="*/ 2525734 h 2525734"/>
              <a:gd name="connsiteX12-4989" fmla="*/ 601016 w 2494893"/>
              <a:gd name="connsiteY12-4990" fmla="*/ 2500334 h 2525734"/>
              <a:gd name="connsiteX13-4991" fmla="*/ 601016 w 2494893"/>
              <a:gd name="connsiteY13-4992" fmla="*/ 1087331 h 2525734"/>
              <a:gd name="connsiteX14-4993" fmla="*/ 575617 w 2494893"/>
              <a:gd name="connsiteY14-4994" fmla="*/ 1061981 h 2525734"/>
              <a:gd name="connsiteX15-4995" fmla="*/ 25173 w 2494893"/>
              <a:gd name="connsiteY15-4996" fmla="*/ 1061981 h 2525734"/>
              <a:gd name="connsiteX16-4997" fmla="*/ 1269 w 2494893"/>
              <a:gd name="connsiteY16-4998" fmla="*/ 1045174 h 2525734"/>
              <a:gd name="connsiteX0-4999" fmla="*/ 1269 w 2494893"/>
              <a:gd name="connsiteY0-5000" fmla="*/ 1045174 h 2525734"/>
              <a:gd name="connsiteX1-5001" fmla="*/ 8979 w 2494893"/>
              <a:gd name="connsiteY1-5002" fmla="*/ 1016996 h 2525734"/>
              <a:gd name="connsiteX2-5003" fmla="*/ 1231299 w 2494893"/>
              <a:gd name="connsiteY2-5004" fmla="*/ 6073 h 2525734"/>
              <a:gd name="connsiteX3-5005" fmla="*/ 1263633 w 2494893"/>
              <a:gd name="connsiteY3-5006" fmla="*/ 6109 h 2525734"/>
              <a:gd name="connsiteX4-5007" fmla="*/ 2485955 w 2494893"/>
              <a:gd name="connsiteY4-5008" fmla="*/ 1017031 h 2525734"/>
              <a:gd name="connsiteX5-5009" fmla="*/ 2493619 w 2494893"/>
              <a:gd name="connsiteY5-5010" fmla="*/ 1045181 h 2525734"/>
              <a:gd name="connsiteX6-5011" fmla="*/ 2469719 w 2494893"/>
              <a:gd name="connsiteY6-5012" fmla="*/ 1061981 h 2525734"/>
              <a:gd name="connsiteX7-5013" fmla="*/ 1919276 w 2494893"/>
              <a:gd name="connsiteY7-5014" fmla="*/ 1061981 h 2525734"/>
              <a:gd name="connsiteX8-5015" fmla="*/ 1893876 w 2494893"/>
              <a:gd name="connsiteY8-5016" fmla="*/ 1087380 h 2525734"/>
              <a:gd name="connsiteX9-5017" fmla="*/ 1893876 w 2494893"/>
              <a:gd name="connsiteY9-5018" fmla="*/ 2500383 h 2525734"/>
              <a:gd name="connsiteX10-5019" fmla="*/ 1868476 w 2494893"/>
              <a:gd name="connsiteY10-5020" fmla="*/ 2525734 h 2525734"/>
              <a:gd name="connsiteX11-5021" fmla="*/ 626416 w 2494893"/>
              <a:gd name="connsiteY11-5022" fmla="*/ 2525734 h 2525734"/>
              <a:gd name="connsiteX12-5023" fmla="*/ 601016 w 2494893"/>
              <a:gd name="connsiteY12-5024" fmla="*/ 2500334 h 2525734"/>
              <a:gd name="connsiteX13-5025" fmla="*/ 601016 w 2494893"/>
              <a:gd name="connsiteY13-5026" fmla="*/ 1087331 h 2525734"/>
              <a:gd name="connsiteX14-5027" fmla="*/ 575617 w 2494893"/>
              <a:gd name="connsiteY14-5028" fmla="*/ 1061981 h 2525734"/>
              <a:gd name="connsiteX15-5029" fmla="*/ 25173 w 2494893"/>
              <a:gd name="connsiteY15-5030" fmla="*/ 1061981 h 2525734"/>
              <a:gd name="connsiteX16-5031" fmla="*/ 24612 w 2494893"/>
              <a:gd name="connsiteY16-5032" fmla="*/ 1036768 h 2525734"/>
              <a:gd name="connsiteX0-5033" fmla="*/ 21088 w 2491369"/>
              <a:gd name="connsiteY0-5034" fmla="*/ 1036768 h 2525734"/>
              <a:gd name="connsiteX1-5035" fmla="*/ 5455 w 2491369"/>
              <a:gd name="connsiteY1-5036" fmla="*/ 1016996 h 2525734"/>
              <a:gd name="connsiteX2-5037" fmla="*/ 1227775 w 2491369"/>
              <a:gd name="connsiteY2-5038" fmla="*/ 6073 h 2525734"/>
              <a:gd name="connsiteX3-5039" fmla="*/ 1260109 w 2491369"/>
              <a:gd name="connsiteY3-5040" fmla="*/ 6109 h 2525734"/>
              <a:gd name="connsiteX4-5041" fmla="*/ 2482431 w 2491369"/>
              <a:gd name="connsiteY4-5042" fmla="*/ 1017031 h 2525734"/>
              <a:gd name="connsiteX5-5043" fmla="*/ 2490095 w 2491369"/>
              <a:gd name="connsiteY5-5044" fmla="*/ 1045181 h 2525734"/>
              <a:gd name="connsiteX6-5045" fmla="*/ 2466195 w 2491369"/>
              <a:gd name="connsiteY6-5046" fmla="*/ 1061981 h 2525734"/>
              <a:gd name="connsiteX7-5047" fmla="*/ 1915752 w 2491369"/>
              <a:gd name="connsiteY7-5048" fmla="*/ 1061981 h 2525734"/>
              <a:gd name="connsiteX8-5049" fmla="*/ 1890352 w 2491369"/>
              <a:gd name="connsiteY8-5050" fmla="*/ 1087380 h 2525734"/>
              <a:gd name="connsiteX9-5051" fmla="*/ 1890352 w 2491369"/>
              <a:gd name="connsiteY9-5052" fmla="*/ 2500383 h 2525734"/>
              <a:gd name="connsiteX10-5053" fmla="*/ 1864952 w 2491369"/>
              <a:gd name="connsiteY10-5054" fmla="*/ 2525734 h 2525734"/>
              <a:gd name="connsiteX11-5055" fmla="*/ 622892 w 2491369"/>
              <a:gd name="connsiteY11-5056" fmla="*/ 2525734 h 2525734"/>
              <a:gd name="connsiteX12-5057" fmla="*/ 597492 w 2491369"/>
              <a:gd name="connsiteY12-5058" fmla="*/ 2500334 h 2525734"/>
              <a:gd name="connsiteX13-5059" fmla="*/ 597492 w 2491369"/>
              <a:gd name="connsiteY13-5060" fmla="*/ 1087331 h 2525734"/>
              <a:gd name="connsiteX14-5061" fmla="*/ 572093 w 2491369"/>
              <a:gd name="connsiteY14-5062" fmla="*/ 1061981 h 2525734"/>
              <a:gd name="connsiteX15-5063" fmla="*/ 21649 w 2491369"/>
              <a:gd name="connsiteY15-5064" fmla="*/ 1061981 h 2525734"/>
              <a:gd name="connsiteX16-5065" fmla="*/ 21088 w 2491369"/>
              <a:gd name="connsiteY16-5066" fmla="*/ 1036768 h 2525734"/>
              <a:gd name="connsiteX0-5067" fmla="*/ 17454 w 2487735"/>
              <a:gd name="connsiteY0-5068" fmla="*/ 1036768 h 2525734"/>
              <a:gd name="connsiteX1-5069" fmla="*/ 1821 w 2487735"/>
              <a:gd name="connsiteY1-5070" fmla="*/ 1016996 h 2525734"/>
              <a:gd name="connsiteX2-5071" fmla="*/ 1224141 w 2487735"/>
              <a:gd name="connsiteY2-5072" fmla="*/ 6073 h 2525734"/>
              <a:gd name="connsiteX3-5073" fmla="*/ 1256475 w 2487735"/>
              <a:gd name="connsiteY3-5074" fmla="*/ 6109 h 2525734"/>
              <a:gd name="connsiteX4-5075" fmla="*/ 2478797 w 2487735"/>
              <a:gd name="connsiteY4-5076" fmla="*/ 1017031 h 2525734"/>
              <a:gd name="connsiteX5-5077" fmla="*/ 2486461 w 2487735"/>
              <a:gd name="connsiteY5-5078" fmla="*/ 1045181 h 2525734"/>
              <a:gd name="connsiteX6-5079" fmla="*/ 2462561 w 2487735"/>
              <a:gd name="connsiteY6-5080" fmla="*/ 1061981 h 2525734"/>
              <a:gd name="connsiteX7-5081" fmla="*/ 1912118 w 2487735"/>
              <a:gd name="connsiteY7-5082" fmla="*/ 1061981 h 2525734"/>
              <a:gd name="connsiteX8-5083" fmla="*/ 1886718 w 2487735"/>
              <a:gd name="connsiteY8-5084" fmla="*/ 1087380 h 2525734"/>
              <a:gd name="connsiteX9-5085" fmla="*/ 1886718 w 2487735"/>
              <a:gd name="connsiteY9-5086" fmla="*/ 2500383 h 2525734"/>
              <a:gd name="connsiteX10-5087" fmla="*/ 1861318 w 2487735"/>
              <a:gd name="connsiteY10-5088" fmla="*/ 2525734 h 2525734"/>
              <a:gd name="connsiteX11-5089" fmla="*/ 619258 w 2487735"/>
              <a:gd name="connsiteY11-5090" fmla="*/ 2525734 h 2525734"/>
              <a:gd name="connsiteX12-5091" fmla="*/ 593858 w 2487735"/>
              <a:gd name="connsiteY12-5092" fmla="*/ 2500334 h 2525734"/>
              <a:gd name="connsiteX13-5093" fmla="*/ 593858 w 2487735"/>
              <a:gd name="connsiteY13-5094" fmla="*/ 1087331 h 2525734"/>
              <a:gd name="connsiteX14-5095" fmla="*/ 568459 w 2487735"/>
              <a:gd name="connsiteY14-5096" fmla="*/ 1061981 h 2525734"/>
              <a:gd name="connsiteX15-5097" fmla="*/ 18015 w 2487735"/>
              <a:gd name="connsiteY15-5098" fmla="*/ 1061981 h 2525734"/>
              <a:gd name="connsiteX16-5099" fmla="*/ 17454 w 2487735"/>
              <a:gd name="connsiteY16-5100" fmla="*/ 1036768 h 2525734"/>
              <a:gd name="connsiteX0-5101" fmla="*/ 15634 w 2485915"/>
              <a:gd name="connsiteY0-5102" fmla="*/ 1036768 h 2525734"/>
              <a:gd name="connsiteX1-5103" fmla="*/ 1 w 2485915"/>
              <a:gd name="connsiteY1-5104" fmla="*/ 1016996 h 2525734"/>
              <a:gd name="connsiteX2-5105" fmla="*/ 1222321 w 2485915"/>
              <a:gd name="connsiteY2-5106" fmla="*/ 6073 h 2525734"/>
              <a:gd name="connsiteX3-5107" fmla="*/ 1254655 w 2485915"/>
              <a:gd name="connsiteY3-5108" fmla="*/ 6109 h 2525734"/>
              <a:gd name="connsiteX4-5109" fmla="*/ 2476977 w 2485915"/>
              <a:gd name="connsiteY4-5110" fmla="*/ 1017031 h 2525734"/>
              <a:gd name="connsiteX5-5111" fmla="*/ 2484641 w 2485915"/>
              <a:gd name="connsiteY5-5112" fmla="*/ 1045181 h 2525734"/>
              <a:gd name="connsiteX6-5113" fmla="*/ 2460741 w 2485915"/>
              <a:gd name="connsiteY6-5114" fmla="*/ 1061981 h 2525734"/>
              <a:gd name="connsiteX7-5115" fmla="*/ 1910298 w 2485915"/>
              <a:gd name="connsiteY7-5116" fmla="*/ 1061981 h 2525734"/>
              <a:gd name="connsiteX8-5117" fmla="*/ 1884898 w 2485915"/>
              <a:gd name="connsiteY8-5118" fmla="*/ 1087380 h 2525734"/>
              <a:gd name="connsiteX9-5119" fmla="*/ 1884898 w 2485915"/>
              <a:gd name="connsiteY9-5120" fmla="*/ 2500383 h 2525734"/>
              <a:gd name="connsiteX10-5121" fmla="*/ 1859498 w 2485915"/>
              <a:gd name="connsiteY10-5122" fmla="*/ 2525734 h 2525734"/>
              <a:gd name="connsiteX11-5123" fmla="*/ 617438 w 2485915"/>
              <a:gd name="connsiteY11-5124" fmla="*/ 2525734 h 2525734"/>
              <a:gd name="connsiteX12-5125" fmla="*/ 592038 w 2485915"/>
              <a:gd name="connsiteY12-5126" fmla="*/ 2500334 h 2525734"/>
              <a:gd name="connsiteX13-5127" fmla="*/ 592038 w 2485915"/>
              <a:gd name="connsiteY13-5128" fmla="*/ 1087331 h 2525734"/>
              <a:gd name="connsiteX14-5129" fmla="*/ 566639 w 2485915"/>
              <a:gd name="connsiteY14-5130" fmla="*/ 1061981 h 2525734"/>
              <a:gd name="connsiteX15-5131" fmla="*/ 16195 w 2485915"/>
              <a:gd name="connsiteY15-5132" fmla="*/ 1061981 h 2525734"/>
              <a:gd name="connsiteX16-5133" fmla="*/ 15634 w 2485915"/>
              <a:gd name="connsiteY16-5134" fmla="*/ 1036768 h 2525734"/>
              <a:gd name="connsiteX0-5135" fmla="*/ 2988 w 2473269"/>
              <a:gd name="connsiteY0-5136" fmla="*/ 1036768 h 2525734"/>
              <a:gd name="connsiteX1-5137" fmla="*/ 14553 w 2473269"/>
              <a:gd name="connsiteY1-5138" fmla="*/ 994501 h 2525734"/>
              <a:gd name="connsiteX2-5139" fmla="*/ 1209675 w 2473269"/>
              <a:gd name="connsiteY2-5140" fmla="*/ 6073 h 2525734"/>
              <a:gd name="connsiteX3-5141" fmla="*/ 1242009 w 2473269"/>
              <a:gd name="connsiteY3-5142" fmla="*/ 6109 h 2525734"/>
              <a:gd name="connsiteX4-5143" fmla="*/ 2464331 w 2473269"/>
              <a:gd name="connsiteY4-5144" fmla="*/ 1017031 h 2525734"/>
              <a:gd name="connsiteX5-5145" fmla="*/ 2471995 w 2473269"/>
              <a:gd name="connsiteY5-5146" fmla="*/ 1045181 h 2525734"/>
              <a:gd name="connsiteX6-5147" fmla="*/ 2448095 w 2473269"/>
              <a:gd name="connsiteY6-5148" fmla="*/ 1061981 h 2525734"/>
              <a:gd name="connsiteX7-5149" fmla="*/ 1897652 w 2473269"/>
              <a:gd name="connsiteY7-5150" fmla="*/ 1061981 h 2525734"/>
              <a:gd name="connsiteX8-5151" fmla="*/ 1872252 w 2473269"/>
              <a:gd name="connsiteY8-5152" fmla="*/ 1087380 h 2525734"/>
              <a:gd name="connsiteX9-5153" fmla="*/ 1872252 w 2473269"/>
              <a:gd name="connsiteY9-5154" fmla="*/ 2500383 h 2525734"/>
              <a:gd name="connsiteX10-5155" fmla="*/ 1846852 w 2473269"/>
              <a:gd name="connsiteY10-5156" fmla="*/ 2525734 h 2525734"/>
              <a:gd name="connsiteX11-5157" fmla="*/ 604792 w 2473269"/>
              <a:gd name="connsiteY11-5158" fmla="*/ 2525734 h 2525734"/>
              <a:gd name="connsiteX12-5159" fmla="*/ 579392 w 2473269"/>
              <a:gd name="connsiteY12-5160" fmla="*/ 2500334 h 2525734"/>
              <a:gd name="connsiteX13-5161" fmla="*/ 579392 w 2473269"/>
              <a:gd name="connsiteY13-5162" fmla="*/ 1087331 h 2525734"/>
              <a:gd name="connsiteX14-5163" fmla="*/ 553993 w 2473269"/>
              <a:gd name="connsiteY14-5164" fmla="*/ 1061981 h 2525734"/>
              <a:gd name="connsiteX15-5165" fmla="*/ 3549 w 2473269"/>
              <a:gd name="connsiteY15-5166" fmla="*/ 1061981 h 2525734"/>
              <a:gd name="connsiteX16-5167" fmla="*/ 2988 w 2473269"/>
              <a:gd name="connsiteY16-5168" fmla="*/ 1036768 h 2525734"/>
              <a:gd name="connsiteX0-5169" fmla="*/ 2988 w 2473269"/>
              <a:gd name="connsiteY0-5170" fmla="*/ 1036768 h 2525734"/>
              <a:gd name="connsiteX1-5171" fmla="*/ 14553 w 2473269"/>
              <a:gd name="connsiteY1-5172" fmla="*/ 994501 h 2525734"/>
              <a:gd name="connsiteX2-5173" fmla="*/ 1209675 w 2473269"/>
              <a:gd name="connsiteY2-5174" fmla="*/ 6073 h 2525734"/>
              <a:gd name="connsiteX3-5175" fmla="*/ 1242009 w 2473269"/>
              <a:gd name="connsiteY3-5176" fmla="*/ 6109 h 2525734"/>
              <a:gd name="connsiteX4-5177" fmla="*/ 2464331 w 2473269"/>
              <a:gd name="connsiteY4-5178" fmla="*/ 1017031 h 2525734"/>
              <a:gd name="connsiteX5-5179" fmla="*/ 2471995 w 2473269"/>
              <a:gd name="connsiteY5-5180" fmla="*/ 1045181 h 2525734"/>
              <a:gd name="connsiteX6-5181" fmla="*/ 2448095 w 2473269"/>
              <a:gd name="connsiteY6-5182" fmla="*/ 1061981 h 2525734"/>
              <a:gd name="connsiteX7-5183" fmla="*/ 1897652 w 2473269"/>
              <a:gd name="connsiteY7-5184" fmla="*/ 1061981 h 2525734"/>
              <a:gd name="connsiteX8-5185" fmla="*/ 1872252 w 2473269"/>
              <a:gd name="connsiteY8-5186" fmla="*/ 1087380 h 2525734"/>
              <a:gd name="connsiteX9-5187" fmla="*/ 1872252 w 2473269"/>
              <a:gd name="connsiteY9-5188" fmla="*/ 2500383 h 2525734"/>
              <a:gd name="connsiteX10-5189" fmla="*/ 1846852 w 2473269"/>
              <a:gd name="connsiteY10-5190" fmla="*/ 2525734 h 2525734"/>
              <a:gd name="connsiteX11-5191" fmla="*/ 604792 w 2473269"/>
              <a:gd name="connsiteY11-5192" fmla="*/ 2525734 h 2525734"/>
              <a:gd name="connsiteX12-5193" fmla="*/ 579392 w 2473269"/>
              <a:gd name="connsiteY12-5194" fmla="*/ 2500334 h 2525734"/>
              <a:gd name="connsiteX13-5195" fmla="*/ 579392 w 2473269"/>
              <a:gd name="connsiteY13-5196" fmla="*/ 1087331 h 2525734"/>
              <a:gd name="connsiteX14-5197" fmla="*/ 553993 w 2473269"/>
              <a:gd name="connsiteY14-5198" fmla="*/ 1061981 h 2525734"/>
              <a:gd name="connsiteX15-5199" fmla="*/ 3549 w 2473269"/>
              <a:gd name="connsiteY15-5200" fmla="*/ 1061981 h 2525734"/>
              <a:gd name="connsiteX16-5201" fmla="*/ 2988 w 2473269"/>
              <a:gd name="connsiteY16-5202" fmla="*/ 1036768 h 2525734"/>
              <a:gd name="connsiteX0-5203" fmla="*/ 2988 w 2473269"/>
              <a:gd name="connsiteY0-5204" fmla="*/ 1036768 h 2525734"/>
              <a:gd name="connsiteX1-5205" fmla="*/ 14553 w 2473269"/>
              <a:gd name="connsiteY1-5206" fmla="*/ 994501 h 2525734"/>
              <a:gd name="connsiteX2-5207" fmla="*/ 1209675 w 2473269"/>
              <a:gd name="connsiteY2-5208" fmla="*/ 6073 h 2525734"/>
              <a:gd name="connsiteX3-5209" fmla="*/ 1242009 w 2473269"/>
              <a:gd name="connsiteY3-5210" fmla="*/ 6109 h 2525734"/>
              <a:gd name="connsiteX4-5211" fmla="*/ 2464331 w 2473269"/>
              <a:gd name="connsiteY4-5212" fmla="*/ 1017031 h 2525734"/>
              <a:gd name="connsiteX5-5213" fmla="*/ 2471995 w 2473269"/>
              <a:gd name="connsiteY5-5214" fmla="*/ 1045181 h 2525734"/>
              <a:gd name="connsiteX6-5215" fmla="*/ 2448095 w 2473269"/>
              <a:gd name="connsiteY6-5216" fmla="*/ 1061981 h 2525734"/>
              <a:gd name="connsiteX7-5217" fmla="*/ 1897652 w 2473269"/>
              <a:gd name="connsiteY7-5218" fmla="*/ 1061981 h 2525734"/>
              <a:gd name="connsiteX8-5219" fmla="*/ 1872252 w 2473269"/>
              <a:gd name="connsiteY8-5220" fmla="*/ 1087380 h 2525734"/>
              <a:gd name="connsiteX9-5221" fmla="*/ 1872252 w 2473269"/>
              <a:gd name="connsiteY9-5222" fmla="*/ 2500383 h 2525734"/>
              <a:gd name="connsiteX10-5223" fmla="*/ 1846852 w 2473269"/>
              <a:gd name="connsiteY10-5224" fmla="*/ 2525734 h 2525734"/>
              <a:gd name="connsiteX11-5225" fmla="*/ 604792 w 2473269"/>
              <a:gd name="connsiteY11-5226" fmla="*/ 2525734 h 2525734"/>
              <a:gd name="connsiteX12-5227" fmla="*/ 579392 w 2473269"/>
              <a:gd name="connsiteY12-5228" fmla="*/ 2500334 h 2525734"/>
              <a:gd name="connsiteX13-5229" fmla="*/ 579392 w 2473269"/>
              <a:gd name="connsiteY13-5230" fmla="*/ 1087331 h 2525734"/>
              <a:gd name="connsiteX14-5231" fmla="*/ 553993 w 2473269"/>
              <a:gd name="connsiteY14-5232" fmla="*/ 1061981 h 2525734"/>
              <a:gd name="connsiteX15-5233" fmla="*/ 3549 w 2473269"/>
              <a:gd name="connsiteY15-5234" fmla="*/ 1061981 h 2525734"/>
              <a:gd name="connsiteX16-5235" fmla="*/ 2988 w 2473269"/>
              <a:gd name="connsiteY16-5236" fmla="*/ 1036768 h 2525734"/>
              <a:gd name="connsiteX0-5237" fmla="*/ 2988 w 2473269"/>
              <a:gd name="connsiteY0-5238" fmla="*/ 1036113 h 2525079"/>
              <a:gd name="connsiteX1-5239" fmla="*/ 14553 w 2473269"/>
              <a:gd name="connsiteY1-5240" fmla="*/ 993846 h 2525079"/>
              <a:gd name="connsiteX2-5241" fmla="*/ 1201583 w 2473269"/>
              <a:gd name="connsiteY2-5242" fmla="*/ 12111 h 2525079"/>
              <a:gd name="connsiteX3-5243" fmla="*/ 1242009 w 2473269"/>
              <a:gd name="connsiteY3-5244" fmla="*/ 5454 h 2525079"/>
              <a:gd name="connsiteX4-5245" fmla="*/ 2464331 w 2473269"/>
              <a:gd name="connsiteY4-5246" fmla="*/ 1016376 h 2525079"/>
              <a:gd name="connsiteX5-5247" fmla="*/ 2471995 w 2473269"/>
              <a:gd name="connsiteY5-5248" fmla="*/ 1044526 h 2525079"/>
              <a:gd name="connsiteX6-5249" fmla="*/ 2448095 w 2473269"/>
              <a:gd name="connsiteY6-5250" fmla="*/ 1061326 h 2525079"/>
              <a:gd name="connsiteX7-5251" fmla="*/ 1897652 w 2473269"/>
              <a:gd name="connsiteY7-5252" fmla="*/ 1061326 h 2525079"/>
              <a:gd name="connsiteX8-5253" fmla="*/ 1872252 w 2473269"/>
              <a:gd name="connsiteY8-5254" fmla="*/ 1086725 h 2525079"/>
              <a:gd name="connsiteX9-5255" fmla="*/ 1872252 w 2473269"/>
              <a:gd name="connsiteY9-5256" fmla="*/ 2499728 h 2525079"/>
              <a:gd name="connsiteX10-5257" fmla="*/ 1846852 w 2473269"/>
              <a:gd name="connsiteY10-5258" fmla="*/ 2525079 h 2525079"/>
              <a:gd name="connsiteX11-5259" fmla="*/ 604792 w 2473269"/>
              <a:gd name="connsiteY11-5260" fmla="*/ 2525079 h 2525079"/>
              <a:gd name="connsiteX12-5261" fmla="*/ 579392 w 2473269"/>
              <a:gd name="connsiteY12-5262" fmla="*/ 2499679 h 2525079"/>
              <a:gd name="connsiteX13-5263" fmla="*/ 579392 w 2473269"/>
              <a:gd name="connsiteY13-5264" fmla="*/ 1086676 h 2525079"/>
              <a:gd name="connsiteX14-5265" fmla="*/ 553993 w 2473269"/>
              <a:gd name="connsiteY14-5266" fmla="*/ 1061326 h 2525079"/>
              <a:gd name="connsiteX15-5267" fmla="*/ 3549 w 2473269"/>
              <a:gd name="connsiteY15-5268" fmla="*/ 1061326 h 2525079"/>
              <a:gd name="connsiteX16-5269" fmla="*/ 2988 w 2473269"/>
              <a:gd name="connsiteY16-5270" fmla="*/ 1036113 h 2525079"/>
              <a:gd name="connsiteX0-5271" fmla="*/ 2988 w 2473269"/>
              <a:gd name="connsiteY0-5272" fmla="*/ 1035337 h 2524303"/>
              <a:gd name="connsiteX1-5273" fmla="*/ 14553 w 2473269"/>
              <a:gd name="connsiteY1-5274" fmla="*/ 993070 h 2524303"/>
              <a:gd name="connsiteX2-5275" fmla="*/ 1201583 w 2473269"/>
              <a:gd name="connsiteY2-5276" fmla="*/ 11335 h 2524303"/>
              <a:gd name="connsiteX3-5277" fmla="*/ 1242009 w 2473269"/>
              <a:gd name="connsiteY3-5278" fmla="*/ 4678 h 2524303"/>
              <a:gd name="connsiteX4-5279" fmla="*/ 2464331 w 2473269"/>
              <a:gd name="connsiteY4-5280" fmla="*/ 1015600 h 2524303"/>
              <a:gd name="connsiteX5-5281" fmla="*/ 2471995 w 2473269"/>
              <a:gd name="connsiteY5-5282" fmla="*/ 1043750 h 2524303"/>
              <a:gd name="connsiteX6-5283" fmla="*/ 2448095 w 2473269"/>
              <a:gd name="connsiteY6-5284" fmla="*/ 1060550 h 2524303"/>
              <a:gd name="connsiteX7-5285" fmla="*/ 1897652 w 2473269"/>
              <a:gd name="connsiteY7-5286" fmla="*/ 1060550 h 2524303"/>
              <a:gd name="connsiteX8-5287" fmla="*/ 1872252 w 2473269"/>
              <a:gd name="connsiteY8-5288" fmla="*/ 1085949 h 2524303"/>
              <a:gd name="connsiteX9-5289" fmla="*/ 1872252 w 2473269"/>
              <a:gd name="connsiteY9-5290" fmla="*/ 2498952 h 2524303"/>
              <a:gd name="connsiteX10-5291" fmla="*/ 1846852 w 2473269"/>
              <a:gd name="connsiteY10-5292" fmla="*/ 2524303 h 2524303"/>
              <a:gd name="connsiteX11-5293" fmla="*/ 604792 w 2473269"/>
              <a:gd name="connsiteY11-5294" fmla="*/ 2524303 h 2524303"/>
              <a:gd name="connsiteX12-5295" fmla="*/ 579392 w 2473269"/>
              <a:gd name="connsiteY12-5296" fmla="*/ 2498903 h 2524303"/>
              <a:gd name="connsiteX13-5297" fmla="*/ 579392 w 2473269"/>
              <a:gd name="connsiteY13-5298" fmla="*/ 1085900 h 2524303"/>
              <a:gd name="connsiteX14-5299" fmla="*/ 553993 w 2473269"/>
              <a:gd name="connsiteY14-5300" fmla="*/ 1060550 h 2524303"/>
              <a:gd name="connsiteX15-5301" fmla="*/ 3549 w 2473269"/>
              <a:gd name="connsiteY15-5302" fmla="*/ 1060550 h 2524303"/>
              <a:gd name="connsiteX16-5303" fmla="*/ 2988 w 2473269"/>
              <a:gd name="connsiteY16-5304" fmla="*/ 1035337 h 2524303"/>
              <a:gd name="connsiteX0-5305" fmla="*/ 2988 w 2473269"/>
              <a:gd name="connsiteY0-5306" fmla="*/ 1034194 h 2523160"/>
              <a:gd name="connsiteX1-5307" fmla="*/ 14553 w 2473269"/>
              <a:gd name="connsiteY1-5308" fmla="*/ 991927 h 2523160"/>
              <a:gd name="connsiteX2-5309" fmla="*/ 1201583 w 2473269"/>
              <a:gd name="connsiteY2-5310" fmla="*/ 10192 h 2523160"/>
              <a:gd name="connsiteX3-5311" fmla="*/ 1242009 w 2473269"/>
              <a:gd name="connsiteY3-5312" fmla="*/ 3535 h 2523160"/>
              <a:gd name="connsiteX4-5313" fmla="*/ 2464331 w 2473269"/>
              <a:gd name="connsiteY4-5314" fmla="*/ 1014457 h 2523160"/>
              <a:gd name="connsiteX5-5315" fmla="*/ 2471995 w 2473269"/>
              <a:gd name="connsiteY5-5316" fmla="*/ 1042607 h 2523160"/>
              <a:gd name="connsiteX6-5317" fmla="*/ 2448095 w 2473269"/>
              <a:gd name="connsiteY6-5318" fmla="*/ 1059407 h 2523160"/>
              <a:gd name="connsiteX7-5319" fmla="*/ 1897652 w 2473269"/>
              <a:gd name="connsiteY7-5320" fmla="*/ 1059407 h 2523160"/>
              <a:gd name="connsiteX8-5321" fmla="*/ 1872252 w 2473269"/>
              <a:gd name="connsiteY8-5322" fmla="*/ 1084806 h 2523160"/>
              <a:gd name="connsiteX9-5323" fmla="*/ 1872252 w 2473269"/>
              <a:gd name="connsiteY9-5324" fmla="*/ 2497809 h 2523160"/>
              <a:gd name="connsiteX10-5325" fmla="*/ 1846852 w 2473269"/>
              <a:gd name="connsiteY10-5326" fmla="*/ 2523160 h 2523160"/>
              <a:gd name="connsiteX11-5327" fmla="*/ 604792 w 2473269"/>
              <a:gd name="connsiteY11-5328" fmla="*/ 2523160 h 2523160"/>
              <a:gd name="connsiteX12-5329" fmla="*/ 579392 w 2473269"/>
              <a:gd name="connsiteY12-5330" fmla="*/ 2497760 h 2523160"/>
              <a:gd name="connsiteX13-5331" fmla="*/ 579392 w 2473269"/>
              <a:gd name="connsiteY13-5332" fmla="*/ 1084757 h 2523160"/>
              <a:gd name="connsiteX14-5333" fmla="*/ 553993 w 2473269"/>
              <a:gd name="connsiteY14-5334" fmla="*/ 1059407 h 2523160"/>
              <a:gd name="connsiteX15-5335" fmla="*/ 3549 w 2473269"/>
              <a:gd name="connsiteY15-5336" fmla="*/ 1059407 h 2523160"/>
              <a:gd name="connsiteX16-5337" fmla="*/ 2988 w 2473269"/>
              <a:gd name="connsiteY16-5338" fmla="*/ 1034194 h 2523160"/>
              <a:gd name="connsiteX0-5339" fmla="*/ 2988 w 2473269"/>
              <a:gd name="connsiteY0-5340" fmla="*/ 1033119 h 2522085"/>
              <a:gd name="connsiteX1-5341" fmla="*/ 14553 w 2473269"/>
              <a:gd name="connsiteY1-5342" fmla="*/ 990852 h 2522085"/>
              <a:gd name="connsiteX2-5343" fmla="*/ 1201583 w 2473269"/>
              <a:gd name="connsiteY2-5344" fmla="*/ 9117 h 2522085"/>
              <a:gd name="connsiteX3-5345" fmla="*/ 1250106 w 2473269"/>
              <a:gd name="connsiteY3-5346" fmla="*/ 9153 h 2522085"/>
              <a:gd name="connsiteX4-5347" fmla="*/ 2464331 w 2473269"/>
              <a:gd name="connsiteY4-5348" fmla="*/ 1013382 h 2522085"/>
              <a:gd name="connsiteX5-5349" fmla="*/ 2471995 w 2473269"/>
              <a:gd name="connsiteY5-5350" fmla="*/ 1041532 h 2522085"/>
              <a:gd name="connsiteX6-5351" fmla="*/ 2448095 w 2473269"/>
              <a:gd name="connsiteY6-5352" fmla="*/ 1058332 h 2522085"/>
              <a:gd name="connsiteX7-5353" fmla="*/ 1897652 w 2473269"/>
              <a:gd name="connsiteY7-5354" fmla="*/ 1058332 h 2522085"/>
              <a:gd name="connsiteX8-5355" fmla="*/ 1872252 w 2473269"/>
              <a:gd name="connsiteY8-5356" fmla="*/ 1083731 h 2522085"/>
              <a:gd name="connsiteX9-5357" fmla="*/ 1872252 w 2473269"/>
              <a:gd name="connsiteY9-5358" fmla="*/ 2496734 h 2522085"/>
              <a:gd name="connsiteX10-5359" fmla="*/ 1846852 w 2473269"/>
              <a:gd name="connsiteY10-5360" fmla="*/ 2522085 h 2522085"/>
              <a:gd name="connsiteX11-5361" fmla="*/ 604792 w 2473269"/>
              <a:gd name="connsiteY11-5362" fmla="*/ 2522085 h 2522085"/>
              <a:gd name="connsiteX12-5363" fmla="*/ 579392 w 2473269"/>
              <a:gd name="connsiteY12-5364" fmla="*/ 2496685 h 2522085"/>
              <a:gd name="connsiteX13-5365" fmla="*/ 579392 w 2473269"/>
              <a:gd name="connsiteY13-5366" fmla="*/ 1083682 h 2522085"/>
              <a:gd name="connsiteX14-5367" fmla="*/ 553993 w 2473269"/>
              <a:gd name="connsiteY14-5368" fmla="*/ 1058332 h 2522085"/>
              <a:gd name="connsiteX15-5369" fmla="*/ 3549 w 2473269"/>
              <a:gd name="connsiteY15-5370" fmla="*/ 1058332 h 2522085"/>
              <a:gd name="connsiteX16-5371" fmla="*/ 2988 w 2473269"/>
              <a:gd name="connsiteY16-5372" fmla="*/ 1033119 h 2522085"/>
              <a:gd name="connsiteX0-5373" fmla="*/ 2988 w 2473269"/>
              <a:gd name="connsiteY0-5374" fmla="*/ 1033119 h 2522085"/>
              <a:gd name="connsiteX1-5375" fmla="*/ 14553 w 2473269"/>
              <a:gd name="connsiteY1-5376" fmla="*/ 990852 h 2522085"/>
              <a:gd name="connsiteX2-5377" fmla="*/ 1201583 w 2473269"/>
              <a:gd name="connsiteY2-5378" fmla="*/ 9117 h 2522085"/>
              <a:gd name="connsiteX3-5379" fmla="*/ 1250106 w 2473269"/>
              <a:gd name="connsiteY3-5380" fmla="*/ 9153 h 2522085"/>
              <a:gd name="connsiteX4-5381" fmla="*/ 2464331 w 2473269"/>
              <a:gd name="connsiteY4-5382" fmla="*/ 1013382 h 2522085"/>
              <a:gd name="connsiteX5-5383" fmla="*/ 2471995 w 2473269"/>
              <a:gd name="connsiteY5-5384" fmla="*/ 1041532 h 2522085"/>
              <a:gd name="connsiteX6-5385" fmla="*/ 2448095 w 2473269"/>
              <a:gd name="connsiteY6-5386" fmla="*/ 1058332 h 2522085"/>
              <a:gd name="connsiteX7-5387" fmla="*/ 1897652 w 2473269"/>
              <a:gd name="connsiteY7-5388" fmla="*/ 1058332 h 2522085"/>
              <a:gd name="connsiteX8-5389" fmla="*/ 1872252 w 2473269"/>
              <a:gd name="connsiteY8-5390" fmla="*/ 1083731 h 2522085"/>
              <a:gd name="connsiteX9-5391" fmla="*/ 1872252 w 2473269"/>
              <a:gd name="connsiteY9-5392" fmla="*/ 2496734 h 2522085"/>
              <a:gd name="connsiteX10-5393" fmla="*/ 1846852 w 2473269"/>
              <a:gd name="connsiteY10-5394" fmla="*/ 2522085 h 2522085"/>
              <a:gd name="connsiteX11-5395" fmla="*/ 604792 w 2473269"/>
              <a:gd name="connsiteY11-5396" fmla="*/ 2522085 h 2522085"/>
              <a:gd name="connsiteX12-5397" fmla="*/ 579392 w 2473269"/>
              <a:gd name="connsiteY12-5398" fmla="*/ 2496685 h 2522085"/>
              <a:gd name="connsiteX13-5399" fmla="*/ 579392 w 2473269"/>
              <a:gd name="connsiteY13-5400" fmla="*/ 1083682 h 2522085"/>
              <a:gd name="connsiteX14-5401" fmla="*/ 553993 w 2473269"/>
              <a:gd name="connsiteY14-5402" fmla="*/ 1058332 h 2522085"/>
              <a:gd name="connsiteX15-5403" fmla="*/ 3549 w 2473269"/>
              <a:gd name="connsiteY15-5404" fmla="*/ 1058332 h 2522085"/>
              <a:gd name="connsiteX16-5405" fmla="*/ 2988 w 2473269"/>
              <a:gd name="connsiteY16-5406" fmla="*/ 1033119 h 2522085"/>
              <a:gd name="connsiteX0-5407" fmla="*/ 2988 w 2473269"/>
              <a:gd name="connsiteY0-5408" fmla="*/ 1033119 h 2522085"/>
              <a:gd name="connsiteX1-5409" fmla="*/ 14553 w 2473269"/>
              <a:gd name="connsiteY1-5410" fmla="*/ 990852 h 2522085"/>
              <a:gd name="connsiteX2-5411" fmla="*/ 1201583 w 2473269"/>
              <a:gd name="connsiteY2-5412" fmla="*/ 9117 h 2522085"/>
              <a:gd name="connsiteX3-5413" fmla="*/ 1250106 w 2473269"/>
              <a:gd name="connsiteY3-5414" fmla="*/ 9153 h 2522085"/>
              <a:gd name="connsiteX4-5415" fmla="*/ 2464331 w 2473269"/>
              <a:gd name="connsiteY4-5416" fmla="*/ 1013382 h 2522085"/>
              <a:gd name="connsiteX5-5417" fmla="*/ 2471995 w 2473269"/>
              <a:gd name="connsiteY5-5418" fmla="*/ 1041532 h 2522085"/>
              <a:gd name="connsiteX6-5419" fmla="*/ 2448095 w 2473269"/>
              <a:gd name="connsiteY6-5420" fmla="*/ 1058332 h 2522085"/>
              <a:gd name="connsiteX7-5421" fmla="*/ 1897652 w 2473269"/>
              <a:gd name="connsiteY7-5422" fmla="*/ 1058332 h 2522085"/>
              <a:gd name="connsiteX8-5423" fmla="*/ 1872252 w 2473269"/>
              <a:gd name="connsiteY8-5424" fmla="*/ 1083731 h 2522085"/>
              <a:gd name="connsiteX9-5425" fmla="*/ 1872252 w 2473269"/>
              <a:gd name="connsiteY9-5426" fmla="*/ 2496734 h 2522085"/>
              <a:gd name="connsiteX10-5427" fmla="*/ 1846852 w 2473269"/>
              <a:gd name="connsiteY10-5428" fmla="*/ 2522085 h 2522085"/>
              <a:gd name="connsiteX11-5429" fmla="*/ 604792 w 2473269"/>
              <a:gd name="connsiteY11-5430" fmla="*/ 2522085 h 2522085"/>
              <a:gd name="connsiteX12-5431" fmla="*/ 579392 w 2473269"/>
              <a:gd name="connsiteY12-5432" fmla="*/ 2496685 h 2522085"/>
              <a:gd name="connsiteX13-5433" fmla="*/ 579392 w 2473269"/>
              <a:gd name="connsiteY13-5434" fmla="*/ 1083682 h 2522085"/>
              <a:gd name="connsiteX14-5435" fmla="*/ 553993 w 2473269"/>
              <a:gd name="connsiteY14-5436" fmla="*/ 1058332 h 2522085"/>
              <a:gd name="connsiteX15-5437" fmla="*/ 3549 w 2473269"/>
              <a:gd name="connsiteY15-5438" fmla="*/ 1058332 h 2522085"/>
              <a:gd name="connsiteX16-5439" fmla="*/ 2988 w 2473269"/>
              <a:gd name="connsiteY16-5440" fmla="*/ 1033119 h 2522085"/>
              <a:gd name="connsiteX0-5441" fmla="*/ 2988 w 2472994"/>
              <a:gd name="connsiteY0-5442" fmla="*/ 1033119 h 2522085"/>
              <a:gd name="connsiteX1-5443" fmla="*/ 14553 w 2472994"/>
              <a:gd name="connsiteY1-5444" fmla="*/ 990852 h 2522085"/>
              <a:gd name="connsiteX2-5445" fmla="*/ 1201583 w 2472994"/>
              <a:gd name="connsiteY2-5446" fmla="*/ 9117 h 2522085"/>
              <a:gd name="connsiteX3-5447" fmla="*/ 1250106 w 2472994"/>
              <a:gd name="connsiteY3-5448" fmla="*/ 9153 h 2522085"/>
              <a:gd name="connsiteX4-5449" fmla="*/ 2437136 w 2472994"/>
              <a:gd name="connsiteY4-5450" fmla="*/ 990888 h 2522085"/>
              <a:gd name="connsiteX5-5451" fmla="*/ 2471995 w 2472994"/>
              <a:gd name="connsiteY5-5452" fmla="*/ 1041532 h 2522085"/>
              <a:gd name="connsiteX6-5453" fmla="*/ 2448095 w 2472994"/>
              <a:gd name="connsiteY6-5454" fmla="*/ 1058332 h 2522085"/>
              <a:gd name="connsiteX7-5455" fmla="*/ 1897652 w 2472994"/>
              <a:gd name="connsiteY7-5456" fmla="*/ 1058332 h 2522085"/>
              <a:gd name="connsiteX8-5457" fmla="*/ 1872252 w 2472994"/>
              <a:gd name="connsiteY8-5458" fmla="*/ 1083731 h 2522085"/>
              <a:gd name="connsiteX9-5459" fmla="*/ 1872252 w 2472994"/>
              <a:gd name="connsiteY9-5460" fmla="*/ 2496734 h 2522085"/>
              <a:gd name="connsiteX10-5461" fmla="*/ 1846852 w 2472994"/>
              <a:gd name="connsiteY10-5462" fmla="*/ 2522085 h 2522085"/>
              <a:gd name="connsiteX11-5463" fmla="*/ 604792 w 2472994"/>
              <a:gd name="connsiteY11-5464" fmla="*/ 2522085 h 2522085"/>
              <a:gd name="connsiteX12-5465" fmla="*/ 579392 w 2472994"/>
              <a:gd name="connsiteY12-5466" fmla="*/ 2496685 h 2522085"/>
              <a:gd name="connsiteX13-5467" fmla="*/ 579392 w 2472994"/>
              <a:gd name="connsiteY13-5468" fmla="*/ 1083682 h 2522085"/>
              <a:gd name="connsiteX14-5469" fmla="*/ 553993 w 2472994"/>
              <a:gd name="connsiteY14-5470" fmla="*/ 1058332 h 2522085"/>
              <a:gd name="connsiteX15-5471" fmla="*/ 3549 w 2472994"/>
              <a:gd name="connsiteY15-5472" fmla="*/ 1058332 h 2522085"/>
              <a:gd name="connsiteX16-5473" fmla="*/ 2988 w 2472994"/>
              <a:gd name="connsiteY16-5474" fmla="*/ 1033119 h 2522085"/>
              <a:gd name="connsiteX0-5475" fmla="*/ 2988 w 2472278"/>
              <a:gd name="connsiteY0-5476" fmla="*/ 1033119 h 2522085"/>
              <a:gd name="connsiteX1-5477" fmla="*/ 14553 w 2472278"/>
              <a:gd name="connsiteY1-5478" fmla="*/ 990852 h 2522085"/>
              <a:gd name="connsiteX2-5479" fmla="*/ 1201583 w 2472278"/>
              <a:gd name="connsiteY2-5480" fmla="*/ 9117 h 2522085"/>
              <a:gd name="connsiteX3-5481" fmla="*/ 1250106 w 2472278"/>
              <a:gd name="connsiteY3-5482" fmla="*/ 9153 h 2522085"/>
              <a:gd name="connsiteX4-5483" fmla="*/ 2437136 w 2472278"/>
              <a:gd name="connsiteY4-5484" fmla="*/ 990888 h 2522085"/>
              <a:gd name="connsiteX5-5485" fmla="*/ 2471995 w 2472278"/>
              <a:gd name="connsiteY5-5486" fmla="*/ 1041532 h 2522085"/>
              <a:gd name="connsiteX6-5487" fmla="*/ 2448095 w 2472278"/>
              <a:gd name="connsiteY6-5488" fmla="*/ 1058332 h 2522085"/>
              <a:gd name="connsiteX7-5489" fmla="*/ 1897652 w 2472278"/>
              <a:gd name="connsiteY7-5490" fmla="*/ 1058332 h 2522085"/>
              <a:gd name="connsiteX8-5491" fmla="*/ 1872252 w 2472278"/>
              <a:gd name="connsiteY8-5492" fmla="*/ 1083731 h 2522085"/>
              <a:gd name="connsiteX9-5493" fmla="*/ 1872252 w 2472278"/>
              <a:gd name="connsiteY9-5494" fmla="*/ 2496734 h 2522085"/>
              <a:gd name="connsiteX10-5495" fmla="*/ 1846852 w 2472278"/>
              <a:gd name="connsiteY10-5496" fmla="*/ 2522085 h 2522085"/>
              <a:gd name="connsiteX11-5497" fmla="*/ 604792 w 2472278"/>
              <a:gd name="connsiteY11-5498" fmla="*/ 2522085 h 2522085"/>
              <a:gd name="connsiteX12-5499" fmla="*/ 579392 w 2472278"/>
              <a:gd name="connsiteY12-5500" fmla="*/ 2496685 h 2522085"/>
              <a:gd name="connsiteX13-5501" fmla="*/ 579392 w 2472278"/>
              <a:gd name="connsiteY13-5502" fmla="*/ 1083682 h 2522085"/>
              <a:gd name="connsiteX14-5503" fmla="*/ 553993 w 2472278"/>
              <a:gd name="connsiteY14-5504" fmla="*/ 1058332 h 2522085"/>
              <a:gd name="connsiteX15-5505" fmla="*/ 3549 w 2472278"/>
              <a:gd name="connsiteY15-5506" fmla="*/ 1058332 h 2522085"/>
              <a:gd name="connsiteX16-5507" fmla="*/ 2988 w 2472278"/>
              <a:gd name="connsiteY16-5508" fmla="*/ 1033119 h 2522085"/>
              <a:gd name="connsiteX0-5509" fmla="*/ 2988 w 2471995"/>
              <a:gd name="connsiteY0-5510" fmla="*/ 1033119 h 2522085"/>
              <a:gd name="connsiteX1-5511" fmla="*/ 14553 w 2471995"/>
              <a:gd name="connsiteY1-5512" fmla="*/ 990852 h 2522085"/>
              <a:gd name="connsiteX2-5513" fmla="*/ 1201583 w 2471995"/>
              <a:gd name="connsiteY2-5514" fmla="*/ 9117 h 2522085"/>
              <a:gd name="connsiteX3-5515" fmla="*/ 1250106 w 2471995"/>
              <a:gd name="connsiteY3-5516" fmla="*/ 9153 h 2522085"/>
              <a:gd name="connsiteX4-5517" fmla="*/ 2437136 w 2471995"/>
              <a:gd name="connsiteY4-5518" fmla="*/ 990888 h 2522085"/>
              <a:gd name="connsiteX5-5519" fmla="*/ 2471995 w 2471995"/>
              <a:gd name="connsiteY5-5520" fmla="*/ 1041532 h 2522085"/>
              <a:gd name="connsiteX6-5521" fmla="*/ 2448095 w 2471995"/>
              <a:gd name="connsiteY6-5522" fmla="*/ 1058332 h 2522085"/>
              <a:gd name="connsiteX7-5523" fmla="*/ 1897652 w 2471995"/>
              <a:gd name="connsiteY7-5524" fmla="*/ 1058332 h 2522085"/>
              <a:gd name="connsiteX8-5525" fmla="*/ 1872252 w 2471995"/>
              <a:gd name="connsiteY8-5526" fmla="*/ 1083731 h 2522085"/>
              <a:gd name="connsiteX9-5527" fmla="*/ 1872252 w 2471995"/>
              <a:gd name="connsiteY9-5528" fmla="*/ 2496734 h 2522085"/>
              <a:gd name="connsiteX10-5529" fmla="*/ 1846852 w 2471995"/>
              <a:gd name="connsiteY10-5530" fmla="*/ 2522085 h 2522085"/>
              <a:gd name="connsiteX11-5531" fmla="*/ 604792 w 2471995"/>
              <a:gd name="connsiteY11-5532" fmla="*/ 2522085 h 2522085"/>
              <a:gd name="connsiteX12-5533" fmla="*/ 579392 w 2471995"/>
              <a:gd name="connsiteY12-5534" fmla="*/ 2496685 h 2522085"/>
              <a:gd name="connsiteX13-5535" fmla="*/ 579392 w 2471995"/>
              <a:gd name="connsiteY13-5536" fmla="*/ 1083682 h 2522085"/>
              <a:gd name="connsiteX14-5537" fmla="*/ 553993 w 2471995"/>
              <a:gd name="connsiteY14-5538" fmla="*/ 1058332 h 2522085"/>
              <a:gd name="connsiteX15-5539" fmla="*/ 3549 w 2471995"/>
              <a:gd name="connsiteY15-5540" fmla="*/ 1058332 h 2522085"/>
              <a:gd name="connsiteX16-5541" fmla="*/ 2988 w 2471995"/>
              <a:gd name="connsiteY16-5542" fmla="*/ 1033119 h 2522085"/>
              <a:gd name="connsiteX0-5543" fmla="*/ 2988 w 2459944"/>
              <a:gd name="connsiteY0-5544" fmla="*/ 1033119 h 2522085"/>
              <a:gd name="connsiteX1-5545" fmla="*/ 14553 w 2459944"/>
              <a:gd name="connsiteY1-5546" fmla="*/ 990852 h 2522085"/>
              <a:gd name="connsiteX2-5547" fmla="*/ 1201583 w 2459944"/>
              <a:gd name="connsiteY2-5548" fmla="*/ 9117 h 2522085"/>
              <a:gd name="connsiteX3-5549" fmla="*/ 1250106 w 2459944"/>
              <a:gd name="connsiteY3-5550" fmla="*/ 9153 h 2522085"/>
              <a:gd name="connsiteX4-5551" fmla="*/ 2437136 w 2459944"/>
              <a:gd name="connsiteY4-5552" fmla="*/ 990888 h 2522085"/>
              <a:gd name="connsiteX5-5553" fmla="*/ 2448653 w 2459944"/>
              <a:gd name="connsiteY5-5554" fmla="*/ 1033131 h 2522085"/>
              <a:gd name="connsiteX6-5555" fmla="*/ 2448095 w 2459944"/>
              <a:gd name="connsiteY6-5556" fmla="*/ 1058332 h 2522085"/>
              <a:gd name="connsiteX7-5557" fmla="*/ 1897652 w 2459944"/>
              <a:gd name="connsiteY7-5558" fmla="*/ 1058332 h 2522085"/>
              <a:gd name="connsiteX8-5559" fmla="*/ 1872252 w 2459944"/>
              <a:gd name="connsiteY8-5560" fmla="*/ 1083731 h 2522085"/>
              <a:gd name="connsiteX9-5561" fmla="*/ 1872252 w 2459944"/>
              <a:gd name="connsiteY9-5562" fmla="*/ 2496734 h 2522085"/>
              <a:gd name="connsiteX10-5563" fmla="*/ 1846852 w 2459944"/>
              <a:gd name="connsiteY10-5564" fmla="*/ 2522085 h 2522085"/>
              <a:gd name="connsiteX11-5565" fmla="*/ 604792 w 2459944"/>
              <a:gd name="connsiteY11-5566" fmla="*/ 2522085 h 2522085"/>
              <a:gd name="connsiteX12-5567" fmla="*/ 579392 w 2459944"/>
              <a:gd name="connsiteY12-5568" fmla="*/ 2496685 h 2522085"/>
              <a:gd name="connsiteX13-5569" fmla="*/ 579392 w 2459944"/>
              <a:gd name="connsiteY13-5570" fmla="*/ 1083682 h 2522085"/>
              <a:gd name="connsiteX14-5571" fmla="*/ 553993 w 2459944"/>
              <a:gd name="connsiteY14-5572" fmla="*/ 1058332 h 2522085"/>
              <a:gd name="connsiteX15-5573" fmla="*/ 3549 w 2459944"/>
              <a:gd name="connsiteY15-5574" fmla="*/ 1058332 h 2522085"/>
              <a:gd name="connsiteX16-5575" fmla="*/ 2988 w 2459944"/>
              <a:gd name="connsiteY16-5576" fmla="*/ 1033119 h 2522085"/>
              <a:gd name="connsiteX0-5577" fmla="*/ 2988 w 2451643"/>
              <a:gd name="connsiteY0-5578" fmla="*/ 1033119 h 2522085"/>
              <a:gd name="connsiteX1-5579" fmla="*/ 14553 w 2451643"/>
              <a:gd name="connsiteY1-5580" fmla="*/ 990852 h 2522085"/>
              <a:gd name="connsiteX2-5581" fmla="*/ 1201583 w 2451643"/>
              <a:gd name="connsiteY2-5582" fmla="*/ 9117 h 2522085"/>
              <a:gd name="connsiteX3-5583" fmla="*/ 1250106 w 2451643"/>
              <a:gd name="connsiteY3-5584" fmla="*/ 9153 h 2522085"/>
              <a:gd name="connsiteX4-5585" fmla="*/ 2437136 w 2451643"/>
              <a:gd name="connsiteY4-5586" fmla="*/ 990888 h 2522085"/>
              <a:gd name="connsiteX5-5587" fmla="*/ 2448653 w 2451643"/>
              <a:gd name="connsiteY5-5588" fmla="*/ 1033131 h 2522085"/>
              <a:gd name="connsiteX6-5589" fmla="*/ 2448095 w 2451643"/>
              <a:gd name="connsiteY6-5590" fmla="*/ 1058332 h 2522085"/>
              <a:gd name="connsiteX7-5591" fmla="*/ 1897652 w 2451643"/>
              <a:gd name="connsiteY7-5592" fmla="*/ 1058332 h 2522085"/>
              <a:gd name="connsiteX8-5593" fmla="*/ 1872252 w 2451643"/>
              <a:gd name="connsiteY8-5594" fmla="*/ 1083731 h 2522085"/>
              <a:gd name="connsiteX9-5595" fmla="*/ 1872252 w 2451643"/>
              <a:gd name="connsiteY9-5596" fmla="*/ 2496734 h 2522085"/>
              <a:gd name="connsiteX10-5597" fmla="*/ 1846852 w 2451643"/>
              <a:gd name="connsiteY10-5598" fmla="*/ 2522085 h 2522085"/>
              <a:gd name="connsiteX11-5599" fmla="*/ 604792 w 2451643"/>
              <a:gd name="connsiteY11-5600" fmla="*/ 2522085 h 2522085"/>
              <a:gd name="connsiteX12-5601" fmla="*/ 579392 w 2451643"/>
              <a:gd name="connsiteY12-5602" fmla="*/ 2496685 h 2522085"/>
              <a:gd name="connsiteX13-5603" fmla="*/ 579392 w 2451643"/>
              <a:gd name="connsiteY13-5604" fmla="*/ 1083682 h 2522085"/>
              <a:gd name="connsiteX14-5605" fmla="*/ 553993 w 2451643"/>
              <a:gd name="connsiteY14-5606" fmla="*/ 1058332 h 2522085"/>
              <a:gd name="connsiteX15-5607" fmla="*/ 3549 w 2451643"/>
              <a:gd name="connsiteY15-5608" fmla="*/ 1058332 h 2522085"/>
              <a:gd name="connsiteX16-5609" fmla="*/ 2988 w 2451643"/>
              <a:gd name="connsiteY16-5610" fmla="*/ 1033119 h 2522085"/>
              <a:gd name="connsiteX0-5611" fmla="*/ 2988 w 2450561"/>
              <a:gd name="connsiteY0-5612" fmla="*/ 1033119 h 2522085"/>
              <a:gd name="connsiteX1-5613" fmla="*/ 14553 w 2450561"/>
              <a:gd name="connsiteY1-5614" fmla="*/ 990852 h 2522085"/>
              <a:gd name="connsiteX2-5615" fmla="*/ 1201583 w 2450561"/>
              <a:gd name="connsiteY2-5616" fmla="*/ 9117 h 2522085"/>
              <a:gd name="connsiteX3-5617" fmla="*/ 1250106 w 2450561"/>
              <a:gd name="connsiteY3-5618" fmla="*/ 9153 h 2522085"/>
              <a:gd name="connsiteX4-5619" fmla="*/ 2437136 w 2450561"/>
              <a:gd name="connsiteY4-5620" fmla="*/ 990888 h 2522085"/>
              <a:gd name="connsiteX5-5621" fmla="*/ 2448653 w 2450561"/>
              <a:gd name="connsiteY5-5622" fmla="*/ 1033131 h 2522085"/>
              <a:gd name="connsiteX6-5623" fmla="*/ 2448095 w 2450561"/>
              <a:gd name="connsiteY6-5624" fmla="*/ 1058332 h 2522085"/>
              <a:gd name="connsiteX7-5625" fmla="*/ 1897652 w 2450561"/>
              <a:gd name="connsiteY7-5626" fmla="*/ 1058332 h 2522085"/>
              <a:gd name="connsiteX8-5627" fmla="*/ 1872252 w 2450561"/>
              <a:gd name="connsiteY8-5628" fmla="*/ 1083731 h 2522085"/>
              <a:gd name="connsiteX9-5629" fmla="*/ 1872252 w 2450561"/>
              <a:gd name="connsiteY9-5630" fmla="*/ 2496734 h 2522085"/>
              <a:gd name="connsiteX10-5631" fmla="*/ 1846852 w 2450561"/>
              <a:gd name="connsiteY10-5632" fmla="*/ 2522085 h 2522085"/>
              <a:gd name="connsiteX11-5633" fmla="*/ 604792 w 2450561"/>
              <a:gd name="connsiteY11-5634" fmla="*/ 2522085 h 2522085"/>
              <a:gd name="connsiteX12-5635" fmla="*/ 579392 w 2450561"/>
              <a:gd name="connsiteY12-5636" fmla="*/ 2496685 h 2522085"/>
              <a:gd name="connsiteX13-5637" fmla="*/ 579392 w 2450561"/>
              <a:gd name="connsiteY13-5638" fmla="*/ 1083682 h 2522085"/>
              <a:gd name="connsiteX14-5639" fmla="*/ 553993 w 2450561"/>
              <a:gd name="connsiteY14-5640" fmla="*/ 1058332 h 2522085"/>
              <a:gd name="connsiteX15-5641" fmla="*/ 3549 w 2450561"/>
              <a:gd name="connsiteY15-5642" fmla="*/ 1058332 h 2522085"/>
              <a:gd name="connsiteX16-5643" fmla="*/ 2988 w 2450561"/>
              <a:gd name="connsiteY16-5644" fmla="*/ 1033119 h 2522085"/>
              <a:gd name="connsiteX0-5645" fmla="*/ 2988 w 2450561"/>
              <a:gd name="connsiteY0-5646" fmla="*/ 1033119 h 2522085"/>
              <a:gd name="connsiteX1-5647" fmla="*/ 14553 w 2450561"/>
              <a:gd name="connsiteY1-5648" fmla="*/ 990852 h 2522085"/>
              <a:gd name="connsiteX2-5649" fmla="*/ 1201583 w 2450561"/>
              <a:gd name="connsiteY2-5650" fmla="*/ 9117 h 2522085"/>
              <a:gd name="connsiteX3-5651" fmla="*/ 1250106 w 2450561"/>
              <a:gd name="connsiteY3-5652" fmla="*/ 9153 h 2522085"/>
              <a:gd name="connsiteX4-5653" fmla="*/ 2437136 w 2450561"/>
              <a:gd name="connsiteY4-5654" fmla="*/ 990888 h 2522085"/>
              <a:gd name="connsiteX5-5655" fmla="*/ 2448653 w 2450561"/>
              <a:gd name="connsiteY5-5656" fmla="*/ 1033131 h 2522085"/>
              <a:gd name="connsiteX6-5657" fmla="*/ 2412804 w 2450561"/>
              <a:gd name="connsiteY6-5658" fmla="*/ 1058331 h 2522085"/>
              <a:gd name="connsiteX7-5659" fmla="*/ 1897652 w 2450561"/>
              <a:gd name="connsiteY7-5660" fmla="*/ 1058332 h 2522085"/>
              <a:gd name="connsiteX8-5661" fmla="*/ 1872252 w 2450561"/>
              <a:gd name="connsiteY8-5662" fmla="*/ 1083731 h 2522085"/>
              <a:gd name="connsiteX9-5663" fmla="*/ 1872252 w 2450561"/>
              <a:gd name="connsiteY9-5664" fmla="*/ 2496734 h 2522085"/>
              <a:gd name="connsiteX10-5665" fmla="*/ 1846852 w 2450561"/>
              <a:gd name="connsiteY10-5666" fmla="*/ 2522085 h 2522085"/>
              <a:gd name="connsiteX11-5667" fmla="*/ 604792 w 2450561"/>
              <a:gd name="connsiteY11-5668" fmla="*/ 2522085 h 2522085"/>
              <a:gd name="connsiteX12-5669" fmla="*/ 579392 w 2450561"/>
              <a:gd name="connsiteY12-5670" fmla="*/ 2496685 h 2522085"/>
              <a:gd name="connsiteX13-5671" fmla="*/ 579392 w 2450561"/>
              <a:gd name="connsiteY13-5672" fmla="*/ 1083682 h 2522085"/>
              <a:gd name="connsiteX14-5673" fmla="*/ 553993 w 2450561"/>
              <a:gd name="connsiteY14-5674" fmla="*/ 1058332 h 2522085"/>
              <a:gd name="connsiteX15-5675" fmla="*/ 3549 w 2450561"/>
              <a:gd name="connsiteY15-5676" fmla="*/ 1058332 h 2522085"/>
              <a:gd name="connsiteX16-5677" fmla="*/ 2988 w 2450561"/>
              <a:gd name="connsiteY16-5678" fmla="*/ 1033119 h 2522085"/>
              <a:gd name="connsiteX0-5679" fmla="*/ 2988 w 2450561"/>
              <a:gd name="connsiteY0-5680" fmla="*/ 1033119 h 2522085"/>
              <a:gd name="connsiteX1-5681" fmla="*/ 14553 w 2450561"/>
              <a:gd name="connsiteY1-5682" fmla="*/ 990852 h 2522085"/>
              <a:gd name="connsiteX2-5683" fmla="*/ 1201583 w 2450561"/>
              <a:gd name="connsiteY2-5684" fmla="*/ 9117 h 2522085"/>
              <a:gd name="connsiteX3-5685" fmla="*/ 1250106 w 2450561"/>
              <a:gd name="connsiteY3-5686" fmla="*/ 9153 h 2522085"/>
              <a:gd name="connsiteX4-5687" fmla="*/ 2437136 w 2450561"/>
              <a:gd name="connsiteY4-5688" fmla="*/ 990888 h 2522085"/>
              <a:gd name="connsiteX5-5689" fmla="*/ 2448653 w 2450561"/>
              <a:gd name="connsiteY5-5690" fmla="*/ 1033131 h 2522085"/>
              <a:gd name="connsiteX6-5691" fmla="*/ 2412804 w 2450561"/>
              <a:gd name="connsiteY6-5692" fmla="*/ 1058331 h 2522085"/>
              <a:gd name="connsiteX7-5693" fmla="*/ 1897652 w 2450561"/>
              <a:gd name="connsiteY7-5694" fmla="*/ 1058332 h 2522085"/>
              <a:gd name="connsiteX8-5695" fmla="*/ 1872252 w 2450561"/>
              <a:gd name="connsiteY8-5696" fmla="*/ 1083731 h 2522085"/>
              <a:gd name="connsiteX9-5697" fmla="*/ 1872252 w 2450561"/>
              <a:gd name="connsiteY9-5698" fmla="*/ 2496734 h 2522085"/>
              <a:gd name="connsiteX10-5699" fmla="*/ 1846852 w 2450561"/>
              <a:gd name="connsiteY10-5700" fmla="*/ 2522085 h 2522085"/>
              <a:gd name="connsiteX11-5701" fmla="*/ 604792 w 2450561"/>
              <a:gd name="connsiteY11-5702" fmla="*/ 2522085 h 2522085"/>
              <a:gd name="connsiteX12-5703" fmla="*/ 579392 w 2450561"/>
              <a:gd name="connsiteY12-5704" fmla="*/ 2496685 h 2522085"/>
              <a:gd name="connsiteX13-5705" fmla="*/ 579392 w 2450561"/>
              <a:gd name="connsiteY13-5706" fmla="*/ 1083682 h 2522085"/>
              <a:gd name="connsiteX14-5707" fmla="*/ 553993 w 2450561"/>
              <a:gd name="connsiteY14-5708" fmla="*/ 1058332 h 2522085"/>
              <a:gd name="connsiteX15-5709" fmla="*/ 3549 w 2450561"/>
              <a:gd name="connsiteY15-5710" fmla="*/ 1058332 h 2522085"/>
              <a:gd name="connsiteX16-5711" fmla="*/ 2988 w 2450561"/>
              <a:gd name="connsiteY16-5712" fmla="*/ 1033119 h 2522085"/>
              <a:gd name="connsiteX0-5713" fmla="*/ 2988 w 2450561"/>
              <a:gd name="connsiteY0-5714" fmla="*/ 1033119 h 2522085"/>
              <a:gd name="connsiteX1-5715" fmla="*/ 14553 w 2450561"/>
              <a:gd name="connsiteY1-5716" fmla="*/ 990852 h 2522085"/>
              <a:gd name="connsiteX2-5717" fmla="*/ 1201583 w 2450561"/>
              <a:gd name="connsiteY2-5718" fmla="*/ 9117 h 2522085"/>
              <a:gd name="connsiteX3-5719" fmla="*/ 1250106 w 2450561"/>
              <a:gd name="connsiteY3-5720" fmla="*/ 9153 h 2522085"/>
              <a:gd name="connsiteX4-5721" fmla="*/ 2437136 w 2450561"/>
              <a:gd name="connsiteY4-5722" fmla="*/ 990888 h 2522085"/>
              <a:gd name="connsiteX5-5723" fmla="*/ 2448653 w 2450561"/>
              <a:gd name="connsiteY5-5724" fmla="*/ 1033131 h 2522085"/>
              <a:gd name="connsiteX6-5725" fmla="*/ 2412804 w 2450561"/>
              <a:gd name="connsiteY6-5726" fmla="*/ 1058331 h 2522085"/>
              <a:gd name="connsiteX7-5727" fmla="*/ 1897652 w 2450561"/>
              <a:gd name="connsiteY7-5728" fmla="*/ 1058332 h 2522085"/>
              <a:gd name="connsiteX8-5729" fmla="*/ 1872252 w 2450561"/>
              <a:gd name="connsiteY8-5730" fmla="*/ 1083731 h 2522085"/>
              <a:gd name="connsiteX9-5731" fmla="*/ 1872252 w 2450561"/>
              <a:gd name="connsiteY9-5732" fmla="*/ 2496734 h 2522085"/>
              <a:gd name="connsiteX10-5733" fmla="*/ 1846852 w 2450561"/>
              <a:gd name="connsiteY10-5734" fmla="*/ 2522085 h 2522085"/>
              <a:gd name="connsiteX11-5735" fmla="*/ 604792 w 2450561"/>
              <a:gd name="connsiteY11-5736" fmla="*/ 2522085 h 2522085"/>
              <a:gd name="connsiteX12-5737" fmla="*/ 579392 w 2450561"/>
              <a:gd name="connsiteY12-5738" fmla="*/ 2496685 h 2522085"/>
              <a:gd name="connsiteX13-5739" fmla="*/ 579392 w 2450561"/>
              <a:gd name="connsiteY13-5740" fmla="*/ 1083682 h 2522085"/>
              <a:gd name="connsiteX14-5741" fmla="*/ 553993 w 2450561"/>
              <a:gd name="connsiteY14-5742" fmla="*/ 1058332 h 2522085"/>
              <a:gd name="connsiteX15-5743" fmla="*/ 3549 w 2450561"/>
              <a:gd name="connsiteY15-5744" fmla="*/ 1058332 h 2522085"/>
              <a:gd name="connsiteX16-5745" fmla="*/ 2988 w 2450561"/>
              <a:gd name="connsiteY16-5746" fmla="*/ 1033119 h 2522085"/>
              <a:gd name="connsiteX0-5747" fmla="*/ 2988 w 2450561"/>
              <a:gd name="connsiteY0-5748" fmla="*/ 1033119 h 2522085"/>
              <a:gd name="connsiteX1-5749" fmla="*/ 14553 w 2450561"/>
              <a:gd name="connsiteY1-5750" fmla="*/ 990852 h 2522085"/>
              <a:gd name="connsiteX2-5751" fmla="*/ 1201583 w 2450561"/>
              <a:gd name="connsiteY2-5752" fmla="*/ 9117 h 2522085"/>
              <a:gd name="connsiteX3-5753" fmla="*/ 1250106 w 2450561"/>
              <a:gd name="connsiteY3-5754" fmla="*/ 9153 h 2522085"/>
              <a:gd name="connsiteX4-5755" fmla="*/ 2437136 w 2450561"/>
              <a:gd name="connsiteY4-5756" fmla="*/ 990888 h 2522085"/>
              <a:gd name="connsiteX5-5757" fmla="*/ 2448653 w 2450561"/>
              <a:gd name="connsiteY5-5758" fmla="*/ 1033131 h 2522085"/>
              <a:gd name="connsiteX6-5759" fmla="*/ 2412804 w 2450561"/>
              <a:gd name="connsiteY6-5760" fmla="*/ 1058331 h 2522085"/>
              <a:gd name="connsiteX7-5761" fmla="*/ 1910353 w 2450561"/>
              <a:gd name="connsiteY7-5762" fmla="*/ 1058331 h 2522085"/>
              <a:gd name="connsiteX8-5763" fmla="*/ 1872252 w 2450561"/>
              <a:gd name="connsiteY8-5764" fmla="*/ 1083731 h 2522085"/>
              <a:gd name="connsiteX9-5765" fmla="*/ 1872252 w 2450561"/>
              <a:gd name="connsiteY9-5766" fmla="*/ 2496734 h 2522085"/>
              <a:gd name="connsiteX10-5767" fmla="*/ 1846852 w 2450561"/>
              <a:gd name="connsiteY10-5768" fmla="*/ 2522085 h 2522085"/>
              <a:gd name="connsiteX11-5769" fmla="*/ 604792 w 2450561"/>
              <a:gd name="connsiteY11-5770" fmla="*/ 2522085 h 2522085"/>
              <a:gd name="connsiteX12-5771" fmla="*/ 579392 w 2450561"/>
              <a:gd name="connsiteY12-5772" fmla="*/ 2496685 h 2522085"/>
              <a:gd name="connsiteX13-5773" fmla="*/ 579392 w 2450561"/>
              <a:gd name="connsiteY13-5774" fmla="*/ 1083682 h 2522085"/>
              <a:gd name="connsiteX14-5775" fmla="*/ 553993 w 2450561"/>
              <a:gd name="connsiteY14-5776" fmla="*/ 1058332 h 2522085"/>
              <a:gd name="connsiteX15-5777" fmla="*/ 3549 w 2450561"/>
              <a:gd name="connsiteY15-5778" fmla="*/ 1058332 h 2522085"/>
              <a:gd name="connsiteX16-5779" fmla="*/ 2988 w 2450561"/>
              <a:gd name="connsiteY16-5780" fmla="*/ 1033119 h 2522085"/>
              <a:gd name="connsiteX0-5781" fmla="*/ 2988 w 2450561"/>
              <a:gd name="connsiteY0-5782" fmla="*/ 1033119 h 2522085"/>
              <a:gd name="connsiteX1-5783" fmla="*/ 14553 w 2450561"/>
              <a:gd name="connsiteY1-5784" fmla="*/ 990852 h 2522085"/>
              <a:gd name="connsiteX2-5785" fmla="*/ 1201583 w 2450561"/>
              <a:gd name="connsiteY2-5786" fmla="*/ 9117 h 2522085"/>
              <a:gd name="connsiteX3-5787" fmla="*/ 1250106 w 2450561"/>
              <a:gd name="connsiteY3-5788" fmla="*/ 9153 h 2522085"/>
              <a:gd name="connsiteX4-5789" fmla="*/ 2437136 w 2450561"/>
              <a:gd name="connsiteY4-5790" fmla="*/ 990888 h 2522085"/>
              <a:gd name="connsiteX5-5791" fmla="*/ 2448653 w 2450561"/>
              <a:gd name="connsiteY5-5792" fmla="*/ 1033131 h 2522085"/>
              <a:gd name="connsiteX6-5793" fmla="*/ 2412804 w 2450561"/>
              <a:gd name="connsiteY6-5794" fmla="*/ 1058331 h 2522085"/>
              <a:gd name="connsiteX7-5795" fmla="*/ 1910353 w 2450561"/>
              <a:gd name="connsiteY7-5796" fmla="*/ 1058331 h 2522085"/>
              <a:gd name="connsiteX8-5797" fmla="*/ 1872252 w 2450561"/>
              <a:gd name="connsiteY8-5798" fmla="*/ 1083731 h 2522085"/>
              <a:gd name="connsiteX9-5799" fmla="*/ 1872252 w 2450561"/>
              <a:gd name="connsiteY9-5800" fmla="*/ 2496734 h 2522085"/>
              <a:gd name="connsiteX10-5801" fmla="*/ 1846852 w 2450561"/>
              <a:gd name="connsiteY10-5802" fmla="*/ 2522085 h 2522085"/>
              <a:gd name="connsiteX11-5803" fmla="*/ 604792 w 2450561"/>
              <a:gd name="connsiteY11-5804" fmla="*/ 2522085 h 2522085"/>
              <a:gd name="connsiteX12-5805" fmla="*/ 579392 w 2450561"/>
              <a:gd name="connsiteY12-5806" fmla="*/ 2496685 h 2522085"/>
              <a:gd name="connsiteX13-5807" fmla="*/ 579392 w 2450561"/>
              <a:gd name="connsiteY13-5808" fmla="*/ 1083682 h 2522085"/>
              <a:gd name="connsiteX14-5809" fmla="*/ 553993 w 2450561"/>
              <a:gd name="connsiteY14-5810" fmla="*/ 1058332 h 2522085"/>
              <a:gd name="connsiteX15-5811" fmla="*/ 3549 w 2450561"/>
              <a:gd name="connsiteY15-5812" fmla="*/ 1058332 h 2522085"/>
              <a:gd name="connsiteX16-5813" fmla="*/ 2988 w 2450561"/>
              <a:gd name="connsiteY16-5814" fmla="*/ 1033119 h 2522085"/>
              <a:gd name="connsiteX0-5815" fmla="*/ 2988 w 2450561"/>
              <a:gd name="connsiteY0-5816" fmla="*/ 1033119 h 2522085"/>
              <a:gd name="connsiteX1-5817" fmla="*/ 14553 w 2450561"/>
              <a:gd name="connsiteY1-5818" fmla="*/ 990852 h 2522085"/>
              <a:gd name="connsiteX2-5819" fmla="*/ 1201583 w 2450561"/>
              <a:gd name="connsiteY2-5820" fmla="*/ 9117 h 2522085"/>
              <a:gd name="connsiteX3-5821" fmla="*/ 1250106 w 2450561"/>
              <a:gd name="connsiteY3-5822" fmla="*/ 9153 h 2522085"/>
              <a:gd name="connsiteX4-5823" fmla="*/ 2437136 w 2450561"/>
              <a:gd name="connsiteY4-5824" fmla="*/ 990888 h 2522085"/>
              <a:gd name="connsiteX5-5825" fmla="*/ 2448653 w 2450561"/>
              <a:gd name="connsiteY5-5826" fmla="*/ 1033131 h 2522085"/>
              <a:gd name="connsiteX6-5827" fmla="*/ 2412804 w 2450561"/>
              <a:gd name="connsiteY6-5828" fmla="*/ 1058331 h 2522085"/>
              <a:gd name="connsiteX7-5829" fmla="*/ 1910353 w 2450561"/>
              <a:gd name="connsiteY7-5830" fmla="*/ 1058331 h 2522085"/>
              <a:gd name="connsiteX8-5831" fmla="*/ 1872252 w 2450561"/>
              <a:gd name="connsiteY8-5832" fmla="*/ 1083731 h 2522085"/>
              <a:gd name="connsiteX9-5833" fmla="*/ 1872252 w 2450561"/>
              <a:gd name="connsiteY9-5834" fmla="*/ 2496734 h 2522085"/>
              <a:gd name="connsiteX10-5835" fmla="*/ 1846852 w 2450561"/>
              <a:gd name="connsiteY10-5836" fmla="*/ 2522085 h 2522085"/>
              <a:gd name="connsiteX11-5837" fmla="*/ 604792 w 2450561"/>
              <a:gd name="connsiteY11-5838" fmla="*/ 2522085 h 2522085"/>
              <a:gd name="connsiteX12-5839" fmla="*/ 579392 w 2450561"/>
              <a:gd name="connsiteY12-5840" fmla="*/ 2496685 h 2522085"/>
              <a:gd name="connsiteX13-5841" fmla="*/ 579392 w 2450561"/>
              <a:gd name="connsiteY13-5842" fmla="*/ 1083682 h 2522085"/>
              <a:gd name="connsiteX14-5843" fmla="*/ 553993 w 2450561"/>
              <a:gd name="connsiteY14-5844" fmla="*/ 1058332 h 2522085"/>
              <a:gd name="connsiteX15-5845" fmla="*/ 3549 w 2450561"/>
              <a:gd name="connsiteY15-5846" fmla="*/ 1058332 h 2522085"/>
              <a:gd name="connsiteX16-5847" fmla="*/ 2988 w 2450561"/>
              <a:gd name="connsiteY16-5848" fmla="*/ 1033119 h 2522085"/>
              <a:gd name="connsiteX0-5849" fmla="*/ 2988 w 2450561"/>
              <a:gd name="connsiteY0-5850" fmla="*/ 1033119 h 2522085"/>
              <a:gd name="connsiteX1-5851" fmla="*/ 14553 w 2450561"/>
              <a:gd name="connsiteY1-5852" fmla="*/ 990852 h 2522085"/>
              <a:gd name="connsiteX2-5853" fmla="*/ 1201583 w 2450561"/>
              <a:gd name="connsiteY2-5854" fmla="*/ 9117 h 2522085"/>
              <a:gd name="connsiteX3-5855" fmla="*/ 1250106 w 2450561"/>
              <a:gd name="connsiteY3-5856" fmla="*/ 9153 h 2522085"/>
              <a:gd name="connsiteX4-5857" fmla="*/ 2437136 w 2450561"/>
              <a:gd name="connsiteY4-5858" fmla="*/ 990888 h 2522085"/>
              <a:gd name="connsiteX5-5859" fmla="*/ 2448653 w 2450561"/>
              <a:gd name="connsiteY5-5860" fmla="*/ 1033131 h 2522085"/>
              <a:gd name="connsiteX6-5861" fmla="*/ 2412804 w 2450561"/>
              <a:gd name="connsiteY6-5862" fmla="*/ 1058331 h 2522085"/>
              <a:gd name="connsiteX7-5863" fmla="*/ 1910353 w 2450561"/>
              <a:gd name="connsiteY7-5864" fmla="*/ 1058331 h 2522085"/>
              <a:gd name="connsiteX8-5865" fmla="*/ 1872254 w 2450561"/>
              <a:gd name="connsiteY8-5866" fmla="*/ 1096430 h 2522085"/>
              <a:gd name="connsiteX9-5867" fmla="*/ 1872252 w 2450561"/>
              <a:gd name="connsiteY9-5868" fmla="*/ 2496734 h 2522085"/>
              <a:gd name="connsiteX10-5869" fmla="*/ 1846852 w 2450561"/>
              <a:gd name="connsiteY10-5870" fmla="*/ 2522085 h 2522085"/>
              <a:gd name="connsiteX11-5871" fmla="*/ 604792 w 2450561"/>
              <a:gd name="connsiteY11-5872" fmla="*/ 2522085 h 2522085"/>
              <a:gd name="connsiteX12-5873" fmla="*/ 579392 w 2450561"/>
              <a:gd name="connsiteY12-5874" fmla="*/ 2496685 h 2522085"/>
              <a:gd name="connsiteX13-5875" fmla="*/ 579392 w 2450561"/>
              <a:gd name="connsiteY13-5876" fmla="*/ 1083682 h 2522085"/>
              <a:gd name="connsiteX14-5877" fmla="*/ 553993 w 2450561"/>
              <a:gd name="connsiteY14-5878" fmla="*/ 1058332 h 2522085"/>
              <a:gd name="connsiteX15-5879" fmla="*/ 3549 w 2450561"/>
              <a:gd name="connsiteY15-5880" fmla="*/ 1058332 h 2522085"/>
              <a:gd name="connsiteX16-5881" fmla="*/ 2988 w 2450561"/>
              <a:gd name="connsiteY16-5882" fmla="*/ 1033119 h 2522085"/>
              <a:gd name="connsiteX0-5883" fmla="*/ 2988 w 2450561"/>
              <a:gd name="connsiteY0-5884" fmla="*/ 1033119 h 2522085"/>
              <a:gd name="connsiteX1-5885" fmla="*/ 14553 w 2450561"/>
              <a:gd name="connsiteY1-5886" fmla="*/ 990852 h 2522085"/>
              <a:gd name="connsiteX2-5887" fmla="*/ 1201583 w 2450561"/>
              <a:gd name="connsiteY2-5888" fmla="*/ 9117 h 2522085"/>
              <a:gd name="connsiteX3-5889" fmla="*/ 1250106 w 2450561"/>
              <a:gd name="connsiteY3-5890" fmla="*/ 9153 h 2522085"/>
              <a:gd name="connsiteX4-5891" fmla="*/ 2437136 w 2450561"/>
              <a:gd name="connsiteY4-5892" fmla="*/ 990888 h 2522085"/>
              <a:gd name="connsiteX5-5893" fmla="*/ 2448653 w 2450561"/>
              <a:gd name="connsiteY5-5894" fmla="*/ 1033131 h 2522085"/>
              <a:gd name="connsiteX6-5895" fmla="*/ 2412804 w 2450561"/>
              <a:gd name="connsiteY6-5896" fmla="*/ 1058331 h 2522085"/>
              <a:gd name="connsiteX7-5897" fmla="*/ 1910353 w 2450561"/>
              <a:gd name="connsiteY7-5898" fmla="*/ 1058331 h 2522085"/>
              <a:gd name="connsiteX8-5899" fmla="*/ 1872254 w 2450561"/>
              <a:gd name="connsiteY8-5900" fmla="*/ 1096430 h 2522085"/>
              <a:gd name="connsiteX9-5901" fmla="*/ 1872252 w 2450561"/>
              <a:gd name="connsiteY9-5902" fmla="*/ 2496734 h 2522085"/>
              <a:gd name="connsiteX10-5903" fmla="*/ 1846852 w 2450561"/>
              <a:gd name="connsiteY10-5904" fmla="*/ 2522085 h 2522085"/>
              <a:gd name="connsiteX11-5905" fmla="*/ 604792 w 2450561"/>
              <a:gd name="connsiteY11-5906" fmla="*/ 2522085 h 2522085"/>
              <a:gd name="connsiteX12-5907" fmla="*/ 579392 w 2450561"/>
              <a:gd name="connsiteY12-5908" fmla="*/ 2496685 h 2522085"/>
              <a:gd name="connsiteX13-5909" fmla="*/ 579392 w 2450561"/>
              <a:gd name="connsiteY13-5910" fmla="*/ 1083682 h 2522085"/>
              <a:gd name="connsiteX14-5911" fmla="*/ 553993 w 2450561"/>
              <a:gd name="connsiteY14-5912" fmla="*/ 1058332 h 2522085"/>
              <a:gd name="connsiteX15-5913" fmla="*/ 3549 w 2450561"/>
              <a:gd name="connsiteY15-5914" fmla="*/ 1058332 h 2522085"/>
              <a:gd name="connsiteX16-5915" fmla="*/ 2988 w 2450561"/>
              <a:gd name="connsiteY16-5916" fmla="*/ 1033119 h 2522085"/>
              <a:gd name="connsiteX0-5917" fmla="*/ 2988 w 2450561"/>
              <a:gd name="connsiteY0-5918" fmla="*/ 1033119 h 2522085"/>
              <a:gd name="connsiteX1-5919" fmla="*/ 14553 w 2450561"/>
              <a:gd name="connsiteY1-5920" fmla="*/ 990852 h 2522085"/>
              <a:gd name="connsiteX2-5921" fmla="*/ 1201583 w 2450561"/>
              <a:gd name="connsiteY2-5922" fmla="*/ 9117 h 2522085"/>
              <a:gd name="connsiteX3-5923" fmla="*/ 1250106 w 2450561"/>
              <a:gd name="connsiteY3-5924" fmla="*/ 9153 h 2522085"/>
              <a:gd name="connsiteX4-5925" fmla="*/ 2437136 w 2450561"/>
              <a:gd name="connsiteY4-5926" fmla="*/ 990888 h 2522085"/>
              <a:gd name="connsiteX5-5927" fmla="*/ 2448653 w 2450561"/>
              <a:gd name="connsiteY5-5928" fmla="*/ 1033131 h 2522085"/>
              <a:gd name="connsiteX6-5929" fmla="*/ 2412804 w 2450561"/>
              <a:gd name="connsiteY6-5930" fmla="*/ 1058331 h 2522085"/>
              <a:gd name="connsiteX7-5931" fmla="*/ 1910353 w 2450561"/>
              <a:gd name="connsiteY7-5932" fmla="*/ 1058331 h 2522085"/>
              <a:gd name="connsiteX8-5933" fmla="*/ 1872254 w 2450561"/>
              <a:gd name="connsiteY8-5934" fmla="*/ 1096430 h 2522085"/>
              <a:gd name="connsiteX9-5935" fmla="*/ 1872252 w 2450561"/>
              <a:gd name="connsiteY9-5936" fmla="*/ 2496734 h 2522085"/>
              <a:gd name="connsiteX10-5937" fmla="*/ 1846852 w 2450561"/>
              <a:gd name="connsiteY10-5938" fmla="*/ 2522085 h 2522085"/>
              <a:gd name="connsiteX11-5939" fmla="*/ 604792 w 2450561"/>
              <a:gd name="connsiteY11-5940" fmla="*/ 2522085 h 2522085"/>
              <a:gd name="connsiteX12-5941" fmla="*/ 579392 w 2450561"/>
              <a:gd name="connsiteY12-5942" fmla="*/ 2496685 h 2522085"/>
              <a:gd name="connsiteX13-5943" fmla="*/ 579392 w 2450561"/>
              <a:gd name="connsiteY13-5944" fmla="*/ 1083682 h 2522085"/>
              <a:gd name="connsiteX14-5945" fmla="*/ 553993 w 2450561"/>
              <a:gd name="connsiteY14-5946" fmla="*/ 1058332 h 2522085"/>
              <a:gd name="connsiteX15-5947" fmla="*/ 3549 w 2450561"/>
              <a:gd name="connsiteY15-5948" fmla="*/ 1058332 h 2522085"/>
              <a:gd name="connsiteX16-5949" fmla="*/ 2988 w 2450561"/>
              <a:gd name="connsiteY16-5950" fmla="*/ 1033119 h 2522085"/>
              <a:gd name="connsiteX0-5951" fmla="*/ 2988 w 2450561"/>
              <a:gd name="connsiteY0-5952" fmla="*/ 1033119 h 2522085"/>
              <a:gd name="connsiteX1-5953" fmla="*/ 14553 w 2450561"/>
              <a:gd name="connsiteY1-5954" fmla="*/ 990852 h 2522085"/>
              <a:gd name="connsiteX2-5955" fmla="*/ 1201583 w 2450561"/>
              <a:gd name="connsiteY2-5956" fmla="*/ 9117 h 2522085"/>
              <a:gd name="connsiteX3-5957" fmla="*/ 1250106 w 2450561"/>
              <a:gd name="connsiteY3-5958" fmla="*/ 9153 h 2522085"/>
              <a:gd name="connsiteX4-5959" fmla="*/ 2437136 w 2450561"/>
              <a:gd name="connsiteY4-5960" fmla="*/ 990888 h 2522085"/>
              <a:gd name="connsiteX5-5961" fmla="*/ 2448653 w 2450561"/>
              <a:gd name="connsiteY5-5962" fmla="*/ 1033131 h 2522085"/>
              <a:gd name="connsiteX6-5963" fmla="*/ 2412804 w 2450561"/>
              <a:gd name="connsiteY6-5964" fmla="*/ 1058331 h 2522085"/>
              <a:gd name="connsiteX7-5965" fmla="*/ 1910353 w 2450561"/>
              <a:gd name="connsiteY7-5966" fmla="*/ 1058331 h 2522085"/>
              <a:gd name="connsiteX8-5967" fmla="*/ 1872254 w 2450561"/>
              <a:gd name="connsiteY8-5968" fmla="*/ 1096430 h 2522085"/>
              <a:gd name="connsiteX9-5969" fmla="*/ 1872254 w 2450561"/>
              <a:gd name="connsiteY9-5970" fmla="*/ 2484033 h 2522085"/>
              <a:gd name="connsiteX10-5971" fmla="*/ 1846852 w 2450561"/>
              <a:gd name="connsiteY10-5972" fmla="*/ 2522085 h 2522085"/>
              <a:gd name="connsiteX11-5973" fmla="*/ 604792 w 2450561"/>
              <a:gd name="connsiteY11-5974" fmla="*/ 2522085 h 2522085"/>
              <a:gd name="connsiteX12-5975" fmla="*/ 579392 w 2450561"/>
              <a:gd name="connsiteY12-5976" fmla="*/ 2496685 h 2522085"/>
              <a:gd name="connsiteX13-5977" fmla="*/ 579392 w 2450561"/>
              <a:gd name="connsiteY13-5978" fmla="*/ 1083682 h 2522085"/>
              <a:gd name="connsiteX14-5979" fmla="*/ 553993 w 2450561"/>
              <a:gd name="connsiteY14-5980" fmla="*/ 1058332 h 2522085"/>
              <a:gd name="connsiteX15-5981" fmla="*/ 3549 w 2450561"/>
              <a:gd name="connsiteY15-5982" fmla="*/ 1058332 h 2522085"/>
              <a:gd name="connsiteX16-5983" fmla="*/ 2988 w 2450561"/>
              <a:gd name="connsiteY16-5984" fmla="*/ 1033119 h 2522085"/>
              <a:gd name="connsiteX0-5985" fmla="*/ 2988 w 2450561"/>
              <a:gd name="connsiteY0-5986" fmla="*/ 1033119 h 2522085"/>
              <a:gd name="connsiteX1-5987" fmla="*/ 14553 w 2450561"/>
              <a:gd name="connsiteY1-5988" fmla="*/ 990852 h 2522085"/>
              <a:gd name="connsiteX2-5989" fmla="*/ 1201583 w 2450561"/>
              <a:gd name="connsiteY2-5990" fmla="*/ 9117 h 2522085"/>
              <a:gd name="connsiteX3-5991" fmla="*/ 1250106 w 2450561"/>
              <a:gd name="connsiteY3-5992" fmla="*/ 9153 h 2522085"/>
              <a:gd name="connsiteX4-5993" fmla="*/ 2437136 w 2450561"/>
              <a:gd name="connsiteY4-5994" fmla="*/ 990888 h 2522085"/>
              <a:gd name="connsiteX5-5995" fmla="*/ 2448653 w 2450561"/>
              <a:gd name="connsiteY5-5996" fmla="*/ 1033131 h 2522085"/>
              <a:gd name="connsiteX6-5997" fmla="*/ 2412804 w 2450561"/>
              <a:gd name="connsiteY6-5998" fmla="*/ 1058331 h 2522085"/>
              <a:gd name="connsiteX7-5999" fmla="*/ 1910353 w 2450561"/>
              <a:gd name="connsiteY7-6000" fmla="*/ 1058331 h 2522085"/>
              <a:gd name="connsiteX8-6001" fmla="*/ 1872254 w 2450561"/>
              <a:gd name="connsiteY8-6002" fmla="*/ 1096430 h 2522085"/>
              <a:gd name="connsiteX9-6003" fmla="*/ 1872254 w 2450561"/>
              <a:gd name="connsiteY9-6004" fmla="*/ 2484033 h 2522085"/>
              <a:gd name="connsiteX10-6005" fmla="*/ 1846852 w 2450561"/>
              <a:gd name="connsiteY10-6006" fmla="*/ 2522085 h 2522085"/>
              <a:gd name="connsiteX11-6007" fmla="*/ 604792 w 2450561"/>
              <a:gd name="connsiteY11-6008" fmla="*/ 2522085 h 2522085"/>
              <a:gd name="connsiteX12-6009" fmla="*/ 579392 w 2450561"/>
              <a:gd name="connsiteY12-6010" fmla="*/ 2496685 h 2522085"/>
              <a:gd name="connsiteX13-6011" fmla="*/ 579392 w 2450561"/>
              <a:gd name="connsiteY13-6012" fmla="*/ 1083682 h 2522085"/>
              <a:gd name="connsiteX14-6013" fmla="*/ 553993 w 2450561"/>
              <a:gd name="connsiteY14-6014" fmla="*/ 1058332 h 2522085"/>
              <a:gd name="connsiteX15-6015" fmla="*/ 3549 w 2450561"/>
              <a:gd name="connsiteY15-6016" fmla="*/ 1058332 h 2522085"/>
              <a:gd name="connsiteX16-6017" fmla="*/ 2988 w 2450561"/>
              <a:gd name="connsiteY16-6018" fmla="*/ 1033119 h 2522085"/>
              <a:gd name="connsiteX0-6019" fmla="*/ 2988 w 2450561"/>
              <a:gd name="connsiteY0-6020" fmla="*/ 1033119 h 2522085"/>
              <a:gd name="connsiteX1-6021" fmla="*/ 14553 w 2450561"/>
              <a:gd name="connsiteY1-6022" fmla="*/ 990852 h 2522085"/>
              <a:gd name="connsiteX2-6023" fmla="*/ 1201583 w 2450561"/>
              <a:gd name="connsiteY2-6024" fmla="*/ 9117 h 2522085"/>
              <a:gd name="connsiteX3-6025" fmla="*/ 1250106 w 2450561"/>
              <a:gd name="connsiteY3-6026" fmla="*/ 9153 h 2522085"/>
              <a:gd name="connsiteX4-6027" fmla="*/ 2437136 w 2450561"/>
              <a:gd name="connsiteY4-6028" fmla="*/ 990888 h 2522085"/>
              <a:gd name="connsiteX5-6029" fmla="*/ 2448653 w 2450561"/>
              <a:gd name="connsiteY5-6030" fmla="*/ 1033131 h 2522085"/>
              <a:gd name="connsiteX6-6031" fmla="*/ 2412804 w 2450561"/>
              <a:gd name="connsiteY6-6032" fmla="*/ 1058331 h 2522085"/>
              <a:gd name="connsiteX7-6033" fmla="*/ 1910353 w 2450561"/>
              <a:gd name="connsiteY7-6034" fmla="*/ 1058331 h 2522085"/>
              <a:gd name="connsiteX8-6035" fmla="*/ 1872254 w 2450561"/>
              <a:gd name="connsiteY8-6036" fmla="*/ 1096430 h 2522085"/>
              <a:gd name="connsiteX9-6037" fmla="*/ 1872254 w 2450561"/>
              <a:gd name="connsiteY9-6038" fmla="*/ 2484033 h 2522085"/>
              <a:gd name="connsiteX10-6039" fmla="*/ 1846852 w 2450561"/>
              <a:gd name="connsiteY10-6040" fmla="*/ 2522085 h 2522085"/>
              <a:gd name="connsiteX11-6041" fmla="*/ 604792 w 2450561"/>
              <a:gd name="connsiteY11-6042" fmla="*/ 2522085 h 2522085"/>
              <a:gd name="connsiteX12-6043" fmla="*/ 579392 w 2450561"/>
              <a:gd name="connsiteY12-6044" fmla="*/ 2496685 h 2522085"/>
              <a:gd name="connsiteX13-6045" fmla="*/ 579392 w 2450561"/>
              <a:gd name="connsiteY13-6046" fmla="*/ 1083682 h 2522085"/>
              <a:gd name="connsiteX14-6047" fmla="*/ 553993 w 2450561"/>
              <a:gd name="connsiteY14-6048" fmla="*/ 1058332 h 2522085"/>
              <a:gd name="connsiteX15-6049" fmla="*/ 3549 w 2450561"/>
              <a:gd name="connsiteY15-6050" fmla="*/ 1058332 h 2522085"/>
              <a:gd name="connsiteX16-6051" fmla="*/ 2988 w 2450561"/>
              <a:gd name="connsiteY16-6052" fmla="*/ 1033119 h 2522085"/>
              <a:gd name="connsiteX0-6053" fmla="*/ 2988 w 2450561"/>
              <a:gd name="connsiteY0-6054" fmla="*/ 1033119 h 2522085"/>
              <a:gd name="connsiteX1-6055" fmla="*/ 14553 w 2450561"/>
              <a:gd name="connsiteY1-6056" fmla="*/ 990852 h 2522085"/>
              <a:gd name="connsiteX2-6057" fmla="*/ 1201583 w 2450561"/>
              <a:gd name="connsiteY2-6058" fmla="*/ 9117 h 2522085"/>
              <a:gd name="connsiteX3-6059" fmla="*/ 1250106 w 2450561"/>
              <a:gd name="connsiteY3-6060" fmla="*/ 9153 h 2522085"/>
              <a:gd name="connsiteX4-6061" fmla="*/ 2437136 w 2450561"/>
              <a:gd name="connsiteY4-6062" fmla="*/ 990888 h 2522085"/>
              <a:gd name="connsiteX5-6063" fmla="*/ 2448653 w 2450561"/>
              <a:gd name="connsiteY5-6064" fmla="*/ 1033131 h 2522085"/>
              <a:gd name="connsiteX6-6065" fmla="*/ 2412804 w 2450561"/>
              <a:gd name="connsiteY6-6066" fmla="*/ 1058331 h 2522085"/>
              <a:gd name="connsiteX7-6067" fmla="*/ 1910353 w 2450561"/>
              <a:gd name="connsiteY7-6068" fmla="*/ 1058331 h 2522085"/>
              <a:gd name="connsiteX8-6069" fmla="*/ 1872254 w 2450561"/>
              <a:gd name="connsiteY8-6070" fmla="*/ 1096430 h 2522085"/>
              <a:gd name="connsiteX9-6071" fmla="*/ 1872254 w 2450561"/>
              <a:gd name="connsiteY9-6072" fmla="*/ 2484033 h 2522085"/>
              <a:gd name="connsiteX10-6073" fmla="*/ 1834154 w 2450561"/>
              <a:gd name="connsiteY10-6074" fmla="*/ 2522084 h 2522085"/>
              <a:gd name="connsiteX11-6075" fmla="*/ 604792 w 2450561"/>
              <a:gd name="connsiteY11-6076" fmla="*/ 2522085 h 2522085"/>
              <a:gd name="connsiteX12-6077" fmla="*/ 579392 w 2450561"/>
              <a:gd name="connsiteY12-6078" fmla="*/ 2496685 h 2522085"/>
              <a:gd name="connsiteX13-6079" fmla="*/ 579392 w 2450561"/>
              <a:gd name="connsiteY13-6080" fmla="*/ 1083682 h 2522085"/>
              <a:gd name="connsiteX14-6081" fmla="*/ 553993 w 2450561"/>
              <a:gd name="connsiteY14-6082" fmla="*/ 1058332 h 2522085"/>
              <a:gd name="connsiteX15-6083" fmla="*/ 3549 w 2450561"/>
              <a:gd name="connsiteY15-6084" fmla="*/ 1058332 h 2522085"/>
              <a:gd name="connsiteX16-6085" fmla="*/ 2988 w 2450561"/>
              <a:gd name="connsiteY16-6086" fmla="*/ 1033119 h 2522085"/>
              <a:gd name="connsiteX0-6087" fmla="*/ 2988 w 2450561"/>
              <a:gd name="connsiteY0-6088" fmla="*/ 1033119 h 2522085"/>
              <a:gd name="connsiteX1-6089" fmla="*/ 14553 w 2450561"/>
              <a:gd name="connsiteY1-6090" fmla="*/ 990852 h 2522085"/>
              <a:gd name="connsiteX2-6091" fmla="*/ 1201583 w 2450561"/>
              <a:gd name="connsiteY2-6092" fmla="*/ 9117 h 2522085"/>
              <a:gd name="connsiteX3-6093" fmla="*/ 1250106 w 2450561"/>
              <a:gd name="connsiteY3-6094" fmla="*/ 9153 h 2522085"/>
              <a:gd name="connsiteX4-6095" fmla="*/ 2437136 w 2450561"/>
              <a:gd name="connsiteY4-6096" fmla="*/ 990888 h 2522085"/>
              <a:gd name="connsiteX5-6097" fmla="*/ 2448653 w 2450561"/>
              <a:gd name="connsiteY5-6098" fmla="*/ 1033131 h 2522085"/>
              <a:gd name="connsiteX6-6099" fmla="*/ 2412804 w 2450561"/>
              <a:gd name="connsiteY6-6100" fmla="*/ 1058331 h 2522085"/>
              <a:gd name="connsiteX7-6101" fmla="*/ 1910353 w 2450561"/>
              <a:gd name="connsiteY7-6102" fmla="*/ 1058331 h 2522085"/>
              <a:gd name="connsiteX8-6103" fmla="*/ 1872254 w 2450561"/>
              <a:gd name="connsiteY8-6104" fmla="*/ 1096430 h 2522085"/>
              <a:gd name="connsiteX9-6105" fmla="*/ 1872254 w 2450561"/>
              <a:gd name="connsiteY9-6106" fmla="*/ 2484033 h 2522085"/>
              <a:gd name="connsiteX10-6107" fmla="*/ 1834154 w 2450561"/>
              <a:gd name="connsiteY10-6108" fmla="*/ 2522084 h 2522085"/>
              <a:gd name="connsiteX11-6109" fmla="*/ 604792 w 2450561"/>
              <a:gd name="connsiteY11-6110" fmla="*/ 2522085 h 2522085"/>
              <a:gd name="connsiteX12-6111" fmla="*/ 579392 w 2450561"/>
              <a:gd name="connsiteY12-6112" fmla="*/ 2496685 h 2522085"/>
              <a:gd name="connsiteX13-6113" fmla="*/ 579392 w 2450561"/>
              <a:gd name="connsiteY13-6114" fmla="*/ 1083682 h 2522085"/>
              <a:gd name="connsiteX14-6115" fmla="*/ 553993 w 2450561"/>
              <a:gd name="connsiteY14-6116" fmla="*/ 1058332 h 2522085"/>
              <a:gd name="connsiteX15-6117" fmla="*/ 3549 w 2450561"/>
              <a:gd name="connsiteY15-6118" fmla="*/ 1058332 h 2522085"/>
              <a:gd name="connsiteX16-6119" fmla="*/ 2988 w 2450561"/>
              <a:gd name="connsiteY16-6120" fmla="*/ 1033119 h 2522085"/>
              <a:gd name="connsiteX0-6121" fmla="*/ 2988 w 2450561"/>
              <a:gd name="connsiteY0-6122" fmla="*/ 1033119 h 2522085"/>
              <a:gd name="connsiteX1-6123" fmla="*/ 14553 w 2450561"/>
              <a:gd name="connsiteY1-6124" fmla="*/ 990852 h 2522085"/>
              <a:gd name="connsiteX2-6125" fmla="*/ 1201583 w 2450561"/>
              <a:gd name="connsiteY2-6126" fmla="*/ 9117 h 2522085"/>
              <a:gd name="connsiteX3-6127" fmla="*/ 1250106 w 2450561"/>
              <a:gd name="connsiteY3-6128" fmla="*/ 9153 h 2522085"/>
              <a:gd name="connsiteX4-6129" fmla="*/ 2437136 w 2450561"/>
              <a:gd name="connsiteY4-6130" fmla="*/ 990888 h 2522085"/>
              <a:gd name="connsiteX5-6131" fmla="*/ 2448653 w 2450561"/>
              <a:gd name="connsiteY5-6132" fmla="*/ 1033131 h 2522085"/>
              <a:gd name="connsiteX6-6133" fmla="*/ 2412804 w 2450561"/>
              <a:gd name="connsiteY6-6134" fmla="*/ 1058331 h 2522085"/>
              <a:gd name="connsiteX7-6135" fmla="*/ 1910353 w 2450561"/>
              <a:gd name="connsiteY7-6136" fmla="*/ 1058331 h 2522085"/>
              <a:gd name="connsiteX8-6137" fmla="*/ 1872254 w 2450561"/>
              <a:gd name="connsiteY8-6138" fmla="*/ 1096430 h 2522085"/>
              <a:gd name="connsiteX9-6139" fmla="*/ 1872254 w 2450561"/>
              <a:gd name="connsiteY9-6140" fmla="*/ 2484033 h 2522085"/>
              <a:gd name="connsiteX10-6141" fmla="*/ 1834154 w 2450561"/>
              <a:gd name="connsiteY10-6142" fmla="*/ 2522084 h 2522085"/>
              <a:gd name="connsiteX11-6143" fmla="*/ 604792 w 2450561"/>
              <a:gd name="connsiteY11-6144" fmla="*/ 2522085 h 2522085"/>
              <a:gd name="connsiteX12-6145" fmla="*/ 579392 w 2450561"/>
              <a:gd name="connsiteY12-6146" fmla="*/ 2496685 h 2522085"/>
              <a:gd name="connsiteX13-6147" fmla="*/ 579392 w 2450561"/>
              <a:gd name="connsiteY13-6148" fmla="*/ 1083682 h 2522085"/>
              <a:gd name="connsiteX14-6149" fmla="*/ 553993 w 2450561"/>
              <a:gd name="connsiteY14-6150" fmla="*/ 1058332 h 2522085"/>
              <a:gd name="connsiteX15-6151" fmla="*/ 3549 w 2450561"/>
              <a:gd name="connsiteY15-6152" fmla="*/ 1058332 h 2522085"/>
              <a:gd name="connsiteX16-6153" fmla="*/ 2988 w 2450561"/>
              <a:gd name="connsiteY16-6154" fmla="*/ 1033119 h 2522085"/>
              <a:gd name="connsiteX0-6155" fmla="*/ 2988 w 2450561"/>
              <a:gd name="connsiteY0-6156" fmla="*/ 1033119 h 2522084"/>
              <a:gd name="connsiteX1-6157" fmla="*/ 14553 w 2450561"/>
              <a:gd name="connsiteY1-6158" fmla="*/ 990852 h 2522084"/>
              <a:gd name="connsiteX2-6159" fmla="*/ 1201583 w 2450561"/>
              <a:gd name="connsiteY2-6160" fmla="*/ 9117 h 2522084"/>
              <a:gd name="connsiteX3-6161" fmla="*/ 1250106 w 2450561"/>
              <a:gd name="connsiteY3-6162" fmla="*/ 9153 h 2522084"/>
              <a:gd name="connsiteX4-6163" fmla="*/ 2437136 w 2450561"/>
              <a:gd name="connsiteY4-6164" fmla="*/ 990888 h 2522084"/>
              <a:gd name="connsiteX5-6165" fmla="*/ 2448653 w 2450561"/>
              <a:gd name="connsiteY5-6166" fmla="*/ 1033131 h 2522084"/>
              <a:gd name="connsiteX6-6167" fmla="*/ 2412804 w 2450561"/>
              <a:gd name="connsiteY6-6168" fmla="*/ 1058331 h 2522084"/>
              <a:gd name="connsiteX7-6169" fmla="*/ 1910353 w 2450561"/>
              <a:gd name="connsiteY7-6170" fmla="*/ 1058331 h 2522084"/>
              <a:gd name="connsiteX8-6171" fmla="*/ 1872254 w 2450561"/>
              <a:gd name="connsiteY8-6172" fmla="*/ 1096430 h 2522084"/>
              <a:gd name="connsiteX9-6173" fmla="*/ 1872254 w 2450561"/>
              <a:gd name="connsiteY9-6174" fmla="*/ 2484033 h 2522084"/>
              <a:gd name="connsiteX10-6175" fmla="*/ 1834154 w 2450561"/>
              <a:gd name="connsiteY10-6176" fmla="*/ 2522084 h 2522084"/>
              <a:gd name="connsiteX11-6177" fmla="*/ 617494 w 2450561"/>
              <a:gd name="connsiteY11-6178" fmla="*/ 2522084 h 2522084"/>
              <a:gd name="connsiteX12-6179" fmla="*/ 579392 w 2450561"/>
              <a:gd name="connsiteY12-6180" fmla="*/ 2496685 h 2522084"/>
              <a:gd name="connsiteX13-6181" fmla="*/ 579392 w 2450561"/>
              <a:gd name="connsiteY13-6182" fmla="*/ 1083682 h 2522084"/>
              <a:gd name="connsiteX14-6183" fmla="*/ 553993 w 2450561"/>
              <a:gd name="connsiteY14-6184" fmla="*/ 1058332 h 2522084"/>
              <a:gd name="connsiteX15-6185" fmla="*/ 3549 w 2450561"/>
              <a:gd name="connsiteY15-6186" fmla="*/ 1058332 h 2522084"/>
              <a:gd name="connsiteX16-6187" fmla="*/ 2988 w 2450561"/>
              <a:gd name="connsiteY16-6188" fmla="*/ 1033119 h 2522084"/>
              <a:gd name="connsiteX0-6189" fmla="*/ 2988 w 2450561"/>
              <a:gd name="connsiteY0-6190" fmla="*/ 1033119 h 2522084"/>
              <a:gd name="connsiteX1-6191" fmla="*/ 14553 w 2450561"/>
              <a:gd name="connsiteY1-6192" fmla="*/ 990852 h 2522084"/>
              <a:gd name="connsiteX2-6193" fmla="*/ 1201583 w 2450561"/>
              <a:gd name="connsiteY2-6194" fmla="*/ 9117 h 2522084"/>
              <a:gd name="connsiteX3-6195" fmla="*/ 1250106 w 2450561"/>
              <a:gd name="connsiteY3-6196" fmla="*/ 9153 h 2522084"/>
              <a:gd name="connsiteX4-6197" fmla="*/ 2437136 w 2450561"/>
              <a:gd name="connsiteY4-6198" fmla="*/ 990888 h 2522084"/>
              <a:gd name="connsiteX5-6199" fmla="*/ 2448653 w 2450561"/>
              <a:gd name="connsiteY5-6200" fmla="*/ 1033131 h 2522084"/>
              <a:gd name="connsiteX6-6201" fmla="*/ 2412804 w 2450561"/>
              <a:gd name="connsiteY6-6202" fmla="*/ 1058331 h 2522084"/>
              <a:gd name="connsiteX7-6203" fmla="*/ 1910353 w 2450561"/>
              <a:gd name="connsiteY7-6204" fmla="*/ 1058331 h 2522084"/>
              <a:gd name="connsiteX8-6205" fmla="*/ 1872254 w 2450561"/>
              <a:gd name="connsiteY8-6206" fmla="*/ 1096430 h 2522084"/>
              <a:gd name="connsiteX9-6207" fmla="*/ 1872254 w 2450561"/>
              <a:gd name="connsiteY9-6208" fmla="*/ 2484033 h 2522084"/>
              <a:gd name="connsiteX10-6209" fmla="*/ 1834154 w 2450561"/>
              <a:gd name="connsiteY10-6210" fmla="*/ 2522084 h 2522084"/>
              <a:gd name="connsiteX11-6211" fmla="*/ 617494 w 2450561"/>
              <a:gd name="connsiteY11-6212" fmla="*/ 2522084 h 2522084"/>
              <a:gd name="connsiteX12-6213" fmla="*/ 579392 w 2450561"/>
              <a:gd name="connsiteY12-6214" fmla="*/ 2496685 h 2522084"/>
              <a:gd name="connsiteX13-6215" fmla="*/ 579392 w 2450561"/>
              <a:gd name="connsiteY13-6216" fmla="*/ 1083682 h 2522084"/>
              <a:gd name="connsiteX14-6217" fmla="*/ 553993 w 2450561"/>
              <a:gd name="connsiteY14-6218" fmla="*/ 1058332 h 2522084"/>
              <a:gd name="connsiteX15-6219" fmla="*/ 3549 w 2450561"/>
              <a:gd name="connsiteY15-6220" fmla="*/ 1058332 h 2522084"/>
              <a:gd name="connsiteX16-6221" fmla="*/ 2988 w 2450561"/>
              <a:gd name="connsiteY16-6222" fmla="*/ 1033119 h 2522084"/>
              <a:gd name="connsiteX0-6223" fmla="*/ 2988 w 2450561"/>
              <a:gd name="connsiteY0-6224" fmla="*/ 1033119 h 2522084"/>
              <a:gd name="connsiteX1-6225" fmla="*/ 14553 w 2450561"/>
              <a:gd name="connsiteY1-6226" fmla="*/ 990852 h 2522084"/>
              <a:gd name="connsiteX2-6227" fmla="*/ 1201583 w 2450561"/>
              <a:gd name="connsiteY2-6228" fmla="*/ 9117 h 2522084"/>
              <a:gd name="connsiteX3-6229" fmla="*/ 1250106 w 2450561"/>
              <a:gd name="connsiteY3-6230" fmla="*/ 9153 h 2522084"/>
              <a:gd name="connsiteX4-6231" fmla="*/ 2437136 w 2450561"/>
              <a:gd name="connsiteY4-6232" fmla="*/ 990888 h 2522084"/>
              <a:gd name="connsiteX5-6233" fmla="*/ 2448653 w 2450561"/>
              <a:gd name="connsiteY5-6234" fmla="*/ 1033131 h 2522084"/>
              <a:gd name="connsiteX6-6235" fmla="*/ 2412804 w 2450561"/>
              <a:gd name="connsiteY6-6236" fmla="*/ 1058331 h 2522084"/>
              <a:gd name="connsiteX7-6237" fmla="*/ 1910353 w 2450561"/>
              <a:gd name="connsiteY7-6238" fmla="*/ 1058331 h 2522084"/>
              <a:gd name="connsiteX8-6239" fmla="*/ 1872254 w 2450561"/>
              <a:gd name="connsiteY8-6240" fmla="*/ 1096430 h 2522084"/>
              <a:gd name="connsiteX9-6241" fmla="*/ 1872254 w 2450561"/>
              <a:gd name="connsiteY9-6242" fmla="*/ 2484033 h 2522084"/>
              <a:gd name="connsiteX10-6243" fmla="*/ 1834154 w 2450561"/>
              <a:gd name="connsiteY10-6244" fmla="*/ 2522084 h 2522084"/>
              <a:gd name="connsiteX11-6245" fmla="*/ 617494 w 2450561"/>
              <a:gd name="connsiteY11-6246" fmla="*/ 2522084 h 2522084"/>
              <a:gd name="connsiteX12-6247" fmla="*/ 579392 w 2450561"/>
              <a:gd name="connsiteY12-6248" fmla="*/ 2496685 h 2522084"/>
              <a:gd name="connsiteX13-6249" fmla="*/ 579392 w 2450561"/>
              <a:gd name="connsiteY13-6250" fmla="*/ 1083682 h 2522084"/>
              <a:gd name="connsiteX14-6251" fmla="*/ 553993 w 2450561"/>
              <a:gd name="connsiteY14-6252" fmla="*/ 1058332 h 2522084"/>
              <a:gd name="connsiteX15-6253" fmla="*/ 3549 w 2450561"/>
              <a:gd name="connsiteY15-6254" fmla="*/ 1058332 h 2522084"/>
              <a:gd name="connsiteX16-6255" fmla="*/ 2988 w 2450561"/>
              <a:gd name="connsiteY16-6256" fmla="*/ 1033119 h 2522084"/>
              <a:gd name="connsiteX0-6257" fmla="*/ 2988 w 2450561"/>
              <a:gd name="connsiteY0-6258" fmla="*/ 1033119 h 2522084"/>
              <a:gd name="connsiteX1-6259" fmla="*/ 14553 w 2450561"/>
              <a:gd name="connsiteY1-6260" fmla="*/ 990852 h 2522084"/>
              <a:gd name="connsiteX2-6261" fmla="*/ 1201583 w 2450561"/>
              <a:gd name="connsiteY2-6262" fmla="*/ 9117 h 2522084"/>
              <a:gd name="connsiteX3-6263" fmla="*/ 1250106 w 2450561"/>
              <a:gd name="connsiteY3-6264" fmla="*/ 9153 h 2522084"/>
              <a:gd name="connsiteX4-6265" fmla="*/ 2437136 w 2450561"/>
              <a:gd name="connsiteY4-6266" fmla="*/ 990888 h 2522084"/>
              <a:gd name="connsiteX5-6267" fmla="*/ 2448653 w 2450561"/>
              <a:gd name="connsiteY5-6268" fmla="*/ 1033131 h 2522084"/>
              <a:gd name="connsiteX6-6269" fmla="*/ 2412804 w 2450561"/>
              <a:gd name="connsiteY6-6270" fmla="*/ 1058331 h 2522084"/>
              <a:gd name="connsiteX7-6271" fmla="*/ 1910353 w 2450561"/>
              <a:gd name="connsiteY7-6272" fmla="*/ 1058331 h 2522084"/>
              <a:gd name="connsiteX8-6273" fmla="*/ 1872254 w 2450561"/>
              <a:gd name="connsiteY8-6274" fmla="*/ 1096430 h 2522084"/>
              <a:gd name="connsiteX9-6275" fmla="*/ 1872254 w 2450561"/>
              <a:gd name="connsiteY9-6276" fmla="*/ 2484033 h 2522084"/>
              <a:gd name="connsiteX10-6277" fmla="*/ 1834154 w 2450561"/>
              <a:gd name="connsiteY10-6278" fmla="*/ 2522084 h 2522084"/>
              <a:gd name="connsiteX11-6279" fmla="*/ 617494 w 2450561"/>
              <a:gd name="connsiteY11-6280" fmla="*/ 2522084 h 2522084"/>
              <a:gd name="connsiteX12-6281" fmla="*/ 579394 w 2450561"/>
              <a:gd name="connsiteY12-6282" fmla="*/ 2483984 h 2522084"/>
              <a:gd name="connsiteX13-6283" fmla="*/ 579392 w 2450561"/>
              <a:gd name="connsiteY13-6284" fmla="*/ 1083682 h 2522084"/>
              <a:gd name="connsiteX14-6285" fmla="*/ 553993 w 2450561"/>
              <a:gd name="connsiteY14-6286" fmla="*/ 1058332 h 2522084"/>
              <a:gd name="connsiteX15-6287" fmla="*/ 3549 w 2450561"/>
              <a:gd name="connsiteY15-6288" fmla="*/ 1058332 h 2522084"/>
              <a:gd name="connsiteX16-6289" fmla="*/ 2988 w 2450561"/>
              <a:gd name="connsiteY16-6290" fmla="*/ 1033119 h 2522084"/>
              <a:gd name="connsiteX0-6291" fmla="*/ 2988 w 2450561"/>
              <a:gd name="connsiteY0-6292" fmla="*/ 1033119 h 2522084"/>
              <a:gd name="connsiteX1-6293" fmla="*/ 14553 w 2450561"/>
              <a:gd name="connsiteY1-6294" fmla="*/ 990852 h 2522084"/>
              <a:gd name="connsiteX2-6295" fmla="*/ 1201583 w 2450561"/>
              <a:gd name="connsiteY2-6296" fmla="*/ 9117 h 2522084"/>
              <a:gd name="connsiteX3-6297" fmla="*/ 1250106 w 2450561"/>
              <a:gd name="connsiteY3-6298" fmla="*/ 9153 h 2522084"/>
              <a:gd name="connsiteX4-6299" fmla="*/ 2437136 w 2450561"/>
              <a:gd name="connsiteY4-6300" fmla="*/ 990888 h 2522084"/>
              <a:gd name="connsiteX5-6301" fmla="*/ 2448653 w 2450561"/>
              <a:gd name="connsiteY5-6302" fmla="*/ 1033131 h 2522084"/>
              <a:gd name="connsiteX6-6303" fmla="*/ 2412804 w 2450561"/>
              <a:gd name="connsiteY6-6304" fmla="*/ 1058331 h 2522084"/>
              <a:gd name="connsiteX7-6305" fmla="*/ 1910353 w 2450561"/>
              <a:gd name="connsiteY7-6306" fmla="*/ 1058331 h 2522084"/>
              <a:gd name="connsiteX8-6307" fmla="*/ 1872254 w 2450561"/>
              <a:gd name="connsiteY8-6308" fmla="*/ 1096430 h 2522084"/>
              <a:gd name="connsiteX9-6309" fmla="*/ 1872254 w 2450561"/>
              <a:gd name="connsiteY9-6310" fmla="*/ 2484033 h 2522084"/>
              <a:gd name="connsiteX10-6311" fmla="*/ 1834154 w 2450561"/>
              <a:gd name="connsiteY10-6312" fmla="*/ 2522084 h 2522084"/>
              <a:gd name="connsiteX11-6313" fmla="*/ 617494 w 2450561"/>
              <a:gd name="connsiteY11-6314" fmla="*/ 2522084 h 2522084"/>
              <a:gd name="connsiteX12-6315" fmla="*/ 579394 w 2450561"/>
              <a:gd name="connsiteY12-6316" fmla="*/ 2483984 h 2522084"/>
              <a:gd name="connsiteX13-6317" fmla="*/ 579392 w 2450561"/>
              <a:gd name="connsiteY13-6318" fmla="*/ 1083682 h 2522084"/>
              <a:gd name="connsiteX14-6319" fmla="*/ 553993 w 2450561"/>
              <a:gd name="connsiteY14-6320" fmla="*/ 1058332 h 2522084"/>
              <a:gd name="connsiteX15-6321" fmla="*/ 3549 w 2450561"/>
              <a:gd name="connsiteY15-6322" fmla="*/ 1058332 h 2522084"/>
              <a:gd name="connsiteX16-6323" fmla="*/ 2988 w 2450561"/>
              <a:gd name="connsiteY16-6324" fmla="*/ 1033119 h 2522084"/>
              <a:gd name="connsiteX0-6325" fmla="*/ 2988 w 2450561"/>
              <a:gd name="connsiteY0-6326" fmla="*/ 1033119 h 2522084"/>
              <a:gd name="connsiteX1-6327" fmla="*/ 14553 w 2450561"/>
              <a:gd name="connsiteY1-6328" fmla="*/ 990852 h 2522084"/>
              <a:gd name="connsiteX2-6329" fmla="*/ 1201583 w 2450561"/>
              <a:gd name="connsiteY2-6330" fmla="*/ 9117 h 2522084"/>
              <a:gd name="connsiteX3-6331" fmla="*/ 1250106 w 2450561"/>
              <a:gd name="connsiteY3-6332" fmla="*/ 9153 h 2522084"/>
              <a:gd name="connsiteX4-6333" fmla="*/ 2437136 w 2450561"/>
              <a:gd name="connsiteY4-6334" fmla="*/ 990888 h 2522084"/>
              <a:gd name="connsiteX5-6335" fmla="*/ 2448653 w 2450561"/>
              <a:gd name="connsiteY5-6336" fmla="*/ 1033131 h 2522084"/>
              <a:gd name="connsiteX6-6337" fmla="*/ 2412804 w 2450561"/>
              <a:gd name="connsiteY6-6338" fmla="*/ 1058331 h 2522084"/>
              <a:gd name="connsiteX7-6339" fmla="*/ 1910353 w 2450561"/>
              <a:gd name="connsiteY7-6340" fmla="*/ 1058331 h 2522084"/>
              <a:gd name="connsiteX8-6341" fmla="*/ 1872254 w 2450561"/>
              <a:gd name="connsiteY8-6342" fmla="*/ 1096430 h 2522084"/>
              <a:gd name="connsiteX9-6343" fmla="*/ 1872254 w 2450561"/>
              <a:gd name="connsiteY9-6344" fmla="*/ 2484033 h 2522084"/>
              <a:gd name="connsiteX10-6345" fmla="*/ 1834154 w 2450561"/>
              <a:gd name="connsiteY10-6346" fmla="*/ 2522084 h 2522084"/>
              <a:gd name="connsiteX11-6347" fmla="*/ 617494 w 2450561"/>
              <a:gd name="connsiteY11-6348" fmla="*/ 2522084 h 2522084"/>
              <a:gd name="connsiteX12-6349" fmla="*/ 579394 w 2450561"/>
              <a:gd name="connsiteY12-6350" fmla="*/ 2483984 h 2522084"/>
              <a:gd name="connsiteX13-6351" fmla="*/ 579392 w 2450561"/>
              <a:gd name="connsiteY13-6352" fmla="*/ 1083682 h 2522084"/>
              <a:gd name="connsiteX14-6353" fmla="*/ 553993 w 2450561"/>
              <a:gd name="connsiteY14-6354" fmla="*/ 1058332 h 2522084"/>
              <a:gd name="connsiteX15-6355" fmla="*/ 3549 w 2450561"/>
              <a:gd name="connsiteY15-6356" fmla="*/ 1058332 h 2522084"/>
              <a:gd name="connsiteX16-6357" fmla="*/ 2988 w 2450561"/>
              <a:gd name="connsiteY16-6358" fmla="*/ 1033119 h 2522084"/>
              <a:gd name="connsiteX0-6359" fmla="*/ 2988 w 2450561"/>
              <a:gd name="connsiteY0-6360" fmla="*/ 1033119 h 2522084"/>
              <a:gd name="connsiteX1-6361" fmla="*/ 14553 w 2450561"/>
              <a:gd name="connsiteY1-6362" fmla="*/ 990852 h 2522084"/>
              <a:gd name="connsiteX2-6363" fmla="*/ 1201583 w 2450561"/>
              <a:gd name="connsiteY2-6364" fmla="*/ 9117 h 2522084"/>
              <a:gd name="connsiteX3-6365" fmla="*/ 1250106 w 2450561"/>
              <a:gd name="connsiteY3-6366" fmla="*/ 9153 h 2522084"/>
              <a:gd name="connsiteX4-6367" fmla="*/ 2437136 w 2450561"/>
              <a:gd name="connsiteY4-6368" fmla="*/ 990888 h 2522084"/>
              <a:gd name="connsiteX5-6369" fmla="*/ 2448653 w 2450561"/>
              <a:gd name="connsiteY5-6370" fmla="*/ 1033131 h 2522084"/>
              <a:gd name="connsiteX6-6371" fmla="*/ 2412804 w 2450561"/>
              <a:gd name="connsiteY6-6372" fmla="*/ 1058331 h 2522084"/>
              <a:gd name="connsiteX7-6373" fmla="*/ 1910353 w 2450561"/>
              <a:gd name="connsiteY7-6374" fmla="*/ 1058331 h 2522084"/>
              <a:gd name="connsiteX8-6375" fmla="*/ 1872254 w 2450561"/>
              <a:gd name="connsiteY8-6376" fmla="*/ 1096430 h 2522084"/>
              <a:gd name="connsiteX9-6377" fmla="*/ 1872254 w 2450561"/>
              <a:gd name="connsiteY9-6378" fmla="*/ 2484033 h 2522084"/>
              <a:gd name="connsiteX10-6379" fmla="*/ 1834154 w 2450561"/>
              <a:gd name="connsiteY10-6380" fmla="*/ 2522084 h 2522084"/>
              <a:gd name="connsiteX11-6381" fmla="*/ 617494 w 2450561"/>
              <a:gd name="connsiteY11-6382" fmla="*/ 2522084 h 2522084"/>
              <a:gd name="connsiteX12-6383" fmla="*/ 579394 w 2450561"/>
              <a:gd name="connsiteY12-6384" fmla="*/ 2483984 h 2522084"/>
              <a:gd name="connsiteX13-6385" fmla="*/ 579394 w 2450561"/>
              <a:gd name="connsiteY13-6386" fmla="*/ 1096381 h 2522084"/>
              <a:gd name="connsiteX14-6387" fmla="*/ 553993 w 2450561"/>
              <a:gd name="connsiteY14-6388" fmla="*/ 1058332 h 2522084"/>
              <a:gd name="connsiteX15-6389" fmla="*/ 3549 w 2450561"/>
              <a:gd name="connsiteY15-6390" fmla="*/ 1058332 h 2522084"/>
              <a:gd name="connsiteX16-6391" fmla="*/ 2988 w 2450561"/>
              <a:gd name="connsiteY16-6392" fmla="*/ 1033119 h 2522084"/>
              <a:gd name="connsiteX0-6393" fmla="*/ 2988 w 2450561"/>
              <a:gd name="connsiteY0-6394" fmla="*/ 1033119 h 2522084"/>
              <a:gd name="connsiteX1-6395" fmla="*/ 14553 w 2450561"/>
              <a:gd name="connsiteY1-6396" fmla="*/ 990852 h 2522084"/>
              <a:gd name="connsiteX2-6397" fmla="*/ 1201583 w 2450561"/>
              <a:gd name="connsiteY2-6398" fmla="*/ 9117 h 2522084"/>
              <a:gd name="connsiteX3-6399" fmla="*/ 1250106 w 2450561"/>
              <a:gd name="connsiteY3-6400" fmla="*/ 9153 h 2522084"/>
              <a:gd name="connsiteX4-6401" fmla="*/ 2437136 w 2450561"/>
              <a:gd name="connsiteY4-6402" fmla="*/ 990888 h 2522084"/>
              <a:gd name="connsiteX5-6403" fmla="*/ 2448653 w 2450561"/>
              <a:gd name="connsiteY5-6404" fmla="*/ 1033131 h 2522084"/>
              <a:gd name="connsiteX6-6405" fmla="*/ 2412804 w 2450561"/>
              <a:gd name="connsiteY6-6406" fmla="*/ 1058331 h 2522084"/>
              <a:gd name="connsiteX7-6407" fmla="*/ 1910353 w 2450561"/>
              <a:gd name="connsiteY7-6408" fmla="*/ 1058331 h 2522084"/>
              <a:gd name="connsiteX8-6409" fmla="*/ 1872254 w 2450561"/>
              <a:gd name="connsiteY8-6410" fmla="*/ 1096430 h 2522084"/>
              <a:gd name="connsiteX9-6411" fmla="*/ 1872254 w 2450561"/>
              <a:gd name="connsiteY9-6412" fmla="*/ 2484033 h 2522084"/>
              <a:gd name="connsiteX10-6413" fmla="*/ 1834154 w 2450561"/>
              <a:gd name="connsiteY10-6414" fmla="*/ 2522084 h 2522084"/>
              <a:gd name="connsiteX11-6415" fmla="*/ 617494 w 2450561"/>
              <a:gd name="connsiteY11-6416" fmla="*/ 2522084 h 2522084"/>
              <a:gd name="connsiteX12-6417" fmla="*/ 579394 w 2450561"/>
              <a:gd name="connsiteY12-6418" fmla="*/ 2483984 h 2522084"/>
              <a:gd name="connsiteX13-6419" fmla="*/ 579394 w 2450561"/>
              <a:gd name="connsiteY13-6420" fmla="*/ 1096381 h 2522084"/>
              <a:gd name="connsiteX14-6421" fmla="*/ 553993 w 2450561"/>
              <a:gd name="connsiteY14-6422" fmla="*/ 1058332 h 2522084"/>
              <a:gd name="connsiteX15-6423" fmla="*/ 3549 w 2450561"/>
              <a:gd name="connsiteY15-6424" fmla="*/ 1058332 h 2522084"/>
              <a:gd name="connsiteX16-6425" fmla="*/ 2988 w 2450561"/>
              <a:gd name="connsiteY16-6426" fmla="*/ 1033119 h 2522084"/>
              <a:gd name="connsiteX0-6427" fmla="*/ 2988 w 2450561"/>
              <a:gd name="connsiteY0-6428" fmla="*/ 1033119 h 2522084"/>
              <a:gd name="connsiteX1-6429" fmla="*/ 14553 w 2450561"/>
              <a:gd name="connsiteY1-6430" fmla="*/ 990852 h 2522084"/>
              <a:gd name="connsiteX2-6431" fmla="*/ 1201583 w 2450561"/>
              <a:gd name="connsiteY2-6432" fmla="*/ 9117 h 2522084"/>
              <a:gd name="connsiteX3-6433" fmla="*/ 1250106 w 2450561"/>
              <a:gd name="connsiteY3-6434" fmla="*/ 9153 h 2522084"/>
              <a:gd name="connsiteX4-6435" fmla="*/ 2437136 w 2450561"/>
              <a:gd name="connsiteY4-6436" fmla="*/ 990888 h 2522084"/>
              <a:gd name="connsiteX5-6437" fmla="*/ 2448653 w 2450561"/>
              <a:gd name="connsiteY5-6438" fmla="*/ 1033131 h 2522084"/>
              <a:gd name="connsiteX6-6439" fmla="*/ 2412804 w 2450561"/>
              <a:gd name="connsiteY6-6440" fmla="*/ 1058331 h 2522084"/>
              <a:gd name="connsiteX7-6441" fmla="*/ 1910353 w 2450561"/>
              <a:gd name="connsiteY7-6442" fmla="*/ 1058331 h 2522084"/>
              <a:gd name="connsiteX8-6443" fmla="*/ 1872254 w 2450561"/>
              <a:gd name="connsiteY8-6444" fmla="*/ 1096430 h 2522084"/>
              <a:gd name="connsiteX9-6445" fmla="*/ 1872254 w 2450561"/>
              <a:gd name="connsiteY9-6446" fmla="*/ 2484033 h 2522084"/>
              <a:gd name="connsiteX10-6447" fmla="*/ 1834154 w 2450561"/>
              <a:gd name="connsiteY10-6448" fmla="*/ 2522084 h 2522084"/>
              <a:gd name="connsiteX11-6449" fmla="*/ 617494 w 2450561"/>
              <a:gd name="connsiteY11-6450" fmla="*/ 2522084 h 2522084"/>
              <a:gd name="connsiteX12-6451" fmla="*/ 579394 w 2450561"/>
              <a:gd name="connsiteY12-6452" fmla="*/ 2483984 h 2522084"/>
              <a:gd name="connsiteX13-6453" fmla="*/ 579394 w 2450561"/>
              <a:gd name="connsiteY13-6454" fmla="*/ 1096381 h 2522084"/>
              <a:gd name="connsiteX14-6455" fmla="*/ 553993 w 2450561"/>
              <a:gd name="connsiteY14-6456" fmla="*/ 1058332 h 2522084"/>
              <a:gd name="connsiteX15-6457" fmla="*/ 3549 w 2450561"/>
              <a:gd name="connsiteY15-6458" fmla="*/ 1058332 h 2522084"/>
              <a:gd name="connsiteX16-6459" fmla="*/ 2988 w 2450561"/>
              <a:gd name="connsiteY16-6460" fmla="*/ 1033119 h 2522084"/>
              <a:gd name="connsiteX0-6461" fmla="*/ 2988 w 2450561"/>
              <a:gd name="connsiteY0-6462" fmla="*/ 1033119 h 2522084"/>
              <a:gd name="connsiteX1-6463" fmla="*/ 14553 w 2450561"/>
              <a:gd name="connsiteY1-6464" fmla="*/ 990852 h 2522084"/>
              <a:gd name="connsiteX2-6465" fmla="*/ 1201583 w 2450561"/>
              <a:gd name="connsiteY2-6466" fmla="*/ 9117 h 2522084"/>
              <a:gd name="connsiteX3-6467" fmla="*/ 1250106 w 2450561"/>
              <a:gd name="connsiteY3-6468" fmla="*/ 9153 h 2522084"/>
              <a:gd name="connsiteX4-6469" fmla="*/ 2437136 w 2450561"/>
              <a:gd name="connsiteY4-6470" fmla="*/ 990888 h 2522084"/>
              <a:gd name="connsiteX5-6471" fmla="*/ 2448653 w 2450561"/>
              <a:gd name="connsiteY5-6472" fmla="*/ 1033131 h 2522084"/>
              <a:gd name="connsiteX6-6473" fmla="*/ 2412804 w 2450561"/>
              <a:gd name="connsiteY6-6474" fmla="*/ 1058331 h 2522084"/>
              <a:gd name="connsiteX7-6475" fmla="*/ 1910353 w 2450561"/>
              <a:gd name="connsiteY7-6476" fmla="*/ 1058331 h 2522084"/>
              <a:gd name="connsiteX8-6477" fmla="*/ 1872254 w 2450561"/>
              <a:gd name="connsiteY8-6478" fmla="*/ 1096430 h 2522084"/>
              <a:gd name="connsiteX9-6479" fmla="*/ 1872254 w 2450561"/>
              <a:gd name="connsiteY9-6480" fmla="*/ 2484033 h 2522084"/>
              <a:gd name="connsiteX10-6481" fmla="*/ 1834154 w 2450561"/>
              <a:gd name="connsiteY10-6482" fmla="*/ 2522084 h 2522084"/>
              <a:gd name="connsiteX11-6483" fmla="*/ 617494 w 2450561"/>
              <a:gd name="connsiteY11-6484" fmla="*/ 2522084 h 2522084"/>
              <a:gd name="connsiteX12-6485" fmla="*/ 579394 w 2450561"/>
              <a:gd name="connsiteY12-6486" fmla="*/ 2483984 h 2522084"/>
              <a:gd name="connsiteX13-6487" fmla="*/ 579394 w 2450561"/>
              <a:gd name="connsiteY13-6488" fmla="*/ 1096381 h 2522084"/>
              <a:gd name="connsiteX14-6489" fmla="*/ 541295 w 2450561"/>
              <a:gd name="connsiteY14-6490" fmla="*/ 1058331 h 2522084"/>
              <a:gd name="connsiteX15-6491" fmla="*/ 3549 w 2450561"/>
              <a:gd name="connsiteY15-6492" fmla="*/ 1058332 h 2522084"/>
              <a:gd name="connsiteX16-6493" fmla="*/ 2988 w 2450561"/>
              <a:gd name="connsiteY16-6494" fmla="*/ 1033119 h 2522084"/>
              <a:gd name="connsiteX0-6495" fmla="*/ 2988 w 2450561"/>
              <a:gd name="connsiteY0-6496" fmla="*/ 1033119 h 2522084"/>
              <a:gd name="connsiteX1-6497" fmla="*/ 14553 w 2450561"/>
              <a:gd name="connsiteY1-6498" fmla="*/ 990852 h 2522084"/>
              <a:gd name="connsiteX2-6499" fmla="*/ 1201583 w 2450561"/>
              <a:gd name="connsiteY2-6500" fmla="*/ 9117 h 2522084"/>
              <a:gd name="connsiteX3-6501" fmla="*/ 1250106 w 2450561"/>
              <a:gd name="connsiteY3-6502" fmla="*/ 9153 h 2522084"/>
              <a:gd name="connsiteX4-6503" fmla="*/ 2437136 w 2450561"/>
              <a:gd name="connsiteY4-6504" fmla="*/ 990888 h 2522084"/>
              <a:gd name="connsiteX5-6505" fmla="*/ 2448653 w 2450561"/>
              <a:gd name="connsiteY5-6506" fmla="*/ 1033131 h 2522084"/>
              <a:gd name="connsiteX6-6507" fmla="*/ 2412804 w 2450561"/>
              <a:gd name="connsiteY6-6508" fmla="*/ 1058331 h 2522084"/>
              <a:gd name="connsiteX7-6509" fmla="*/ 1910353 w 2450561"/>
              <a:gd name="connsiteY7-6510" fmla="*/ 1058331 h 2522084"/>
              <a:gd name="connsiteX8-6511" fmla="*/ 1872254 w 2450561"/>
              <a:gd name="connsiteY8-6512" fmla="*/ 1096430 h 2522084"/>
              <a:gd name="connsiteX9-6513" fmla="*/ 1872254 w 2450561"/>
              <a:gd name="connsiteY9-6514" fmla="*/ 2484033 h 2522084"/>
              <a:gd name="connsiteX10-6515" fmla="*/ 1834154 w 2450561"/>
              <a:gd name="connsiteY10-6516" fmla="*/ 2522084 h 2522084"/>
              <a:gd name="connsiteX11-6517" fmla="*/ 617494 w 2450561"/>
              <a:gd name="connsiteY11-6518" fmla="*/ 2522084 h 2522084"/>
              <a:gd name="connsiteX12-6519" fmla="*/ 579394 w 2450561"/>
              <a:gd name="connsiteY12-6520" fmla="*/ 2483984 h 2522084"/>
              <a:gd name="connsiteX13-6521" fmla="*/ 579394 w 2450561"/>
              <a:gd name="connsiteY13-6522" fmla="*/ 1096381 h 2522084"/>
              <a:gd name="connsiteX14-6523" fmla="*/ 541295 w 2450561"/>
              <a:gd name="connsiteY14-6524" fmla="*/ 1058331 h 2522084"/>
              <a:gd name="connsiteX15-6525" fmla="*/ 3549 w 2450561"/>
              <a:gd name="connsiteY15-6526" fmla="*/ 1058332 h 2522084"/>
              <a:gd name="connsiteX16-6527" fmla="*/ 2988 w 2450561"/>
              <a:gd name="connsiteY16-6528" fmla="*/ 1033119 h 2522084"/>
              <a:gd name="connsiteX0-6529" fmla="*/ 2988 w 2450561"/>
              <a:gd name="connsiteY0-6530" fmla="*/ 1033119 h 2522084"/>
              <a:gd name="connsiteX1-6531" fmla="*/ 14553 w 2450561"/>
              <a:gd name="connsiteY1-6532" fmla="*/ 990852 h 2522084"/>
              <a:gd name="connsiteX2-6533" fmla="*/ 1201583 w 2450561"/>
              <a:gd name="connsiteY2-6534" fmla="*/ 9117 h 2522084"/>
              <a:gd name="connsiteX3-6535" fmla="*/ 1250106 w 2450561"/>
              <a:gd name="connsiteY3-6536" fmla="*/ 9153 h 2522084"/>
              <a:gd name="connsiteX4-6537" fmla="*/ 2437136 w 2450561"/>
              <a:gd name="connsiteY4-6538" fmla="*/ 990888 h 2522084"/>
              <a:gd name="connsiteX5-6539" fmla="*/ 2448653 w 2450561"/>
              <a:gd name="connsiteY5-6540" fmla="*/ 1033131 h 2522084"/>
              <a:gd name="connsiteX6-6541" fmla="*/ 2412804 w 2450561"/>
              <a:gd name="connsiteY6-6542" fmla="*/ 1058331 h 2522084"/>
              <a:gd name="connsiteX7-6543" fmla="*/ 1910353 w 2450561"/>
              <a:gd name="connsiteY7-6544" fmla="*/ 1058331 h 2522084"/>
              <a:gd name="connsiteX8-6545" fmla="*/ 1872254 w 2450561"/>
              <a:gd name="connsiteY8-6546" fmla="*/ 1096430 h 2522084"/>
              <a:gd name="connsiteX9-6547" fmla="*/ 1872254 w 2450561"/>
              <a:gd name="connsiteY9-6548" fmla="*/ 2484033 h 2522084"/>
              <a:gd name="connsiteX10-6549" fmla="*/ 1834154 w 2450561"/>
              <a:gd name="connsiteY10-6550" fmla="*/ 2522084 h 2522084"/>
              <a:gd name="connsiteX11-6551" fmla="*/ 617494 w 2450561"/>
              <a:gd name="connsiteY11-6552" fmla="*/ 2522084 h 2522084"/>
              <a:gd name="connsiteX12-6553" fmla="*/ 579394 w 2450561"/>
              <a:gd name="connsiteY12-6554" fmla="*/ 2483984 h 2522084"/>
              <a:gd name="connsiteX13-6555" fmla="*/ 579394 w 2450561"/>
              <a:gd name="connsiteY13-6556" fmla="*/ 1096381 h 2522084"/>
              <a:gd name="connsiteX14-6557" fmla="*/ 541295 w 2450561"/>
              <a:gd name="connsiteY14-6558" fmla="*/ 1058331 h 2522084"/>
              <a:gd name="connsiteX15-6559" fmla="*/ 3549 w 2450561"/>
              <a:gd name="connsiteY15-6560" fmla="*/ 1058332 h 2522084"/>
              <a:gd name="connsiteX16-6561" fmla="*/ 2988 w 2450561"/>
              <a:gd name="connsiteY16-6562" fmla="*/ 1033119 h 2522084"/>
              <a:gd name="connsiteX0-6563" fmla="*/ 1903 w 2449476"/>
              <a:gd name="connsiteY0-6564" fmla="*/ 1033119 h 2522084"/>
              <a:gd name="connsiteX1-6565" fmla="*/ 13468 w 2449476"/>
              <a:gd name="connsiteY1-6566" fmla="*/ 990852 h 2522084"/>
              <a:gd name="connsiteX2-6567" fmla="*/ 1200498 w 2449476"/>
              <a:gd name="connsiteY2-6568" fmla="*/ 9117 h 2522084"/>
              <a:gd name="connsiteX3-6569" fmla="*/ 1249021 w 2449476"/>
              <a:gd name="connsiteY3-6570" fmla="*/ 9153 h 2522084"/>
              <a:gd name="connsiteX4-6571" fmla="*/ 2436051 w 2449476"/>
              <a:gd name="connsiteY4-6572" fmla="*/ 990888 h 2522084"/>
              <a:gd name="connsiteX5-6573" fmla="*/ 2447568 w 2449476"/>
              <a:gd name="connsiteY5-6574" fmla="*/ 1033131 h 2522084"/>
              <a:gd name="connsiteX6-6575" fmla="*/ 2411719 w 2449476"/>
              <a:gd name="connsiteY6-6576" fmla="*/ 1058331 h 2522084"/>
              <a:gd name="connsiteX7-6577" fmla="*/ 1909268 w 2449476"/>
              <a:gd name="connsiteY7-6578" fmla="*/ 1058331 h 2522084"/>
              <a:gd name="connsiteX8-6579" fmla="*/ 1871169 w 2449476"/>
              <a:gd name="connsiteY8-6580" fmla="*/ 1096430 h 2522084"/>
              <a:gd name="connsiteX9-6581" fmla="*/ 1871169 w 2449476"/>
              <a:gd name="connsiteY9-6582" fmla="*/ 2484033 h 2522084"/>
              <a:gd name="connsiteX10-6583" fmla="*/ 1833069 w 2449476"/>
              <a:gd name="connsiteY10-6584" fmla="*/ 2522084 h 2522084"/>
              <a:gd name="connsiteX11-6585" fmla="*/ 616409 w 2449476"/>
              <a:gd name="connsiteY11-6586" fmla="*/ 2522084 h 2522084"/>
              <a:gd name="connsiteX12-6587" fmla="*/ 578309 w 2449476"/>
              <a:gd name="connsiteY12-6588" fmla="*/ 2483984 h 2522084"/>
              <a:gd name="connsiteX13-6589" fmla="*/ 578309 w 2449476"/>
              <a:gd name="connsiteY13-6590" fmla="*/ 1096381 h 2522084"/>
              <a:gd name="connsiteX14-6591" fmla="*/ 540210 w 2449476"/>
              <a:gd name="connsiteY14-6592" fmla="*/ 1058331 h 2522084"/>
              <a:gd name="connsiteX15-6593" fmla="*/ 37759 w 2449476"/>
              <a:gd name="connsiteY15-6594" fmla="*/ 1058331 h 2522084"/>
              <a:gd name="connsiteX16-6595" fmla="*/ 1903 w 2449476"/>
              <a:gd name="connsiteY16-6596" fmla="*/ 1033119 h 2522084"/>
              <a:gd name="connsiteX0-6597" fmla="*/ 1903 w 2449476"/>
              <a:gd name="connsiteY0-6598" fmla="*/ 1033119 h 2522084"/>
              <a:gd name="connsiteX1-6599" fmla="*/ 13468 w 2449476"/>
              <a:gd name="connsiteY1-6600" fmla="*/ 990852 h 2522084"/>
              <a:gd name="connsiteX2-6601" fmla="*/ 1200498 w 2449476"/>
              <a:gd name="connsiteY2-6602" fmla="*/ 9117 h 2522084"/>
              <a:gd name="connsiteX3-6603" fmla="*/ 1249021 w 2449476"/>
              <a:gd name="connsiteY3-6604" fmla="*/ 9153 h 2522084"/>
              <a:gd name="connsiteX4-6605" fmla="*/ 2436051 w 2449476"/>
              <a:gd name="connsiteY4-6606" fmla="*/ 990888 h 2522084"/>
              <a:gd name="connsiteX5-6607" fmla="*/ 2447568 w 2449476"/>
              <a:gd name="connsiteY5-6608" fmla="*/ 1033131 h 2522084"/>
              <a:gd name="connsiteX6-6609" fmla="*/ 2411719 w 2449476"/>
              <a:gd name="connsiteY6-6610" fmla="*/ 1058331 h 2522084"/>
              <a:gd name="connsiteX7-6611" fmla="*/ 1909268 w 2449476"/>
              <a:gd name="connsiteY7-6612" fmla="*/ 1058331 h 2522084"/>
              <a:gd name="connsiteX8-6613" fmla="*/ 1871169 w 2449476"/>
              <a:gd name="connsiteY8-6614" fmla="*/ 1096430 h 2522084"/>
              <a:gd name="connsiteX9-6615" fmla="*/ 1871169 w 2449476"/>
              <a:gd name="connsiteY9-6616" fmla="*/ 2484033 h 2522084"/>
              <a:gd name="connsiteX10-6617" fmla="*/ 1833069 w 2449476"/>
              <a:gd name="connsiteY10-6618" fmla="*/ 2522084 h 2522084"/>
              <a:gd name="connsiteX11-6619" fmla="*/ 616409 w 2449476"/>
              <a:gd name="connsiteY11-6620" fmla="*/ 2522084 h 2522084"/>
              <a:gd name="connsiteX12-6621" fmla="*/ 578309 w 2449476"/>
              <a:gd name="connsiteY12-6622" fmla="*/ 2483984 h 2522084"/>
              <a:gd name="connsiteX13-6623" fmla="*/ 578309 w 2449476"/>
              <a:gd name="connsiteY13-6624" fmla="*/ 1096381 h 2522084"/>
              <a:gd name="connsiteX14-6625" fmla="*/ 540210 w 2449476"/>
              <a:gd name="connsiteY14-6626" fmla="*/ 1058331 h 2522084"/>
              <a:gd name="connsiteX15-6627" fmla="*/ 37759 w 2449476"/>
              <a:gd name="connsiteY15-6628" fmla="*/ 1058331 h 2522084"/>
              <a:gd name="connsiteX16-6629" fmla="*/ 1903 w 2449476"/>
              <a:gd name="connsiteY16-6630" fmla="*/ 1033119 h 25220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449476" h="2522084">
                <a:moveTo>
                  <a:pt x="1903" y="1033119"/>
                </a:moveTo>
                <a:cubicBezTo>
                  <a:pt x="-3095" y="1019238"/>
                  <a:pt x="2100" y="1000255"/>
                  <a:pt x="13468" y="990852"/>
                </a:cubicBezTo>
                <a:cubicBezTo>
                  <a:pt x="13468" y="990852"/>
                  <a:pt x="1200498" y="9117"/>
                  <a:pt x="1200498" y="9117"/>
                </a:cubicBezTo>
                <a:cubicBezTo>
                  <a:pt x="1215226" y="-3063"/>
                  <a:pt x="1234293" y="-3026"/>
                  <a:pt x="1249021" y="9153"/>
                </a:cubicBezTo>
                <a:cubicBezTo>
                  <a:pt x="1249021" y="9153"/>
                  <a:pt x="2436051" y="990888"/>
                  <a:pt x="2436051" y="990888"/>
                </a:cubicBezTo>
                <a:cubicBezTo>
                  <a:pt x="2447419" y="1000290"/>
                  <a:pt x="2452562" y="1019249"/>
                  <a:pt x="2447568" y="1033131"/>
                </a:cubicBezTo>
                <a:cubicBezTo>
                  <a:pt x="2442572" y="1047013"/>
                  <a:pt x="2426472" y="1058331"/>
                  <a:pt x="2411719" y="1058331"/>
                </a:cubicBezTo>
                <a:cubicBezTo>
                  <a:pt x="2411719" y="1058331"/>
                  <a:pt x="1909268" y="1058331"/>
                  <a:pt x="1909268" y="1058331"/>
                </a:cubicBezTo>
                <a:cubicBezTo>
                  <a:pt x="1886950" y="1058331"/>
                  <a:pt x="1871169" y="1074112"/>
                  <a:pt x="1871169" y="1096430"/>
                </a:cubicBezTo>
                <a:cubicBezTo>
                  <a:pt x="1871169" y="1096430"/>
                  <a:pt x="1871169" y="2484033"/>
                  <a:pt x="1871169" y="2484033"/>
                </a:cubicBezTo>
                <a:cubicBezTo>
                  <a:pt x="1871169" y="2506352"/>
                  <a:pt x="1855388" y="2522084"/>
                  <a:pt x="1833069" y="2522084"/>
                </a:cubicBezTo>
                <a:cubicBezTo>
                  <a:pt x="1833069" y="2522084"/>
                  <a:pt x="616409" y="2522084"/>
                  <a:pt x="616409" y="2522084"/>
                </a:cubicBezTo>
                <a:cubicBezTo>
                  <a:pt x="594090" y="2522084"/>
                  <a:pt x="578309" y="2506303"/>
                  <a:pt x="578309" y="2483984"/>
                </a:cubicBezTo>
                <a:cubicBezTo>
                  <a:pt x="578309" y="2483984"/>
                  <a:pt x="578309" y="1096381"/>
                  <a:pt x="578309" y="1096381"/>
                </a:cubicBezTo>
                <a:cubicBezTo>
                  <a:pt x="578309" y="1074063"/>
                  <a:pt x="562528" y="1058331"/>
                  <a:pt x="540210" y="1058331"/>
                </a:cubicBezTo>
                <a:cubicBezTo>
                  <a:pt x="540210" y="1058331"/>
                  <a:pt x="37759" y="1058331"/>
                  <a:pt x="37759" y="1058331"/>
                </a:cubicBezTo>
                <a:cubicBezTo>
                  <a:pt x="23005" y="1058331"/>
                  <a:pt x="6901" y="1046999"/>
                  <a:pt x="1903" y="1033119"/>
                </a:cubicBezTo>
                <a:close/>
              </a:path>
            </a:pathLst>
          </a:custGeom>
          <a:solidFill>
            <a:schemeClr val="accent1">
              <a:lumMod val="40000"/>
              <a:lumOff val="60000"/>
              <a:alpha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712" name="任意多边形: 形状 42"/>
          <p:cNvSpPr/>
          <p:nvPr>
            <p:custDataLst>
              <p:tags r:id="rId3"/>
            </p:custDataLst>
          </p:nvPr>
        </p:nvSpPr>
        <p:spPr>
          <a:xfrm rot="16200000" flipV="1">
            <a:off x="3956986" y="1410907"/>
            <a:ext cx="1880446" cy="2575562"/>
          </a:xfrm>
          <a:custGeom>
            <a:avLst/>
            <a:gdLst>
              <a:gd name="connsiteX0" fmla="*/ 0 w 2585764"/>
              <a:gd name="connsiteY0" fmla="*/ 1069299 h 2533101"/>
              <a:gd name="connsiteX1" fmla="*/ 0 w 2585764"/>
              <a:gd name="connsiteY1" fmla="*/ 1069299 h 2533101"/>
              <a:gd name="connsiteX2" fmla="*/ 1292905 w 2585764"/>
              <a:gd name="connsiteY2" fmla="*/ 0 h 2533101"/>
              <a:gd name="connsiteX3" fmla="*/ 1292860 w 2585764"/>
              <a:gd name="connsiteY3" fmla="*/ 37 h 2533101"/>
              <a:gd name="connsiteX4" fmla="*/ 2585764 w 2585764"/>
              <a:gd name="connsiteY4" fmla="*/ 1069336 h 2533101"/>
              <a:gd name="connsiteX5" fmla="*/ 2585720 w 2585764"/>
              <a:gd name="connsiteY5" fmla="*/ 1069299 h 2533101"/>
              <a:gd name="connsiteX6" fmla="*/ 2585720 w 2585764"/>
              <a:gd name="connsiteY6" fmla="*/ 1069299 h 2533101"/>
              <a:gd name="connsiteX7" fmla="*/ 1939290 w 2585764"/>
              <a:gd name="connsiteY7" fmla="*/ 1069299 h 2533101"/>
              <a:gd name="connsiteX8" fmla="*/ 1939290 w 2585764"/>
              <a:gd name="connsiteY8" fmla="*/ 1069299 h 2533101"/>
              <a:gd name="connsiteX9" fmla="*/ 1939290 w 2585764"/>
              <a:gd name="connsiteY9" fmla="*/ 2533101 h 2533101"/>
              <a:gd name="connsiteX10" fmla="*/ 1939290 w 2585764"/>
              <a:gd name="connsiteY10" fmla="*/ 2533052 h 2533101"/>
              <a:gd name="connsiteX11" fmla="*/ 646430 w 2585764"/>
              <a:gd name="connsiteY11" fmla="*/ 2533052 h 2533101"/>
              <a:gd name="connsiteX12" fmla="*/ 646430 w 2585764"/>
              <a:gd name="connsiteY12" fmla="*/ 2533052 h 2533101"/>
              <a:gd name="connsiteX13" fmla="*/ 646430 w 2585764"/>
              <a:gd name="connsiteY13" fmla="*/ 1069250 h 2533101"/>
              <a:gd name="connsiteX14" fmla="*/ 646430 w 2585764"/>
              <a:gd name="connsiteY14" fmla="*/ 1069299 h 2533101"/>
              <a:gd name="connsiteX15" fmla="*/ 0 w 2585764"/>
              <a:gd name="connsiteY15" fmla="*/ 1069299 h 2533101"/>
              <a:gd name="connsiteX16" fmla="*/ 0 w 2585764"/>
              <a:gd name="connsiteY16" fmla="*/ 1069299 h 2533101"/>
              <a:gd name="connsiteX0-1" fmla="*/ 0 w 2585764"/>
              <a:gd name="connsiteY0-2" fmla="*/ 1069299 h 2533101"/>
              <a:gd name="connsiteX1-3" fmla="*/ 0 w 2585764"/>
              <a:gd name="connsiteY1-4" fmla="*/ 1069299 h 2533101"/>
              <a:gd name="connsiteX2-5" fmla="*/ 1292905 w 2585764"/>
              <a:gd name="connsiteY2-6" fmla="*/ 0 h 2533101"/>
              <a:gd name="connsiteX3-7" fmla="*/ 1292860 w 2585764"/>
              <a:gd name="connsiteY3-8" fmla="*/ 37 h 2533101"/>
              <a:gd name="connsiteX4-9" fmla="*/ 2585764 w 2585764"/>
              <a:gd name="connsiteY4-10" fmla="*/ 1069336 h 2533101"/>
              <a:gd name="connsiteX5-11" fmla="*/ 2585720 w 2585764"/>
              <a:gd name="connsiteY5-12" fmla="*/ 1069299 h 2533101"/>
              <a:gd name="connsiteX6-13" fmla="*/ 2585720 w 2585764"/>
              <a:gd name="connsiteY6-14" fmla="*/ 1069299 h 2533101"/>
              <a:gd name="connsiteX7-15" fmla="*/ 1939290 w 2585764"/>
              <a:gd name="connsiteY7-16" fmla="*/ 1069299 h 2533101"/>
              <a:gd name="connsiteX8-17" fmla="*/ 1939290 w 2585764"/>
              <a:gd name="connsiteY8-18" fmla="*/ 1069299 h 2533101"/>
              <a:gd name="connsiteX9-19" fmla="*/ 1939290 w 2585764"/>
              <a:gd name="connsiteY9-20" fmla="*/ 2533101 h 2533101"/>
              <a:gd name="connsiteX10-21" fmla="*/ 1939290 w 2585764"/>
              <a:gd name="connsiteY10-22" fmla="*/ 2533052 h 2533101"/>
              <a:gd name="connsiteX11-23" fmla="*/ 646430 w 2585764"/>
              <a:gd name="connsiteY11-24" fmla="*/ 2533052 h 2533101"/>
              <a:gd name="connsiteX12-25" fmla="*/ 646430 w 2585764"/>
              <a:gd name="connsiteY12-26" fmla="*/ 2533052 h 2533101"/>
              <a:gd name="connsiteX13-27" fmla="*/ 646430 w 2585764"/>
              <a:gd name="connsiteY13-28" fmla="*/ 1069250 h 2533101"/>
              <a:gd name="connsiteX14-29" fmla="*/ 646430 w 2585764"/>
              <a:gd name="connsiteY14-30" fmla="*/ 1069299 h 2533101"/>
              <a:gd name="connsiteX15-31" fmla="*/ 0 w 2585764"/>
              <a:gd name="connsiteY15-32" fmla="*/ 1069299 h 2533101"/>
              <a:gd name="connsiteX16-33" fmla="*/ 0 w 2585764"/>
              <a:gd name="connsiteY16-34" fmla="*/ 1069300 h 2533101"/>
              <a:gd name="connsiteX0-35" fmla="*/ 0 w 2585764"/>
              <a:gd name="connsiteY0-36" fmla="*/ 1069300 h 2533101"/>
              <a:gd name="connsiteX1-37" fmla="*/ 0 w 2585764"/>
              <a:gd name="connsiteY1-38" fmla="*/ 1069299 h 2533101"/>
              <a:gd name="connsiteX2-39" fmla="*/ 1292905 w 2585764"/>
              <a:gd name="connsiteY2-40" fmla="*/ 0 h 2533101"/>
              <a:gd name="connsiteX3-41" fmla="*/ 1292860 w 2585764"/>
              <a:gd name="connsiteY3-42" fmla="*/ 37 h 2533101"/>
              <a:gd name="connsiteX4-43" fmla="*/ 2585764 w 2585764"/>
              <a:gd name="connsiteY4-44" fmla="*/ 1069336 h 2533101"/>
              <a:gd name="connsiteX5-45" fmla="*/ 2585720 w 2585764"/>
              <a:gd name="connsiteY5-46" fmla="*/ 1069299 h 2533101"/>
              <a:gd name="connsiteX6-47" fmla="*/ 2585720 w 2585764"/>
              <a:gd name="connsiteY6-48" fmla="*/ 1069299 h 2533101"/>
              <a:gd name="connsiteX7-49" fmla="*/ 1939290 w 2585764"/>
              <a:gd name="connsiteY7-50" fmla="*/ 1069299 h 2533101"/>
              <a:gd name="connsiteX8-51" fmla="*/ 1939290 w 2585764"/>
              <a:gd name="connsiteY8-52" fmla="*/ 1069299 h 2533101"/>
              <a:gd name="connsiteX9-53" fmla="*/ 1939290 w 2585764"/>
              <a:gd name="connsiteY9-54" fmla="*/ 2533101 h 2533101"/>
              <a:gd name="connsiteX10-55" fmla="*/ 1939290 w 2585764"/>
              <a:gd name="connsiteY10-56" fmla="*/ 2533052 h 2533101"/>
              <a:gd name="connsiteX11-57" fmla="*/ 646430 w 2585764"/>
              <a:gd name="connsiteY11-58" fmla="*/ 2533052 h 2533101"/>
              <a:gd name="connsiteX12-59" fmla="*/ 646430 w 2585764"/>
              <a:gd name="connsiteY12-60" fmla="*/ 2533052 h 2533101"/>
              <a:gd name="connsiteX13-61" fmla="*/ 646430 w 2585764"/>
              <a:gd name="connsiteY13-62" fmla="*/ 1069250 h 2533101"/>
              <a:gd name="connsiteX14-63" fmla="*/ 646430 w 2585764"/>
              <a:gd name="connsiteY14-64" fmla="*/ 1069299 h 2533101"/>
              <a:gd name="connsiteX15-65" fmla="*/ 0 w 2585764"/>
              <a:gd name="connsiteY15-66" fmla="*/ 1069299 h 2533101"/>
              <a:gd name="connsiteX16-67" fmla="*/ 0 w 2585764"/>
              <a:gd name="connsiteY16-68" fmla="*/ 1069300 h 2533101"/>
              <a:gd name="connsiteX0-69" fmla="*/ 0 w 2585764"/>
              <a:gd name="connsiteY0-70" fmla="*/ 1069300 h 2533101"/>
              <a:gd name="connsiteX1-71" fmla="*/ 0 w 2585764"/>
              <a:gd name="connsiteY1-72" fmla="*/ 1069299 h 2533101"/>
              <a:gd name="connsiteX2-73" fmla="*/ 1292905 w 2585764"/>
              <a:gd name="connsiteY2-74" fmla="*/ 0 h 2533101"/>
              <a:gd name="connsiteX3-75" fmla="*/ 1292860 w 2585764"/>
              <a:gd name="connsiteY3-76" fmla="*/ 37 h 2533101"/>
              <a:gd name="connsiteX4-77" fmla="*/ 2585764 w 2585764"/>
              <a:gd name="connsiteY4-78" fmla="*/ 1069336 h 2533101"/>
              <a:gd name="connsiteX5-79" fmla="*/ 2585720 w 2585764"/>
              <a:gd name="connsiteY5-80" fmla="*/ 1069299 h 2533101"/>
              <a:gd name="connsiteX6-81" fmla="*/ 2585720 w 2585764"/>
              <a:gd name="connsiteY6-82" fmla="*/ 1069299 h 2533101"/>
              <a:gd name="connsiteX7-83" fmla="*/ 1939290 w 2585764"/>
              <a:gd name="connsiteY7-84" fmla="*/ 1069299 h 2533101"/>
              <a:gd name="connsiteX8-85" fmla="*/ 1939290 w 2585764"/>
              <a:gd name="connsiteY8-86" fmla="*/ 1069299 h 2533101"/>
              <a:gd name="connsiteX9-87" fmla="*/ 1939290 w 2585764"/>
              <a:gd name="connsiteY9-88" fmla="*/ 2533101 h 2533101"/>
              <a:gd name="connsiteX10-89" fmla="*/ 1939290 w 2585764"/>
              <a:gd name="connsiteY10-90" fmla="*/ 2533052 h 2533101"/>
              <a:gd name="connsiteX11-91" fmla="*/ 646430 w 2585764"/>
              <a:gd name="connsiteY11-92" fmla="*/ 2533052 h 2533101"/>
              <a:gd name="connsiteX12-93" fmla="*/ 646430 w 2585764"/>
              <a:gd name="connsiteY12-94" fmla="*/ 2533052 h 2533101"/>
              <a:gd name="connsiteX13-95" fmla="*/ 646430 w 2585764"/>
              <a:gd name="connsiteY13-96" fmla="*/ 1069250 h 2533101"/>
              <a:gd name="connsiteX14-97" fmla="*/ 646430 w 2585764"/>
              <a:gd name="connsiteY14-98" fmla="*/ 1069299 h 2533101"/>
              <a:gd name="connsiteX15-99" fmla="*/ 0 w 2585764"/>
              <a:gd name="connsiteY15-100" fmla="*/ 1069299 h 2533101"/>
              <a:gd name="connsiteX16-101" fmla="*/ 0 w 2585764"/>
              <a:gd name="connsiteY16-102" fmla="*/ 1069300 h 2533101"/>
              <a:gd name="connsiteX0-103" fmla="*/ 0 w 2585764"/>
              <a:gd name="connsiteY0-104" fmla="*/ 1069300 h 2533101"/>
              <a:gd name="connsiteX1-105" fmla="*/ 0 w 2585764"/>
              <a:gd name="connsiteY1-106" fmla="*/ 1069299 h 2533101"/>
              <a:gd name="connsiteX2-107" fmla="*/ 1292905 w 2585764"/>
              <a:gd name="connsiteY2-108" fmla="*/ 0 h 2533101"/>
              <a:gd name="connsiteX3-109" fmla="*/ 1292860 w 2585764"/>
              <a:gd name="connsiteY3-110" fmla="*/ 37 h 2533101"/>
              <a:gd name="connsiteX4-111" fmla="*/ 2585764 w 2585764"/>
              <a:gd name="connsiteY4-112" fmla="*/ 1069336 h 2533101"/>
              <a:gd name="connsiteX5-113" fmla="*/ 2585720 w 2585764"/>
              <a:gd name="connsiteY5-114" fmla="*/ 1069299 h 2533101"/>
              <a:gd name="connsiteX6-115" fmla="*/ 2585720 w 2585764"/>
              <a:gd name="connsiteY6-116" fmla="*/ 1069299 h 2533101"/>
              <a:gd name="connsiteX7-117" fmla="*/ 1939290 w 2585764"/>
              <a:gd name="connsiteY7-118" fmla="*/ 1069299 h 2533101"/>
              <a:gd name="connsiteX8-119" fmla="*/ 1939290 w 2585764"/>
              <a:gd name="connsiteY8-120" fmla="*/ 1069299 h 2533101"/>
              <a:gd name="connsiteX9-121" fmla="*/ 1939290 w 2585764"/>
              <a:gd name="connsiteY9-122" fmla="*/ 2533101 h 2533101"/>
              <a:gd name="connsiteX10-123" fmla="*/ 1939290 w 2585764"/>
              <a:gd name="connsiteY10-124" fmla="*/ 2533052 h 2533101"/>
              <a:gd name="connsiteX11-125" fmla="*/ 646430 w 2585764"/>
              <a:gd name="connsiteY11-126" fmla="*/ 2533052 h 2533101"/>
              <a:gd name="connsiteX12-127" fmla="*/ 646430 w 2585764"/>
              <a:gd name="connsiteY12-128" fmla="*/ 2533052 h 2533101"/>
              <a:gd name="connsiteX13-129" fmla="*/ 646430 w 2585764"/>
              <a:gd name="connsiteY13-130" fmla="*/ 1069250 h 2533101"/>
              <a:gd name="connsiteX14-131" fmla="*/ 646430 w 2585764"/>
              <a:gd name="connsiteY14-132" fmla="*/ 1069299 h 2533101"/>
              <a:gd name="connsiteX15-133" fmla="*/ 0 w 2585764"/>
              <a:gd name="connsiteY15-134" fmla="*/ 1069299 h 2533101"/>
              <a:gd name="connsiteX16-135" fmla="*/ 0 w 2585764"/>
              <a:gd name="connsiteY16-136" fmla="*/ 1069300 h 2533101"/>
              <a:gd name="connsiteX0-137" fmla="*/ 0 w 2585764"/>
              <a:gd name="connsiteY0-138" fmla="*/ 1069300 h 2533101"/>
              <a:gd name="connsiteX1-139" fmla="*/ 0 w 2585764"/>
              <a:gd name="connsiteY1-140" fmla="*/ 1069300 h 2533101"/>
              <a:gd name="connsiteX2-141" fmla="*/ 1292905 w 2585764"/>
              <a:gd name="connsiteY2-142" fmla="*/ 0 h 2533101"/>
              <a:gd name="connsiteX3-143" fmla="*/ 1292860 w 2585764"/>
              <a:gd name="connsiteY3-144" fmla="*/ 37 h 2533101"/>
              <a:gd name="connsiteX4-145" fmla="*/ 2585764 w 2585764"/>
              <a:gd name="connsiteY4-146" fmla="*/ 1069336 h 2533101"/>
              <a:gd name="connsiteX5-147" fmla="*/ 2585720 w 2585764"/>
              <a:gd name="connsiteY5-148" fmla="*/ 1069299 h 2533101"/>
              <a:gd name="connsiteX6-149" fmla="*/ 2585720 w 2585764"/>
              <a:gd name="connsiteY6-150" fmla="*/ 1069299 h 2533101"/>
              <a:gd name="connsiteX7-151" fmla="*/ 1939290 w 2585764"/>
              <a:gd name="connsiteY7-152" fmla="*/ 1069299 h 2533101"/>
              <a:gd name="connsiteX8-153" fmla="*/ 1939290 w 2585764"/>
              <a:gd name="connsiteY8-154" fmla="*/ 1069299 h 2533101"/>
              <a:gd name="connsiteX9-155" fmla="*/ 1939290 w 2585764"/>
              <a:gd name="connsiteY9-156" fmla="*/ 2533101 h 2533101"/>
              <a:gd name="connsiteX10-157" fmla="*/ 1939290 w 2585764"/>
              <a:gd name="connsiteY10-158" fmla="*/ 2533052 h 2533101"/>
              <a:gd name="connsiteX11-159" fmla="*/ 646430 w 2585764"/>
              <a:gd name="connsiteY11-160" fmla="*/ 2533052 h 2533101"/>
              <a:gd name="connsiteX12-161" fmla="*/ 646430 w 2585764"/>
              <a:gd name="connsiteY12-162" fmla="*/ 2533052 h 2533101"/>
              <a:gd name="connsiteX13-163" fmla="*/ 646430 w 2585764"/>
              <a:gd name="connsiteY13-164" fmla="*/ 1069250 h 2533101"/>
              <a:gd name="connsiteX14-165" fmla="*/ 646430 w 2585764"/>
              <a:gd name="connsiteY14-166" fmla="*/ 1069299 h 2533101"/>
              <a:gd name="connsiteX15-167" fmla="*/ 0 w 2585764"/>
              <a:gd name="connsiteY15-168" fmla="*/ 1069299 h 2533101"/>
              <a:gd name="connsiteX16-169" fmla="*/ 0 w 2585764"/>
              <a:gd name="connsiteY16-170" fmla="*/ 1069300 h 2533101"/>
              <a:gd name="connsiteX0-171" fmla="*/ 0 w 2585764"/>
              <a:gd name="connsiteY0-172" fmla="*/ 1069300 h 2533101"/>
              <a:gd name="connsiteX1-173" fmla="*/ 0 w 2585764"/>
              <a:gd name="connsiteY1-174" fmla="*/ 1069300 h 2533101"/>
              <a:gd name="connsiteX2-175" fmla="*/ 1292905 w 2585764"/>
              <a:gd name="connsiteY2-176" fmla="*/ 0 h 2533101"/>
              <a:gd name="connsiteX3-177" fmla="*/ 1292860 w 2585764"/>
              <a:gd name="connsiteY3-178" fmla="*/ 37 h 2533101"/>
              <a:gd name="connsiteX4-179" fmla="*/ 2585764 w 2585764"/>
              <a:gd name="connsiteY4-180" fmla="*/ 1069336 h 2533101"/>
              <a:gd name="connsiteX5-181" fmla="*/ 2585720 w 2585764"/>
              <a:gd name="connsiteY5-182" fmla="*/ 1069299 h 2533101"/>
              <a:gd name="connsiteX6-183" fmla="*/ 2585720 w 2585764"/>
              <a:gd name="connsiteY6-184" fmla="*/ 1069299 h 2533101"/>
              <a:gd name="connsiteX7-185" fmla="*/ 1939290 w 2585764"/>
              <a:gd name="connsiteY7-186" fmla="*/ 1069299 h 2533101"/>
              <a:gd name="connsiteX8-187" fmla="*/ 1939290 w 2585764"/>
              <a:gd name="connsiteY8-188" fmla="*/ 1069299 h 2533101"/>
              <a:gd name="connsiteX9-189" fmla="*/ 1939290 w 2585764"/>
              <a:gd name="connsiteY9-190" fmla="*/ 2533101 h 2533101"/>
              <a:gd name="connsiteX10-191" fmla="*/ 1939290 w 2585764"/>
              <a:gd name="connsiteY10-192" fmla="*/ 2533052 h 2533101"/>
              <a:gd name="connsiteX11-193" fmla="*/ 646430 w 2585764"/>
              <a:gd name="connsiteY11-194" fmla="*/ 2533052 h 2533101"/>
              <a:gd name="connsiteX12-195" fmla="*/ 646430 w 2585764"/>
              <a:gd name="connsiteY12-196" fmla="*/ 2533052 h 2533101"/>
              <a:gd name="connsiteX13-197" fmla="*/ 646430 w 2585764"/>
              <a:gd name="connsiteY13-198" fmla="*/ 1069250 h 2533101"/>
              <a:gd name="connsiteX14-199" fmla="*/ 646430 w 2585764"/>
              <a:gd name="connsiteY14-200" fmla="*/ 1069299 h 2533101"/>
              <a:gd name="connsiteX15-201" fmla="*/ 0 w 2585764"/>
              <a:gd name="connsiteY15-202" fmla="*/ 1069299 h 2533101"/>
              <a:gd name="connsiteX16-203" fmla="*/ 0 w 2585764"/>
              <a:gd name="connsiteY16-204" fmla="*/ 1069300 h 2533101"/>
              <a:gd name="connsiteX0-205" fmla="*/ 0 w 2585764"/>
              <a:gd name="connsiteY0-206" fmla="*/ 1069300 h 2533101"/>
              <a:gd name="connsiteX1-207" fmla="*/ 0 w 2585764"/>
              <a:gd name="connsiteY1-208" fmla="*/ 1069300 h 2533101"/>
              <a:gd name="connsiteX2-209" fmla="*/ 1292905 w 2585764"/>
              <a:gd name="connsiteY2-210" fmla="*/ 0 h 2533101"/>
              <a:gd name="connsiteX3-211" fmla="*/ 1292860 w 2585764"/>
              <a:gd name="connsiteY3-212" fmla="*/ 37 h 2533101"/>
              <a:gd name="connsiteX4-213" fmla="*/ 2585764 w 2585764"/>
              <a:gd name="connsiteY4-214" fmla="*/ 1069336 h 2533101"/>
              <a:gd name="connsiteX5-215" fmla="*/ 2585720 w 2585764"/>
              <a:gd name="connsiteY5-216" fmla="*/ 1069299 h 2533101"/>
              <a:gd name="connsiteX6-217" fmla="*/ 2585720 w 2585764"/>
              <a:gd name="connsiteY6-218" fmla="*/ 1069299 h 2533101"/>
              <a:gd name="connsiteX7-219" fmla="*/ 1939290 w 2585764"/>
              <a:gd name="connsiteY7-220" fmla="*/ 1069299 h 2533101"/>
              <a:gd name="connsiteX8-221" fmla="*/ 1939290 w 2585764"/>
              <a:gd name="connsiteY8-222" fmla="*/ 1069299 h 2533101"/>
              <a:gd name="connsiteX9-223" fmla="*/ 1939290 w 2585764"/>
              <a:gd name="connsiteY9-224" fmla="*/ 2533101 h 2533101"/>
              <a:gd name="connsiteX10-225" fmla="*/ 1939290 w 2585764"/>
              <a:gd name="connsiteY10-226" fmla="*/ 2533052 h 2533101"/>
              <a:gd name="connsiteX11-227" fmla="*/ 646430 w 2585764"/>
              <a:gd name="connsiteY11-228" fmla="*/ 2533052 h 2533101"/>
              <a:gd name="connsiteX12-229" fmla="*/ 646430 w 2585764"/>
              <a:gd name="connsiteY12-230" fmla="*/ 2533052 h 2533101"/>
              <a:gd name="connsiteX13-231" fmla="*/ 646430 w 2585764"/>
              <a:gd name="connsiteY13-232" fmla="*/ 1069250 h 2533101"/>
              <a:gd name="connsiteX14-233" fmla="*/ 646430 w 2585764"/>
              <a:gd name="connsiteY14-234" fmla="*/ 1069299 h 2533101"/>
              <a:gd name="connsiteX15-235" fmla="*/ 0 w 2585764"/>
              <a:gd name="connsiteY15-236" fmla="*/ 1069299 h 2533101"/>
              <a:gd name="connsiteX16-237" fmla="*/ 0 w 2585764"/>
              <a:gd name="connsiteY16-238" fmla="*/ 1069300 h 2533101"/>
              <a:gd name="connsiteX0-239" fmla="*/ 0 w 2585764"/>
              <a:gd name="connsiteY0-240" fmla="*/ 1069299 h 2533100"/>
              <a:gd name="connsiteX1-241" fmla="*/ 0 w 2585764"/>
              <a:gd name="connsiteY1-242" fmla="*/ 1069299 h 2533100"/>
              <a:gd name="connsiteX2-243" fmla="*/ 1292905 w 2585764"/>
              <a:gd name="connsiteY2-244" fmla="*/ 0 h 2533100"/>
              <a:gd name="connsiteX3-245" fmla="*/ 1292860 w 2585764"/>
              <a:gd name="connsiteY3-246" fmla="*/ 36 h 2533100"/>
              <a:gd name="connsiteX4-247" fmla="*/ 2585764 w 2585764"/>
              <a:gd name="connsiteY4-248" fmla="*/ 1069335 h 2533100"/>
              <a:gd name="connsiteX5-249" fmla="*/ 2585720 w 2585764"/>
              <a:gd name="connsiteY5-250" fmla="*/ 1069298 h 2533100"/>
              <a:gd name="connsiteX6-251" fmla="*/ 2585720 w 2585764"/>
              <a:gd name="connsiteY6-252" fmla="*/ 1069298 h 2533100"/>
              <a:gd name="connsiteX7-253" fmla="*/ 1939290 w 2585764"/>
              <a:gd name="connsiteY7-254" fmla="*/ 1069298 h 2533100"/>
              <a:gd name="connsiteX8-255" fmla="*/ 1939290 w 2585764"/>
              <a:gd name="connsiteY8-256" fmla="*/ 1069298 h 2533100"/>
              <a:gd name="connsiteX9-257" fmla="*/ 1939290 w 2585764"/>
              <a:gd name="connsiteY9-258" fmla="*/ 2533100 h 2533100"/>
              <a:gd name="connsiteX10-259" fmla="*/ 1939290 w 2585764"/>
              <a:gd name="connsiteY10-260" fmla="*/ 2533051 h 2533100"/>
              <a:gd name="connsiteX11-261" fmla="*/ 646430 w 2585764"/>
              <a:gd name="connsiteY11-262" fmla="*/ 2533051 h 2533100"/>
              <a:gd name="connsiteX12-263" fmla="*/ 646430 w 2585764"/>
              <a:gd name="connsiteY12-264" fmla="*/ 2533051 h 2533100"/>
              <a:gd name="connsiteX13-265" fmla="*/ 646430 w 2585764"/>
              <a:gd name="connsiteY13-266" fmla="*/ 1069249 h 2533100"/>
              <a:gd name="connsiteX14-267" fmla="*/ 646430 w 2585764"/>
              <a:gd name="connsiteY14-268" fmla="*/ 1069298 h 2533100"/>
              <a:gd name="connsiteX15-269" fmla="*/ 0 w 2585764"/>
              <a:gd name="connsiteY15-270" fmla="*/ 1069298 h 2533100"/>
              <a:gd name="connsiteX16-271" fmla="*/ 0 w 2585764"/>
              <a:gd name="connsiteY16-272" fmla="*/ 1069299 h 2533100"/>
              <a:gd name="connsiteX0-273" fmla="*/ 0 w 2585764"/>
              <a:gd name="connsiteY0-274" fmla="*/ 1069299 h 2533100"/>
              <a:gd name="connsiteX1-275" fmla="*/ 0 w 2585764"/>
              <a:gd name="connsiteY1-276" fmla="*/ 1069299 h 2533100"/>
              <a:gd name="connsiteX2-277" fmla="*/ 1292905 w 2585764"/>
              <a:gd name="connsiteY2-278" fmla="*/ 0 h 2533100"/>
              <a:gd name="connsiteX3-279" fmla="*/ 1292860 w 2585764"/>
              <a:gd name="connsiteY3-280" fmla="*/ 36 h 2533100"/>
              <a:gd name="connsiteX4-281" fmla="*/ 2585764 w 2585764"/>
              <a:gd name="connsiteY4-282" fmla="*/ 1069335 h 2533100"/>
              <a:gd name="connsiteX5-283" fmla="*/ 2585720 w 2585764"/>
              <a:gd name="connsiteY5-284" fmla="*/ 1069298 h 2533100"/>
              <a:gd name="connsiteX6-285" fmla="*/ 2585720 w 2585764"/>
              <a:gd name="connsiteY6-286" fmla="*/ 1069298 h 2533100"/>
              <a:gd name="connsiteX7-287" fmla="*/ 1939290 w 2585764"/>
              <a:gd name="connsiteY7-288" fmla="*/ 1069298 h 2533100"/>
              <a:gd name="connsiteX8-289" fmla="*/ 1939290 w 2585764"/>
              <a:gd name="connsiteY8-290" fmla="*/ 1069298 h 2533100"/>
              <a:gd name="connsiteX9-291" fmla="*/ 1939290 w 2585764"/>
              <a:gd name="connsiteY9-292" fmla="*/ 2533100 h 2533100"/>
              <a:gd name="connsiteX10-293" fmla="*/ 1939290 w 2585764"/>
              <a:gd name="connsiteY10-294" fmla="*/ 2533051 h 2533100"/>
              <a:gd name="connsiteX11-295" fmla="*/ 646430 w 2585764"/>
              <a:gd name="connsiteY11-296" fmla="*/ 2533051 h 2533100"/>
              <a:gd name="connsiteX12-297" fmla="*/ 646430 w 2585764"/>
              <a:gd name="connsiteY12-298" fmla="*/ 2533051 h 2533100"/>
              <a:gd name="connsiteX13-299" fmla="*/ 646430 w 2585764"/>
              <a:gd name="connsiteY13-300" fmla="*/ 1069249 h 2533100"/>
              <a:gd name="connsiteX14-301" fmla="*/ 646430 w 2585764"/>
              <a:gd name="connsiteY14-302" fmla="*/ 1069298 h 2533100"/>
              <a:gd name="connsiteX15-303" fmla="*/ 0 w 2585764"/>
              <a:gd name="connsiteY15-304" fmla="*/ 1069298 h 2533100"/>
              <a:gd name="connsiteX16-305" fmla="*/ 0 w 2585764"/>
              <a:gd name="connsiteY16-306" fmla="*/ 1069299 h 2533100"/>
              <a:gd name="connsiteX0-307" fmla="*/ 0 w 2585764"/>
              <a:gd name="connsiteY0-308" fmla="*/ 1069299 h 2533100"/>
              <a:gd name="connsiteX1-309" fmla="*/ 0 w 2585764"/>
              <a:gd name="connsiteY1-310" fmla="*/ 1069299 h 2533100"/>
              <a:gd name="connsiteX2-311" fmla="*/ 1292905 w 2585764"/>
              <a:gd name="connsiteY2-312" fmla="*/ 0 h 2533100"/>
              <a:gd name="connsiteX3-313" fmla="*/ 1292860 w 2585764"/>
              <a:gd name="connsiteY3-314" fmla="*/ 36 h 2533100"/>
              <a:gd name="connsiteX4-315" fmla="*/ 2585764 w 2585764"/>
              <a:gd name="connsiteY4-316" fmla="*/ 1069335 h 2533100"/>
              <a:gd name="connsiteX5-317" fmla="*/ 2585720 w 2585764"/>
              <a:gd name="connsiteY5-318" fmla="*/ 1069298 h 2533100"/>
              <a:gd name="connsiteX6-319" fmla="*/ 2585720 w 2585764"/>
              <a:gd name="connsiteY6-320" fmla="*/ 1069298 h 2533100"/>
              <a:gd name="connsiteX7-321" fmla="*/ 1939290 w 2585764"/>
              <a:gd name="connsiteY7-322" fmla="*/ 1069298 h 2533100"/>
              <a:gd name="connsiteX8-323" fmla="*/ 1939290 w 2585764"/>
              <a:gd name="connsiteY8-324" fmla="*/ 1069298 h 2533100"/>
              <a:gd name="connsiteX9-325" fmla="*/ 1939290 w 2585764"/>
              <a:gd name="connsiteY9-326" fmla="*/ 2533100 h 2533100"/>
              <a:gd name="connsiteX10-327" fmla="*/ 1939290 w 2585764"/>
              <a:gd name="connsiteY10-328" fmla="*/ 2533051 h 2533100"/>
              <a:gd name="connsiteX11-329" fmla="*/ 646430 w 2585764"/>
              <a:gd name="connsiteY11-330" fmla="*/ 2533051 h 2533100"/>
              <a:gd name="connsiteX12-331" fmla="*/ 646430 w 2585764"/>
              <a:gd name="connsiteY12-332" fmla="*/ 2533051 h 2533100"/>
              <a:gd name="connsiteX13-333" fmla="*/ 646430 w 2585764"/>
              <a:gd name="connsiteY13-334" fmla="*/ 1069249 h 2533100"/>
              <a:gd name="connsiteX14-335" fmla="*/ 646430 w 2585764"/>
              <a:gd name="connsiteY14-336" fmla="*/ 1069298 h 2533100"/>
              <a:gd name="connsiteX15-337" fmla="*/ 0 w 2585764"/>
              <a:gd name="connsiteY15-338" fmla="*/ 1069298 h 2533100"/>
              <a:gd name="connsiteX16-339" fmla="*/ 0 w 2585764"/>
              <a:gd name="connsiteY16-340" fmla="*/ 1069299 h 2533100"/>
              <a:gd name="connsiteX0-341" fmla="*/ 0 w 2585764"/>
              <a:gd name="connsiteY0-342" fmla="*/ 1069299 h 2533100"/>
              <a:gd name="connsiteX1-343" fmla="*/ 0 w 2585764"/>
              <a:gd name="connsiteY1-344" fmla="*/ 1069299 h 2533100"/>
              <a:gd name="connsiteX2-345" fmla="*/ 1292905 w 2585764"/>
              <a:gd name="connsiteY2-346" fmla="*/ 0 h 2533100"/>
              <a:gd name="connsiteX3-347" fmla="*/ 1292860 w 2585764"/>
              <a:gd name="connsiteY3-348" fmla="*/ 36 h 2533100"/>
              <a:gd name="connsiteX4-349" fmla="*/ 2585764 w 2585764"/>
              <a:gd name="connsiteY4-350" fmla="*/ 1069335 h 2533100"/>
              <a:gd name="connsiteX5-351" fmla="*/ 2585720 w 2585764"/>
              <a:gd name="connsiteY5-352" fmla="*/ 1069298 h 2533100"/>
              <a:gd name="connsiteX6-353" fmla="*/ 2585720 w 2585764"/>
              <a:gd name="connsiteY6-354" fmla="*/ 1069298 h 2533100"/>
              <a:gd name="connsiteX7-355" fmla="*/ 1939290 w 2585764"/>
              <a:gd name="connsiteY7-356" fmla="*/ 1069298 h 2533100"/>
              <a:gd name="connsiteX8-357" fmla="*/ 1939290 w 2585764"/>
              <a:gd name="connsiteY8-358" fmla="*/ 1069298 h 2533100"/>
              <a:gd name="connsiteX9-359" fmla="*/ 1939290 w 2585764"/>
              <a:gd name="connsiteY9-360" fmla="*/ 2533100 h 2533100"/>
              <a:gd name="connsiteX10-361" fmla="*/ 1939290 w 2585764"/>
              <a:gd name="connsiteY10-362" fmla="*/ 2533051 h 2533100"/>
              <a:gd name="connsiteX11-363" fmla="*/ 646430 w 2585764"/>
              <a:gd name="connsiteY11-364" fmla="*/ 2533051 h 2533100"/>
              <a:gd name="connsiteX12-365" fmla="*/ 646430 w 2585764"/>
              <a:gd name="connsiteY12-366" fmla="*/ 2533051 h 2533100"/>
              <a:gd name="connsiteX13-367" fmla="*/ 646430 w 2585764"/>
              <a:gd name="connsiteY13-368" fmla="*/ 1069249 h 2533100"/>
              <a:gd name="connsiteX14-369" fmla="*/ 646430 w 2585764"/>
              <a:gd name="connsiteY14-370" fmla="*/ 1069298 h 2533100"/>
              <a:gd name="connsiteX15-371" fmla="*/ 0 w 2585764"/>
              <a:gd name="connsiteY15-372" fmla="*/ 1069298 h 2533100"/>
              <a:gd name="connsiteX16-373" fmla="*/ 0 w 2585764"/>
              <a:gd name="connsiteY16-374" fmla="*/ 1069299 h 2533100"/>
              <a:gd name="connsiteX0-375" fmla="*/ 0 w 2585764"/>
              <a:gd name="connsiteY0-376" fmla="*/ 1069299 h 2533100"/>
              <a:gd name="connsiteX1-377" fmla="*/ 0 w 2585764"/>
              <a:gd name="connsiteY1-378" fmla="*/ 1069299 h 2533100"/>
              <a:gd name="connsiteX2-379" fmla="*/ 1292905 w 2585764"/>
              <a:gd name="connsiteY2-380" fmla="*/ 0 h 2533100"/>
              <a:gd name="connsiteX3-381" fmla="*/ 1292860 w 2585764"/>
              <a:gd name="connsiteY3-382" fmla="*/ 36 h 2533100"/>
              <a:gd name="connsiteX4-383" fmla="*/ 2585764 w 2585764"/>
              <a:gd name="connsiteY4-384" fmla="*/ 1069335 h 2533100"/>
              <a:gd name="connsiteX5-385" fmla="*/ 2585720 w 2585764"/>
              <a:gd name="connsiteY5-386" fmla="*/ 1069298 h 2533100"/>
              <a:gd name="connsiteX6-387" fmla="*/ 2585720 w 2585764"/>
              <a:gd name="connsiteY6-388" fmla="*/ 1069298 h 2533100"/>
              <a:gd name="connsiteX7-389" fmla="*/ 1939290 w 2585764"/>
              <a:gd name="connsiteY7-390" fmla="*/ 1069298 h 2533100"/>
              <a:gd name="connsiteX8-391" fmla="*/ 1939290 w 2585764"/>
              <a:gd name="connsiteY8-392" fmla="*/ 1069298 h 2533100"/>
              <a:gd name="connsiteX9-393" fmla="*/ 1939290 w 2585764"/>
              <a:gd name="connsiteY9-394" fmla="*/ 2533100 h 2533100"/>
              <a:gd name="connsiteX10-395" fmla="*/ 1939290 w 2585764"/>
              <a:gd name="connsiteY10-396" fmla="*/ 2533051 h 2533100"/>
              <a:gd name="connsiteX11-397" fmla="*/ 646430 w 2585764"/>
              <a:gd name="connsiteY11-398" fmla="*/ 2533051 h 2533100"/>
              <a:gd name="connsiteX12-399" fmla="*/ 646430 w 2585764"/>
              <a:gd name="connsiteY12-400" fmla="*/ 2533051 h 2533100"/>
              <a:gd name="connsiteX13-401" fmla="*/ 646430 w 2585764"/>
              <a:gd name="connsiteY13-402" fmla="*/ 1069249 h 2533100"/>
              <a:gd name="connsiteX14-403" fmla="*/ 646430 w 2585764"/>
              <a:gd name="connsiteY14-404" fmla="*/ 1069298 h 2533100"/>
              <a:gd name="connsiteX15-405" fmla="*/ 0 w 2585764"/>
              <a:gd name="connsiteY15-406" fmla="*/ 1069298 h 2533100"/>
              <a:gd name="connsiteX16-407" fmla="*/ 0 w 2585764"/>
              <a:gd name="connsiteY16-408" fmla="*/ 1069299 h 2533100"/>
              <a:gd name="connsiteX0-409" fmla="*/ 0 w 2585764"/>
              <a:gd name="connsiteY0-410" fmla="*/ 1069299 h 2533100"/>
              <a:gd name="connsiteX1-411" fmla="*/ 0 w 2585764"/>
              <a:gd name="connsiteY1-412" fmla="*/ 1069299 h 2533100"/>
              <a:gd name="connsiteX2-413" fmla="*/ 1292905 w 2585764"/>
              <a:gd name="connsiteY2-414" fmla="*/ 0 h 2533100"/>
              <a:gd name="connsiteX3-415" fmla="*/ 1292860 w 2585764"/>
              <a:gd name="connsiteY3-416" fmla="*/ 36 h 2533100"/>
              <a:gd name="connsiteX4-417" fmla="*/ 2585764 w 2585764"/>
              <a:gd name="connsiteY4-418" fmla="*/ 1069335 h 2533100"/>
              <a:gd name="connsiteX5-419" fmla="*/ 2585720 w 2585764"/>
              <a:gd name="connsiteY5-420" fmla="*/ 1069298 h 2533100"/>
              <a:gd name="connsiteX6-421" fmla="*/ 2585720 w 2585764"/>
              <a:gd name="connsiteY6-422" fmla="*/ 1069298 h 2533100"/>
              <a:gd name="connsiteX7-423" fmla="*/ 1939290 w 2585764"/>
              <a:gd name="connsiteY7-424" fmla="*/ 1069298 h 2533100"/>
              <a:gd name="connsiteX8-425" fmla="*/ 1939290 w 2585764"/>
              <a:gd name="connsiteY8-426" fmla="*/ 1069298 h 2533100"/>
              <a:gd name="connsiteX9-427" fmla="*/ 1939290 w 2585764"/>
              <a:gd name="connsiteY9-428" fmla="*/ 2533100 h 2533100"/>
              <a:gd name="connsiteX10-429" fmla="*/ 1939290 w 2585764"/>
              <a:gd name="connsiteY10-430" fmla="*/ 2533051 h 2533100"/>
              <a:gd name="connsiteX11-431" fmla="*/ 646430 w 2585764"/>
              <a:gd name="connsiteY11-432" fmla="*/ 2533051 h 2533100"/>
              <a:gd name="connsiteX12-433" fmla="*/ 646430 w 2585764"/>
              <a:gd name="connsiteY12-434" fmla="*/ 2533051 h 2533100"/>
              <a:gd name="connsiteX13-435" fmla="*/ 646430 w 2585764"/>
              <a:gd name="connsiteY13-436" fmla="*/ 1069249 h 2533100"/>
              <a:gd name="connsiteX14-437" fmla="*/ 646430 w 2585764"/>
              <a:gd name="connsiteY14-438" fmla="*/ 1069298 h 2533100"/>
              <a:gd name="connsiteX15-439" fmla="*/ 0 w 2585764"/>
              <a:gd name="connsiteY15-440" fmla="*/ 1069298 h 2533100"/>
              <a:gd name="connsiteX16-441" fmla="*/ 0 w 2585764"/>
              <a:gd name="connsiteY16-442" fmla="*/ 1069299 h 2533100"/>
              <a:gd name="connsiteX0-443" fmla="*/ 0 w 2585764"/>
              <a:gd name="connsiteY0-444" fmla="*/ 1069299 h 2533100"/>
              <a:gd name="connsiteX1-445" fmla="*/ 0 w 2585764"/>
              <a:gd name="connsiteY1-446" fmla="*/ 1069299 h 2533100"/>
              <a:gd name="connsiteX2-447" fmla="*/ 1292905 w 2585764"/>
              <a:gd name="connsiteY2-448" fmla="*/ 0 h 2533100"/>
              <a:gd name="connsiteX3-449" fmla="*/ 1292860 w 2585764"/>
              <a:gd name="connsiteY3-450" fmla="*/ 36 h 2533100"/>
              <a:gd name="connsiteX4-451" fmla="*/ 2585764 w 2585764"/>
              <a:gd name="connsiteY4-452" fmla="*/ 1069335 h 2533100"/>
              <a:gd name="connsiteX5-453" fmla="*/ 2585720 w 2585764"/>
              <a:gd name="connsiteY5-454" fmla="*/ 1069298 h 2533100"/>
              <a:gd name="connsiteX6-455" fmla="*/ 2585720 w 2585764"/>
              <a:gd name="connsiteY6-456" fmla="*/ 1069298 h 2533100"/>
              <a:gd name="connsiteX7-457" fmla="*/ 1939290 w 2585764"/>
              <a:gd name="connsiteY7-458" fmla="*/ 1069298 h 2533100"/>
              <a:gd name="connsiteX8-459" fmla="*/ 1939290 w 2585764"/>
              <a:gd name="connsiteY8-460" fmla="*/ 1069298 h 2533100"/>
              <a:gd name="connsiteX9-461" fmla="*/ 1939290 w 2585764"/>
              <a:gd name="connsiteY9-462" fmla="*/ 2533100 h 2533100"/>
              <a:gd name="connsiteX10-463" fmla="*/ 1939290 w 2585764"/>
              <a:gd name="connsiteY10-464" fmla="*/ 2533051 h 2533100"/>
              <a:gd name="connsiteX11-465" fmla="*/ 646430 w 2585764"/>
              <a:gd name="connsiteY11-466" fmla="*/ 2533051 h 2533100"/>
              <a:gd name="connsiteX12-467" fmla="*/ 646430 w 2585764"/>
              <a:gd name="connsiteY12-468" fmla="*/ 2533051 h 2533100"/>
              <a:gd name="connsiteX13-469" fmla="*/ 646430 w 2585764"/>
              <a:gd name="connsiteY13-470" fmla="*/ 1069249 h 2533100"/>
              <a:gd name="connsiteX14-471" fmla="*/ 646430 w 2585764"/>
              <a:gd name="connsiteY14-472" fmla="*/ 1069298 h 2533100"/>
              <a:gd name="connsiteX15-473" fmla="*/ 0 w 2585764"/>
              <a:gd name="connsiteY15-474" fmla="*/ 1069298 h 2533100"/>
              <a:gd name="connsiteX16-475" fmla="*/ 0 w 2585764"/>
              <a:gd name="connsiteY16-476" fmla="*/ 1069299 h 2533100"/>
              <a:gd name="connsiteX0-477" fmla="*/ 0 w 2585764"/>
              <a:gd name="connsiteY0-478" fmla="*/ 1069299 h 2533100"/>
              <a:gd name="connsiteX1-479" fmla="*/ 0 w 2585764"/>
              <a:gd name="connsiteY1-480" fmla="*/ 1069299 h 2533100"/>
              <a:gd name="connsiteX2-481" fmla="*/ 1292905 w 2585764"/>
              <a:gd name="connsiteY2-482" fmla="*/ 0 h 2533100"/>
              <a:gd name="connsiteX3-483" fmla="*/ 1292860 w 2585764"/>
              <a:gd name="connsiteY3-484" fmla="*/ 36 h 2533100"/>
              <a:gd name="connsiteX4-485" fmla="*/ 2585764 w 2585764"/>
              <a:gd name="connsiteY4-486" fmla="*/ 1069335 h 2533100"/>
              <a:gd name="connsiteX5-487" fmla="*/ 2585720 w 2585764"/>
              <a:gd name="connsiteY5-488" fmla="*/ 1069298 h 2533100"/>
              <a:gd name="connsiteX6-489" fmla="*/ 2585720 w 2585764"/>
              <a:gd name="connsiteY6-490" fmla="*/ 1069298 h 2533100"/>
              <a:gd name="connsiteX7-491" fmla="*/ 1939290 w 2585764"/>
              <a:gd name="connsiteY7-492" fmla="*/ 1069298 h 2533100"/>
              <a:gd name="connsiteX8-493" fmla="*/ 1939290 w 2585764"/>
              <a:gd name="connsiteY8-494" fmla="*/ 1069298 h 2533100"/>
              <a:gd name="connsiteX9-495" fmla="*/ 1939290 w 2585764"/>
              <a:gd name="connsiteY9-496" fmla="*/ 2533100 h 2533100"/>
              <a:gd name="connsiteX10-497" fmla="*/ 1939290 w 2585764"/>
              <a:gd name="connsiteY10-498" fmla="*/ 2533051 h 2533100"/>
              <a:gd name="connsiteX11-499" fmla="*/ 646430 w 2585764"/>
              <a:gd name="connsiteY11-500" fmla="*/ 2533051 h 2533100"/>
              <a:gd name="connsiteX12-501" fmla="*/ 646430 w 2585764"/>
              <a:gd name="connsiteY12-502" fmla="*/ 2533051 h 2533100"/>
              <a:gd name="connsiteX13-503" fmla="*/ 646430 w 2585764"/>
              <a:gd name="connsiteY13-504" fmla="*/ 1069249 h 2533100"/>
              <a:gd name="connsiteX14-505" fmla="*/ 646430 w 2585764"/>
              <a:gd name="connsiteY14-506" fmla="*/ 1069298 h 2533100"/>
              <a:gd name="connsiteX15-507" fmla="*/ 0 w 2585764"/>
              <a:gd name="connsiteY15-508" fmla="*/ 1069298 h 2533100"/>
              <a:gd name="connsiteX16-509" fmla="*/ 0 w 2585764"/>
              <a:gd name="connsiteY16-510" fmla="*/ 1069299 h 2533100"/>
              <a:gd name="connsiteX0-511" fmla="*/ 0 w 2585764"/>
              <a:gd name="connsiteY0-512" fmla="*/ 1069299 h 2533100"/>
              <a:gd name="connsiteX1-513" fmla="*/ 0 w 2585764"/>
              <a:gd name="connsiteY1-514" fmla="*/ 1069299 h 2533100"/>
              <a:gd name="connsiteX2-515" fmla="*/ 1292905 w 2585764"/>
              <a:gd name="connsiteY2-516" fmla="*/ 0 h 2533100"/>
              <a:gd name="connsiteX3-517" fmla="*/ 1292860 w 2585764"/>
              <a:gd name="connsiteY3-518" fmla="*/ 36 h 2533100"/>
              <a:gd name="connsiteX4-519" fmla="*/ 2585764 w 2585764"/>
              <a:gd name="connsiteY4-520" fmla="*/ 1069335 h 2533100"/>
              <a:gd name="connsiteX5-521" fmla="*/ 2585720 w 2585764"/>
              <a:gd name="connsiteY5-522" fmla="*/ 1069298 h 2533100"/>
              <a:gd name="connsiteX6-523" fmla="*/ 2585720 w 2585764"/>
              <a:gd name="connsiteY6-524" fmla="*/ 1069298 h 2533100"/>
              <a:gd name="connsiteX7-525" fmla="*/ 1939290 w 2585764"/>
              <a:gd name="connsiteY7-526" fmla="*/ 1069298 h 2533100"/>
              <a:gd name="connsiteX8-527" fmla="*/ 1939290 w 2585764"/>
              <a:gd name="connsiteY8-528" fmla="*/ 1069298 h 2533100"/>
              <a:gd name="connsiteX9-529" fmla="*/ 1939290 w 2585764"/>
              <a:gd name="connsiteY9-530" fmla="*/ 2533100 h 2533100"/>
              <a:gd name="connsiteX10-531" fmla="*/ 1939290 w 2585764"/>
              <a:gd name="connsiteY10-532" fmla="*/ 2533051 h 2533100"/>
              <a:gd name="connsiteX11-533" fmla="*/ 646430 w 2585764"/>
              <a:gd name="connsiteY11-534" fmla="*/ 2533051 h 2533100"/>
              <a:gd name="connsiteX12-535" fmla="*/ 646430 w 2585764"/>
              <a:gd name="connsiteY12-536" fmla="*/ 2533051 h 2533100"/>
              <a:gd name="connsiteX13-537" fmla="*/ 646430 w 2585764"/>
              <a:gd name="connsiteY13-538" fmla="*/ 1069249 h 2533100"/>
              <a:gd name="connsiteX14-539" fmla="*/ 646430 w 2585764"/>
              <a:gd name="connsiteY14-540" fmla="*/ 1069298 h 2533100"/>
              <a:gd name="connsiteX15-541" fmla="*/ 0 w 2585764"/>
              <a:gd name="connsiteY15-542" fmla="*/ 1069298 h 2533100"/>
              <a:gd name="connsiteX16-543" fmla="*/ 0 w 2585764"/>
              <a:gd name="connsiteY16-544" fmla="*/ 1069299 h 2533100"/>
              <a:gd name="connsiteX0-545" fmla="*/ 0 w 2585764"/>
              <a:gd name="connsiteY0-546" fmla="*/ 1069299 h 2533100"/>
              <a:gd name="connsiteX1-547" fmla="*/ 0 w 2585764"/>
              <a:gd name="connsiteY1-548" fmla="*/ 1069299 h 2533100"/>
              <a:gd name="connsiteX2-549" fmla="*/ 1292905 w 2585764"/>
              <a:gd name="connsiteY2-550" fmla="*/ 0 h 2533100"/>
              <a:gd name="connsiteX3-551" fmla="*/ 1292860 w 2585764"/>
              <a:gd name="connsiteY3-552" fmla="*/ 36 h 2533100"/>
              <a:gd name="connsiteX4-553" fmla="*/ 2585764 w 2585764"/>
              <a:gd name="connsiteY4-554" fmla="*/ 1069335 h 2533100"/>
              <a:gd name="connsiteX5-555" fmla="*/ 2585720 w 2585764"/>
              <a:gd name="connsiteY5-556" fmla="*/ 1069298 h 2533100"/>
              <a:gd name="connsiteX6-557" fmla="*/ 2585720 w 2585764"/>
              <a:gd name="connsiteY6-558" fmla="*/ 1069298 h 2533100"/>
              <a:gd name="connsiteX7-559" fmla="*/ 1939290 w 2585764"/>
              <a:gd name="connsiteY7-560" fmla="*/ 1069298 h 2533100"/>
              <a:gd name="connsiteX8-561" fmla="*/ 1939290 w 2585764"/>
              <a:gd name="connsiteY8-562" fmla="*/ 1069298 h 2533100"/>
              <a:gd name="connsiteX9-563" fmla="*/ 1939290 w 2585764"/>
              <a:gd name="connsiteY9-564" fmla="*/ 2533100 h 2533100"/>
              <a:gd name="connsiteX10-565" fmla="*/ 1939290 w 2585764"/>
              <a:gd name="connsiteY10-566" fmla="*/ 2533051 h 2533100"/>
              <a:gd name="connsiteX11-567" fmla="*/ 646430 w 2585764"/>
              <a:gd name="connsiteY11-568" fmla="*/ 2533051 h 2533100"/>
              <a:gd name="connsiteX12-569" fmla="*/ 646430 w 2585764"/>
              <a:gd name="connsiteY12-570" fmla="*/ 2533051 h 2533100"/>
              <a:gd name="connsiteX13-571" fmla="*/ 646430 w 2585764"/>
              <a:gd name="connsiteY13-572" fmla="*/ 1069249 h 2533100"/>
              <a:gd name="connsiteX14-573" fmla="*/ 646430 w 2585764"/>
              <a:gd name="connsiteY14-574" fmla="*/ 1069298 h 2533100"/>
              <a:gd name="connsiteX15-575" fmla="*/ 0 w 2585764"/>
              <a:gd name="connsiteY15-576" fmla="*/ 1069298 h 2533100"/>
              <a:gd name="connsiteX16-577" fmla="*/ 0 w 2585764"/>
              <a:gd name="connsiteY16-578" fmla="*/ 1069299 h 2533100"/>
              <a:gd name="connsiteX0-579" fmla="*/ 0 w 2585764"/>
              <a:gd name="connsiteY0-580" fmla="*/ 1069299 h 2533100"/>
              <a:gd name="connsiteX1-581" fmla="*/ 0 w 2585764"/>
              <a:gd name="connsiteY1-582" fmla="*/ 1069299 h 2533100"/>
              <a:gd name="connsiteX2-583" fmla="*/ 1292905 w 2585764"/>
              <a:gd name="connsiteY2-584" fmla="*/ 0 h 2533100"/>
              <a:gd name="connsiteX3-585" fmla="*/ 1292860 w 2585764"/>
              <a:gd name="connsiteY3-586" fmla="*/ 36 h 2533100"/>
              <a:gd name="connsiteX4-587" fmla="*/ 2585764 w 2585764"/>
              <a:gd name="connsiteY4-588" fmla="*/ 1069335 h 2533100"/>
              <a:gd name="connsiteX5-589" fmla="*/ 2585720 w 2585764"/>
              <a:gd name="connsiteY5-590" fmla="*/ 1069298 h 2533100"/>
              <a:gd name="connsiteX6-591" fmla="*/ 2585720 w 2585764"/>
              <a:gd name="connsiteY6-592" fmla="*/ 1069298 h 2533100"/>
              <a:gd name="connsiteX7-593" fmla="*/ 1939290 w 2585764"/>
              <a:gd name="connsiteY7-594" fmla="*/ 1069298 h 2533100"/>
              <a:gd name="connsiteX8-595" fmla="*/ 1939290 w 2585764"/>
              <a:gd name="connsiteY8-596" fmla="*/ 1069298 h 2533100"/>
              <a:gd name="connsiteX9-597" fmla="*/ 1939290 w 2585764"/>
              <a:gd name="connsiteY9-598" fmla="*/ 2533100 h 2533100"/>
              <a:gd name="connsiteX10-599" fmla="*/ 1939290 w 2585764"/>
              <a:gd name="connsiteY10-600" fmla="*/ 2533051 h 2533100"/>
              <a:gd name="connsiteX11-601" fmla="*/ 646430 w 2585764"/>
              <a:gd name="connsiteY11-602" fmla="*/ 2533051 h 2533100"/>
              <a:gd name="connsiteX12-603" fmla="*/ 646430 w 2585764"/>
              <a:gd name="connsiteY12-604" fmla="*/ 2533051 h 2533100"/>
              <a:gd name="connsiteX13-605" fmla="*/ 646430 w 2585764"/>
              <a:gd name="connsiteY13-606" fmla="*/ 1069249 h 2533100"/>
              <a:gd name="connsiteX14-607" fmla="*/ 646430 w 2585764"/>
              <a:gd name="connsiteY14-608" fmla="*/ 1069298 h 2533100"/>
              <a:gd name="connsiteX15-609" fmla="*/ 0 w 2585764"/>
              <a:gd name="connsiteY15-610" fmla="*/ 1069298 h 2533100"/>
              <a:gd name="connsiteX16-611" fmla="*/ 0 w 2585764"/>
              <a:gd name="connsiteY16-612" fmla="*/ 1069299 h 2533100"/>
              <a:gd name="connsiteX0-613" fmla="*/ 0 w 2585764"/>
              <a:gd name="connsiteY0-614" fmla="*/ 1069299 h 2533100"/>
              <a:gd name="connsiteX1-615" fmla="*/ 0 w 2585764"/>
              <a:gd name="connsiteY1-616" fmla="*/ 1069299 h 2533100"/>
              <a:gd name="connsiteX2-617" fmla="*/ 1292905 w 2585764"/>
              <a:gd name="connsiteY2-618" fmla="*/ 0 h 2533100"/>
              <a:gd name="connsiteX3-619" fmla="*/ 1292860 w 2585764"/>
              <a:gd name="connsiteY3-620" fmla="*/ 36 h 2533100"/>
              <a:gd name="connsiteX4-621" fmla="*/ 2585764 w 2585764"/>
              <a:gd name="connsiteY4-622" fmla="*/ 1069335 h 2533100"/>
              <a:gd name="connsiteX5-623" fmla="*/ 2585720 w 2585764"/>
              <a:gd name="connsiteY5-624" fmla="*/ 1069298 h 2533100"/>
              <a:gd name="connsiteX6-625" fmla="*/ 2585720 w 2585764"/>
              <a:gd name="connsiteY6-626" fmla="*/ 1069298 h 2533100"/>
              <a:gd name="connsiteX7-627" fmla="*/ 1939290 w 2585764"/>
              <a:gd name="connsiteY7-628" fmla="*/ 1069298 h 2533100"/>
              <a:gd name="connsiteX8-629" fmla="*/ 1939290 w 2585764"/>
              <a:gd name="connsiteY8-630" fmla="*/ 1069298 h 2533100"/>
              <a:gd name="connsiteX9-631" fmla="*/ 1939290 w 2585764"/>
              <a:gd name="connsiteY9-632" fmla="*/ 2533100 h 2533100"/>
              <a:gd name="connsiteX10-633" fmla="*/ 1939290 w 2585764"/>
              <a:gd name="connsiteY10-634" fmla="*/ 2533051 h 2533100"/>
              <a:gd name="connsiteX11-635" fmla="*/ 646430 w 2585764"/>
              <a:gd name="connsiteY11-636" fmla="*/ 2533051 h 2533100"/>
              <a:gd name="connsiteX12-637" fmla="*/ 646430 w 2585764"/>
              <a:gd name="connsiteY12-638" fmla="*/ 2533051 h 2533100"/>
              <a:gd name="connsiteX13-639" fmla="*/ 646430 w 2585764"/>
              <a:gd name="connsiteY13-640" fmla="*/ 1069249 h 2533100"/>
              <a:gd name="connsiteX14-641" fmla="*/ 646430 w 2585764"/>
              <a:gd name="connsiteY14-642" fmla="*/ 1069298 h 2533100"/>
              <a:gd name="connsiteX15-643" fmla="*/ 0 w 2585764"/>
              <a:gd name="connsiteY15-644" fmla="*/ 1069298 h 2533100"/>
              <a:gd name="connsiteX16-645" fmla="*/ 0 w 2585764"/>
              <a:gd name="connsiteY16-646" fmla="*/ 1069299 h 2533100"/>
              <a:gd name="connsiteX0-647" fmla="*/ 0 w 2585764"/>
              <a:gd name="connsiteY0-648" fmla="*/ 1069299 h 2533100"/>
              <a:gd name="connsiteX1-649" fmla="*/ 0 w 2585764"/>
              <a:gd name="connsiteY1-650" fmla="*/ 1069299 h 2533100"/>
              <a:gd name="connsiteX2-651" fmla="*/ 1292905 w 2585764"/>
              <a:gd name="connsiteY2-652" fmla="*/ 0 h 2533100"/>
              <a:gd name="connsiteX3-653" fmla="*/ 1292860 w 2585764"/>
              <a:gd name="connsiteY3-654" fmla="*/ 36 h 2533100"/>
              <a:gd name="connsiteX4-655" fmla="*/ 2585764 w 2585764"/>
              <a:gd name="connsiteY4-656" fmla="*/ 1069335 h 2533100"/>
              <a:gd name="connsiteX5-657" fmla="*/ 2585720 w 2585764"/>
              <a:gd name="connsiteY5-658" fmla="*/ 1069298 h 2533100"/>
              <a:gd name="connsiteX6-659" fmla="*/ 2585720 w 2585764"/>
              <a:gd name="connsiteY6-660" fmla="*/ 1069298 h 2533100"/>
              <a:gd name="connsiteX7-661" fmla="*/ 1939290 w 2585764"/>
              <a:gd name="connsiteY7-662" fmla="*/ 1069298 h 2533100"/>
              <a:gd name="connsiteX8-663" fmla="*/ 1939290 w 2585764"/>
              <a:gd name="connsiteY8-664" fmla="*/ 1069298 h 2533100"/>
              <a:gd name="connsiteX9-665" fmla="*/ 1939290 w 2585764"/>
              <a:gd name="connsiteY9-666" fmla="*/ 2533100 h 2533100"/>
              <a:gd name="connsiteX10-667" fmla="*/ 1939290 w 2585764"/>
              <a:gd name="connsiteY10-668" fmla="*/ 2533051 h 2533100"/>
              <a:gd name="connsiteX11-669" fmla="*/ 646430 w 2585764"/>
              <a:gd name="connsiteY11-670" fmla="*/ 2533051 h 2533100"/>
              <a:gd name="connsiteX12-671" fmla="*/ 646430 w 2585764"/>
              <a:gd name="connsiteY12-672" fmla="*/ 2533051 h 2533100"/>
              <a:gd name="connsiteX13-673" fmla="*/ 646430 w 2585764"/>
              <a:gd name="connsiteY13-674" fmla="*/ 1069249 h 2533100"/>
              <a:gd name="connsiteX14-675" fmla="*/ 646430 w 2585764"/>
              <a:gd name="connsiteY14-676" fmla="*/ 1069298 h 2533100"/>
              <a:gd name="connsiteX15-677" fmla="*/ 0 w 2585764"/>
              <a:gd name="connsiteY15-678" fmla="*/ 1069298 h 2533100"/>
              <a:gd name="connsiteX16-679" fmla="*/ 0 w 2585764"/>
              <a:gd name="connsiteY16-680" fmla="*/ 1069299 h 2533100"/>
              <a:gd name="connsiteX0-681" fmla="*/ 0 w 2585764"/>
              <a:gd name="connsiteY0-682" fmla="*/ 1069299 h 2533100"/>
              <a:gd name="connsiteX1-683" fmla="*/ 0 w 2585764"/>
              <a:gd name="connsiteY1-684" fmla="*/ 1069299 h 2533100"/>
              <a:gd name="connsiteX2-685" fmla="*/ 1292905 w 2585764"/>
              <a:gd name="connsiteY2-686" fmla="*/ 0 h 2533100"/>
              <a:gd name="connsiteX3-687" fmla="*/ 1292860 w 2585764"/>
              <a:gd name="connsiteY3-688" fmla="*/ 36 h 2533100"/>
              <a:gd name="connsiteX4-689" fmla="*/ 2585764 w 2585764"/>
              <a:gd name="connsiteY4-690" fmla="*/ 1069335 h 2533100"/>
              <a:gd name="connsiteX5-691" fmla="*/ 2585720 w 2585764"/>
              <a:gd name="connsiteY5-692" fmla="*/ 1069298 h 2533100"/>
              <a:gd name="connsiteX6-693" fmla="*/ 2585720 w 2585764"/>
              <a:gd name="connsiteY6-694" fmla="*/ 1069298 h 2533100"/>
              <a:gd name="connsiteX7-695" fmla="*/ 1939290 w 2585764"/>
              <a:gd name="connsiteY7-696" fmla="*/ 1069298 h 2533100"/>
              <a:gd name="connsiteX8-697" fmla="*/ 1939290 w 2585764"/>
              <a:gd name="connsiteY8-698" fmla="*/ 1069298 h 2533100"/>
              <a:gd name="connsiteX9-699" fmla="*/ 1939290 w 2585764"/>
              <a:gd name="connsiteY9-700" fmla="*/ 2533100 h 2533100"/>
              <a:gd name="connsiteX10-701" fmla="*/ 1939290 w 2585764"/>
              <a:gd name="connsiteY10-702" fmla="*/ 2533051 h 2533100"/>
              <a:gd name="connsiteX11-703" fmla="*/ 646430 w 2585764"/>
              <a:gd name="connsiteY11-704" fmla="*/ 2533051 h 2533100"/>
              <a:gd name="connsiteX12-705" fmla="*/ 646430 w 2585764"/>
              <a:gd name="connsiteY12-706" fmla="*/ 2533051 h 2533100"/>
              <a:gd name="connsiteX13-707" fmla="*/ 646430 w 2585764"/>
              <a:gd name="connsiteY13-708" fmla="*/ 1069249 h 2533100"/>
              <a:gd name="connsiteX14-709" fmla="*/ 646430 w 2585764"/>
              <a:gd name="connsiteY14-710" fmla="*/ 1069298 h 2533100"/>
              <a:gd name="connsiteX15-711" fmla="*/ 0 w 2585764"/>
              <a:gd name="connsiteY15-712" fmla="*/ 1069298 h 2533100"/>
              <a:gd name="connsiteX16-713" fmla="*/ 0 w 2585764"/>
              <a:gd name="connsiteY16-714" fmla="*/ 1069299 h 2533100"/>
              <a:gd name="connsiteX0-715" fmla="*/ 0 w 2585764"/>
              <a:gd name="connsiteY0-716" fmla="*/ 1069299 h 2533100"/>
              <a:gd name="connsiteX1-717" fmla="*/ 0 w 2585764"/>
              <a:gd name="connsiteY1-718" fmla="*/ 1069299 h 2533100"/>
              <a:gd name="connsiteX2-719" fmla="*/ 1292905 w 2585764"/>
              <a:gd name="connsiteY2-720" fmla="*/ 0 h 2533100"/>
              <a:gd name="connsiteX3-721" fmla="*/ 1292860 w 2585764"/>
              <a:gd name="connsiteY3-722" fmla="*/ 36 h 2533100"/>
              <a:gd name="connsiteX4-723" fmla="*/ 2585764 w 2585764"/>
              <a:gd name="connsiteY4-724" fmla="*/ 1069335 h 2533100"/>
              <a:gd name="connsiteX5-725" fmla="*/ 2585720 w 2585764"/>
              <a:gd name="connsiteY5-726" fmla="*/ 1069298 h 2533100"/>
              <a:gd name="connsiteX6-727" fmla="*/ 2585720 w 2585764"/>
              <a:gd name="connsiteY6-728" fmla="*/ 1069298 h 2533100"/>
              <a:gd name="connsiteX7-729" fmla="*/ 1939290 w 2585764"/>
              <a:gd name="connsiteY7-730" fmla="*/ 1069298 h 2533100"/>
              <a:gd name="connsiteX8-731" fmla="*/ 1939290 w 2585764"/>
              <a:gd name="connsiteY8-732" fmla="*/ 1069298 h 2533100"/>
              <a:gd name="connsiteX9-733" fmla="*/ 1939290 w 2585764"/>
              <a:gd name="connsiteY9-734" fmla="*/ 2533100 h 2533100"/>
              <a:gd name="connsiteX10-735" fmla="*/ 1939290 w 2585764"/>
              <a:gd name="connsiteY10-736" fmla="*/ 2533051 h 2533100"/>
              <a:gd name="connsiteX11-737" fmla="*/ 646430 w 2585764"/>
              <a:gd name="connsiteY11-738" fmla="*/ 2533051 h 2533100"/>
              <a:gd name="connsiteX12-739" fmla="*/ 646430 w 2585764"/>
              <a:gd name="connsiteY12-740" fmla="*/ 2533051 h 2533100"/>
              <a:gd name="connsiteX13-741" fmla="*/ 646430 w 2585764"/>
              <a:gd name="connsiteY13-742" fmla="*/ 1069249 h 2533100"/>
              <a:gd name="connsiteX14-743" fmla="*/ 646430 w 2585764"/>
              <a:gd name="connsiteY14-744" fmla="*/ 1069298 h 2533100"/>
              <a:gd name="connsiteX15-745" fmla="*/ 0 w 2585764"/>
              <a:gd name="connsiteY15-746" fmla="*/ 1069298 h 2533100"/>
              <a:gd name="connsiteX16-747" fmla="*/ 0 w 2585764"/>
              <a:gd name="connsiteY16-748" fmla="*/ 1069299 h 2533100"/>
              <a:gd name="connsiteX0-749" fmla="*/ 0 w 2585764"/>
              <a:gd name="connsiteY0-750" fmla="*/ 1069299 h 2533100"/>
              <a:gd name="connsiteX1-751" fmla="*/ 0 w 2585764"/>
              <a:gd name="connsiteY1-752" fmla="*/ 1069299 h 2533100"/>
              <a:gd name="connsiteX2-753" fmla="*/ 1292905 w 2585764"/>
              <a:gd name="connsiteY2-754" fmla="*/ 0 h 2533100"/>
              <a:gd name="connsiteX3-755" fmla="*/ 1292860 w 2585764"/>
              <a:gd name="connsiteY3-756" fmla="*/ 36 h 2533100"/>
              <a:gd name="connsiteX4-757" fmla="*/ 2585764 w 2585764"/>
              <a:gd name="connsiteY4-758" fmla="*/ 1069335 h 2533100"/>
              <a:gd name="connsiteX5-759" fmla="*/ 2585720 w 2585764"/>
              <a:gd name="connsiteY5-760" fmla="*/ 1069298 h 2533100"/>
              <a:gd name="connsiteX6-761" fmla="*/ 2585720 w 2585764"/>
              <a:gd name="connsiteY6-762" fmla="*/ 1069298 h 2533100"/>
              <a:gd name="connsiteX7-763" fmla="*/ 1939290 w 2585764"/>
              <a:gd name="connsiteY7-764" fmla="*/ 1069298 h 2533100"/>
              <a:gd name="connsiteX8-765" fmla="*/ 1939290 w 2585764"/>
              <a:gd name="connsiteY8-766" fmla="*/ 1069298 h 2533100"/>
              <a:gd name="connsiteX9-767" fmla="*/ 1939290 w 2585764"/>
              <a:gd name="connsiteY9-768" fmla="*/ 2533100 h 2533100"/>
              <a:gd name="connsiteX10-769" fmla="*/ 1939290 w 2585764"/>
              <a:gd name="connsiteY10-770" fmla="*/ 2533051 h 2533100"/>
              <a:gd name="connsiteX11-771" fmla="*/ 646430 w 2585764"/>
              <a:gd name="connsiteY11-772" fmla="*/ 2533051 h 2533100"/>
              <a:gd name="connsiteX12-773" fmla="*/ 646430 w 2585764"/>
              <a:gd name="connsiteY12-774" fmla="*/ 2533051 h 2533100"/>
              <a:gd name="connsiteX13-775" fmla="*/ 646430 w 2585764"/>
              <a:gd name="connsiteY13-776" fmla="*/ 1069249 h 2533100"/>
              <a:gd name="connsiteX14-777" fmla="*/ 646430 w 2585764"/>
              <a:gd name="connsiteY14-778" fmla="*/ 1069298 h 2533100"/>
              <a:gd name="connsiteX15-779" fmla="*/ 0 w 2585764"/>
              <a:gd name="connsiteY15-780" fmla="*/ 1069298 h 2533100"/>
              <a:gd name="connsiteX16-781" fmla="*/ 0 w 2585764"/>
              <a:gd name="connsiteY16-782" fmla="*/ 1069299 h 2533100"/>
              <a:gd name="connsiteX0-783" fmla="*/ 0 w 2585764"/>
              <a:gd name="connsiteY0-784" fmla="*/ 1069299 h 2533100"/>
              <a:gd name="connsiteX1-785" fmla="*/ 0 w 2585764"/>
              <a:gd name="connsiteY1-786" fmla="*/ 1069299 h 2533100"/>
              <a:gd name="connsiteX2-787" fmla="*/ 1292905 w 2585764"/>
              <a:gd name="connsiteY2-788" fmla="*/ 0 h 2533100"/>
              <a:gd name="connsiteX3-789" fmla="*/ 1292860 w 2585764"/>
              <a:gd name="connsiteY3-790" fmla="*/ 36 h 2533100"/>
              <a:gd name="connsiteX4-791" fmla="*/ 2585764 w 2585764"/>
              <a:gd name="connsiteY4-792" fmla="*/ 1069335 h 2533100"/>
              <a:gd name="connsiteX5-793" fmla="*/ 2585720 w 2585764"/>
              <a:gd name="connsiteY5-794" fmla="*/ 1069298 h 2533100"/>
              <a:gd name="connsiteX6-795" fmla="*/ 2585720 w 2585764"/>
              <a:gd name="connsiteY6-796" fmla="*/ 1069298 h 2533100"/>
              <a:gd name="connsiteX7-797" fmla="*/ 1939290 w 2585764"/>
              <a:gd name="connsiteY7-798" fmla="*/ 1069298 h 2533100"/>
              <a:gd name="connsiteX8-799" fmla="*/ 1939290 w 2585764"/>
              <a:gd name="connsiteY8-800" fmla="*/ 1069298 h 2533100"/>
              <a:gd name="connsiteX9-801" fmla="*/ 1939290 w 2585764"/>
              <a:gd name="connsiteY9-802" fmla="*/ 2533100 h 2533100"/>
              <a:gd name="connsiteX10-803" fmla="*/ 1939290 w 2585764"/>
              <a:gd name="connsiteY10-804" fmla="*/ 2533051 h 2533100"/>
              <a:gd name="connsiteX11-805" fmla="*/ 646430 w 2585764"/>
              <a:gd name="connsiteY11-806" fmla="*/ 2533051 h 2533100"/>
              <a:gd name="connsiteX12-807" fmla="*/ 646430 w 2585764"/>
              <a:gd name="connsiteY12-808" fmla="*/ 2533051 h 2533100"/>
              <a:gd name="connsiteX13-809" fmla="*/ 646430 w 2585764"/>
              <a:gd name="connsiteY13-810" fmla="*/ 1069249 h 2533100"/>
              <a:gd name="connsiteX14-811" fmla="*/ 646430 w 2585764"/>
              <a:gd name="connsiteY14-812" fmla="*/ 1069298 h 2533100"/>
              <a:gd name="connsiteX15-813" fmla="*/ 0 w 2585764"/>
              <a:gd name="connsiteY15-814" fmla="*/ 1069298 h 2533100"/>
              <a:gd name="connsiteX16-815" fmla="*/ 0 w 2585764"/>
              <a:gd name="connsiteY16-816" fmla="*/ 1069299 h 2533100"/>
              <a:gd name="connsiteX0-817" fmla="*/ 0 w 2585764"/>
              <a:gd name="connsiteY0-818" fmla="*/ 1069299 h 2533100"/>
              <a:gd name="connsiteX1-819" fmla="*/ 0 w 2585764"/>
              <a:gd name="connsiteY1-820" fmla="*/ 1069299 h 2533100"/>
              <a:gd name="connsiteX2-821" fmla="*/ 1292905 w 2585764"/>
              <a:gd name="connsiteY2-822" fmla="*/ 0 h 2533100"/>
              <a:gd name="connsiteX3-823" fmla="*/ 1292860 w 2585764"/>
              <a:gd name="connsiteY3-824" fmla="*/ 36 h 2533100"/>
              <a:gd name="connsiteX4-825" fmla="*/ 2585764 w 2585764"/>
              <a:gd name="connsiteY4-826" fmla="*/ 1069335 h 2533100"/>
              <a:gd name="connsiteX5-827" fmla="*/ 2585720 w 2585764"/>
              <a:gd name="connsiteY5-828" fmla="*/ 1069298 h 2533100"/>
              <a:gd name="connsiteX6-829" fmla="*/ 2585720 w 2585764"/>
              <a:gd name="connsiteY6-830" fmla="*/ 1069298 h 2533100"/>
              <a:gd name="connsiteX7-831" fmla="*/ 1939290 w 2585764"/>
              <a:gd name="connsiteY7-832" fmla="*/ 1069298 h 2533100"/>
              <a:gd name="connsiteX8-833" fmla="*/ 1939290 w 2585764"/>
              <a:gd name="connsiteY8-834" fmla="*/ 1069298 h 2533100"/>
              <a:gd name="connsiteX9-835" fmla="*/ 1939290 w 2585764"/>
              <a:gd name="connsiteY9-836" fmla="*/ 2533100 h 2533100"/>
              <a:gd name="connsiteX10-837" fmla="*/ 1939290 w 2585764"/>
              <a:gd name="connsiteY10-838" fmla="*/ 2533051 h 2533100"/>
              <a:gd name="connsiteX11-839" fmla="*/ 646430 w 2585764"/>
              <a:gd name="connsiteY11-840" fmla="*/ 2533051 h 2533100"/>
              <a:gd name="connsiteX12-841" fmla="*/ 646430 w 2585764"/>
              <a:gd name="connsiteY12-842" fmla="*/ 2533051 h 2533100"/>
              <a:gd name="connsiteX13-843" fmla="*/ 646430 w 2585764"/>
              <a:gd name="connsiteY13-844" fmla="*/ 1069249 h 2533100"/>
              <a:gd name="connsiteX14-845" fmla="*/ 646430 w 2585764"/>
              <a:gd name="connsiteY14-846" fmla="*/ 1069298 h 2533100"/>
              <a:gd name="connsiteX15-847" fmla="*/ 0 w 2585764"/>
              <a:gd name="connsiteY15-848" fmla="*/ 1069298 h 2533100"/>
              <a:gd name="connsiteX16-849" fmla="*/ 0 w 2585764"/>
              <a:gd name="connsiteY16-850" fmla="*/ 1069299 h 2533100"/>
              <a:gd name="connsiteX0-851" fmla="*/ 0 w 2585764"/>
              <a:gd name="connsiteY0-852" fmla="*/ 1069299 h 2533100"/>
              <a:gd name="connsiteX1-853" fmla="*/ 0 w 2585764"/>
              <a:gd name="connsiteY1-854" fmla="*/ 1069299 h 2533100"/>
              <a:gd name="connsiteX2-855" fmla="*/ 1292905 w 2585764"/>
              <a:gd name="connsiteY2-856" fmla="*/ 0 h 2533100"/>
              <a:gd name="connsiteX3-857" fmla="*/ 1292860 w 2585764"/>
              <a:gd name="connsiteY3-858" fmla="*/ 36 h 2533100"/>
              <a:gd name="connsiteX4-859" fmla="*/ 2585764 w 2585764"/>
              <a:gd name="connsiteY4-860" fmla="*/ 1069335 h 2533100"/>
              <a:gd name="connsiteX5-861" fmla="*/ 2585720 w 2585764"/>
              <a:gd name="connsiteY5-862" fmla="*/ 1069298 h 2533100"/>
              <a:gd name="connsiteX6-863" fmla="*/ 2585720 w 2585764"/>
              <a:gd name="connsiteY6-864" fmla="*/ 1069298 h 2533100"/>
              <a:gd name="connsiteX7-865" fmla="*/ 1939290 w 2585764"/>
              <a:gd name="connsiteY7-866" fmla="*/ 1069298 h 2533100"/>
              <a:gd name="connsiteX8-867" fmla="*/ 1939290 w 2585764"/>
              <a:gd name="connsiteY8-868" fmla="*/ 1069298 h 2533100"/>
              <a:gd name="connsiteX9-869" fmla="*/ 1939290 w 2585764"/>
              <a:gd name="connsiteY9-870" fmla="*/ 2533100 h 2533100"/>
              <a:gd name="connsiteX10-871" fmla="*/ 1939290 w 2585764"/>
              <a:gd name="connsiteY10-872" fmla="*/ 2533051 h 2533100"/>
              <a:gd name="connsiteX11-873" fmla="*/ 646430 w 2585764"/>
              <a:gd name="connsiteY11-874" fmla="*/ 2533051 h 2533100"/>
              <a:gd name="connsiteX12-875" fmla="*/ 646430 w 2585764"/>
              <a:gd name="connsiteY12-876" fmla="*/ 2533051 h 2533100"/>
              <a:gd name="connsiteX13-877" fmla="*/ 646430 w 2585764"/>
              <a:gd name="connsiteY13-878" fmla="*/ 1069249 h 2533100"/>
              <a:gd name="connsiteX14-879" fmla="*/ 646430 w 2585764"/>
              <a:gd name="connsiteY14-880" fmla="*/ 1069298 h 2533100"/>
              <a:gd name="connsiteX15-881" fmla="*/ 0 w 2585764"/>
              <a:gd name="connsiteY15-882" fmla="*/ 1069298 h 2533100"/>
              <a:gd name="connsiteX16-883" fmla="*/ 0 w 2585764"/>
              <a:gd name="connsiteY16-884" fmla="*/ 1069299 h 2533100"/>
              <a:gd name="connsiteX0-885" fmla="*/ 0 w 2585764"/>
              <a:gd name="connsiteY0-886" fmla="*/ 1069299 h 2533100"/>
              <a:gd name="connsiteX1-887" fmla="*/ 0 w 2585764"/>
              <a:gd name="connsiteY1-888" fmla="*/ 1069299 h 2533100"/>
              <a:gd name="connsiteX2-889" fmla="*/ 1292905 w 2585764"/>
              <a:gd name="connsiteY2-890" fmla="*/ 0 h 2533100"/>
              <a:gd name="connsiteX3-891" fmla="*/ 1292860 w 2585764"/>
              <a:gd name="connsiteY3-892" fmla="*/ 36 h 2533100"/>
              <a:gd name="connsiteX4-893" fmla="*/ 2585764 w 2585764"/>
              <a:gd name="connsiteY4-894" fmla="*/ 1069335 h 2533100"/>
              <a:gd name="connsiteX5-895" fmla="*/ 2585720 w 2585764"/>
              <a:gd name="connsiteY5-896" fmla="*/ 1069298 h 2533100"/>
              <a:gd name="connsiteX6-897" fmla="*/ 2585720 w 2585764"/>
              <a:gd name="connsiteY6-898" fmla="*/ 1069298 h 2533100"/>
              <a:gd name="connsiteX7-899" fmla="*/ 1939290 w 2585764"/>
              <a:gd name="connsiteY7-900" fmla="*/ 1069298 h 2533100"/>
              <a:gd name="connsiteX8-901" fmla="*/ 1939290 w 2585764"/>
              <a:gd name="connsiteY8-902" fmla="*/ 1069298 h 2533100"/>
              <a:gd name="connsiteX9-903" fmla="*/ 1939290 w 2585764"/>
              <a:gd name="connsiteY9-904" fmla="*/ 2533100 h 2533100"/>
              <a:gd name="connsiteX10-905" fmla="*/ 1939290 w 2585764"/>
              <a:gd name="connsiteY10-906" fmla="*/ 2533051 h 2533100"/>
              <a:gd name="connsiteX11-907" fmla="*/ 646430 w 2585764"/>
              <a:gd name="connsiteY11-908" fmla="*/ 2533051 h 2533100"/>
              <a:gd name="connsiteX12-909" fmla="*/ 646430 w 2585764"/>
              <a:gd name="connsiteY12-910" fmla="*/ 2533051 h 2533100"/>
              <a:gd name="connsiteX13-911" fmla="*/ 646430 w 2585764"/>
              <a:gd name="connsiteY13-912" fmla="*/ 1069249 h 2533100"/>
              <a:gd name="connsiteX14-913" fmla="*/ 646430 w 2585764"/>
              <a:gd name="connsiteY14-914" fmla="*/ 1069298 h 2533100"/>
              <a:gd name="connsiteX15-915" fmla="*/ 0 w 2585764"/>
              <a:gd name="connsiteY15-916" fmla="*/ 1069298 h 2533100"/>
              <a:gd name="connsiteX16-917" fmla="*/ 0 w 2585764"/>
              <a:gd name="connsiteY16-918" fmla="*/ 1069299 h 2533100"/>
              <a:gd name="connsiteX0-919" fmla="*/ 0 w 2585764"/>
              <a:gd name="connsiteY0-920" fmla="*/ 1069299 h 2533100"/>
              <a:gd name="connsiteX1-921" fmla="*/ 0 w 2585764"/>
              <a:gd name="connsiteY1-922" fmla="*/ 1069299 h 2533100"/>
              <a:gd name="connsiteX2-923" fmla="*/ 1292905 w 2585764"/>
              <a:gd name="connsiteY2-924" fmla="*/ 0 h 2533100"/>
              <a:gd name="connsiteX3-925" fmla="*/ 1292860 w 2585764"/>
              <a:gd name="connsiteY3-926" fmla="*/ 36 h 2533100"/>
              <a:gd name="connsiteX4-927" fmla="*/ 2585764 w 2585764"/>
              <a:gd name="connsiteY4-928" fmla="*/ 1069335 h 2533100"/>
              <a:gd name="connsiteX5-929" fmla="*/ 2585720 w 2585764"/>
              <a:gd name="connsiteY5-930" fmla="*/ 1069298 h 2533100"/>
              <a:gd name="connsiteX6-931" fmla="*/ 2585720 w 2585764"/>
              <a:gd name="connsiteY6-932" fmla="*/ 1069298 h 2533100"/>
              <a:gd name="connsiteX7-933" fmla="*/ 1939290 w 2585764"/>
              <a:gd name="connsiteY7-934" fmla="*/ 1069298 h 2533100"/>
              <a:gd name="connsiteX8-935" fmla="*/ 1939290 w 2585764"/>
              <a:gd name="connsiteY8-936" fmla="*/ 1069298 h 2533100"/>
              <a:gd name="connsiteX9-937" fmla="*/ 1939290 w 2585764"/>
              <a:gd name="connsiteY9-938" fmla="*/ 2533100 h 2533100"/>
              <a:gd name="connsiteX10-939" fmla="*/ 1939290 w 2585764"/>
              <a:gd name="connsiteY10-940" fmla="*/ 2533051 h 2533100"/>
              <a:gd name="connsiteX11-941" fmla="*/ 646430 w 2585764"/>
              <a:gd name="connsiteY11-942" fmla="*/ 2533051 h 2533100"/>
              <a:gd name="connsiteX12-943" fmla="*/ 646430 w 2585764"/>
              <a:gd name="connsiteY12-944" fmla="*/ 2533051 h 2533100"/>
              <a:gd name="connsiteX13-945" fmla="*/ 646430 w 2585764"/>
              <a:gd name="connsiteY13-946" fmla="*/ 1069249 h 2533100"/>
              <a:gd name="connsiteX14-947" fmla="*/ 646430 w 2585764"/>
              <a:gd name="connsiteY14-948" fmla="*/ 1069298 h 2533100"/>
              <a:gd name="connsiteX15-949" fmla="*/ 0 w 2585764"/>
              <a:gd name="connsiteY15-950" fmla="*/ 1069298 h 2533100"/>
              <a:gd name="connsiteX16-951" fmla="*/ 0 w 2585764"/>
              <a:gd name="connsiteY16-952" fmla="*/ 1069299 h 2533100"/>
              <a:gd name="connsiteX0-953" fmla="*/ 0 w 2585764"/>
              <a:gd name="connsiteY0-954" fmla="*/ 1069299 h 2533100"/>
              <a:gd name="connsiteX1-955" fmla="*/ 0 w 2585764"/>
              <a:gd name="connsiteY1-956" fmla="*/ 1069299 h 2533100"/>
              <a:gd name="connsiteX2-957" fmla="*/ 1292905 w 2585764"/>
              <a:gd name="connsiteY2-958" fmla="*/ 0 h 2533100"/>
              <a:gd name="connsiteX3-959" fmla="*/ 1292860 w 2585764"/>
              <a:gd name="connsiteY3-960" fmla="*/ 36 h 2533100"/>
              <a:gd name="connsiteX4-961" fmla="*/ 2585764 w 2585764"/>
              <a:gd name="connsiteY4-962" fmla="*/ 1069335 h 2533100"/>
              <a:gd name="connsiteX5-963" fmla="*/ 2585720 w 2585764"/>
              <a:gd name="connsiteY5-964" fmla="*/ 1069298 h 2533100"/>
              <a:gd name="connsiteX6-965" fmla="*/ 2585720 w 2585764"/>
              <a:gd name="connsiteY6-966" fmla="*/ 1069298 h 2533100"/>
              <a:gd name="connsiteX7-967" fmla="*/ 1939290 w 2585764"/>
              <a:gd name="connsiteY7-968" fmla="*/ 1069298 h 2533100"/>
              <a:gd name="connsiteX8-969" fmla="*/ 1939290 w 2585764"/>
              <a:gd name="connsiteY8-970" fmla="*/ 1069298 h 2533100"/>
              <a:gd name="connsiteX9-971" fmla="*/ 1939290 w 2585764"/>
              <a:gd name="connsiteY9-972" fmla="*/ 2533100 h 2533100"/>
              <a:gd name="connsiteX10-973" fmla="*/ 1939290 w 2585764"/>
              <a:gd name="connsiteY10-974" fmla="*/ 2533051 h 2533100"/>
              <a:gd name="connsiteX11-975" fmla="*/ 646430 w 2585764"/>
              <a:gd name="connsiteY11-976" fmla="*/ 2533051 h 2533100"/>
              <a:gd name="connsiteX12-977" fmla="*/ 646430 w 2585764"/>
              <a:gd name="connsiteY12-978" fmla="*/ 2533051 h 2533100"/>
              <a:gd name="connsiteX13-979" fmla="*/ 646430 w 2585764"/>
              <a:gd name="connsiteY13-980" fmla="*/ 1069249 h 2533100"/>
              <a:gd name="connsiteX14-981" fmla="*/ 646430 w 2585764"/>
              <a:gd name="connsiteY14-982" fmla="*/ 1069298 h 2533100"/>
              <a:gd name="connsiteX15-983" fmla="*/ 0 w 2585764"/>
              <a:gd name="connsiteY15-984" fmla="*/ 1069298 h 2533100"/>
              <a:gd name="connsiteX16-985" fmla="*/ 0 w 2585764"/>
              <a:gd name="connsiteY16-986" fmla="*/ 1069299 h 2533100"/>
              <a:gd name="connsiteX0-987" fmla="*/ 0 w 2585764"/>
              <a:gd name="connsiteY0-988" fmla="*/ 1069299 h 2533100"/>
              <a:gd name="connsiteX1-989" fmla="*/ 0 w 2585764"/>
              <a:gd name="connsiteY1-990" fmla="*/ 1069299 h 2533100"/>
              <a:gd name="connsiteX2-991" fmla="*/ 1292905 w 2585764"/>
              <a:gd name="connsiteY2-992" fmla="*/ 0 h 2533100"/>
              <a:gd name="connsiteX3-993" fmla="*/ 1292860 w 2585764"/>
              <a:gd name="connsiteY3-994" fmla="*/ 36 h 2533100"/>
              <a:gd name="connsiteX4-995" fmla="*/ 2585764 w 2585764"/>
              <a:gd name="connsiteY4-996" fmla="*/ 1069335 h 2533100"/>
              <a:gd name="connsiteX5-997" fmla="*/ 2585720 w 2585764"/>
              <a:gd name="connsiteY5-998" fmla="*/ 1069298 h 2533100"/>
              <a:gd name="connsiteX6-999" fmla="*/ 2585720 w 2585764"/>
              <a:gd name="connsiteY6-1000" fmla="*/ 1069298 h 2533100"/>
              <a:gd name="connsiteX7-1001" fmla="*/ 1939290 w 2585764"/>
              <a:gd name="connsiteY7-1002" fmla="*/ 1069298 h 2533100"/>
              <a:gd name="connsiteX8-1003" fmla="*/ 1939290 w 2585764"/>
              <a:gd name="connsiteY8-1004" fmla="*/ 1069298 h 2533100"/>
              <a:gd name="connsiteX9-1005" fmla="*/ 1939290 w 2585764"/>
              <a:gd name="connsiteY9-1006" fmla="*/ 2533100 h 2533100"/>
              <a:gd name="connsiteX10-1007" fmla="*/ 1939290 w 2585764"/>
              <a:gd name="connsiteY10-1008" fmla="*/ 2533051 h 2533100"/>
              <a:gd name="connsiteX11-1009" fmla="*/ 646430 w 2585764"/>
              <a:gd name="connsiteY11-1010" fmla="*/ 2533051 h 2533100"/>
              <a:gd name="connsiteX12-1011" fmla="*/ 646430 w 2585764"/>
              <a:gd name="connsiteY12-1012" fmla="*/ 2533051 h 2533100"/>
              <a:gd name="connsiteX13-1013" fmla="*/ 646430 w 2585764"/>
              <a:gd name="connsiteY13-1014" fmla="*/ 1069249 h 2533100"/>
              <a:gd name="connsiteX14-1015" fmla="*/ 646430 w 2585764"/>
              <a:gd name="connsiteY14-1016" fmla="*/ 1069298 h 2533100"/>
              <a:gd name="connsiteX15-1017" fmla="*/ 0 w 2585764"/>
              <a:gd name="connsiteY15-1018" fmla="*/ 1069298 h 2533100"/>
              <a:gd name="connsiteX16-1019" fmla="*/ 0 w 2585764"/>
              <a:gd name="connsiteY16-1020" fmla="*/ 1069299 h 2533100"/>
              <a:gd name="connsiteX0-1021" fmla="*/ 0 w 2585764"/>
              <a:gd name="connsiteY0-1022" fmla="*/ 1069299 h 2533100"/>
              <a:gd name="connsiteX1-1023" fmla="*/ 0 w 2585764"/>
              <a:gd name="connsiteY1-1024" fmla="*/ 1069299 h 2533100"/>
              <a:gd name="connsiteX2-1025" fmla="*/ 1292905 w 2585764"/>
              <a:gd name="connsiteY2-1026" fmla="*/ 0 h 2533100"/>
              <a:gd name="connsiteX3-1027" fmla="*/ 1292860 w 2585764"/>
              <a:gd name="connsiteY3-1028" fmla="*/ 36 h 2533100"/>
              <a:gd name="connsiteX4-1029" fmla="*/ 2585764 w 2585764"/>
              <a:gd name="connsiteY4-1030" fmla="*/ 1069335 h 2533100"/>
              <a:gd name="connsiteX5-1031" fmla="*/ 2585720 w 2585764"/>
              <a:gd name="connsiteY5-1032" fmla="*/ 1069298 h 2533100"/>
              <a:gd name="connsiteX6-1033" fmla="*/ 2585720 w 2585764"/>
              <a:gd name="connsiteY6-1034" fmla="*/ 1069298 h 2533100"/>
              <a:gd name="connsiteX7-1035" fmla="*/ 1939290 w 2585764"/>
              <a:gd name="connsiteY7-1036" fmla="*/ 1069298 h 2533100"/>
              <a:gd name="connsiteX8-1037" fmla="*/ 1939290 w 2585764"/>
              <a:gd name="connsiteY8-1038" fmla="*/ 1069298 h 2533100"/>
              <a:gd name="connsiteX9-1039" fmla="*/ 1939290 w 2585764"/>
              <a:gd name="connsiteY9-1040" fmla="*/ 2533100 h 2533100"/>
              <a:gd name="connsiteX10-1041" fmla="*/ 1939290 w 2585764"/>
              <a:gd name="connsiteY10-1042" fmla="*/ 2533051 h 2533100"/>
              <a:gd name="connsiteX11-1043" fmla="*/ 646430 w 2585764"/>
              <a:gd name="connsiteY11-1044" fmla="*/ 2533051 h 2533100"/>
              <a:gd name="connsiteX12-1045" fmla="*/ 646430 w 2585764"/>
              <a:gd name="connsiteY12-1046" fmla="*/ 2533051 h 2533100"/>
              <a:gd name="connsiteX13-1047" fmla="*/ 646430 w 2585764"/>
              <a:gd name="connsiteY13-1048" fmla="*/ 1069249 h 2533100"/>
              <a:gd name="connsiteX14-1049" fmla="*/ 646430 w 2585764"/>
              <a:gd name="connsiteY14-1050" fmla="*/ 1069298 h 2533100"/>
              <a:gd name="connsiteX15-1051" fmla="*/ 0 w 2585764"/>
              <a:gd name="connsiteY15-1052" fmla="*/ 1069298 h 2533100"/>
              <a:gd name="connsiteX16-1053" fmla="*/ 0 w 2585764"/>
              <a:gd name="connsiteY16-1054" fmla="*/ 1069299 h 2533100"/>
              <a:gd name="connsiteX0-1055" fmla="*/ 0 w 2585764"/>
              <a:gd name="connsiteY0-1056" fmla="*/ 1069299 h 2533100"/>
              <a:gd name="connsiteX1-1057" fmla="*/ 0 w 2585764"/>
              <a:gd name="connsiteY1-1058" fmla="*/ 1069299 h 2533100"/>
              <a:gd name="connsiteX2-1059" fmla="*/ 1292905 w 2585764"/>
              <a:gd name="connsiteY2-1060" fmla="*/ 0 h 2533100"/>
              <a:gd name="connsiteX3-1061" fmla="*/ 1292860 w 2585764"/>
              <a:gd name="connsiteY3-1062" fmla="*/ 36 h 2533100"/>
              <a:gd name="connsiteX4-1063" fmla="*/ 2585764 w 2585764"/>
              <a:gd name="connsiteY4-1064" fmla="*/ 1069335 h 2533100"/>
              <a:gd name="connsiteX5-1065" fmla="*/ 2585720 w 2585764"/>
              <a:gd name="connsiteY5-1066" fmla="*/ 1069298 h 2533100"/>
              <a:gd name="connsiteX6-1067" fmla="*/ 2585720 w 2585764"/>
              <a:gd name="connsiteY6-1068" fmla="*/ 1069298 h 2533100"/>
              <a:gd name="connsiteX7-1069" fmla="*/ 1939290 w 2585764"/>
              <a:gd name="connsiteY7-1070" fmla="*/ 1069298 h 2533100"/>
              <a:gd name="connsiteX8-1071" fmla="*/ 1939290 w 2585764"/>
              <a:gd name="connsiteY8-1072" fmla="*/ 1069298 h 2533100"/>
              <a:gd name="connsiteX9-1073" fmla="*/ 1939290 w 2585764"/>
              <a:gd name="connsiteY9-1074" fmla="*/ 2533100 h 2533100"/>
              <a:gd name="connsiteX10-1075" fmla="*/ 1939290 w 2585764"/>
              <a:gd name="connsiteY10-1076" fmla="*/ 2533051 h 2533100"/>
              <a:gd name="connsiteX11-1077" fmla="*/ 646430 w 2585764"/>
              <a:gd name="connsiteY11-1078" fmla="*/ 2533051 h 2533100"/>
              <a:gd name="connsiteX12-1079" fmla="*/ 646430 w 2585764"/>
              <a:gd name="connsiteY12-1080" fmla="*/ 2533051 h 2533100"/>
              <a:gd name="connsiteX13-1081" fmla="*/ 646430 w 2585764"/>
              <a:gd name="connsiteY13-1082" fmla="*/ 1069249 h 2533100"/>
              <a:gd name="connsiteX14-1083" fmla="*/ 646430 w 2585764"/>
              <a:gd name="connsiteY14-1084" fmla="*/ 1069298 h 2533100"/>
              <a:gd name="connsiteX15-1085" fmla="*/ 0 w 2585764"/>
              <a:gd name="connsiteY15-1086" fmla="*/ 1069298 h 2533100"/>
              <a:gd name="connsiteX16-1087" fmla="*/ 0 w 2585764"/>
              <a:gd name="connsiteY16-1088" fmla="*/ 1069299 h 2533100"/>
              <a:gd name="connsiteX0-1089" fmla="*/ 0 w 2585764"/>
              <a:gd name="connsiteY0-1090" fmla="*/ 1069299 h 2533100"/>
              <a:gd name="connsiteX1-1091" fmla="*/ 0 w 2585764"/>
              <a:gd name="connsiteY1-1092" fmla="*/ 1069299 h 2533100"/>
              <a:gd name="connsiteX2-1093" fmla="*/ 1292905 w 2585764"/>
              <a:gd name="connsiteY2-1094" fmla="*/ 0 h 2533100"/>
              <a:gd name="connsiteX3-1095" fmla="*/ 1292860 w 2585764"/>
              <a:gd name="connsiteY3-1096" fmla="*/ 36 h 2533100"/>
              <a:gd name="connsiteX4-1097" fmla="*/ 2585764 w 2585764"/>
              <a:gd name="connsiteY4-1098" fmla="*/ 1069335 h 2533100"/>
              <a:gd name="connsiteX5-1099" fmla="*/ 2585720 w 2585764"/>
              <a:gd name="connsiteY5-1100" fmla="*/ 1069298 h 2533100"/>
              <a:gd name="connsiteX6-1101" fmla="*/ 2585720 w 2585764"/>
              <a:gd name="connsiteY6-1102" fmla="*/ 1069298 h 2533100"/>
              <a:gd name="connsiteX7-1103" fmla="*/ 1939290 w 2585764"/>
              <a:gd name="connsiteY7-1104" fmla="*/ 1069298 h 2533100"/>
              <a:gd name="connsiteX8-1105" fmla="*/ 1939290 w 2585764"/>
              <a:gd name="connsiteY8-1106" fmla="*/ 1069298 h 2533100"/>
              <a:gd name="connsiteX9-1107" fmla="*/ 1939290 w 2585764"/>
              <a:gd name="connsiteY9-1108" fmla="*/ 2533100 h 2533100"/>
              <a:gd name="connsiteX10-1109" fmla="*/ 1939290 w 2585764"/>
              <a:gd name="connsiteY10-1110" fmla="*/ 2533051 h 2533100"/>
              <a:gd name="connsiteX11-1111" fmla="*/ 646430 w 2585764"/>
              <a:gd name="connsiteY11-1112" fmla="*/ 2533051 h 2533100"/>
              <a:gd name="connsiteX12-1113" fmla="*/ 646430 w 2585764"/>
              <a:gd name="connsiteY12-1114" fmla="*/ 2533051 h 2533100"/>
              <a:gd name="connsiteX13-1115" fmla="*/ 646430 w 2585764"/>
              <a:gd name="connsiteY13-1116" fmla="*/ 1069249 h 2533100"/>
              <a:gd name="connsiteX14-1117" fmla="*/ 646430 w 2585764"/>
              <a:gd name="connsiteY14-1118" fmla="*/ 1069298 h 2533100"/>
              <a:gd name="connsiteX15-1119" fmla="*/ 0 w 2585764"/>
              <a:gd name="connsiteY15-1120" fmla="*/ 1069298 h 2533100"/>
              <a:gd name="connsiteX16-1121" fmla="*/ 0 w 2585764"/>
              <a:gd name="connsiteY16-1122" fmla="*/ 1069299 h 2533100"/>
              <a:gd name="connsiteX0-1123" fmla="*/ 0 w 2585764"/>
              <a:gd name="connsiteY0-1124" fmla="*/ 1069299 h 2533100"/>
              <a:gd name="connsiteX1-1125" fmla="*/ 0 w 2585764"/>
              <a:gd name="connsiteY1-1126" fmla="*/ 1069299 h 2533100"/>
              <a:gd name="connsiteX2-1127" fmla="*/ 1292905 w 2585764"/>
              <a:gd name="connsiteY2-1128" fmla="*/ 0 h 2533100"/>
              <a:gd name="connsiteX3-1129" fmla="*/ 1292860 w 2585764"/>
              <a:gd name="connsiteY3-1130" fmla="*/ 36 h 2533100"/>
              <a:gd name="connsiteX4-1131" fmla="*/ 2585764 w 2585764"/>
              <a:gd name="connsiteY4-1132" fmla="*/ 1069335 h 2533100"/>
              <a:gd name="connsiteX5-1133" fmla="*/ 2585720 w 2585764"/>
              <a:gd name="connsiteY5-1134" fmla="*/ 1069298 h 2533100"/>
              <a:gd name="connsiteX6-1135" fmla="*/ 2585720 w 2585764"/>
              <a:gd name="connsiteY6-1136" fmla="*/ 1069298 h 2533100"/>
              <a:gd name="connsiteX7-1137" fmla="*/ 1939290 w 2585764"/>
              <a:gd name="connsiteY7-1138" fmla="*/ 1069298 h 2533100"/>
              <a:gd name="connsiteX8-1139" fmla="*/ 1939290 w 2585764"/>
              <a:gd name="connsiteY8-1140" fmla="*/ 1069298 h 2533100"/>
              <a:gd name="connsiteX9-1141" fmla="*/ 1939290 w 2585764"/>
              <a:gd name="connsiteY9-1142" fmla="*/ 2533100 h 2533100"/>
              <a:gd name="connsiteX10-1143" fmla="*/ 1939290 w 2585764"/>
              <a:gd name="connsiteY10-1144" fmla="*/ 2533051 h 2533100"/>
              <a:gd name="connsiteX11-1145" fmla="*/ 646430 w 2585764"/>
              <a:gd name="connsiteY11-1146" fmla="*/ 2533051 h 2533100"/>
              <a:gd name="connsiteX12-1147" fmla="*/ 646430 w 2585764"/>
              <a:gd name="connsiteY12-1148" fmla="*/ 2533051 h 2533100"/>
              <a:gd name="connsiteX13-1149" fmla="*/ 646430 w 2585764"/>
              <a:gd name="connsiteY13-1150" fmla="*/ 1069249 h 2533100"/>
              <a:gd name="connsiteX14-1151" fmla="*/ 646430 w 2585764"/>
              <a:gd name="connsiteY14-1152" fmla="*/ 1069298 h 2533100"/>
              <a:gd name="connsiteX15-1153" fmla="*/ 0 w 2585764"/>
              <a:gd name="connsiteY15-1154" fmla="*/ 1069298 h 2533100"/>
              <a:gd name="connsiteX16-1155" fmla="*/ 0 w 2585764"/>
              <a:gd name="connsiteY16-1156" fmla="*/ 1069299 h 2533100"/>
              <a:gd name="connsiteX0-1157" fmla="*/ 0 w 2585764"/>
              <a:gd name="connsiteY0-1158" fmla="*/ 1069299 h 2533100"/>
              <a:gd name="connsiteX1-1159" fmla="*/ 0 w 2585764"/>
              <a:gd name="connsiteY1-1160" fmla="*/ 1069299 h 2533100"/>
              <a:gd name="connsiteX2-1161" fmla="*/ 1292905 w 2585764"/>
              <a:gd name="connsiteY2-1162" fmla="*/ 0 h 2533100"/>
              <a:gd name="connsiteX3-1163" fmla="*/ 1292860 w 2585764"/>
              <a:gd name="connsiteY3-1164" fmla="*/ 36 h 2533100"/>
              <a:gd name="connsiteX4-1165" fmla="*/ 2585764 w 2585764"/>
              <a:gd name="connsiteY4-1166" fmla="*/ 1069335 h 2533100"/>
              <a:gd name="connsiteX5-1167" fmla="*/ 2585720 w 2585764"/>
              <a:gd name="connsiteY5-1168" fmla="*/ 1069298 h 2533100"/>
              <a:gd name="connsiteX6-1169" fmla="*/ 2585720 w 2585764"/>
              <a:gd name="connsiteY6-1170" fmla="*/ 1069298 h 2533100"/>
              <a:gd name="connsiteX7-1171" fmla="*/ 1939290 w 2585764"/>
              <a:gd name="connsiteY7-1172" fmla="*/ 1069298 h 2533100"/>
              <a:gd name="connsiteX8-1173" fmla="*/ 1939290 w 2585764"/>
              <a:gd name="connsiteY8-1174" fmla="*/ 1069298 h 2533100"/>
              <a:gd name="connsiteX9-1175" fmla="*/ 1939290 w 2585764"/>
              <a:gd name="connsiteY9-1176" fmla="*/ 2533100 h 2533100"/>
              <a:gd name="connsiteX10-1177" fmla="*/ 1939290 w 2585764"/>
              <a:gd name="connsiteY10-1178" fmla="*/ 2533051 h 2533100"/>
              <a:gd name="connsiteX11-1179" fmla="*/ 646430 w 2585764"/>
              <a:gd name="connsiteY11-1180" fmla="*/ 2533051 h 2533100"/>
              <a:gd name="connsiteX12-1181" fmla="*/ 646430 w 2585764"/>
              <a:gd name="connsiteY12-1182" fmla="*/ 2533051 h 2533100"/>
              <a:gd name="connsiteX13-1183" fmla="*/ 646430 w 2585764"/>
              <a:gd name="connsiteY13-1184" fmla="*/ 1069249 h 2533100"/>
              <a:gd name="connsiteX14-1185" fmla="*/ 646430 w 2585764"/>
              <a:gd name="connsiteY14-1186" fmla="*/ 1069298 h 2533100"/>
              <a:gd name="connsiteX15-1187" fmla="*/ 0 w 2585764"/>
              <a:gd name="connsiteY15-1188" fmla="*/ 1069298 h 2533100"/>
              <a:gd name="connsiteX16-1189" fmla="*/ 0 w 2585764"/>
              <a:gd name="connsiteY16-1190" fmla="*/ 1069299 h 2533100"/>
              <a:gd name="connsiteX0-1191" fmla="*/ 0 w 2585764"/>
              <a:gd name="connsiteY0-1192" fmla="*/ 1069299 h 2533100"/>
              <a:gd name="connsiteX1-1193" fmla="*/ 0 w 2585764"/>
              <a:gd name="connsiteY1-1194" fmla="*/ 1069299 h 2533100"/>
              <a:gd name="connsiteX2-1195" fmla="*/ 1292905 w 2585764"/>
              <a:gd name="connsiteY2-1196" fmla="*/ 0 h 2533100"/>
              <a:gd name="connsiteX3-1197" fmla="*/ 1292860 w 2585764"/>
              <a:gd name="connsiteY3-1198" fmla="*/ 36 h 2533100"/>
              <a:gd name="connsiteX4-1199" fmla="*/ 2585764 w 2585764"/>
              <a:gd name="connsiteY4-1200" fmla="*/ 1069335 h 2533100"/>
              <a:gd name="connsiteX5-1201" fmla="*/ 2585720 w 2585764"/>
              <a:gd name="connsiteY5-1202" fmla="*/ 1069298 h 2533100"/>
              <a:gd name="connsiteX6-1203" fmla="*/ 2585720 w 2585764"/>
              <a:gd name="connsiteY6-1204" fmla="*/ 1069298 h 2533100"/>
              <a:gd name="connsiteX7-1205" fmla="*/ 1939290 w 2585764"/>
              <a:gd name="connsiteY7-1206" fmla="*/ 1069298 h 2533100"/>
              <a:gd name="connsiteX8-1207" fmla="*/ 1939290 w 2585764"/>
              <a:gd name="connsiteY8-1208" fmla="*/ 1069298 h 2533100"/>
              <a:gd name="connsiteX9-1209" fmla="*/ 1939290 w 2585764"/>
              <a:gd name="connsiteY9-1210" fmla="*/ 2533100 h 2533100"/>
              <a:gd name="connsiteX10-1211" fmla="*/ 1939290 w 2585764"/>
              <a:gd name="connsiteY10-1212" fmla="*/ 2533051 h 2533100"/>
              <a:gd name="connsiteX11-1213" fmla="*/ 646430 w 2585764"/>
              <a:gd name="connsiteY11-1214" fmla="*/ 2533051 h 2533100"/>
              <a:gd name="connsiteX12-1215" fmla="*/ 646430 w 2585764"/>
              <a:gd name="connsiteY12-1216" fmla="*/ 2533051 h 2533100"/>
              <a:gd name="connsiteX13-1217" fmla="*/ 646430 w 2585764"/>
              <a:gd name="connsiteY13-1218" fmla="*/ 1069249 h 2533100"/>
              <a:gd name="connsiteX14-1219" fmla="*/ 646430 w 2585764"/>
              <a:gd name="connsiteY14-1220" fmla="*/ 1069298 h 2533100"/>
              <a:gd name="connsiteX15-1221" fmla="*/ 0 w 2585764"/>
              <a:gd name="connsiteY15-1222" fmla="*/ 1069298 h 2533100"/>
              <a:gd name="connsiteX16-1223" fmla="*/ 0 w 2585764"/>
              <a:gd name="connsiteY16-1224" fmla="*/ 1069299 h 2533100"/>
              <a:gd name="connsiteX0-1225" fmla="*/ 0 w 2585764"/>
              <a:gd name="connsiteY0-1226" fmla="*/ 1069299 h 2533100"/>
              <a:gd name="connsiteX1-1227" fmla="*/ 0 w 2585764"/>
              <a:gd name="connsiteY1-1228" fmla="*/ 1069299 h 2533100"/>
              <a:gd name="connsiteX2-1229" fmla="*/ 1292905 w 2585764"/>
              <a:gd name="connsiteY2-1230" fmla="*/ 0 h 2533100"/>
              <a:gd name="connsiteX3-1231" fmla="*/ 1292860 w 2585764"/>
              <a:gd name="connsiteY3-1232" fmla="*/ 36 h 2533100"/>
              <a:gd name="connsiteX4-1233" fmla="*/ 2585764 w 2585764"/>
              <a:gd name="connsiteY4-1234" fmla="*/ 1069335 h 2533100"/>
              <a:gd name="connsiteX5-1235" fmla="*/ 2585720 w 2585764"/>
              <a:gd name="connsiteY5-1236" fmla="*/ 1069298 h 2533100"/>
              <a:gd name="connsiteX6-1237" fmla="*/ 2585720 w 2585764"/>
              <a:gd name="connsiteY6-1238" fmla="*/ 1069298 h 2533100"/>
              <a:gd name="connsiteX7-1239" fmla="*/ 1939290 w 2585764"/>
              <a:gd name="connsiteY7-1240" fmla="*/ 1069298 h 2533100"/>
              <a:gd name="connsiteX8-1241" fmla="*/ 1939290 w 2585764"/>
              <a:gd name="connsiteY8-1242" fmla="*/ 1069298 h 2533100"/>
              <a:gd name="connsiteX9-1243" fmla="*/ 1939290 w 2585764"/>
              <a:gd name="connsiteY9-1244" fmla="*/ 2533100 h 2533100"/>
              <a:gd name="connsiteX10-1245" fmla="*/ 1939290 w 2585764"/>
              <a:gd name="connsiteY10-1246" fmla="*/ 2533051 h 2533100"/>
              <a:gd name="connsiteX11-1247" fmla="*/ 646430 w 2585764"/>
              <a:gd name="connsiteY11-1248" fmla="*/ 2533051 h 2533100"/>
              <a:gd name="connsiteX12-1249" fmla="*/ 646430 w 2585764"/>
              <a:gd name="connsiteY12-1250" fmla="*/ 2533051 h 2533100"/>
              <a:gd name="connsiteX13-1251" fmla="*/ 646430 w 2585764"/>
              <a:gd name="connsiteY13-1252" fmla="*/ 1069249 h 2533100"/>
              <a:gd name="connsiteX14-1253" fmla="*/ 646430 w 2585764"/>
              <a:gd name="connsiteY14-1254" fmla="*/ 1069298 h 2533100"/>
              <a:gd name="connsiteX15-1255" fmla="*/ 0 w 2585764"/>
              <a:gd name="connsiteY15-1256" fmla="*/ 1069298 h 2533100"/>
              <a:gd name="connsiteX16-1257" fmla="*/ 0 w 2585764"/>
              <a:gd name="connsiteY16-1258" fmla="*/ 1069299 h 2533100"/>
              <a:gd name="connsiteX0-1259" fmla="*/ 0 w 2585764"/>
              <a:gd name="connsiteY0-1260" fmla="*/ 1069299 h 2533100"/>
              <a:gd name="connsiteX1-1261" fmla="*/ 0 w 2585764"/>
              <a:gd name="connsiteY1-1262" fmla="*/ 1069299 h 2533100"/>
              <a:gd name="connsiteX2-1263" fmla="*/ 1292905 w 2585764"/>
              <a:gd name="connsiteY2-1264" fmla="*/ 0 h 2533100"/>
              <a:gd name="connsiteX3-1265" fmla="*/ 1292860 w 2585764"/>
              <a:gd name="connsiteY3-1266" fmla="*/ 36 h 2533100"/>
              <a:gd name="connsiteX4-1267" fmla="*/ 2585764 w 2585764"/>
              <a:gd name="connsiteY4-1268" fmla="*/ 1069335 h 2533100"/>
              <a:gd name="connsiteX5-1269" fmla="*/ 2585720 w 2585764"/>
              <a:gd name="connsiteY5-1270" fmla="*/ 1069298 h 2533100"/>
              <a:gd name="connsiteX6-1271" fmla="*/ 2585720 w 2585764"/>
              <a:gd name="connsiteY6-1272" fmla="*/ 1069298 h 2533100"/>
              <a:gd name="connsiteX7-1273" fmla="*/ 1939290 w 2585764"/>
              <a:gd name="connsiteY7-1274" fmla="*/ 1069298 h 2533100"/>
              <a:gd name="connsiteX8-1275" fmla="*/ 1939290 w 2585764"/>
              <a:gd name="connsiteY8-1276" fmla="*/ 1069298 h 2533100"/>
              <a:gd name="connsiteX9-1277" fmla="*/ 1939290 w 2585764"/>
              <a:gd name="connsiteY9-1278" fmla="*/ 2533100 h 2533100"/>
              <a:gd name="connsiteX10-1279" fmla="*/ 1939290 w 2585764"/>
              <a:gd name="connsiteY10-1280" fmla="*/ 2533051 h 2533100"/>
              <a:gd name="connsiteX11-1281" fmla="*/ 646430 w 2585764"/>
              <a:gd name="connsiteY11-1282" fmla="*/ 2533051 h 2533100"/>
              <a:gd name="connsiteX12-1283" fmla="*/ 646430 w 2585764"/>
              <a:gd name="connsiteY12-1284" fmla="*/ 2533051 h 2533100"/>
              <a:gd name="connsiteX13-1285" fmla="*/ 646430 w 2585764"/>
              <a:gd name="connsiteY13-1286" fmla="*/ 1069249 h 2533100"/>
              <a:gd name="connsiteX14-1287" fmla="*/ 646430 w 2585764"/>
              <a:gd name="connsiteY14-1288" fmla="*/ 1069298 h 2533100"/>
              <a:gd name="connsiteX15-1289" fmla="*/ 0 w 2585764"/>
              <a:gd name="connsiteY15-1290" fmla="*/ 1069298 h 2533100"/>
              <a:gd name="connsiteX16-1291" fmla="*/ 0 w 2585764"/>
              <a:gd name="connsiteY16-1292" fmla="*/ 1069299 h 2533100"/>
              <a:gd name="connsiteX0-1293" fmla="*/ 0 w 2585764"/>
              <a:gd name="connsiteY0-1294" fmla="*/ 1069299 h 2533100"/>
              <a:gd name="connsiteX1-1295" fmla="*/ 0 w 2585764"/>
              <a:gd name="connsiteY1-1296" fmla="*/ 1069299 h 2533100"/>
              <a:gd name="connsiteX2-1297" fmla="*/ 1292905 w 2585764"/>
              <a:gd name="connsiteY2-1298" fmla="*/ 0 h 2533100"/>
              <a:gd name="connsiteX3-1299" fmla="*/ 1292860 w 2585764"/>
              <a:gd name="connsiteY3-1300" fmla="*/ 36 h 2533100"/>
              <a:gd name="connsiteX4-1301" fmla="*/ 2585764 w 2585764"/>
              <a:gd name="connsiteY4-1302" fmla="*/ 1069335 h 2533100"/>
              <a:gd name="connsiteX5-1303" fmla="*/ 2585720 w 2585764"/>
              <a:gd name="connsiteY5-1304" fmla="*/ 1069298 h 2533100"/>
              <a:gd name="connsiteX6-1305" fmla="*/ 2585720 w 2585764"/>
              <a:gd name="connsiteY6-1306" fmla="*/ 1069298 h 2533100"/>
              <a:gd name="connsiteX7-1307" fmla="*/ 1939290 w 2585764"/>
              <a:gd name="connsiteY7-1308" fmla="*/ 1069298 h 2533100"/>
              <a:gd name="connsiteX8-1309" fmla="*/ 1939290 w 2585764"/>
              <a:gd name="connsiteY8-1310" fmla="*/ 1069298 h 2533100"/>
              <a:gd name="connsiteX9-1311" fmla="*/ 1939290 w 2585764"/>
              <a:gd name="connsiteY9-1312" fmla="*/ 2533100 h 2533100"/>
              <a:gd name="connsiteX10-1313" fmla="*/ 1939290 w 2585764"/>
              <a:gd name="connsiteY10-1314" fmla="*/ 2533051 h 2533100"/>
              <a:gd name="connsiteX11-1315" fmla="*/ 646430 w 2585764"/>
              <a:gd name="connsiteY11-1316" fmla="*/ 2533051 h 2533100"/>
              <a:gd name="connsiteX12-1317" fmla="*/ 646430 w 2585764"/>
              <a:gd name="connsiteY12-1318" fmla="*/ 2533051 h 2533100"/>
              <a:gd name="connsiteX13-1319" fmla="*/ 646430 w 2585764"/>
              <a:gd name="connsiteY13-1320" fmla="*/ 1069249 h 2533100"/>
              <a:gd name="connsiteX14-1321" fmla="*/ 646430 w 2585764"/>
              <a:gd name="connsiteY14-1322" fmla="*/ 1069298 h 2533100"/>
              <a:gd name="connsiteX15-1323" fmla="*/ 0 w 2585764"/>
              <a:gd name="connsiteY15-1324" fmla="*/ 1069298 h 2533100"/>
              <a:gd name="connsiteX16-1325" fmla="*/ 0 w 2585764"/>
              <a:gd name="connsiteY16-1326" fmla="*/ 1069299 h 2533100"/>
              <a:gd name="connsiteX0-1327" fmla="*/ 0 w 2585764"/>
              <a:gd name="connsiteY0-1328" fmla="*/ 1069299 h 2533100"/>
              <a:gd name="connsiteX1-1329" fmla="*/ 0 w 2585764"/>
              <a:gd name="connsiteY1-1330" fmla="*/ 1069299 h 2533100"/>
              <a:gd name="connsiteX2-1331" fmla="*/ 1292905 w 2585764"/>
              <a:gd name="connsiteY2-1332" fmla="*/ 0 h 2533100"/>
              <a:gd name="connsiteX3-1333" fmla="*/ 1292860 w 2585764"/>
              <a:gd name="connsiteY3-1334" fmla="*/ 36 h 2533100"/>
              <a:gd name="connsiteX4-1335" fmla="*/ 2585764 w 2585764"/>
              <a:gd name="connsiteY4-1336" fmla="*/ 1069335 h 2533100"/>
              <a:gd name="connsiteX5-1337" fmla="*/ 2585720 w 2585764"/>
              <a:gd name="connsiteY5-1338" fmla="*/ 1069298 h 2533100"/>
              <a:gd name="connsiteX6-1339" fmla="*/ 2585720 w 2585764"/>
              <a:gd name="connsiteY6-1340" fmla="*/ 1069298 h 2533100"/>
              <a:gd name="connsiteX7-1341" fmla="*/ 1939290 w 2585764"/>
              <a:gd name="connsiteY7-1342" fmla="*/ 1069298 h 2533100"/>
              <a:gd name="connsiteX8-1343" fmla="*/ 1939290 w 2585764"/>
              <a:gd name="connsiteY8-1344" fmla="*/ 1069298 h 2533100"/>
              <a:gd name="connsiteX9-1345" fmla="*/ 1939290 w 2585764"/>
              <a:gd name="connsiteY9-1346" fmla="*/ 2533100 h 2533100"/>
              <a:gd name="connsiteX10-1347" fmla="*/ 1939290 w 2585764"/>
              <a:gd name="connsiteY10-1348" fmla="*/ 2533051 h 2533100"/>
              <a:gd name="connsiteX11-1349" fmla="*/ 646430 w 2585764"/>
              <a:gd name="connsiteY11-1350" fmla="*/ 2533051 h 2533100"/>
              <a:gd name="connsiteX12-1351" fmla="*/ 646430 w 2585764"/>
              <a:gd name="connsiteY12-1352" fmla="*/ 2533051 h 2533100"/>
              <a:gd name="connsiteX13-1353" fmla="*/ 646430 w 2585764"/>
              <a:gd name="connsiteY13-1354" fmla="*/ 1069249 h 2533100"/>
              <a:gd name="connsiteX14-1355" fmla="*/ 646430 w 2585764"/>
              <a:gd name="connsiteY14-1356" fmla="*/ 1069298 h 2533100"/>
              <a:gd name="connsiteX15-1357" fmla="*/ 0 w 2585764"/>
              <a:gd name="connsiteY15-1358" fmla="*/ 1069298 h 2533100"/>
              <a:gd name="connsiteX16-1359" fmla="*/ 0 w 2585764"/>
              <a:gd name="connsiteY16-1360" fmla="*/ 1069299 h 2533100"/>
              <a:gd name="connsiteX0-1361" fmla="*/ 0 w 2585764"/>
              <a:gd name="connsiteY0-1362" fmla="*/ 1069299 h 2533100"/>
              <a:gd name="connsiteX1-1363" fmla="*/ 0 w 2585764"/>
              <a:gd name="connsiteY1-1364" fmla="*/ 1069299 h 2533100"/>
              <a:gd name="connsiteX2-1365" fmla="*/ 1292905 w 2585764"/>
              <a:gd name="connsiteY2-1366" fmla="*/ 0 h 2533100"/>
              <a:gd name="connsiteX3-1367" fmla="*/ 1292860 w 2585764"/>
              <a:gd name="connsiteY3-1368" fmla="*/ 36 h 2533100"/>
              <a:gd name="connsiteX4-1369" fmla="*/ 2585764 w 2585764"/>
              <a:gd name="connsiteY4-1370" fmla="*/ 1069335 h 2533100"/>
              <a:gd name="connsiteX5-1371" fmla="*/ 2585720 w 2585764"/>
              <a:gd name="connsiteY5-1372" fmla="*/ 1069298 h 2533100"/>
              <a:gd name="connsiteX6-1373" fmla="*/ 2585720 w 2585764"/>
              <a:gd name="connsiteY6-1374" fmla="*/ 1069298 h 2533100"/>
              <a:gd name="connsiteX7-1375" fmla="*/ 1939290 w 2585764"/>
              <a:gd name="connsiteY7-1376" fmla="*/ 1069298 h 2533100"/>
              <a:gd name="connsiteX8-1377" fmla="*/ 1939290 w 2585764"/>
              <a:gd name="connsiteY8-1378" fmla="*/ 1069298 h 2533100"/>
              <a:gd name="connsiteX9-1379" fmla="*/ 1939290 w 2585764"/>
              <a:gd name="connsiteY9-1380" fmla="*/ 2533100 h 2533100"/>
              <a:gd name="connsiteX10-1381" fmla="*/ 1939290 w 2585764"/>
              <a:gd name="connsiteY10-1382" fmla="*/ 2533051 h 2533100"/>
              <a:gd name="connsiteX11-1383" fmla="*/ 646430 w 2585764"/>
              <a:gd name="connsiteY11-1384" fmla="*/ 2533051 h 2533100"/>
              <a:gd name="connsiteX12-1385" fmla="*/ 646430 w 2585764"/>
              <a:gd name="connsiteY12-1386" fmla="*/ 2533051 h 2533100"/>
              <a:gd name="connsiteX13-1387" fmla="*/ 646430 w 2585764"/>
              <a:gd name="connsiteY13-1388" fmla="*/ 1069249 h 2533100"/>
              <a:gd name="connsiteX14-1389" fmla="*/ 646430 w 2585764"/>
              <a:gd name="connsiteY14-1390" fmla="*/ 1069298 h 2533100"/>
              <a:gd name="connsiteX15-1391" fmla="*/ 0 w 2585764"/>
              <a:gd name="connsiteY15-1392" fmla="*/ 1069298 h 2533100"/>
              <a:gd name="connsiteX16-1393" fmla="*/ 0 w 2585764"/>
              <a:gd name="connsiteY16-1394" fmla="*/ 1069299 h 2533100"/>
              <a:gd name="connsiteX0-1395" fmla="*/ 0 w 2585764"/>
              <a:gd name="connsiteY0-1396" fmla="*/ 1069299 h 2533100"/>
              <a:gd name="connsiteX1-1397" fmla="*/ 0 w 2585764"/>
              <a:gd name="connsiteY1-1398" fmla="*/ 1069299 h 2533100"/>
              <a:gd name="connsiteX2-1399" fmla="*/ 1292905 w 2585764"/>
              <a:gd name="connsiteY2-1400" fmla="*/ 0 h 2533100"/>
              <a:gd name="connsiteX3-1401" fmla="*/ 1292860 w 2585764"/>
              <a:gd name="connsiteY3-1402" fmla="*/ 36 h 2533100"/>
              <a:gd name="connsiteX4-1403" fmla="*/ 2585764 w 2585764"/>
              <a:gd name="connsiteY4-1404" fmla="*/ 1069335 h 2533100"/>
              <a:gd name="connsiteX5-1405" fmla="*/ 2585720 w 2585764"/>
              <a:gd name="connsiteY5-1406" fmla="*/ 1069298 h 2533100"/>
              <a:gd name="connsiteX6-1407" fmla="*/ 2585720 w 2585764"/>
              <a:gd name="connsiteY6-1408" fmla="*/ 1069298 h 2533100"/>
              <a:gd name="connsiteX7-1409" fmla="*/ 1939290 w 2585764"/>
              <a:gd name="connsiteY7-1410" fmla="*/ 1069298 h 2533100"/>
              <a:gd name="connsiteX8-1411" fmla="*/ 1939290 w 2585764"/>
              <a:gd name="connsiteY8-1412" fmla="*/ 1069298 h 2533100"/>
              <a:gd name="connsiteX9-1413" fmla="*/ 1939290 w 2585764"/>
              <a:gd name="connsiteY9-1414" fmla="*/ 2533100 h 2533100"/>
              <a:gd name="connsiteX10-1415" fmla="*/ 1939290 w 2585764"/>
              <a:gd name="connsiteY10-1416" fmla="*/ 2533051 h 2533100"/>
              <a:gd name="connsiteX11-1417" fmla="*/ 646430 w 2585764"/>
              <a:gd name="connsiteY11-1418" fmla="*/ 2533051 h 2533100"/>
              <a:gd name="connsiteX12-1419" fmla="*/ 646430 w 2585764"/>
              <a:gd name="connsiteY12-1420" fmla="*/ 2533051 h 2533100"/>
              <a:gd name="connsiteX13-1421" fmla="*/ 646430 w 2585764"/>
              <a:gd name="connsiteY13-1422" fmla="*/ 1069249 h 2533100"/>
              <a:gd name="connsiteX14-1423" fmla="*/ 646430 w 2585764"/>
              <a:gd name="connsiteY14-1424" fmla="*/ 1069298 h 2533100"/>
              <a:gd name="connsiteX15-1425" fmla="*/ 0 w 2585764"/>
              <a:gd name="connsiteY15-1426" fmla="*/ 1069298 h 2533100"/>
              <a:gd name="connsiteX16-1427" fmla="*/ 0 w 2585764"/>
              <a:gd name="connsiteY16-1428" fmla="*/ 1069299 h 2533100"/>
              <a:gd name="connsiteX0-1429" fmla="*/ 0 w 2585764"/>
              <a:gd name="connsiteY0-1430" fmla="*/ 1069299 h 2533100"/>
              <a:gd name="connsiteX1-1431" fmla="*/ 0 w 2585764"/>
              <a:gd name="connsiteY1-1432" fmla="*/ 1069299 h 2533100"/>
              <a:gd name="connsiteX2-1433" fmla="*/ 1292905 w 2585764"/>
              <a:gd name="connsiteY2-1434" fmla="*/ 0 h 2533100"/>
              <a:gd name="connsiteX3-1435" fmla="*/ 1292860 w 2585764"/>
              <a:gd name="connsiteY3-1436" fmla="*/ 36 h 2533100"/>
              <a:gd name="connsiteX4-1437" fmla="*/ 2585764 w 2585764"/>
              <a:gd name="connsiteY4-1438" fmla="*/ 1069335 h 2533100"/>
              <a:gd name="connsiteX5-1439" fmla="*/ 2585720 w 2585764"/>
              <a:gd name="connsiteY5-1440" fmla="*/ 1069298 h 2533100"/>
              <a:gd name="connsiteX6-1441" fmla="*/ 2585720 w 2585764"/>
              <a:gd name="connsiteY6-1442" fmla="*/ 1069298 h 2533100"/>
              <a:gd name="connsiteX7-1443" fmla="*/ 1939290 w 2585764"/>
              <a:gd name="connsiteY7-1444" fmla="*/ 1069298 h 2533100"/>
              <a:gd name="connsiteX8-1445" fmla="*/ 1939290 w 2585764"/>
              <a:gd name="connsiteY8-1446" fmla="*/ 1069298 h 2533100"/>
              <a:gd name="connsiteX9-1447" fmla="*/ 1939290 w 2585764"/>
              <a:gd name="connsiteY9-1448" fmla="*/ 2533100 h 2533100"/>
              <a:gd name="connsiteX10-1449" fmla="*/ 1939290 w 2585764"/>
              <a:gd name="connsiteY10-1450" fmla="*/ 2533051 h 2533100"/>
              <a:gd name="connsiteX11-1451" fmla="*/ 646430 w 2585764"/>
              <a:gd name="connsiteY11-1452" fmla="*/ 2533051 h 2533100"/>
              <a:gd name="connsiteX12-1453" fmla="*/ 646430 w 2585764"/>
              <a:gd name="connsiteY12-1454" fmla="*/ 2533051 h 2533100"/>
              <a:gd name="connsiteX13-1455" fmla="*/ 646430 w 2585764"/>
              <a:gd name="connsiteY13-1456" fmla="*/ 1069249 h 2533100"/>
              <a:gd name="connsiteX14-1457" fmla="*/ 646430 w 2585764"/>
              <a:gd name="connsiteY14-1458" fmla="*/ 1069298 h 2533100"/>
              <a:gd name="connsiteX15-1459" fmla="*/ 0 w 2585764"/>
              <a:gd name="connsiteY15-1460" fmla="*/ 1069298 h 2533100"/>
              <a:gd name="connsiteX16-1461" fmla="*/ 0 w 2585764"/>
              <a:gd name="connsiteY16-1462" fmla="*/ 1069299 h 2533100"/>
              <a:gd name="connsiteX0-1463" fmla="*/ 0 w 2585764"/>
              <a:gd name="connsiteY0-1464" fmla="*/ 1069299 h 2533100"/>
              <a:gd name="connsiteX1-1465" fmla="*/ 0 w 2585764"/>
              <a:gd name="connsiteY1-1466" fmla="*/ 1069299 h 2533100"/>
              <a:gd name="connsiteX2-1467" fmla="*/ 1292905 w 2585764"/>
              <a:gd name="connsiteY2-1468" fmla="*/ 0 h 2533100"/>
              <a:gd name="connsiteX3-1469" fmla="*/ 1292860 w 2585764"/>
              <a:gd name="connsiteY3-1470" fmla="*/ 36 h 2533100"/>
              <a:gd name="connsiteX4-1471" fmla="*/ 2585764 w 2585764"/>
              <a:gd name="connsiteY4-1472" fmla="*/ 1069335 h 2533100"/>
              <a:gd name="connsiteX5-1473" fmla="*/ 2585720 w 2585764"/>
              <a:gd name="connsiteY5-1474" fmla="*/ 1069298 h 2533100"/>
              <a:gd name="connsiteX6-1475" fmla="*/ 2585720 w 2585764"/>
              <a:gd name="connsiteY6-1476" fmla="*/ 1069298 h 2533100"/>
              <a:gd name="connsiteX7-1477" fmla="*/ 1939290 w 2585764"/>
              <a:gd name="connsiteY7-1478" fmla="*/ 1069298 h 2533100"/>
              <a:gd name="connsiteX8-1479" fmla="*/ 1939290 w 2585764"/>
              <a:gd name="connsiteY8-1480" fmla="*/ 1069298 h 2533100"/>
              <a:gd name="connsiteX9-1481" fmla="*/ 1939290 w 2585764"/>
              <a:gd name="connsiteY9-1482" fmla="*/ 2533100 h 2533100"/>
              <a:gd name="connsiteX10-1483" fmla="*/ 1939290 w 2585764"/>
              <a:gd name="connsiteY10-1484" fmla="*/ 2533051 h 2533100"/>
              <a:gd name="connsiteX11-1485" fmla="*/ 646430 w 2585764"/>
              <a:gd name="connsiteY11-1486" fmla="*/ 2533051 h 2533100"/>
              <a:gd name="connsiteX12-1487" fmla="*/ 646430 w 2585764"/>
              <a:gd name="connsiteY12-1488" fmla="*/ 2533051 h 2533100"/>
              <a:gd name="connsiteX13-1489" fmla="*/ 646430 w 2585764"/>
              <a:gd name="connsiteY13-1490" fmla="*/ 1069249 h 2533100"/>
              <a:gd name="connsiteX14-1491" fmla="*/ 646430 w 2585764"/>
              <a:gd name="connsiteY14-1492" fmla="*/ 1069298 h 2533100"/>
              <a:gd name="connsiteX15-1493" fmla="*/ 0 w 2585764"/>
              <a:gd name="connsiteY15-1494" fmla="*/ 1069298 h 2533100"/>
              <a:gd name="connsiteX16-1495" fmla="*/ 0 w 2585764"/>
              <a:gd name="connsiteY16-1496" fmla="*/ 1069299 h 2533100"/>
              <a:gd name="connsiteX0-1497" fmla="*/ 0 w 2585764"/>
              <a:gd name="connsiteY0-1498" fmla="*/ 1069299 h 2533100"/>
              <a:gd name="connsiteX1-1499" fmla="*/ 0 w 2585764"/>
              <a:gd name="connsiteY1-1500" fmla="*/ 1069299 h 2533100"/>
              <a:gd name="connsiteX2-1501" fmla="*/ 1292905 w 2585764"/>
              <a:gd name="connsiteY2-1502" fmla="*/ 0 h 2533100"/>
              <a:gd name="connsiteX3-1503" fmla="*/ 1292860 w 2585764"/>
              <a:gd name="connsiteY3-1504" fmla="*/ 36 h 2533100"/>
              <a:gd name="connsiteX4-1505" fmla="*/ 2585764 w 2585764"/>
              <a:gd name="connsiteY4-1506" fmla="*/ 1069335 h 2533100"/>
              <a:gd name="connsiteX5-1507" fmla="*/ 2585720 w 2585764"/>
              <a:gd name="connsiteY5-1508" fmla="*/ 1069298 h 2533100"/>
              <a:gd name="connsiteX6-1509" fmla="*/ 2585720 w 2585764"/>
              <a:gd name="connsiteY6-1510" fmla="*/ 1069298 h 2533100"/>
              <a:gd name="connsiteX7-1511" fmla="*/ 1939290 w 2585764"/>
              <a:gd name="connsiteY7-1512" fmla="*/ 1069298 h 2533100"/>
              <a:gd name="connsiteX8-1513" fmla="*/ 1939290 w 2585764"/>
              <a:gd name="connsiteY8-1514" fmla="*/ 1069298 h 2533100"/>
              <a:gd name="connsiteX9-1515" fmla="*/ 1939290 w 2585764"/>
              <a:gd name="connsiteY9-1516" fmla="*/ 2533100 h 2533100"/>
              <a:gd name="connsiteX10-1517" fmla="*/ 1939290 w 2585764"/>
              <a:gd name="connsiteY10-1518" fmla="*/ 2533051 h 2533100"/>
              <a:gd name="connsiteX11-1519" fmla="*/ 646430 w 2585764"/>
              <a:gd name="connsiteY11-1520" fmla="*/ 2533051 h 2533100"/>
              <a:gd name="connsiteX12-1521" fmla="*/ 646430 w 2585764"/>
              <a:gd name="connsiteY12-1522" fmla="*/ 2533051 h 2533100"/>
              <a:gd name="connsiteX13-1523" fmla="*/ 646430 w 2585764"/>
              <a:gd name="connsiteY13-1524" fmla="*/ 1069249 h 2533100"/>
              <a:gd name="connsiteX14-1525" fmla="*/ 646430 w 2585764"/>
              <a:gd name="connsiteY14-1526" fmla="*/ 1069298 h 2533100"/>
              <a:gd name="connsiteX15-1527" fmla="*/ 0 w 2585764"/>
              <a:gd name="connsiteY15-1528" fmla="*/ 1069298 h 2533100"/>
              <a:gd name="connsiteX16-1529" fmla="*/ 0 w 2585764"/>
              <a:gd name="connsiteY16-1530" fmla="*/ 1069299 h 2533100"/>
              <a:gd name="connsiteX0-1531" fmla="*/ 0 w 2585764"/>
              <a:gd name="connsiteY0-1532" fmla="*/ 1069299 h 2533100"/>
              <a:gd name="connsiteX1-1533" fmla="*/ 0 w 2585764"/>
              <a:gd name="connsiteY1-1534" fmla="*/ 1069299 h 2533100"/>
              <a:gd name="connsiteX2-1535" fmla="*/ 1292905 w 2585764"/>
              <a:gd name="connsiteY2-1536" fmla="*/ 0 h 2533100"/>
              <a:gd name="connsiteX3-1537" fmla="*/ 1292860 w 2585764"/>
              <a:gd name="connsiteY3-1538" fmla="*/ 36 h 2533100"/>
              <a:gd name="connsiteX4-1539" fmla="*/ 2585764 w 2585764"/>
              <a:gd name="connsiteY4-1540" fmla="*/ 1069335 h 2533100"/>
              <a:gd name="connsiteX5-1541" fmla="*/ 2585720 w 2585764"/>
              <a:gd name="connsiteY5-1542" fmla="*/ 1069298 h 2533100"/>
              <a:gd name="connsiteX6-1543" fmla="*/ 2585720 w 2585764"/>
              <a:gd name="connsiteY6-1544" fmla="*/ 1069298 h 2533100"/>
              <a:gd name="connsiteX7-1545" fmla="*/ 1939290 w 2585764"/>
              <a:gd name="connsiteY7-1546" fmla="*/ 1069298 h 2533100"/>
              <a:gd name="connsiteX8-1547" fmla="*/ 1939290 w 2585764"/>
              <a:gd name="connsiteY8-1548" fmla="*/ 1069298 h 2533100"/>
              <a:gd name="connsiteX9-1549" fmla="*/ 1939290 w 2585764"/>
              <a:gd name="connsiteY9-1550" fmla="*/ 2533100 h 2533100"/>
              <a:gd name="connsiteX10-1551" fmla="*/ 1939290 w 2585764"/>
              <a:gd name="connsiteY10-1552" fmla="*/ 2533051 h 2533100"/>
              <a:gd name="connsiteX11-1553" fmla="*/ 646430 w 2585764"/>
              <a:gd name="connsiteY11-1554" fmla="*/ 2533051 h 2533100"/>
              <a:gd name="connsiteX12-1555" fmla="*/ 646430 w 2585764"/>
              <a:gd name="connsiteY12-1556" fmla="*/ 2533051 h 2533100"/>
              <a:gd name="connsiteX13-1557" fmla="*/ 646430 w 2585764"/>
              <a:gd name="connsiteY13-1558" fmla="*/ 1069249 h 2533100"/>
              <a:gd name="connsiteX14-1559" fmla="*/ 646430 w 2585764"/>
              <a:gd name="connsiteY14-1560" fmla="*/ 1069298 h 2533100"/>
              <a:gd name="connsiteX15-1561" fmla="*/ 0 w 2585764"/>
              <a:gd name="connsiteY15-1562" fmla="*/ 1069298 h 2533100"/>
              <a:gd name="connsiteX16-1563" fmla="*/ 0 w 2585764"/>
              <a:gd name="connsiteY16-1564" fmla="*/ 1069299 h 2533100"/>
              <a:gd name="connsiteX0-1565" fmla="*/ 0 w 2585764"/>
              <a:gd name="connsiteY0-1566" fmla="*/ 1069299 h 2533100"/>
              <a:gd name="connsiteX1-1567" fmla="*/ 0 w 2585764"/>
              <a:gd name="connsiteY1-1568" fmla="*/ 1069299 h 2533100"/>
              <a:gd name="connsiteX2-1569" fmla="*/ 1292905 w 2585764"/>
              <a:gd name="connsiteY2-1570" fmla="*/ 0 h 2533100"/>
              <a:gd name="connsiteX3-1571" fmla="*/ 1292860 w 2585764"/>
              <a:gd name="connsiteY3-1572" fmla="*/ 36 h 2533100"/>
              <a:gd name="connsiteX4-1573" fmla="*/ 2585764 w 2585764"/>
              <a:gd name="connsiteY4-1574" fmla="*/ 1069335 h 2533100"/>
              <a:gd name="connsiteX5-1575" fmla="*/ 2585720 w 2585764"/>
              <a:gd name="connsiteY5-1576" fmla="*/ 1069298 h 2533100"/>
              <a:gd name="connsiteX6-1577" fmla="*/ 2585720 w 2585764"/>
              <a:gd name="connsiteY6-1578" fmla="*/ 1069298 h 2533100"/>
              <a:gd name="connsiteX7-1579" fmla="*/ 1939290 w 2585764"/>
              <a:gd name="connsiteY7-1580" fmla="*/ 1069298 h 2533100"/>
              <a:gd name="connsiteX8-1581" fmla="*/ 1939290 w 2585764"/>
              <a:gd name="connsiteY8-1582" fmla="*/ 1069298 h 2533100"/>
              <a:gd name="connsiteX9-1583" fmla="*/ 1939290 w 2585764"/>
              <a:gd name="connsiteY9-1584" fmla="*/ 2533100 h 2533100"/>
              <a:gd name="connsiteX10-1585" fmla="*/ 1939290 w 2585764"/>
              <a:gd name="connsiteY10-1586" fmla="*/ 2533051 h 2533100"/>
              <a:gd name="connsiteX11-1587" fmla="*/ 646430 w 2585764"/>
              <a:gd name="connsiteY11-1588" fmla="*/ 2533051 h 2533100"/>
              <a:gd name="connsiteX12-1589" fmla="*/ 646430 w 2585764"/>
              <a:gd name="connsiteY12-1590" fmla="*/ 2533051 h 2533100"/>
              <a:gd name="connsiteX13-1591" fmla="*/ 646430 w 2585764"/>
              <a:gd name="connsiteY13-1592" fmla="*/ 1069249 h 2533100"/>
              <a:gd name="connsiteX14-1593" fmla="*/ 646430 w 2585764"/>
              <a:gd name="connsiteY14-1594" fmla="*/ 1069298 h 2533100"/>
              <a:gd name="connsiteX15-1595" fmla="*/ 0 w 2585764"/>
              <a:gd name="connsiteY15-1596" fmla="*/ 1069298 h 2533100"/>
              <a:gd name="connsiteX16-1597" fmla="*/ 0 w 2585764"/>
              <a:gd name="connsiteY16-1598" fmla="*/ 1069299 h 2533100"/>
              <a:gd name="connsiteX0-1599" fmla="*/ 0 w 2585764"/>
              <a:gd name="connsiteY0-1600" fmla="*/ 1069299 h 2533100"/>
              <a:gd name="connsiteX1-1601" fmla="*/ 0 w 2585764"/>
              <a:gd name="connsiteY1-1602" fmla="*/ 1069299 h 2533100"/>
              <a:gd name="connsiteX2-1603" fmla="*/ 1292905 w 2585764"/>
              <a:gd name="connsiteY2-1604" fmla="*/ 0 h 2533100"/>
              <a:gd name="connsiteX3-1605" fmla="*/ 1292860 w 2585764"/>
              <a:gd name="connsiteY3-1606" fmla="*/ 36 h 2533100"/>
              <a:gd name="connsiteX4-1607" fmla="*/ 2585764 w 2585764"/>
              <a:gd name="connsiteY4-1608" fmla="*/ 1069335 h 2533100"/>
              <a:gd name="connsiteX5-1609" fmla="*/ 2585720 w 2585764"/>
              <a:gd name="connsiteY5-1610" fmla="*/ 1069298 h 2533100"/>
              <a:gd name="connsiteX6-1611" fmla="*/ 2585720 w 2585764"/>
              <a:gd name="connsiteY6-1612" fmla="*/ 1069298 h 2533100"/>
              <a:gd name="connsiteX7-1613" fmla="*/ 1939290 w 2585764"/>
              <a:gd name="connsiteY7-1614" fmla="*/ 1069298 h 2533100"/>
              <a:gd name="connsiteX8-1615" fmla="*/ 1939290 w 2585764"/>
              <a:gd name="connsiteY8-1616" fmla="*/ 1069298 h 2533100"/>
              <a:gd name="connsiteX9-1617" fmla="*/ 1939290 w 2585764"/>
              <a:gd name="connsiteY9-1618" fmla="*/ 2533100 h 2533100"/>
              <a:gd name="connsiteX10-1619" fmla="*/ 1939290 w 2585764"/>
              <a:gd name="connsiteY10-1620" fmla="*/ 2533051 h 2533100"/>
              <a:gd name="connsiteX11-1621" fmla="*/ 646430 w 2585764"/>
              <a:gd name="connsiteY11-1622" fmla="*/ 2533051 h 2533100"/>
              <a:gd name="connsiteX12-1623" fmla="*/ 646430 w 2585764"/>
              <a:gd name="connsiteY12-1624" fmla="*/ 2533051 h 2533100"/>
              <a:gd name="connsiteX13-1625" fmla="*/ 646430 w 2585764"/>
              <a:gd name="connsiteY13-1626" fmla="*/ 1069249 h 2533100"/>
              <a:gd name="connsiteX14-1627" fmla="*/ 646430 w 2585764"/>
              <a:gd name="connsiteY14-1628" fmla="*/ 1069298 h 2533100"/>
              <a:gd name="connsiteX15-1629" fmla="*/ 0 w 2585764"/>
              <a:gd name="connsiteY15-1630" fmla="*/ 1069298 h 2533100"/>
              <a:gd name="connsiteX16-1631" fmla="*/ 0 w 2585764"/>
              <a:gd name="connsiteY16-1632" fmla="*/ 1069299 h 2533100"/>
              <a:gd name="connsiteX0-1633" fmla="*/ 0 w 2585764"/>
              <a:gd name="connsiteY0-1634" fmla="*/ 1069299 h 2533100"/>
              <a:gd name="connsiteX1-1635" fmla="*/ 0 w 2585764"/>
              <a:gd name="connsiteY1-1636" fmla="*/ 1069299 h 2533100"/>
              <a:gd name="connsiteX2-1637" fmla="*/ 1292905 w 2585764"/>
              <a:gd name="connsiteY2-1638" fmla="*/ 0 h 2533100"/>
              <a:gd name="connsiteX3-1639" fmla="*/ 1292860 w 2585764"/>
              <a:gd name="connsiteY3-1640" fmla="*/ 36 h 2533100"/>
              <a:gd name="connsiteX4-1641" fmla="*/ 2585764 w 2585764"/>
              <a:gd name="connsiteY4-1642" fmla="*/ 1069335 h 2533100"/>
              <a:gd name="connsiteX5-1643" fmla="*/ 2585720 w 2585764"/>
              <a:gd name="connsiteY5-1644" fmla="*/ 1069298 h 2533100"/>
              <a:gd name="connsiteX6-1645" fmla="*/ 2585720 w 2585764"/>
              <a:gd name="connsiteY6-1646" fmla="*/ 1069298 h 2533100"/>
              <a:gd name="connsiteX7-1647" fmla="*/ 1939290 w 2585764"/>
              <a:gd name="connsiteY7-1648" fmla="*/ 1069298 h 2533100"/>
              <a:gd name="connsiteX8-1649" fmla="*/ 1939290 w 2585764"/>
              <a:gd name="connsiteY8-1650" fmla="*/ 1069298 h 2533100"/>
              <a:gd name="connsiteX9-1651" fmla="*/ 1939290 w 2585764"/>
              <a:gd name="connsiteY9-1652" fmla="*/ 2533100 h 2533100"/>
              <a:gd name="connsiteX10-1653" fmla="*/ 1939290 w 2585764"/>
              <a:gd name="connsiteY10-1654" fmla="*/ 2533051 h 2533100"/>
              <a:gd name="connsiteX11-1655" fmla="*/ 646430 w 2585764"/>
              <a:gd name="connsiteY11-1656" fmla="*/ 2533051 h 2533100"/>
              <a:gd name="connsiteX12-1657" fmla="*/ 646430 w 2585764"/>
              <a:gd name="connsiteY12-1658" fmla="*/ 2533051 h 2533100"/>
              <a:gd name="connsiteX13-1659" fmla="*/ 646430 w 2585764"/>
              <a:gd name="connsiteY13-1660" fmla="*/ 1069249 h 2533100"/>
              <a:gd name="connsiteX14-1661" fmla="*/ 646430 w 2585764"/>
              <a:gd name="connsiteY14-1662" fmla="*/ 1069298 h 2533100"/>
              <a:gd name="connsiteX15-1663" fmla="*/ 0 w 2585764"/>
              <a:gd name="connsiteY15-1664" fmla="*/ 1069298 h 2533100"/>
              <a:gd name="connsiteX16-1665" fmla="*/ 0 w 2585764"/>
              <a:gd name="connsiteY16-1666" fmla="*/ 1069299 h 2533100"/>
              <a:gd name="connsiteX0-1667" fmla="*/ 0 w 2585764"/>
              <a:gd name="connsiteY0-1668" fmla="*/ 1069299 h 2533100"/>
              <a:gd name="connsiteX1-1669" fmla="*/ 0 w 2585764"/>
              <a:gd name="connsiteY1-1670" fmla="*/ 1069299 h 2533100"/>
              <a:gd name="connsiteX2-1671" fmla="*/ 1292905 w 2585764"/>
              <a:gd name="connsiteY2-1672" fmla="*/ 0 h 2533100"/>
              <a:gd name="connsiteX3-1673" fmla="*/ 1292860 w 2585764"/>
              <a:gd name="connsiteY3-1674" fmla="*/ 36 h 2533100"/>
              <a:gd name="connsiteX4-1675" fmla="*/ 2585764 w 2585764"/>
              <a:gd name="connsiteY4-1676" fmla="*/ 1069335 h 2533100"/>
              <a:gd name="connsiteX5-1677" fmla="*/ 2585720 w 2585764"/>
              <a:gd name="connsiteY5-1678" fmla="*/ 1069298 h 2533100"/>
              <a:gd name="connsiteX6-1679" fmla="*/ 2585720 w 2585764"/>
              <a:gd name="connsiteY6-1680" fmla="*/ 1069298 h 2533100"/>
              <a:gd name="connsiteX7-1681" fmla="*/ 1939290 w 2585764"/>
              <a:gd name="connsiteY7-1682" fmla="*/ 1069298 h 2533100"/>
              <a:gd name="connsiteX8-1683" fmla="*/ 1939290 w 2585764"/>
              <a:gd name="connsiteY8-1684" fmla="*/ 1069298 h 2533100"/>
              <a:gd name="connsiteX9-1685" fmla="*/ 1939290 w 2585764"/>
              <a:gd name="connsiteY9-1686" fmla="*/ 2533100 h 2533100"/>
              <a:gd name="connsiteX10-1687" fmla="*/ 1939290 w 2585764"/>
              <a:gd name="connsiteY10-1688" fmla="*/ 2533051 h 2533100"/>
              <a:gd name="connsiteX11-1689" fmla="*/ 646430 w 2585764"/>
              <a:gd name="connsiteY11-1690" fmla="*/ 2533051 h 2533100"/>
              <a:gd name="connsiteX12-1691" fmla="*/ 646430 w 2585764"/>
              <a:gd name="connsiteY12-1692" fmla="*/ 2533051 h 2533100"/>
              <a:gd name="connsiteX13-1693" fmla="*/ 646430 w 2585764"/>
              <a:gd name="connsiteY13-1694" fmla="*/ 1069249 h 2533100"/>
              <a:gd name="connsiteX14-1695" fmla="*/ 646430 w 2585764"/>
              <a:gd name="connsiteY14-1696" fmla="*/ 1069298 h 2533100"/>
              <a:gd name="connsiteX15-1697" fmla="*/ 0 w 2585764"/>
              <a:gd name="connsiteY15-1698" fmla="*/ 1069298 h 2533100"/>
              <a:gd name="connsiteX16-1699" fmla="*/ 23342 w 2585764"/>
              <a:gd name="connsiteY16-1700" fmla="*/ 1060893 h 2533100"/>
              <a:gd name="connsiteX0-1701" fmla="*/ 23342 w 2585764"/>
              <a:gd name="connsiteY0-1702" fmla="*/ 1060893 h 2533100"/>
              <a:gd name="connsiteX1-1703" fmla="*/ 0 w 2585764"/>
              <a:gd name="connsiteY1-1704" fmla="*/ 1069299 h 2533100"/>
              <a:gd name="connsiteX2-1705" fmla="*/ 1292905 w 2585764"/>
              <a:gd name="connsiteY2-1706" fmla="*/ 0 h 2533100"/>
              <a:gd name="connsiteX3-1707" fmla="*/ 1292860 w 2585764"/>
              <a:gd name="connsiteY3-1708" fmla="*/ 36 h 2533100"/>
              <a:gd name="connsiteX4-1709" fmla="*/ 2585764 w 2585764"/>
              <a:gd name="connsiteY4-1710" fmla="*/ 1069335 h 2533100"/>
              <a:gd name="connsiteX5-1711" fmla="*/ 2585720 w 2585764"/>
              <a:gd name="connsiteY5-1712" fmla="*/ 1069298 h 2533100"/>
              <a:gd name="connsiteX6-1713" fmla="*/ 2585720 w 2585764"/>
              <a:gd name="connsiteY6-1714" fmla="*/ 1069298 h 2533100"/>
              <a:gd name="connsiteX7-1715" fmla="*/ 1939290 w 2585764"/>
              <a:gd name="connsiteY7-1716" fmla="*/ 1069298 h 2533100"/>
              <a:gd name="connsiteX8-1717" fmla="*/ 1939290 w 2585764"/>
              <a:gd name="connsiteY8-1718" fmla="*/ 1069298 h 2533100"/>
              <a:gd name="connsiteX9-1719" fmla="*/ 1939290 w 2585764"/>
              <a:gd name="connsiteY9-1720" fmla="*/ 2533100 h 2533100"/>
              <a:gd name="connsiteX10-1721" fmla="*/ 1939290 w 2585764"/>
              <a:gd name="connsiteY10-1722" fmla="*/ 2533051 h 2533100"/>
              <a:gd name="connsiteX11-1723" fmla="*/ 646430 w 2585764"/>
              <a:gd name="connsiteY11-1724" fmla="*/ 2533051 h 2533100"/>
              <a:gd name="connsiteX12-1725" fmla="*/ 646430 w 2585764"/>
              <a:gd name="connsiteY12-1726" fmla="*/ 2533051 h 2533100"/>
              <a:gd name="connsiteX13-1727" fmla="*/ 646430 w 2585764"/>
              <a:gd name="connsiteY13-1728" fmla="*/ 1069249 h 2533100"/>
              <a:gd name="connsiteX14-1729" fmla="*/ 646430 w 2585764"/>
              <a:gd name="connsiteY14-1730" fmla="*/ 1069298 h 2533100"/>
              <a:gd name="connsiteX15-1731" fmla="*/ 0 w 2585764"/>
              <a:gd name="connsiteY15-1732" fmla="*/ 1069298 h 2533100"/>
              <a:gd name="connsiteX16-1733" fmla="*/ 23342 w 2585764"/>
              <a:gd name="connsiteY16-1734" fmla="*/ 1060893 h 2533100"/>
              <a:gd name="connsiteX0-1735" fmla="*/ 23342 w 2585764"/>
              <a:gd name="connsiteY0-1736" fmla="*/ 1060893 h 2533100"/>
              <a:gd name="connsiteX1-1737" fmla="*/ 0 w 2585764"/>
              <a:gd name="connsiteY1-1738" fmla="*/ 1069299 h 2533100"/>
              <a:gd name="connsiteX2-1739" fmla="*/ 1292905 w 2585764"/>
              <a:gd name="connsiteY2-1740" fmla="*/ 0 h 2533100"/>
              <a:gd name="connsiteX3-1741" fmla="*/ 1292860 w 2585764"/>
              <a:gd name="connsiteY3-1742" fmla="*/ 36 h 2533100"/>
              <a:gd name="connsiteX4-1743" fmla="*/ 2585764 w 2585764"/>
              <a:gd name="connsiteY4-1744" fmla="*/ 1069335 h 2533100"/>
              <a:gd name="connsiteX5-1745" fmla="*/ 2585720 w 2585764"/>
              <a:gd name="connsiteY5-1746" fmla="*/ 1069298 h 2533100"/>
              <a:gd name="connsiteX6-1747" fmla="*/ 2585720 w 2585764"/>
              <a:gd name="connsiteY6-1748" fmla="*/ 1069298 h 2533100"/>
              <a:gd name="connsiteX7-1749" fmla="*/ 1939290 w 2585764"/>
              <a:gd name="connsiteY7-1750" fmla="*/ 1069298 h 2533100"/>
              <a:gd name="connsiteX8-1751" fmla="*/ 1939290 w 2585764"/>
              <a:gd name="connsiteY8-1752" fmla="*/ 1069298 h 2533100"/>
              <a:gd name="connsiteX9-1753" fmla="*/ 1939290 w 2585764"/>
              <a:gd name="connsiteY9-1754" fmla="*/ 2533100 h 2533100"/>
              <a:gd name="connsiteX10-1755" fmla="*/ 1939290 w 2585764"/>
              <a:gd name="connsiteY10-1756" fmla="*/ 2533051 h 2533100"/>
              <a:gd name="connsiteX11-1757" fmla="*/ 646430 w 2585764"/>
              <a:gd name="connsiteY11-1758" fmla="*/ 2533051 h 2533100"/>
              <a:gd name="connsiteX12-1759" fmla="*/ 646430 w 2585764"/>
              <a:gd name="connsiteY12-1760" fmla="*/ 2533051 h 2533100"/>
              <a:gd name="connsiteX13-1761" fmla="*/ 646430 w 2585764"/>
              <a:gd name="connsiteY13-1762" fmla="*/ 1069249 h 2533100"/>
              <a:gd name="connsiteX14-1763" fmla="*/ 646430 w 2585764"/>
              <a:gd name="connsiteY14-1764" fmla="*/ 1069298 h 2533100"/>
              <a:gd name="connsiteX15-1765" fmla="*/ 0 w 2585764"/>
              <a:gd name="connsiteY15-1766" fmla="*/ 1069298 h 2533100"/>
              <a:gd name="connsiteX16-1767" fmla="*/ 23342 w 2585764"/>
              <a:gd name="connsiteY16-1768" fmla="*/ 1060893 h 2533100"/>
              <a:gd name="connsiteX0-1769" fmla="*/ 23342 w 2585764"/>
              <a:gd name="connsiteY0-1770" fmla="*/ 1060893 h 2533100"/>
              <a:gd name="connsiteX1-1771" fmla="*/ 0 w 2585764"/>
              <a:gd name="connsiteY1-1772" fmla="*/ 1069299 h 2533100"/>
              <a:gd name="connsiteX2-1773" fmla="*/ 1292905 w 2585764"/>
              <a:gd name="connsiteY2-1774" fmla="*/ 0 h 2533100"/>
              <a:gd name="connsiteX3-1775" fmla="*/ 1292860 w 2585764"/>
              <a:gd name="connsiteY3-1776" fmla="*/ 36 h 2533100"/>
              <a:gd name="connsiteX4-1777" fmla="*/ 2585764 w 2585764"/>
              <a:gd name="connsiteY4-1778" fmla="*/ 1069335 h 2533100"/>
              <a:gd name="connsiteX5-1779" fmla="*/ 2585720 w 2585764"/>
              <a:gd name="connsiteY5-1780" fmla="*/ 1069298 h 2533100"/>
              <a:gd name="connsiteX6-1781" fmla="*/ 2585720 w 2585764"/>
              <a:gd name="connsiteY6-1782" fmla="*/ 1069298 h 2533100"/>
              <a:gd name="connsiteX7-1783" fmla="*/ 1939290 w 2585764"/>
              <a:gd name="connsiteY7-1784" fmla="*/ 1069298 h 2533100"/>
              <a:gd name="connsiteX8-1785" fmla="*/ 1939290 w 2585764"/>
              <a:gd name="connsiteY8-1786" fmla="*/ 1069298 h 2533100"/>
              <a:gd name="connsiteX9-1787" fmla="*/ 1939290 w 2585764"/>
              <a:gd name="connsiteY9-1788" fmla="*/ 2533100 h 2533100"/>
              <a:gd name="connsiteX10-1789" fmla="*/ 1939290 w 2585764"/>
              <a:gd name="connsiteY10-1790" fmla="*/ 2533051 h 2533100"/>
              <a:gd name="connsiteX11-1791" fmla="*/ 646430 w 2585764"/>
              <a:gd name="connsiteY11-1792" fmla="*/ 2533051 h 2533100"/>
              <a:gd name="connsiteX12-1793" fmla="*/ 646430 w 2585764"/>
              <a:gd name="connsiteY12-1794" fmla="*/ 2533051 h 2533100"/>
              <a:gd name="connsiteX13-1795" fmla="*/ 646430 w 2585764"/>
              <a:gd name="connsiteY13-1796" fmla="*/ 1069249 h 2533100"/>
              <a:gd name="connsiteX14-1797" fmla="*/ 646430 w 2585764"/>
              <a:gd name="connsiteY14-1798" fmla="*/ 1069298 h 2533100"/>
              <a:gd name="connsiteX15-1799" fmla="*/ 0 w 2585764"/>
              <a:gd name="connsiteY15-1800" fmla="*/ 1069298 h 2533100"/>
              <a:gd name="connsiteX16-1801" fmla="*/ 23342 w 2585764"/>
              <a:gd name="connsiteY16-1802" fmla="*/ 1060893 h 2533100"/>
              <a:gd name="connsiteX0-1803" fmla="*/ 23342 w 2585764"/>
              <a:gd name="connsiteY0-1804" fmla="*/ 1060893 h 2533100"/>
              <a:gd name="connsiteX1-1805" fmla="*/ 27197 w 2585764"/>
              <a:gd name="connsiteY1-1806" fmla="*/ 1046805 h 2533100"/>
              <a:gd name="connsiteX2-1807" fmla="*/ 1292905 w 2585764"/>
              <a:gd name="connsiteY2-1808" fmla="*/ 0 h 2533100"/>
              <a:gd name="connsiteX3-1809" fmla="*/ 1292860 w 2585764"/>
              <a:gd name="connsiteY3-1810" fmla="*/ 36 h 2533100"/>
              <a:gd name="connsiteX4-1811" fmla="*/ 2585764 w 2585764"/>
              <a:gd name="connsiteY4-1812" fmla="*/ 1069335 h 2533100"/>
              <a:gd name="connsiteX5-1813" fmla="*/ 2585720 w 2585764"/>
              <a:gd name="connsiteY5-1814" fmla="*/ 1069298 h 2533100"/>
              <a:gd name="connsiteX6-1815" fmla="*/ 2585720 w 2585764"/>
              <a:gd name="connsiteY6-1816" fmla="*/ 1069298 h 2533100"/>
              <a:gd name="connsiteX7-1817" fmla="*/ 1939290 w 2585764"/>
              <a:gd name="connsiteY7-1818" fmla="*/ 1069298 h 2533100"/>
              <a:gd name="connsiteX8-1819" fmla="*/ 1939290 w 2585764"/>
              <a:gd name="connsiteY8-1820" fmla="*/ 1069298 h 2533100"/>
              <a:gd name="connsiteX9-1821" fmla="*/ 1939290 w 2585764"/>
              <a:gd name="connsiteY9-1822" fmla="*/ 2533100 h 2533100"/>
              <a:gd name="connsiteX10-1823" fmla="*/ 1939290 w 2585764"/>
              <a:gd name="connsiteY10-1824" fmla="*/ 2533051 h 2533100"/>
              <a:gd name="connsiteX11-1825" fmla="*/ 646430 w 2585764"/>
              <a:gd name="connsiteY11-1826" fmla="*/ 2533051 h 2533100"/>
              <a:gd name="connsiteX12-1827" fmla="*/ 646430 w 2585764"/>
              <a:gd name="connsiteY12-1828" fmla="*/ 2533051 h 2533100"/>
              <a:gd name="connsiteX13-1829" fmla="*/ 646430 w 2585764"/>
              <a:gd name="connsiteY13-1830" fmla="*/ 1069249 h 2533100"/>
              <a:gd name="connsiteX14-1831" fmla="*/ 646430 w 2585764"/>
              <a:gd name="connsiteY14-1832" fmla="*/ 1069298 h 2533100"/>
              <a:gd name="connsiteX15-1833" fmla="*/ 0 w 2585764"/>
              <a:gd name="connsiteY15-1834" fmla="*/ 1069298 h 2533100"/>
              <a:gd name="connsiteX16-1835" fmla="*/ 23342 w 2585764"/>
              <a:gd name="connsiteY16-1836" fmla="*/ 1060893 h 2533100"/>
              <a:gd name="connsiteX0-1837" fmla="*/ 23342 w 2585764"/>
              <a:gd name="connsiteY0-1838" fmla="*/ 1060893 h 2533100"/>
              <a:gd name="connsiteX1-1839" fmla="*/ 27197 w 2585764"/>
              <a:gd name="connsiteY1-1840" fmla="*/ 1046805 h 2533100"/>
              <a:gd name="connsiteX2-1841" fmla="*/ 1292905 w 2585764"/>
              <a:gd name="connsiteY2-1842" fmla="*/ 0 h 2533100"/>
              <a:gd name="connsiteX3-1843" fmla="*/ 1292860 w 2585764"/>
              <a:gd name="connsiteY3-1844" fmla="*/ 36 h 2533100"/>
              <a:gd name="connsiteX4-1845" fmla="*/ 2585764 w 2585764"/>
              <a:gd name="connsiteY4-1846" fmla="*/ 1069335 h 2533100"/>
              <a:gd name="connsiteX5-1847" fmla="*/ 2585720 w 2585764"/>
              <a:gd name="connsiteY5-1848" fmla="*/ 1069298 h 2533100"/>
              <a:gd name="connsiteX6-1849" fmla="*/ 2585720 w 2585764"/>
              <a:gd name="connsiteY6-1850" fmla="*/ 1069298 h 2533100"/>
              <a:gd name="connsiteX7-1851" fmla="*/ 1939290 w 2585764"/>
              <a:gd name="connsiteY7-1852" fmla="*/ 1069298 h 2533100"/>
              <a:gd name="connsiteX8-1853" fmla="*/ 1939290 w 2585764"/>
              <a:gd name="connsiteY8-1854" fmla="*/ 1069298 h 2533100"/>
              <a:gd name="connsiteX9-1855" fmla="*/ 1939290 w 2585764"/>
              <a:gd name="connsiteY9-1856" fmla="*/ 2533100 h 2533100"/>
              <a:gd name="connsiteX10-1857" fmla="*/ 1939290 w 2585764"/>
              <a:gd name="connsiteY10-1858" fmla="*/ 2533051 h 2533100"/>
              <a:gd name="connsiteX11-1859" fmla="*/ 646430 w 2585764"/>
              <a:gd name="connsiteY11-1860" fmla="*/ 2533051 h 2533100"/>
              <a:gd name="connsiteX12-1861" fmla="*/ 646430 w 2585764"/>
              <a:gd name="connsiteY12-1862" fmla="*/ 2533051 h 2533100"/>
              <a:gd name="connsiteX13-1863" fmla="*/ 646430 w 2585764"/>
              <a:gd name="connsiteY13-1864" fmla="*/ 1069249 h 2533100"/>
              <a:gd name="connsiteX14-1865" fmla="*/ 646430 w 2585764"/>
              <a:gd name="connsiteY14-1866" fmla="*/ 1069298 h 2533100"/>
              <a:gd name="connsiteX15-1867" fmla="*/ 0 w 2585764"/>
              <a:gd name="connsiteY15-1868" fmla="*/ 1069298 h 2533100"/>
              <a:gd name="connsiteX16-1869" fmla="*/ 23342 w 2585764"/>
              <a:gd name="connsiteY16-1870" fmla="*/ 1060893 h 2533100"/>
              <a:gd name="connsiteX0-1871" fmla="*/ 23342 w 2585764"/>
              <a:gd name="connsiteY0-1872" fmla="*/ 1060893 h 2533100"/>
              <a:gd name="connsiteX1-1873" fmla="*/ 27197 w 2585764"/>
              <a:gd name="connsiteY1-1874" fmla="*/ 1046805 h 2533100"/>
              <a:gd name="connsiteX2-1875" fmla="*/ 1292905 w 2585764"/>
              <a:gd name="connsiteY2-1876" fmla="*/ 0 h 2533100"/>
              <a:gd name="connsiteX3-1877" fmla="*/ 1292860 w 2585764"/>
              <a:gd name="connsiteY3-1878" fmla="*/ 36 h 2533100"/>
              <a:gd name="connsiteX4-1879" fmla="*/ 2585764 w 2585764"/>
              <a:gd name="connsiteY4-1880" fmla="*/ 1069335 h 2533100"/>
              <a:gd name="connsiteX5-1881" fmla="*/ 2585720 w 2585764"/>
              <a:gd name="connsiteY5-1882" fmla="*/ 1069298 h 2533100"/>
              <a:gd name="connsiteX6-1883" fmla="*/ 2585720 w 2585764"/>
              <a:gd name="connsiteY6-1884" fmla="*/ 1069298 h 2533100"/>
              <a:gd name="connsiteX7-1885" fmla="*/ 1939290 w 2585764"/>
              <a:gd name="connsiteY7-1886" fmla="*/ 1069298 h 2533100"/>
              <a:gd name="connsiteX8-1887" fmla="*/ 1939290 w 2585764"/>
              <a:gd name="connsiteY8-1888" fmla="*/ 1069298 h 2533100"/>
              <a:gd name="connsiteX9-1889" fmla="*/ 1939290 w 2585764"/>
              <a:gd name="connsiteY9-1890" fmla="*/ 2533100 h 2533100"/>
              <a:gd name="connsiteX10-1891" fmla="*/ 1939290 w 2585764"/>
              <a:gd name="connsiteY10-1892" fmla="*/ 2533051 h 2533100"/>
              <a:gd name="connsiteX11-1893" fmla="*/ 646430 w 2585764"/>
              <a:gd name="connsiteY11-1894" fmla="*/ 2533051 h 2533100"/>
              <a:gd name="connsiteX12-1895" fmla="*/ 646430 w 2585764"/>
              <a:gd name="connsiteY12-1896" fmla="*/ 2533051 h 2533100"/>
              <a:gd name="connsiteX13-1897" fmla="*/ 646430 w 2585764"/>
              <a:gd name="connsiteY13-1898" fmla="*/ 1069249 h 2533100"/>
              <a:gd name="connsiteX14-1899" fmla="*/ 646430 w 2585764"/>
              <a:gd name="connsiteY14-1900" fmla="*/ 1069298 h 2533100"/>
              <a:gd name="connsiteX15-1901" fmla="*/ 0 w 2585764"/>
              <a:gd name="connsiteY15-1902" fmla="*/ 1069298 h 2533100"/>
              <a:gd name="connsiteX16-1903" fmla="*/ 23342 w 2585764"/>
              <a:gd name="connsiteY16-1904" fmla="*/ 1060893 h 2533100"/>
              <a:gd name="connsiteX0-1905" fmla="*/ 23342 w 2585764"/>
              <a:gd name="connsiteY0-1906" fmla="*/ 1060858 h 2533065"/>
              <a:gd name="connsiteX1-1907" fmla="*/ 27197 w 2585764"/>
              <a:gd name="connsiteY1-1908" fmla="*/ 1046770 h 2533065"/>
              <a:gd name="connsiteX2-1909" fmla="*/ 1284810 w 2585764"/>
              <a:gd name="connsiteY2-1910" fmla="*/ 6659 h 2533065"/>
              <a:gd name="connsiteX3-1911" fmla="*/ 1292860 w 2585764"/>
              <a:gd name="connsiteY3-1912" fmla="*/ 1 h 2533065"/>
              <a:gd name="connsiteX4-1913" fmla="*/ 2585764 w 2585764"/>
              <a:gd name="connsiteY4-1914" fmla="*/ 1069300 h 2533065"/>
              <a:gd name="connsiteX5-1915" fmla="*/ 2585720 w 2585764"/>
              <a:gd name="connsiteY5-1916" fmla="*/ 1069263 h 2533065"/>
              <a:gd name="connsiteX6-1917" fmla="*/ 2585720 w 2585764"/>
              <a:gd name="connsiteY6-1918" fmla="*/ 1069263 h 2533065"/>
              <a:gd name="connsiteX7-1919" fmla="*/ 1939290 w 2585764"/>
              <a:gd name="connsiteY7-1920" fmla="*/ 1069263 h 2533065"/>
              <a:gd name="connsiteX8-1921" fmla="*/ 1939290 w 2585764"/>
              <a:gd name="connsiteY8-1922" fmla="*/ 1069263 h 2533065"/>
              <a:gd name="connsiteX9-1923" fmla="*/ 1939290 w 2585764"/>
              <a:gd name="connsiteY9-1924" fmla="*/ 2533065 h 2533065"/>
              <a:gd name="connsiteX10-1925" fmla="*/ 1939290 w 2585764"/>
              <a:gd name="connsiteY10-1926" fmla="*/ 2533016 h 2533065"/>
              <a:gd name="connsiteX11-1927" fmla="*/ 646430 w 2585764"/>
              <a:gd name="connsiteY11-1928" fmla="*/ 2533016 h 2533065"/>
              <a:gd name="connsiteX12-1929" fmla="*/ 646430 w 2585764"/>
              <a:gd name="connsiteY12-1930" fmla="*/ 2533016 h 2533065"/>
              <a:gd name="connsiteX13-1931" fmla="*/ 646430 w 2585764"/>
              <a:gd name="connsiteY13-1932" fmla="*/ 1069214 h 2533065"/>
              <a:gd name="connsiteX14-1933" fmla="*/ 646430 w 2585764"/>
              <a:gd name="connsiteY14-1934" fmla="*/ 1069263 h 2533065"/>
              <a:gd name="connsiteX15-1935" fmla="*/ 0 w 2585764"/>
              <a:gd name="connsiteY15-1936" fmla="*/ 1069263 h 2533065"/>
              <a:gd name="connsiteX16-1937" fmla="*/ 23342 w 2585764"/>
              <a:gd name="connsiteY16-1938" fmla="*/ 1060858 h 2533065"/>
              <a:gd name="connsiteX0-1939" fmla="*/ 23342 w 2585764"/>
              <a:gd name="connsiteY0-1940" fmla="*/ 1060857 h 2533064"/>
              <a:gd name="connsiteX1-1941" fmla="*/ 27197 w 2585764"/>
              <a:gd name="connsiteY1-1942" fmla="*/ 1046769 h 2533064"/>
              <a:gd name="connsiteX2-1943" fmla="*/ 1284810 w 2585764"/>
              <a:gd name="connsiteY2-1944" fmla="*/ 6658 h 2533064"/>
              <a:gd name="connsiteX3-1945" fmla="*/ 1292860 w 2585764"/>
              <a:gd name="connsiteY3-1946" fmla="*/ 0 h 2533064"/>
              <a:gd name="connsiteX4-1947" fmla="*/ 2585764 w 2585764"/>
              <a:gd name="connsiteY4-1948" fmla="*/ 1069299 h 2533064"/>
              <a:gd name="connsiteX5-1949" fmla="*/ 2585720 w 2585764"/>
              <a:gd name="connsiteY5-1950" fmla="*/ 1069262 h 2533064"/>
              <a:gd name="connsiteX6-1951" fmla="*/ 2585720 w 2585764"/>
              <a:gd name="connsiteY6-1952" fmla="*/ 1069262 h 2533064"/>
              <a:gd name="connsiteX7-1953" fmla="*/ 1939290 w 2585764"/>
              <a:gd name="connsiteY7-1954" fmla="*/ 1069262 h 2533064"/>
              <a:gd name="connsiteX8-1955" fmla="*/ 1939290 w 2585764"/>
              <a:gd name="connsiteY8-1956" fmla="*/ 1069262 h 2533064"/>
              <a:gd name="connsiteX9-1957" fmla="*/ 1939290 w 2585764"/>
              <a:gd name="connsiteY9-1958" fmla="*/ 2533064 h 2533064"/>
              <a:gd name="connsiteX10-1959" fmla="*/ 1939290 w 2585764"/>
              <a:gd name="connsiteY10-1960" fmla="*/ 2533015 h 2533064"/>
              <a:gd name="connsiteX11-1961" fmla="*/ 646430 w 2585764"/>
              <a:gd name="connsiteY11-1962" fmla="*/ 2533015 h 2533064"/>
              <a:gd name="connsiteX12-1963" fmla="*/ 646430 w 2585764"/>
              <a:gd name="connsiteY12-1964" fmla="*/ 2533015 h 2533064"/>
              <a:gd name="connsiteX13-1965" fmla="*/ 646430 w 2585764"/>
              <a:gd name="connsiteY13-1966" fmla="*/ 1069213 h 2533064"/>
              <a:gd name="connsiteX14-1967" fmla="*/ 646430 w 2585764"/>
              <a:gd name="connsiteY14-1968" fmla="*/ 1069262 h 2533064"/>
              <a:gd name="connsiteX15-1969" fmla="*/ 0 w 2585764"/>
              <a:gd name="connsiteY15-1970" fmla="*/ 1069262 h 2533064"/>
              <a:gd name="connsiteX16-1971" fmla="*/ 23342 w 2585764"/>
              <a:gd name="connsiteY16-1972" fmla="*/ 1060857 h 2533064"/>
              <a:gd name="connsiteX0-1973" fmla="*/ 23342 w 2585764"/>
              <a:gd name="connsiteY0-1974" fmla="*/ 1060857 h 2533064"/>
              <a:gd name="connsiteX1-1975" fmla="*/ 27197 w 2585764"/>
              <a:gd name="connsiteY1-1976" fmla="*/ 1046769 h 2533064"/>
              <a:gd name="connsiteX2-1977" fmla="*/ 1284810 w 2585764"/>
              <a:gd name="connsiteY2-1978" fmla="*/ 6658 h 2533064"/>
              <a:gd name="connsiteX3-1979" fmla="*/ 1292860 w 2585764"/>
              <a:gd name="connsiteY3-1980" fmla="*/ 0 h 2533064"/>
              <a:gd name="connsiteX4-1981" fmla="*/ 2585764 w 2585764"/>
              <a:gd name="connsiteY4-1982" fmla="*/ 1069299 h 2533064"/>
              <a:gd name="connsiteX5-1983" fmla="*/ 2585720 w 2585764"/>
              <a:gd name="connsiteY5-1984" fmla="*/ 1069262 h 2533064"/>
              <a:gd name="connsiteX6-1985" fmla="*/ 2585720 w 2585764"/>
              <a:gd name="connsiteY6-1986" fmla="*/ 1069262 h 2533064"/>
              <a:gd name="connsiteX7-1987" fmla="*/ 1939290 w 2585764"/>
              <a:gd name="connsiteY7-1988" fmla="*/ 1069262 h 2533064"/>
              <a:gd name="connsiteX8-1989" fmla="*/ 1939290 w 2585764"/>
              <a:gd name="connsiteY8-1990" fmla="*/ 1069262 h 2533064"/>
              <a:gd name="connsiteX9-1991" fmla="*/ 1939290 w 2585764"/>
              <a:gd name="connsiteY9-1992" fmla="*/ 2533064 h 2533064"/>
              <a:gd name="connsiteX10-1993" fmla="*/ 1939290 w 2585764"/>
              <a:gd name="connsiteY10-1994" fmla="*/ 2533015 h 2533064"/>
              <a:gd name="connsiteX11-1995" fmla="*/ 646430 w 2585764"/>
              <a:gd name="connsiteY11-1996" fmla="*/ 2533015 h 2533064"/>
              <a:gd name="connsiteX12-1997" fmla="*/ 646430 w 2585764"/>
              <a:gd name="connsiteY12-1998" fmla="*/ 2533015 h 2533064"/>
              <a:gd name="connsiteX13-1999" fmla="*/ 646430 w 2585764"/>
              <a:gd name="connsiteY13-2000" fmla="*/ 1069213 h 2533064"/>
              <a:gd name="connsiteX14-2001" fmla="*/ 646430 w 2585764"/>
              <a:gd name="connsiteY14-2002" fmla="*/ 1069262 h 2533064"/>
              <a:gd name="connsiteX15-2003" fmla="*/ 0 w 2585764"/>
              <a:gd name="connsiteY15-2004" fmla="*/ 1069262 h 2533064"/>
              <a:gd name="connsiteX16-2005" fmla="*/ 23342 w 2585764"/>
              <a:gd name="connsiteY16-2006" fmla="*/ 1060857 h 2533064"/>
              <a:gd name="connsiteX0-2007" fmla="*/ 23342 w 2585764"/>
              <a:gd name="connsiteY0-2008" fmla="*/ 1057227 h 2529434"/>
              <a:gd name="connsiteX1-2009" fmla="*/ 27197 w 2585764"/>
              <a:gd name="connsiteY1-2010" fmla="*/ 1043139 h 2529434"/>
              <a:gd name="connsiteX2-2011" fmla="*/ 1284810 w 2585764"/>
              <a:gd name="connsiteY2-2012" fmla="*/ 3028 h 2529434"/>
              <a:gd name="connsiteX3-2013" fmla="*/ 1300955 w 2585764"/>
              <a:gd name="connsiteY3-2014" fmla="*/ 3064 h 2529434"/>
              <a:gd name="connsiteX4-2015" fmla="*/ 2585764 w 2585764"/>
              <a:gd name="connsiteY4-2016" fmla="*/ 1065669 h 2529434"/>
              <a:gd name="connsiteX5-2017" fmla="*/ 2585720 w 2585764"/>
              <a:gd name="connsiteY5-2018" fmla="*/ 1065632 h 2529434"/>
              <a:gd name="connsiteX6-2019" fmla="*/ 2585720 w 2585764"/>
              <a:gd name="connsiteY6-2020" fmla="*/ 1065632 h 2529434"/>
              <a:gd name="connsiteX7-2021" fmla="*/ 1939290 w 2585764"/>
              <a:gd name="connsiteY7-2022" fmla="*/ 1065632 h 2529434"/>
              <a:gd name="connsiteX8-2023" fmla="*/ 1939290 w 2585764"/>
              <a:gd name="connsiteY8-2024" fmla="*/ 1065632 h 2529434"/>
              <a:gd name="connsiteX9-2025" fmla="*/ 1939290 w 2585764"/>
              <a:gd name="connsiteY9-2026" fmla="*/ 2529434 h 2529434"/>
              <a:gd name="connsiteX10-2027" fmla="*/ 1939290 w 2585764"/>
              <a:gd name="connsiteY10-2028" fmla="*/ 2529385 h 2529434"/>
              <a:gd name="connsiteX11-2029" fmla="*/ 646430 w 2585764"/>
              <a:gd name="connsiteY11-2030" fmla="*/ 2529385 h 2529434"/>
              <a:gd name="connsiteX12-2031" fmla="*/ 646430 w 2585764"/>
              <a:gd name="connsiteY12-2032" fmla="*/ 2529385 h 2529434"/>
              <a:gd name="connsiteX13-2033" fmla="*/ 646430 w 2585764"/>
              <a:gd name="connsiteY13-2034" fmla="*/ 1065583 h 2529434"/>
              <a:gd name="connsiteX14-2035" fmla="*/ 646430 w 2585764"/>
              <a:gd name="connsiteY14-2036" fmla="*/ 1065632 h 2529434"/>
              <a:gd name="connsiteX15-2037" fmla="*/ 0 w 2585764"/>
              <a:gd name="connsiteY15-2038" fmla="*/ 1065632 h 2529434"/>
              <a:gd name="connsiteX16-2039" fmla="*/ 23342 w 2585764"/>
              <a:gd name="connsiteY16-2040" fmla="*/ 1057227 h 2529434"/>
              <a:gd name="connsiteX0-2041" fmla="*/ 23342 w 2585764"/>
              <a:gd name="connsiteY0-2042" fmla="*/ 1057227 h 2529434"/>
              <a:gd name="connsiteX1-2043" fmla="*/ 27197 w 2585764"/>
              <a:gd name="connsiteY1-2044" fmla="*/ 1043139 h 2529434"/>
              <a:gd name="connsiteX2-2045" fmla="*/ 1284810 w 2585764"/>
              <a:gd name="connsiteY2-2046" fmla="*/ 3028 h 2529434"/>
              <a:gd name="connsiteX3-2047" fmla="*/ 1300955 w 2585764"/>
              <a:gd name="connsiteY3-2048" fmla="*/ 3064 h 2529434"/>
              <a:gd name="connsiteX4-2049" fmla="*/ 2585764 w 2585764"/>
              <a:gd name="connsiteY4-2050" fmla="*/ 1065669 h 2529434"/>
              <a:gd name="connsiteX5-2051" fmla="*/ 2585720 w 2585764"/>
              <a:gd name="connsiteY5-2052" fmla="*/ 1065632 h 2529434"/>
              <a:gd name="connsiteX6-2053" fmla="*/ 2585720 w 2585764"/>
              <a:gd name="connsiteY6-2054" fmla="*/ 1065632 h 2529434"/>
              <a:gd name="connsiteX7-2055" fmla="*/ 1939290 w 2585764"/>
              <a:gd name="connsiteY7-2056" fmla="*/ 1065632 h 2529434"/>
              <a:gd name="connsiteX8-2057" fmla="*/ 1939290 w 2585764"/>
              <a:gd name="connsiteY8-2058" fmla="*/ 1065632 h 2529434"/>
              <a:gd name="connsiteX9-2059" fmla="*/ 1939290 w 2585764"/>
              <a:gd name="connsiteY9-2060" fmla="*/ 2529434 h 2529434"/>
              <a:gd name="connsiteX10-2061" fmla="*/ 1939290 w 2585764"/>
              <a:gd name="connsiteY10-2062" fmla="*/ 2529385 h 2529434"/>
              <a:gd name="connsiteX11-2063" fmla="*/ 646430 w 2585764"/>
              <a:gd name="connsiteY11-2064" fmla="*/ 2529385 h 2529434"/>
              <a:gd name="connsiteX12-2065" fmla="*/ 646430 w 2585764"/>
              <a:gd name="connsiteY12-2066" fmla="*/ 2529385 h 2529434"/>
              <a:gd name="connsiteX13-2067" fmla="*/ 646430 w 2585764"/>
              <a:gd name="connsiteY13-2068" fmla="*/ 1065583 h 2529434"/>
              <a:gd name="connsiteX14-2069" fmla="*/ 646430 w 2585764"/>
              <a:gd name="connsiteY14-2070" fmla="*/ 1065632 h 2529434"/>
              <a:gd name="connsiteX15-2071" fmla="*/ 0 w 2585764"/>
              <a:gd name="connsiteY15-2072" fmla="*/ 1065632 h 2529434"/>
              <a:gd name="connsiteX16-2073" fmla="*/ 23342 w 2585764"/>
              <a:gd name="connsiteY16-2074" fmla="*/ 1057227 h 2529434"/>
              <a:gd name="connsiteX0-2075" fmla="*/ 23342 w 2585764"/>
              <a:gd name="connsiteY0-2076" fmla="*/ 1057227 h 2529434"/>
              <a:gd name="connsiteX1-2077" fmla="*/ 27197 w 2585764"/>
              <a:gd name="connsiteY1-2078" fmla="*/ 1043139 h 2529434"/>
              <a:gd name="connsiteX2-2079" fmla="*/ 1284810 w 2585764"/>
              <a:gd name="connsiteY2-2080" fmla="*/ 3028 h 2529434"/>
              <a:gd name="connsiteX3-2081" fmla="*/ 1300955 w 2585764"/>
              <a:gd name="connsiteY3-2082" fmla="*/ 3064 h 2529434"/>
              <a:gd name="connsiteX4-2083" fmla="*/ 2585764 w 2585764"/>
              <a:gd name="connsiteY4-2084" fmla="*/ 1065669 h 2529434"/>
              <a:gd name="connsiteX5-2085" fmla="*/ 2585720 w 2585764"/>
              <a:gd name="connsiteY5-2086" fmla="*/ 1065632 h 2529434"/>
              <a:gd name="connsiteX6-2087" fmla="*/ 2585720 w 2585764"/>
              <a:gd name="connsiteY6-2088" fmla="*/ 1065632 h 2529434"/>
              <a:gd name="connsiteX7-2089" fmla="*/ 1939290 w 2585764"/>
              <a:gd name="connsiteY7-2090" fmla="*/ 1065632 h 2529434"/>
              <a:gd name="connsiteX8-2091" fmla="*/ 1939290 w 2585764"/>
              <a:gd name="connsiteY8-2092" fmla="*/ 1065632 h 2529434"/>
              <a:gd name="connsiteX9-2093" fmla="*/ 1939290 w 2585764"/>
              <a:gd name="connsiteY9-2094" fmla="*/ 2529434 h 2529434"/>
              <a:gd name="connsiteX10-2095" fmla="*/ 1939290 w 2585764"/>
              <a:gd name="connsiteY10-2096" fmla="*/ 2529385 h 2529434"/>
              <a:gd name="connsiteX11-2097" fmla="*/ 646430 w 2585764"/>
              <a:gd name="connsiteY11-2098" fmla="*/ 2529385 h 2529434"/>
              <a:gd name="connsiteX12-2099" fmla="*/ 646430 w 2585764"/>
              <a:gd name="connsiteY12-2100" fmla="*/ 2529385 h 2529434"/>
              <a:gd name="connsiteX13-2101" fmla="*/ 646430 w 2585764"/>
              <a:gd name="connsiteY13-2102" fmla="*/ 1065583 h 2529434"/>
              <a:gd name="connsiteX14-2103" fmla="*/ 646430 w 2585764"/>
              <a:gd name="connsiteY14-2104" fmla="*/ 1065632 h 2529434"/>
              <a:gd name="connsiteX15-2105" fmla="*/ 0 w 2585764"/>
              <a:gd name="connsiteY15-2106" fmla="*/ 1065632 h 2529434"/>
              <a:gd name="connsiteX16-2107" fmla="*/ 23342 w 2585764"/>
              <a:gd name="connsiteY16-2108" fmla="*/ 1057227 h 2529434"/>
              <a:gd name="connsiteX0-2109" fmla="*/ 23342 w 2585720"/>
              <a:gd name="connsiteY0-2110" fmla="*/ 1057227 h 2529434"/>
              <a:gd name="connsiteX1-2111" fmla="*/ 27197 w 2585720"/>
              <a:gd name="connsiteY1-2112" fmla="*/ 1043139 h 2529434"/>
              <a:gd name="connsiteX2-2113" fmla="*/ 1284810 w 2585720"/>
              <a:gd name="connsiteY2-2114" fmla="*/ 3028 h 2529434"/>
              <a:gd name="connsiteX3-2115" fmla="*/ 1300955 w 2585720"/>
              <a:gd name="connsiteY3-2116" fmla="*/ 3064 h 2529434"/>
              <a:gd name="connsiteX4-2117" fmla="*/ 2558568 w 2585720"/>
              <a:gd name="connsiteY4-2118" fmla="*/ 1043175 h 2529434"/>
              <a:gd name="connsiteX5-2119" fmla="*/ 2585720 w 2585720"/>
              <a:gd name="connsiteY5-2120" fmla="*/ 1065632 h 2529434"/>
              <a:gd name="connsiteX6-2121" fmla="*/ 2585720 w 2585720"/>
              <a:gd name="connsiteY6-2122" fmla="*/ 1065632 h 2529434"/>
              <a:gd name="connsiteX7-2123" fmla="*/ 1939290 w 2585720"/>
              <a:gd name="connsiteY7-2124" fmla="*/ 1065632 h 2529434"/>
              <a:gd name="connsiteX8-2125" fmla="*/ 1939290 w 2585720"/>
              <a:gd name="connsiteY8-2126" fmla="*/ 1065632 h 2529434"/>
              <a:gd name="connsiteX9-2127" fmla="*/ 1939290 w 2585720"/>
              <a:gd name="connsiteY9-2128" fmla="*/ 2529434 h 2529434"/>
              <a:gd name="connsiteX10-2129" fmla="*/ 1939290 w 2585720"/>
              <a:gd name="connsiteY10-2130" fmla="*/ 2529385 h 2529434"/>
              <a:gd name="connsiteX11-2131" fmla="*/ 646430 w 2585720"/>
              <a:gd name="connsiteY11-2132" fmla="*/ 2529385 h 2529434"/>
              <a:gd name="connsiteX12-2133" fmla="*/ 646430 w 2585720"/>
              <a:gd name="connsiteY12-2134" fmla="*/ 2529385 h 2529434"/>
              <a:gd name="connsiteX13-2135" fmla="*/ 646430 w 2585720"/>
              <a:gd name="connsiteY13-2136" fmla="*/ 1065583 h 2529434"/>
              <a:gd name="connsiteX14-2137" fmla="*/ 646430 w 2585720"/>
              <a:gd name="connsiteY14-2138" fmla="*/ 1065632 h 2529434"/>
              <a:gd name="connsiteX15-2139" fmla="*/ 0 w 2585720"/>
              <a:gd name="connsiteY15-2140" fmla="*/ 1065632 h 2529434"/>
              <a:gd name="connsiteX16-2141" fmla="*/ 23342 w 2585720"/>
              <a:gd name="connsiteY16-2142" fmla="*/ 1057227 h 2529434"/>
              <a:gd name="connsiteX0-2143" fmla="*/ 23342 w 2585720"/>
              <a:gd name="connsiteY0-2144" fmla="*/ 1057227 h 2529434"/>
              <a:gd name="connsiteX1-2145" fmla="*/ 27197 w 2585720"/>
              <a:gd name="connsiteY1-2146" fmla="*/ 1043139 h 2529434"/>
              <a:gd name="connsiteX2-2147" fmla="*/ 1284810 w 2585720"/>
              <a:gd name="connsiteY2-2148" fmla="*/ 3028 h 2529434"/>
              <a:gd name="connsiteX3-2149" fmla="*/ 1300955 w 2585720"/>
              <a:gd name="connsiteY3-2150" fmla="*/ 3064 h 2529434"/>
              <a:gd name="connsiteX4-2151" fmla="*/ 2558568 w 2585720"/>
              <a:gd name="connsiteY4-2152" fmla="*/ 1043175 h 2529434"/>
              <a:gd name="connsiteX5-2153" fmla="*/ 2585720 w 2585720"/>
              <a:gd name="connsiteY5-2154" fmla="*/ 1065632 h 2529434"/>
              <a:gd name="connsiteX6-2155" fmla="*/ 2585720 w 2585720"/>
              <a:gd name="connsiteY6-2156" fmla="*/ 1065632 h 2529434"/>
              <a:gd name="connsiteX7-2157" fmla="*/ 1939290 w 2585720"/>
              <a:gd name="connsiteY7-2158" fmla="*/ 1065632 h 2529434"/>
              <a:gd name="connsiteX8-2159" fmla="*/ 1939290 w 2585720"/>
              <a:gd name="connsiteY8-2160" fmla="*/ 1065632 h 2529434"/>
              <a:gd name="connsiteX9-2161" fmla="*/ 1939290 w 2585720"/>
              <a:gd name="connsiteY9-2162" fmla="*/ 2529434 h 2529434"/>
              <a:gd name="connsiteX10-2163" fmla="*/ 1939290 w 2585720"/>
              <a:gd name="connsiteY10-2164" fmla="*/ 2529385 h 2529434"/>
              <a:gd name="connsiteX11-2165" fmla="*/ 646430 w 2585720"/>
              <a:gd name="connsiteY11-2166" fmla="*/ 2529385 h 2529434"/>
              <a:gd name="connsiteX12-2167" fmla="*/ 646430 w 2585720"/>
              <a:gd name="connsiteY12-2168" fmla="*/ 2529385 h 2529434"/>
              <a:gd name="connsiteX13-2169" fmla="*/ 646430 w 2585720"/>
              <a:gd name="connsiteY13-2170" fmla="*/ 1065583 h 2529434"/>
              <a:gd name="connsiteX14-2171" fmla="*/ 646430 w 2585720"/>
              <a:gd name="connsiteY14-2172" fmla="*/ 1065632 h 2529434"/>
              <a:gd name="connsiteX15-2173" fmla="*/ 0 w 2585720"/>
              <a:gd name="connsiteY15-2174" fmla="*/ 1065632 h 2529434"/>
              <a:gd name="connsiteX16-2175" fmla="*/ 23342 w 2585720"/>
              <a:gd name="connsiteY16-2176" fmla="*/ 1057227 h 2529434"/>
              <a:gd name="connsiteX0-2177" fmla="*/ 23342 w 2585720"/>
              <a:gd name="connsiteY0-2178" fmla="*/ 1057227 h 2529434"/>
              <a:gd name="connsiteX1-2179" fmla="*/ 27197 w 2585720"/>
              <a:gd name="connsiteY1-2180" fmla="*/ 1043139 h 2529434"/>
              <a:gd name="connsiteX2-2181" fmla="*/ 1284810 w 2585720"/>
              <a:gd name="connsiteY2-2182" fmla="*/ 3028 h 2529434"/>
              <a:gd name="connsiteX3-2183" fmla="*/ 1300955 w 2585720"/>
              <a:gd name="connsiteY3-2184" fmla="*/ 3064 h 2529434"/>
              <a:gd name="connsiteX4-2185" fmla="*/ 2558568 w 2585720"/>
              <a:gd name="connsiteY4-2186" fmla="*/ 1043175 h 2529434"/>
              <a:gd name="connsiteX5-2187" fmla="*/ 2585720 w 2585720"/>
              <a:gd name="connsiteY5-2188" fmla="*/ 1065632 h 2529434"/>
              <a:gd name="connsiteX6-2189" fmla="*/ 2585720 w 2585720"/>
              <a:gd name="connsiteY6-2190" fmla="*/ 1065632 h 2529434"/>
              <a:gd name="connsiteX7-2191" fmla="*/ 1939290 w 2585720"/>
              <a:gd name="connsiteY7-2192" fmla="*/ 1065632 h 2529434"/>
              <a:gd name="connsiteX8-2193" fmla="*/ 1939290 w 2585720"/>
              <a:gd name="connsiteY8-2194" fmla="*/ 1065632 h 2529434"/>
              <a:gd name="connsiteX9-2195" fmla="*/ 1939290 w 2585720"/>
              <a:gd name="connsiteY9-2196" fmla="*/ 2529434 h 2529434"/>
              <a:gd name="connsiteX10-2197" fmla="*/ 1939290 w 2585720"/>
              <a:gd name="connsiteY10-2198" fmla="*/ 2529385 h 2529434"/>
              <a:gd name="connsiteX11-2199" fmla="*/ 646430 w 2585720"/>
              <a:gd name="connsiteY11-2200" fmla="*/ 2529385 h 2529434"/>
              <a:gd name="connsiteX12-2201" fmla="*/ 646430 w 2585720"/>
              <a:gd name="connsiteY12-2202" fmla="*/ 2529385 h 2529434"/>
              <a:gd name="connsiteX13-2203" fmla="*/ 646430 w 2585720"/>
              <a:gd name="connsiteY13-2204" fmla="*/ 1065583 h 2529434"/>
              <a:gd name="connsiteX14-2205" fmla="*/ 646430 w 2585720"/>
              <a:gd name="connsiteY14-2206" fmla="*/ 1065632 h 2529434"/>
              <a:gd name="connsiteX15-2207" fmla="*/ 0 w 2585720"/>
              <a:gd name="connsiteY15-2208" fmla="*/ 1065632 h 2529434"/>
              <a:gd name="connsiteX16-2209" fmla="*/ 23342 w 2585720"/>
              <a:gd name="connsiteY16-2210" fmla="*/ 1057227 h 2529434"/>
              <a:gd name="connsiteX0-2211" fmla="*/ 23342 w 2585720"/>
              <a:gd name="connsiteY0-2212" fmla="*/ 1057227 h 2529434"/>
              <a:gd name="connsiteX1-2213" fmla="*/ 27197 w 2585720"/>
              <a:gd name="connsiteY1-2214" fmla="*/ 1043139 h 2529434"/>
              <a:gd name="connsiteX2-2215" fmla="*/ 1284810 w 2585720"/>
              <a:gd name="connsiteY2-2216" fmla="*/ 3028 h 2529434"/>
              <a:gd name="connsiteX3-2217" fmla="*/ 1300955 w 2585720"/>
              <a:gd name="connsiteY3-2218" fmla="*/ 3064 h 2529434"/>
              <a:gd name="connsiteX4-2219" fmla="*/ 2558568 w 2585720"/>
              <a:gd name="connsiteY4-2220" fmla="*/ 1043175 h 2529434"/>
              <a:gd name="connsiteX5-2221" fmla="*/ 2562377 w 2585720"/>
              <a:gd name="connsiteY5-2222" fmla="*/ 1057231 h 2529434"/>
              <a:gd name="connsiteX6-2223" fmla="*/ 2585720 w 2585720"/>
              <a:gd name="connsiteY6-2224" fmla="*/ 1065632 h 2529434"/>
              <a:gd name="connsiteX7-2225" fmla="*/ 1939290 w 2585720"/>
              <a:gd name="connsiteY7-2226" fmla="*/ 1065632 h 2529434"/>
              <a:gd name="connsiteX8-2227" fmla="*/ 1939290 w 2585720"/>
              <a:gd name="connsiteY8-2228" fmla="*/ 1065632 h 2529434"/>
              <a:gd name="connsiteX9-2229" fmla="*/ 1939290 w 2585720"/>
              <a:gd name="connsiteY9-2230" fmla="*/ 2529434 h 2529434"/>
              <a:gd name="connsiteX10-2231" fmla="*/ 1939290 w 2585720"/>
              <a:gd name="connsiteY10-2232" fmla="*/ 2529385 h 2529434"/>
              <a:gd name="connsiteX11-2233" fmla="*/ 646430 w 2585720"/>
              <a:gd name="connsiteY11-2234" fmla="*/ 2529385 h 2529434"/>
              <a:gd name="connsiteX12-2235" fmla="*/ 646430 w 2585720"/>
              <a:gd name="connsiteY12-2236" fmla="*/ 2529385 h 2529434"/>
              <a:gd name="connsiteX13-2237" fmla="*/ 646430 w 2585720"/>
              <a:gd name="connsiteY13-2238" fmla="*/ 1065583 h 2529434"/>
              <a:gd name="connsiteX14-2239" fmla="*/ 646430 w 2585720"/>
              <a:gd name="connsiteY14-2240" fmla="*/ 1065632 h 2529434"/>
              <a:gd name="connsiteX15-2241" fmla="*/ 0 w 2585720"/>
              <a:gd name="connsiteY15-2242" fmla="*/ 1065632 h 2529434"/>
              <a:gd name="connsiteX16-2243" fmla="*/ 23342 w 2585720"/>
              <a:gd name="connsiteY16-2244" fmla="*/ 1057227 h 2529434"/>
              <a:gd name="connsiteX0-2245" fmla="*/ 23342 w 2585720"/>
              <a:gd name="connsiteY0-2246" fmla="*/ 1057227 h 2529434"/>
              <a:gd name="connsiteX1-2247" fmla="*/ 27197 w 2585720"/>
              <a:gd name="connsiteY1-2248" fmla="*/ 1043139 h 2529434"/>
              <a:gd name="connsiteX2-2249" fmla="*/ 1284810 w 2585720"/>
              <a:gd name="connsiteY2-2250" fmla="*/ 3028 h 2529434"/>
              <a:gd name="connsiteX3-2251" fmla="*/ 1300955 w 2585720"/>
              <a:gd name="connsiteY3-2252" fmla="*/ 3064 h 2529434"/>
              <a:gd name="connsiteX4-2253" fmla="*/ 2558568 w 2585720"/>
              <a:gd name="connsiteY4-2254" fmla="*/ 1043175 h 2529434"/>
              <a:gd name="connsiteX5-2255" fmla="*/ 2562377 w 2585720"/>
              <a:gd name="connsiteY5-2256" fmla="*/ 1057231 h 2529434"/>
              <a:gd name="connsiteX6-2257" fmla="*/ 2585720 w 2585720"/>
              <a:gd name="connsiteY6-2258" fmla="*/ 1065632 h 2529434"/>
              <a:gd name="connsiteX7-2259" fmla="*/ 1939290 w 2585720"/>
              <a:gd name="connsiteY7-2260" fmla="*/ 1065632 h 2529434"/>
              <a:gd name="connsiteX8-2261" fmla="*/ 1939290 w 2585720"/>
              <a:gd name="connsiteY8-2262" fmla="*/ 1065632 h 2529434"/>
              <a:gd name="connsiteX9-2263" fmla="*/ 1939290 w 2585720"/>
              <a:gd name="connsiteY9-2264" fmla="*/ 2529434 h 2529434"/>
              <a:gd name="connsiteX10-2265" fmla="*/ 1939290 w 2585720"/>
              <a:gd name="connsiteY10-2266" fmla="*/ 2529385 h 2529434"/>
              <a:gd name="connsiteX11-2267" fmla="*/ 646430 w 2585720"/>
              <a:gd name="connsiteY11-2268" fmla="*/ 2529385 h 2529434"/>
              <a:gd name="connsiteX12-2269" fmla="*/ 646430 w 2585720"/>
              <a:gd name="connsiteY12-2270" fmla="*/ 2529385 h 2529434"/>
              <a:gd name="connsiteX13-2271" fmla="*/ 646430 w 2585720"/>
              <a:gd name="connsiteY13-2272" fmla="*/ 1065583 h 2529434"/>
              <a:gd name="connsiteX14-2273" fmla="*/ 646430 w 2585720"/>
              <a:gd name="connsiteY14-2274" fmla="*/ 1065632 h 2529434"/>
              <a:gd name="connsiteX15-2275" fmla="*/ 0 w 2585720"/>
              <a:gd name="connsiteY15-2276" fmla="*/ 1065632 h 2529434"/>
              <a:gd name="connsiteX16-2277" fmla="*/ 23342 w 2585720"/>
              <a:gd name="connsiteY16-2278" fmla="*/ 1057227 h 2529434"/>
              <a:gd name="connsiteX0-2279" fmla="*/ 23342 w 2585720"/>
              <a:gd name="connsiteY0-2280" fmla="*/ 1057227 h 2529434"/>
              <a:gd name="connsiteX1-2281" fmla="*/ 27197 w 2585720"/>
              <a:gd name="connsiteY1-2282" fmla="*/ 1043139 h 2529434"/>
              <a:gd name="connsiteX2-2283" fmla="*/ 1284810 w 2585720"/>
              <a:gd name="connsiteY2-2284" fmla="*/ 3028 h 2529434"/>
              <a:gd name="connsiteX3-2285" fmla="*/ 1300955 w 2585720"/>
              <a:gd name="connsiteY3-2286" fmla="*/ 3064 h 2529434"/>
              <a:gd name="connsiteX4-2287" fmla="*/ 2558568 w 2585720"/>
              <a:gd name="connsiteY4-2288" fmla="*/ 1043175 h 2529434"/>
              <a:gd name="connsiteX5-2289" fmla="*/ 2562377 w 2585720"/>
              <a:gd name="connsiteY5-2290" fmla="*/ 1057231 h 2529434"/>
              <a:gd name="connsiteX6-2291" fmla="*/ 2585720 w 2585720"/>
              <a:gd name="connsiteY6-2292" fmla="*/ 1065632 h 2529434"/>
              <a:gd name="connsiteX7-2293" fmla="*/ 1939290 w 2585720"/>
              <a:gd name="connsiteY7-2294" fmla="*/ 1065632 h 2529434"/>
              <a:gd name="connsiteX8-2295" fmla="*/ 1939290 w 2585720"/>
              <a:gd name="connsiteY8-2296" fmla="*/ 1065632 h 2529434"/>
              <a:gd name="connsiteX9-2297" fmla="*/ 1939290 w 2585720"/>
              <a:gd name="connsiteY9-2298" fmla="*/ 2529434 h 2529434"/>
              <a:gd name="connsiteX10-2299" fmla="*/ 1939290 w 2585720"/>
              <a:gd name="connsiteY10-2300" fmla="*/ 2529385 h 2529434"/>
              <a:gd name="connsiteX11-2301" fmla="*/ 646430 w 2585720"/>
              <a:gd name="connsiteY11-2302" fmla="*/ 2529385 h 2529434"/>
              <a:gd name="connsiteX12-2303" fmla="*/ 646430 w 2585720"/>
              <a:gd name="connsiteY12-2304" fmla="*/ 2529385 h 2529434"/>
              <a:gd name="connsiteX13-2305" fmla="*/ 646430 w 2585720"/>
              <a:gd name="connsiteY13-2306" fmla="*/ 1065583 h 2529434"/>
              <a:gd name="connsiteX14-2307" fmla="*/ 646430 w 2585720"/>
              <a:gd name="connsiteY14-2308" fmla="*/ 1065632 h 2529434"/>
              <a:gd name="connsiteX15-2309" fmla="*/ 0 w 2585720"/>
              <a:gd name="connsiteY15-2310" fmla="*/ 1065632 h 2529434"/>
              <a:gd name="connsiteX16-2311" fmla="*/ 23342 w 2585720"/>
              <a:gd name="connsiteY16-2312" fmla="*/ 1057227 h 2529434"/>
              <a:gd name="connsiteX0-2313" fmla="*/ 23342 w 2563018"/>
              <a:gd name="connsiteY0-2314" fmla="*/ 1057227 h 2529434"/>
              <a:gd name="connsiteX1-2315" fmla="*/ 27197 w 2563018"/>
              <a:gd name="connsiteY1-2316" fmla="*/ 1043139 h 2529434"/>
              <a:gd name="connsiteX2-2317" fmla="*/ 1284810 w 2563018"/>
              <a:gd name="connsiteY2-2318" fmla="*/ 3028 h 2529434"/>
              <a:gd name="connsiteX3-2319" fmla="*/ 1300955 w 2563018"/>
              <a:gd name="connsiteY3-2320" fmla="*/ 3064 h 2529434"/>
              <a:gd name="connsiteX4-2321" fmla="*/ 2558568 w 2563018"/>
              <a:gd name="connsiteY4-2322" fmla="*/ 1043175 h 2529434"/>
              <a:gd name="connsiteX5-2323" fmla="*/ 2562377 w 2563018"/>
              <a:gd name="connsiteY5-2324" fmla="*/ 1057231 h 2529434"/>
              <a:gd name="connsiteX6-2325" fmla="*/ 2550427 w 2563018"/>
              <a:gd name="connsiteY6-2326" fmla="*/ 1065631 h 2529434"/>
              <a:gd name="connsiteX7-2327" fmla="*/ 1939290 w 2563018"/>
              <a:gd name="connsiteY7-2328" fmla="*/ 1065632 h 2529434"/>
              <a:gd name="connsiteX8-2329" fmla="*/ 1939290 w 2563018"/>
              <a:gd name="connsiteY8-2330" fmla="*/ 1065632 h 2529434"/>
              <a:gd name="connsiteX9-2331" fmla="*/ 1939290 w 2563018"/>
              <a:gd name="connsiteY9-2332" fmla="*/ 2529434 h 2529434"/>
              <a:gd name="connsiteX10-2333" fmla="*/ 1939290 w 2563018"/>
              <a:gd name="connsiteY10-2334" fmla="*/ 2529385 h 2529434"/>
              <a:gd name="connsiteX11-2335" fmla="*/ 646430 w 2563018"/>
              <a:gd name="connsiteY11-2336" fmla="*/ 2529385 h 2529434"/>
              <a:gd name="connsiteX12-2337" fmla="*/ 646430 w 2563018"/>
              <a:gd name="connsiteY12-2338" fmla="*/ 2529385 h 2529434"/>
              <a:gd name="connsiteX13-2339" fmla="*/ 646430 w 2563018"/>
              <a:gd name="connsiteY13-2340" fmla="*/ 1065583 h 2529434"/>
              <a:gd name="connsiteX14-2341" fmla="*/ 646430 w 2563018"/>
              <a:gd name="connsiteY14-2342" fmla="*/ 1065632 h 2529434"/>
              <a:gd name="connsiteX15-2343" fmla="*/ 0 w 2563018"/>
              <a:gd name="connsiteY15-2344" fmla="*/ 1065632 h 2529434"/>
              <a:gd name="connsiteX16-2345" fmla="*/ 23342 w 2563018"/>
              <a:gd name="connsiteY16-2346" fmla="*/ 1057227 h 2529434"/>
              <a:gd name="connsiteX0-2347" fmla="*/ 23342 w 2563018"/>
              <a:gd name="connsiteY0-2348" fmla="*/ 1057227 h 2529434"/>
              <a:gd name="connsiteX1-2349" fmla="*/ 27197 w 2563018"/>
              <a:gd name="connsiteY1-2350" fmla="*/ 1043139 h 2529434"/>
              <a:gd name="connsiteX2-2351" fmla="*/ 1284810 w 2563018"/>
              <a:gd name="connsiteY2-2352" fmla="*/ 3028 h 2529434"/>
              <a:gd name="connsiteX3-2353" fmla="*/ 1300955 w 2563018"/>
              <a:gd name="connsiteY3-2354" fmla="*/ 3064 h 2529434"/>
              <a:gd name="connsiteX4-2355" fmla="*/ 2558568 w 2563018"/>
              <a:gd name="connsiteY4-2356" fmla="*/ 1043175 h 2529434"/>
              <a:gd name="connsiteX5-2357" fmla="*/ 2562377 w 2563018"/>
              <a:gd name="connsiteY5-2358" fmla="*/ 1057231 h 2529434"/>
              <a:gd name="connsiteX6-2359" fmla="*/ 2550427 w 2563018"/>
              <a:gd name="connsiteY6-2360" fmla="*/ 1065631 h 2529434"/>
              <a:gd name="connsiteX7-2361" fmla="*/ 1939290 w 2563018"/>
              <a:gd name="connsiteY7-2362" fmla="*/ 1065632 h 2529434"/>
              <a:gd name="connsiteX8-2363" fmla="*/ 1939290 w 2563018"/>
              <a:gd name="connsiteY8-2364" fmla="*/ 1065632 h 2529434"/>
              <a:gd name="connsiteX9-2365" fmla="*/ 1939290 w 2563018"/>
              <a:gd name="connsiteY9-2366" fmla="*/ 2529434 h 2529434"/>
              <a:gd name="connsiteX10-2367" fmla="*/ 1939290 w 2563018"/>
              <a:gd name="connsiteY10-2368" fmla="*/ 2529385 h 2529434"/>
              <a:gd name="connsiteX11-2369" fmla="*/ 646430 w 2563018"/>
              <a:gd name="connsiteY11-2370" fmla="*/ 2529385 h 2529434"/>
              <a:gd name="connsiteX12-2371" fmla="*/ 646430 w 2563018"/>
              <a:gd name="connsiteY12-2372" fmla="*/ 2529385 h 2529434"/>
              <a:gd name="connsiteX13-2373" fmla="*/ 646430 w 2563018"/>
              <a:gd name="connsiteY13-2374" fmla="*/ 1065583 h 2529434"/>
              <a:gd name="connsiteX14-2375" fmla="*/ 646430 w 2563018"/>
              <a:gd name="connsiteY14-2376" fmla="*/ 1065632 h 2529434"/>
              <a:gd name="connsiteX15-2377" fmla="*/ 0 w 2563018"/>
              <a:gd name="connsiteY15-2378" fmla="*/ 1065632 h 2529434"/>
              <a:gd name="connsiteX16-2379" fmla="*/ 23342 w 2563018"/>
              <a:gd name="connsiteY16-2380" fmla="*/ 1057227 h 2529434"/>
              <a:gd name="connsiteX0-2381" fmla="*/ 23342 w 2563018"/>
              <a:gd name="connsiteY0-2382" fmla="*/ 1057227 h 2529434"/>
              <a:gd name="connsiteX1-2383" fmla="*/ 27197 w 2563018"/>
              <a:gd name="connsiteY1-2384" fmla="*/ 1043139 h 2529434"/>
              <a:gd name="connsiteX2-2385" fmla="*/ 1284810 w 2563018"/>
              <a:gd name="connsiteY2-2386" fmla="*/ 3028 h 2529434"/>
              <a:gd name="connsiteX3-2387" fmla="*/ 1300955 w 2563018"/>
              <a:gd name="connsiteY3-2388" fmla="*/ 3064 h 2529434"/>
              <a:gd name="connsiteX4-2389" fmla="*/ 2558568 w 2563018"/>
              <a:gd name="connsiteY4-2390" fmla="*/ 1043175 h 2529434"/>
              <a:gd name="connsiteX5-2391" fmla="*/ 2562377 w 2563018"/>
              <a:gd name="connsiteY5-2392" fmla="*/ 1057231 h 2529434"/>
              <a:gd name="connsiteX6-2393" fmla="*/ 2550427 w 2563018"/>
              <a:gd name="connsiteY6-2394" fmla="*/ 1065631 h 2529434"/>
              <a:gd name="connsiteX7-2395" fmla="*/ 1939290 w 2563018"/>
              <a:gd name="connsiteY7-2396" fmla="*/ 1065632 h 2529434"/>
              <a:gd name="connsiteX8-2397" fmla="*/ 1939290 w 2563018"/>
              <a:gd name="connsiteY8-2398" fmla="*/ 1065632 h 2529434"/>
              <a:gd name="connsiteX9-2399" fmla="*/ 1939290 w 2563018"/>
              <a:gd name="connsiteY9-2400" fmla="*/ 2529434 h 2529434"/>
              <a:gd name="connsiteX10-2401" fmla="*/ 1939290 w 2563018"/>
              <a:gd name="connsiteY10-2402" fmla="*/ 2529385 h 2529434"/>
              <a:gd name="connsiteX11-2403" fmla="*/ 646430 w 2563018"/>
              <a:gd name="connsiteY11-2404" fmla="*/ 2529385 h 2529434"/>
              <a:gd name="connsiteX12-2405" fmla="*/ 646430 w 2563018"/>
              <a:gd name="connsiteY12-2406" fmla="*/ 2529385 h 2529434"/>
              <a:gd name="connsiteX13-2407" fmla="*/ 646430 w 2563018"/>
              <a:gd name="connsiteY13-2408" fmla="*/ 1065583 h 2529434"/>
              <a:gd name="connsiteX14-2409" fmla="*/ 646430 w 2563018"/>
              <a:gd name="connsiteY14-2410" fmla="*/ 1065632 h 2529434"/>
              <a:gd name="connsiteX15-2411" fmla="*/ 0 w 2563018"/>
              <a:gd name="connsiteY15-2412" fmla="*/ 1065632 h 2529434"/>
              <a:gd name="connsiteX16-2413" fmla="*/ 23342 w 2563018"/>
              <a:gd name="connsiteY16-2414" fmla="*/ 1057227 h 2529434"/>
              <a:gd name="connsiteX0-2415" fmla="*/ 23342 w 2563018"/>
              <a:gd name="connsiteY0-2416" fmla="*/ 1057227 h 2529434"/>
              <a:gd name="connsiteX1-2417" fmla="*/ 27197 w 2563018"/>
              <a:gd name="connsiteY1-2418" fmla="*/ 1043139 h 2529434"/>
              <a:gd name="connsiteX2-2419" fmla="*/ 1284810 w 2563018"/>
              <a:gd name="connsiteY2-2420" fmla="*/ 3028 h 2529434"/>
              <a:gd name="connsiteX3-2421" fmla="*/ 1300955 w 2563018"/>
              <a:gd name="connsiteY3-2422" fmla="*/ 3064 h 2529434"/>
              <a:gd name="connsiteX4-2423" fmla="*/ 2558568 w 2563018"/>
              <a:gd name="connsiteY4-2424" fmla="*/ 1043175 h 2529434"/>
              <a:gd name="connsiteX5-2425" fmla="*/ 2562377 w 2563018"/>
              <a:gd name="connsiteY5-2426" fmla="*/ 1057231 h 2529434"/>
              <a:gd name="connsiteX6-2427" fmla="*/ 2550427 w 2563018"/>
              <a:gd name="connsiteY6-2428" fmla="*/ 1065631 h 2529434"/>
              <a:gd name="connsiteX7-2429" fmla="*/ 1951990 w 2563018"/>
              <a:gd name="connsiteY7-2430" fmla="*/ 1065631 h 2529434"/>
              <a:gd name="connsiteX8-2431" fmla="*/ 1939290 w 2563018"/>
              <a:gd name="connsiteY8-2432" fmla="*/ 1065632 h 2529434"/>
              <a:gd name="connsiteX9-2433" fmla="*/ 1939290 w 2563018"/>
              <a:gd name="connsiteY9-2434" fmla="*/ 2529434 h 2529434"/>
              <a:gd name="connsiteX10-2435" fmla="*/ 1939290 w 2563018"/>
              <a:gd name="connsiteY10-2436" fmla="*/ 2529385 h 2529434"/>
              <a:gd name="connsiteX11-2437" fmla="*/ 646430 w 2563018"/>
              <a:gd name="connsiteY11-2438" fmla="*/ 2529385 h 2529434"/>
              <a:gd name="connsiteX12-2439" fmla="*/ 646430 w 2563018"/>
              <a:gd name="connsiteY12-2440" fmla="*/ 2529385 h 2529434"/>
              <a:gd name="connsiteX13-2441" fmla="*/ 646430 w 2563018"/>
              <a:gd name="connsiteY13-2442" fmla="*/ 1065583 h 2529434"/>
              <a:gd name="connsiteX14-2443" fmla="*/ 646430 w 2563018"/>
              <a:gd name="connsiteY14-2444" fmla="*/ 1065632 h 2529434"/>
              <a:gd name="connsiteX15-2445" fmla="*/ 0 w 2563018"/>
              <a:gd name="connsiteY15-2446" fmla="*/ 1065632 h 2529434"/>
              <a:gd name="connsiteX16-2447" fmla="*/ 23342 w 2563018"/>
              <a:gd name="connsiteY16-2448" fmla="*/ 1057227 h 2529434"/>
              <a:gd name="connsiteX0-2449" fmla="*/ 23342 w 2563018"/>
              <a:gd name="connsiteY0-2450" fmla="*/ 1057227 h 2529434"/>
              <a:gd name="connsiteX1-2451" fmla="*/ 27197 w 2563018"/>
              <a:gd name="connsiteY1-2452" fmla="*/ 1043139 h 2529434"/>
              <a:gd name="connsiteX2-2453" fmla="*/ 1284810 w 2563018"/>
              <a:gd name="connsiteY2-2454" fmla="*/ 3028 h 2529434"/>
              <a:gd name="connsiteX3-2455" fmla="*/ 1300955 w 2563018"/>
              <a:gd name="connsiteY3-2456" fmla="*/ 3064 h 2529434"/>
              <a:gd name="connsiteX4-2457" fmla="*/ 2558568 w 2563018"/>
              <a:gd name="connsiteY4-2458" fmla="*/ 1043175 h 2529434"/>
              <a:gd name="connsiteX5-2459" fmla="*/ 2562377 w 2563018"/>
              <a:gd name="connsiteY5-2460" fmla="*/ 1057231 h 2529434"/>
              <a:gd name="connsiteX6-2461" fmla="*/ 2550427 w 2563018"/>
              <a:gd name="connsiteY6-2462" fmla="*/ 1065631 h 2529434"/>
              <a:gd name="connsiteX7-2463" fmla="*/ 1951990 w 2563018"/>
              <a:gd name="connsiteY7-2464" fmla="*/ 1065631 h 2529434"/>
              <a:gd name="connsiteX8-2465" fmla="*/ 1939290 w 2563018"/>
              <a:gd name="connsiteY8-2466" fmla="*/ 1065632 h 2529434"/>
              <a:gd name="connsiteX9-2467" fmla="*/ 1939290 w 2563018"/>
              <a:gd name="connsiteY9-2468" fmla="*/ 2529434 h 2529434"/>
              <a:gd name="connsiteX10-2469" fmla="*/ 1939290 w 2563018"/>
              <a:gd name="connsiteY10-2470" fmla="*/ 2529385 h 2529434"/>
              <a:gd name="connsiteX11-2471" fmla="*/ 646430 w 2563018"/>
              <a:gd name="connsiteY11-2472" fmla="*/ 2529385 h 2529434"/>
              <a:gd name="connsiteX12-2473" fmla="*/ 646430 w 2563018"/>
              <a:gd name="connsiteY12-2474" fmla="*/ 2529385 h 2529434"/>
              <a:gd name="connsiteX13-2475" fmla="*/ 646430 w 2563018"/>
              <a:gd name="connsiteY13-2476" fmla="*/ 1065583 h 2529434"/>
              <a:gd name="connsiteX14-2477" fmla="*/ 646430 w 2563018"/>
              <a:gd name="connsiteY14-2478" fmla="*/ 1065632 h 2529434"/>
              <a:gd name="connsiteX15-2479" fmla="*/ 0 w 2563018"/>
              <a:gd name="connsiteY15-2480" fmla="*/ 1065632 h 2529434"/>
              <a:gd name="connsiteX16-2481" fmla="*/ 23342 w 2563018"/>
              <a:gd name="connsiteY16-2482" fmla="*/ 1057227 h 2529434"/>
              <a:gd name="connsiteX0-2483" fmla="*/ 23342 w 2563018"/>
              <a:gd name="connsiteY0-2484" fmla="*/ 1057227 h 2529434"/>
              <a:gd name="connsiteX1-2485" fmla="*/ 27197 w 2563018"/>
              <a:gd name="connsiteY1-2486" fmla="*/ 1043139 h 2529434"/>
              <a:gd name="connsiteX2-2487" fmla="*/ 1284810 w 2563018"/>
              <a:gd name="connsiteY2-2488" fmla="*/ 3028 h 2529434"/>
              <a:gd name="connsiteX3-2489" fmla="*/ 1300955 w 2563018"/>
              <a:gd name="connsiteY3-2490" fmla="*/ 3064 h 2529434"/>
              <a:gd name="connsiteX4-2491" fmla="*/ 2558568 w 2563018"/>
              <a:gd name="connsiteY4-2492" fmla="*/ 1043175 h 2529434"/>
              <a:gd name="connsiteX5-2493" fmla="*/ 2562377 w 2563018"/>
              <a:gd name="connsiteY5-2494" fmla="*/ 1057231 h 2529434"/>
              <a:gd name="connsiteX6-2495" fmla="*/ 2550427 w 2563018"/>
              <a:gd name="connsiteY6-2496" fmla="*/ 1065631 h 2529434"/>
              <a:gd name="connsiteX7-2497" fmla="*/ 1951990 w 2563018"/>
              <a:gd name="connsiteY7-2498" fmla="*/ 1065631 h 2529434"/>
              <a:gd name="connsiteX8-2499" fmla="*/ 1939290 w 2563018"/>
              <a:gd name="connsiteY8-2500" fmla="*/ 1065632 h 2529434"/>
              <a:gd name="connsiteX9-2501" fmla="*/ 1939290 w 2563018"/>
              <a:gd name="connsiteY9-2502" fmla="*/ 2529434 h 2529434"/>
              <a:gd name="connsiteX10-2503" fmla="*/ 1939290 w 2563018"/>
              <a:gd name="connsiteY10-2504" fmla="*/ 2529385 h 2529434"/>
              <a:gd name="connsiteX11-2505" fmla="*/ 646430 w 2563018"/>
              <a:gd name="connsiteY11-2506" fmla="*/ 2529385 h 2529434"/>
              <a:gd name="connsiteX12-2507" fmla="*/ 646430 w 2563018"/>
              <a:gd name="connsiteY12-2508" fmla="*/ 2529385 h 2529434"/>
              <a:gd name="connsiteX13-2509" fmla="*/ 646430 w 2563018"/>
              <a:gd name="connsiteY13-2510" fmla="*/ 1065583 h 2529434"/>
              <a:gd name="connsiteX14-2511" fmla="*/ 646430 w 2563018"/>
              <a:gd name="connsiteY14-2512" fmla="*/ 1065632 h 2529434"/>
              <a:gd name="connsiteX15-2513" fmla="*/ 0 w 2563018"/>
              <a:gd name="connsiteY15-2514" fmla="*/ 1065632 h 2529434"/>
              <a:gd name="connsiteX16-2515" fmla="*/ 23342 w 2563018"/>
              <a:gd name="connsiteY16-2516" fmla="*/ 1057227 h 2529434"/>
              <a:gd name="connsiteX0-2517" fmla="*/ 23342 w 2563018"/>
              <a:gd name="connsiteY0-2518" fmla="*/ 1057227 h 2529434"/>
              <a:gd name="connsiteX1-2519" fmla="*/ 27197 w 2563018"/>
              <a:gd name="connsiteY1-2520" fmla="*/ 1043139 h 2529434"/>
              <a:gd name="connsiteX2-2521" fmla="*/ 1284810 w 2563018"/>
              <a:gd name="connsiteY2-2522" fmla="*/ 3028 h 2529434"/>
              <a:gd name="connsiteX3-2523" fmla="*/ 1300955 w 2563018"/>
              <a:gd name="connsiteY3-2524" fmla="*/ 3064 h 2529434"/>
              <a:gd name="connsiteX4-2525" fmla="*/ 2558568 w 2563018"/>
              <a:gd name="connsiteY4-2526" fmla="*/ 1043175 h 2529434"/>
              <a:gd name="connsiteX5-2527" fmla="*/ 2562377 w 2563018"/>
              <a:gd name="connsiteY5-2528" fmla="*/ 1057231 h 2529434"/>
              <a:gd name="connsiteX6-2529" fmla="*/ 2550427 w 2563018"/>
              <a:gd name="connsiteY6-2530" fmla="*/ 1065631 h 2529434"/>
              <a:gd name="connsiteX7-2531" fmla="*/ 1951990 w 2563018"/>
              <a:gd name="connsiteY7-2532" fmla="*/ 1065631 h 2529434"/>
              <a:gd name="connsiteX8-2533" fmla="*/ 1939290 w 2563018"/>
              <a:gd name="connsiteY8-2534" fmla="*/ 1078331 h 2529434"/>
              <a:gd name="connsiteX9-2535" fmla="*/ 1939290 w 2563018"/>
              <a:gd name="connsiteY9-2536" fmla="*/ 2529434 h 2529434"/>
              <a:gd name="connsiteX10-2537" fmla="*/ 1939290 w 2563018"/>
              <a:gd name="connsiteY10-2538" fmla="*/ 2529385 h 2529434"/>
              <a:gd name="connsiteX11-2539" fmla="*/ 646430 w 2563018"/>
              <a:gd name="connsiteY11-2540" fmla="*/ 2529385 h 2529434"/>
              <a:gd name="connsiteX12-2541" fmla="*/ 646430 w 2563018"/>
              <a:gd name="connsiteY12-2542" fmla="*/ 2529385 h 2529434"/>
              <a:gd name="connsiteX13-2543" fmla="*/ 646430 w 2563018"/>
              <a:gd name="connsiteY13-2544" fmla="*/ 1065583 h 2529434"/>
              <a:gd name="connsiteX14-2545" fmla="*/ 646430 w 2563018"/>
              <a:gd name="connsiteY14-2546" fmla="*/ 1065632 h 2529434"/>
              <a:gd name="connsiteX15-2547" fmla="*/ 0 w 2563018"/>
              <a:gd name="connsiteY15-2548" fmla="*/ 1065632 h 2529434"/>
              <a:gd name="connsiteX16-2549" fmla="*/ 23342 w 2563018"/>
              <a:gd name="connsiteY16-2550" fmla="*/ 1057227 h 2529434"/>
              <a:gd name="connsiteX0-2551" fmla="*/ 23342 w 2563018"/>
              <a:gd name="connsiteY0-2552" fmla="*/ 1057227 h 2529434"/>
              <a:gd name="connsiteX1-2553" fmla="*/ 27197 w 2563018"/>
              <a:gd name="connsiteY1-2554" fmla="*/ 1043139 h 2529434"/>
              <a:gd name="connsiteX2-2555" fmla="*/ 1284810 w 2563018"/>
              <a:gd name="connsiteY2-2556" fmla="*/ 3028 h 2529434"/>
              <a:gd name="connsiteX3-2557" fmla="*/ 1300955 w 2563018"/>
              <a:gd name="connsiteY3-2558" fmla="*/ 3064 h 2529434"/>
              <a:gd name="connsiteX4-2559" fmla="*/ 2558568 w 2563018"/>
              <a:gd name="connsiteY4-2560" fmla="*/ 1043175 h 2529434"/>
              <a:gd name="connsiteX5-2561" fmla="*/ 2562377 w 2563018"/>
              <a:gd name="connsiteY5-2562" fmla="*/ 1057231 h 2529434"/>
              <a:gd name="connsiteX6-2563" fmla="*/ 2550427 w 2563018"/>
              <a:gd name="connsiteY6-2564" fmla="*/ 1065631 h 2529434"/>
              <a:gd name="connsiteX7-2565" fmla="*/ 1951990 w 2563018"/>
              <a:gd name="connsiteY7-2566" fmla="*/ 1065631 h 2529434"/>
              <a:gd name="connsiteX8-2567" fmla="*/ 1939290 w 2563018"/>
              <a:gd name="connsiteY8-2568" fmla="*/ 1078331 h 2529434"/>
              <a:gd name="connsiteX9-2569" fmla="*/ 1939290 w 2563018"/>
              <a:gd name="connsiteY9-2570" fmla="*/ 2529434 h 2529434"/>
              <a:gd name="connsiteX10-2571" fmla="*/ 1939290 w 2563018"/>
              <a:gd name="connsiteY10-2572" fmla="*/ 2529385 h 2529434"/>
              <a:gd name="connsiteX11-2573" fmla="*/ 646430 w 2563018"/>
              <a:gd name="connsiteY11-2574" fmla="*/ 2529385 h 2529434"/>
              <a:gd name="connsiteX12-2575" fmla="*/ 646430 w 2563018"/>
              <a:gd name="connsiteY12-2576" fmla="*/ 2529385 h 2529434"/>
              <a:gd name="connsiteX13-2577" fmla="*/ 646430 w 2563018"/>
              <a:gd name="connsiteY13-2578" fmla="*/ 1065583 h 2529434"/>
              <a:gd name="connsiteX14-2579" fmla="*/ 646430 w 2563018"/>
              <a:gd name="connsiteY14-2580" fmla="*/ 1065632 h 2529434"/>
              <a:gd name="connsiteX15-2581" fmla="*/ 0 w 2563018"/>
              <a:gd name="connsiteY15-2582" fmla="*/ 1065632 h 2529434"/>
              <a:gd name="connsiteX16-2583" fmla="*/ 23342 w 2563018"/>
              <a:gd name="connsiteY16-2584" fmla="*/ 1057227 h 2529434"/>
              <a:gd name="connsiteX0-2585" fmla="*/ 23342 w 2563018"/>
              <a:gd name="connsiteY0-2586" fmla="*/ 1057227 h 2529434"/>
              <a:gd name="connsiteX1-2587" fmla="*/ 27197 w 2563018"/>
              <a:gd name="connsiteY1-2588" fmla="*/ 1043139 h 2529434"/>
              <a:gd name="connsiteX2-2589" fmla="*/ 1284810 w 2563018"/>
              <a:gd name="connsiteY2-2590" fmla="*/ 3028 h 2529434"/>
              <a:gd name="connsiteX3-2591" fmla="*/ 1300955 w 2563018"/>
              <a:gd name="connsiteY3-2592" fmla="*/ 3064 h 2529434"/>
              <a:gd name="connsiteX4-2593" fmla="*/ 2558568 w 2563018"/>
              <a:gd name="connsiteY4-2594" fmla="*/ 1043175 h 2529434"/>
              <a:gd name="connsiteX5-2595" fmla="*/ 2562377 w 2563018"/>
              <a:gd name="connsiteY5-2596" fmla="*/ 1057231 h 2529434"/>
              <a:gd name="connsiteX6-2597" fmla="*/ 2550427 w 2563018"/>
              <a:gd name="connsiteY6-2598" fmla="*/ 1065631 h 2529434"/>
              <a:gd name="connsiteX7-2599" fmla="*/ 1951990 w 2563018"/>
              <a:gd name="connsiteY7-2600" fmla="*/ 1065631 h 2529434"/>
              <a:gd name="connsiteX8-2601" fmla="*/ 1939290 w 2563018"/>
              <a:gd name="connsiteY8-2602" fmla="*/ 1078331 h 2529434"/>
              <a:gd name="connsiteX9-2603" fmla="*/ 1939290 w 2563018"/>
              <a:gd name="connsiteY9-2604" fmla="*/ 2529434 h 2529434"/>
              <a:gd name="connsiteX10-2605" fmla="*/ 1939290 w 2563018"/>
              <a:gd name="connsiteY10-2606" fmla="*/ 2529385 h 2529434"/>
              <a:gd name="connsiteX11-2607" fmla="*/ 646430 w 2563018"/>
              <a:gd name="connsiteY11-2608" fmla="*/ 2529385 h 2529434"/>
              <a:gd name="connsiteX12-2609" fmla="*/ 646430 w 2563018"/>
              <a:gd name="connsiteY12-2610" fmla="*/ 2529385 h 2529434"/>
              <a:gd name="connsiteX13-2611" fmla="*/ 646430 w 2563018"/>
              <a:gd name="connsiteY13-2612" fmla="*/ 1065583 h 2529434"/>
              <a:gd name="connsiteX14-2613" fmla="*/ 646430 w 2563018"/>
              <a:gd name="connsiteY14-2614" fmla="*/ 1065632 h 2529434"/>
              <a:gd name="connsiteX15-2615" fmla="*/ 0 w 2563018"/>
              <a:gd name="connsiteY15-2616" fmla="*/ 1065632 h 2529434"/>
              <a:gd name="connsiteX16-2617" fmla="*/ 23342 w 2563018"/>
              <a:gd name="connsiteY16-2618" fmla="*/ 1057227 h 2529434"/>
              <a:gd name="connsiteX0-2619" fmla="*/ 23342 w 2563018"/>
              <a:gd name="connsiteY0-2620" fmla="*/ 1057227 h 2529385"/>
              <a:gd name="connsiteX1-2621" fmla="*/ 27197 w 2563018"/>
              <a:gd name="connsiteY1-2622" fmla="*/ 1043139 h 2529385"/>
              <a:gd name="connsiteX2-2623" fmla="*/ 1284810 w 2563018"/>
              <a:gd name="connsiteY2-2624" fmla="*/ 3028 h 2529385"/>
              <a:gd name="connsiteX3-2625" fmla="*/ 1300955 w 2563018"/>
              <a:gd name="connsiteY3-2626" fmla="*/ 3064 h 2529385"/>
              <a:gd name="connsiteX4-2627" fmla="*/ 2558568 w 2563018"/>
              <a:gd name="connsiteY4-2628" fmla="*/ 1043175 h 2529385"/>
              <a:gd name="connsiteX5-2629" fmla="*/ 2562377 w 2563018"/>
              <a:gd name="connsiteY5-2630" fmla="*/ 1057231 h 2529385"/>
              <a:gd name="connsiteX6-2631" fmla="*/ 2550427 w 2563018"/>
              <a:gd name="connsiteY6-2632" fmla="*/ 1065631 h 2529385"/>
              <a:gd name="connsiteX7-2633" fmla="*/ 1951990 w 2563018"/>
              <a:gd name="connsiteY7-2634" fmla="*/ 1065631 h 2529385"/>
              <a:gd name="connsiteX8-2635" fmla="*/ 1939290 w 2563018"/>
              <a:gd name="connsiteY8-2636" fmla="*/ 1078331 h 2529385"/>
              <a:gd name="connsiteX9-2637" fmla="*/ 1939290 w 2563018"/>
              <a:gd name="connsiteY9-2638" fmla="*/ 2516733 h 2529385"/>
              <a:gd name="connsiteX10-2639" fmla="*/ 1939290 w 2563018"/>
              <a:gd name="connsiteY10-2640" fmla="*/ 2529385 h 2529385"/>
              <a:gd name="connsiteX11-2641" fmla="*/ 646430 w 2563018"/>
              <a:gd name="connsiteY11-2642" fmla="*/ 2529385 h 2529385"/>
              <a:gd name="connsiteX12-2643" fmla="*/ 646430 w 2563018"/>
              <a:gd name="connsiteY12-2644" fmla="*/ 2529385 h 2529385"/>
              <a:gd name="connsiteX13-2645" fmla="*/ 646430 w 2563018"/>
              <a:gd name="connsiteY13-2646" fmla="*/ 1065583 h 2529385"/>
              <a:gd name="connsiteX14-2647" fmla="*/ 646430 w 2563018"/>
              <a:gd name="connsiteY14-2648" fmla="*/ 1065632 h 2529385"/>
              <a:gd name="connsiteX15-2649" fmla="*/ 0 w 2563018"/>
              <a:gd name="connsiteY15-2650" fmla="*/ 1065632 h 2529385"/>
              <a:gd name="connsiteX16-2651" fmla="*/ 23342 w 2563018"/>
              <a:gd name="connsiteY16-2652" fmla="*/ 1057227 h 2529385"/>
              <a:gd name="connsiteX0-2653" fmla="*/ 23342 w 2563018"/>
              <a:gd name="connsiteY0-2654" fmla="*/ 1057227 h 2529385"/>
              <a:gd name="connsiteX1-2655" fmla="*/ 27197 w 2563018"/>
              <a:gd name="connsiteY1-2656" fmla="*/ 1043139 h 2529385"/>
              <a:gd name="connsiteX2-2657" fmla="*/ 1284810 w 2563018"/>
              <a:gd name="connsiteY2-2658" fmla="*/ 3028 h 2529385"/>
              <a:gd name="connsiteX3-2659" fmla="*/ 1300955 w 2563018"/>
              <a:gd name="connsiteY3-2660" fmla="*/ 3064 h 2529385"/>
              <a:gd name="connsiteX4-2661" fmla="*/ 2558568 w 2563018"/>
              <a:gd name="connsiteY4-2662" fmla="*/ 1043175 h 2529385"/>
              <a:gd name="connsiteX5-2663" fmla="*/ 2562377 w 2563018"/>
              <a:gd name="connsiteY5-2664" fmla="*/ 1057231 h 2529385"/>
              <a:gd name="connsiteX6-2665" fmla="*/ 2550427 w 2563018"/>
              <a:gd name="connsiteY6-2666" fmla="*/ 1065631 h 2529385"/>
              <a:gd name="connsiteX7-2667" fmla="*/ 1951990 w 2563018"/>
              <a:gd name="connsiteY7-2668" fmla="*/ 1065631 h 2529385"/>
              <a:gd name="connsiteX8-2669" fmla="*/ 1939290 w 2563018"/>
              <a:gd name="connsiteY8-2670" fmla="*/ 1078331 h 2529385"/>
              <a:gd name="connsiteX9-2671" fmla="*/ 1939290 w 2563018"/>
              <a:gd name="connsiteY9-2672" fmla="*/ 2516733 h 2529385"/>
              <a:gd name="connsiteX10-2673" fmla="*/ 1939290 w 2563018"/>
              <a:gd name="connsiteY10-2674" fmla="*/ 2529385 h 2529385"/>
              <a:gd name="connsiteX11-2675" fmla="*/ 646430 w 2563018"/>
              <a:gd name="connsiteY11-2676" fmla="*/ 2529385 h 2529385"/>
              <a:gd name="connsiteX12-2677" fmla="*/ 646430 w 2563018"/>
              <a:gd name="connsiteY12-2678" fmla="*/ 2529385 h 2529385"/>
              <a:gd name="connsiteX13-2679" fmla="*/ 646430 w 2563018"/>
              <a:gd name="connsiteY13-2680" fmla="*/ 1065583 h 2529385"/>
              <a:gd name="connsiteX14-2681" fmla="*/ 646430 w 2563018"/>
              <a:gd name="connsiteY14-2682" fmla="*/ 1065632 h 2529385"/>
              <a:gd name="connsiteX15-2683" fmla="*/ 0 w 2563018"/>
              <a:gd name="connsiteY15-2684" fmla="*/ 1065632 h 2529385"/>
              <a:gd name="connsiteX16-2685" fmla="*/ 23342 w 2563018"/>
              <a:gd name="connsiteY16-2686" fmla="*/ 1057227 h 2529385"/>
              <a:gd name="connsiteX0-2687" fmla="*/ 23342 w 2563018"/>
              <a:gd name="connsiteY0-2688" fmla="*/ 1057227 h 2529385"/>
              <a:gd name="connsiteX1-2689" fmla="*/ 27197 w 2563018"/>
              <a:gd name="connsiteY1-2690" fmla="*/ 1043139 h 2529385"/>
              <a:gd name="connsiteX2-2691" fmla="*/ 1284810 w 2563018"/>
              <a:gd name="connsiteY2-2692" fmla="*/ 3028 h 2529385"/>
              <a:gd name="connsiteX3-2693" fmla="*/ 1300955 w 2563018"/>
              <a:gd name="connsiteY3-2694" fmla="*/ 3064 h 2529385"/>
              <a:gd name="connsiteX4-2695" fmla="*/ 2558568 w 2563018"/>
              <a:gd name="connsiteY4-2696" fmla="*/ 1043175 h 2529385"/>
              <a:gd name="connsiteX5-2697" fmla="*/ 2562377 w 2563018"/>
              <a:gd name="connsiteY5-2698" fmla="*/ 1057231 h 2529385"/>
              <a:gd name="connsiteX6-2699" fmla="*/ 2550427 w 2563018"/>
              <a:gd name="connsiteY6-2700" fmla="*/ 1065631 h 2529385"/>
              <a:gd name="connsiteX7-2701" fmla="*/ 1951990 w 2563018"/>
              <a:gd name="connsiteY7-2702" fmla="*/ 1065631 h 2529385"/>
              <a:gd name="connsiteX8-2703" fmla="*/ 1939290 w 2563018"/>
              <a:gd name="connsiteY8-2704" fmla="*/ 1078331 h 2529385"/>
              <a:gd name="connsiteX9-2705" fmla="*/ 1939290 w 2563018"/>
              <a:gd name="connsiteY9-2706" fmla="*/ 2516733 h 2529385"/>
              <a:gd name="connsiteX10-2707" fmla="*/ 1939290 w 2563018"/>
              <a:gd name="connsiteY10-2708" fmla="*/ 2529385 h 2529385"/>
              <a:gd name="connsiteX11-2709" fmla="*/ 646430 w 2563018"/>
              <a:gd name="connsiteY11-2710" fmla="*/ 2529385 h 2529385"/>
              <a:gd name="connsiteX12-2711" fmla="*/ 646430 w 2563018"/>
              <a:gd name="connsiteY12-2712" fmla="*/ 2529385 h 2529385"/>
              <a:gd name="connsiteX13-2713" fmla="*/ 646430 w 2563018"/>
              <a:gd name="connsiteY13-2714" fmla="*/ 1065583 h 2529385"/>
              <a:gd name="connsiteX14-2715" fmla="*/ 646430 w 2563018"/>
              <a:gd name="connsiteY14-2716" fmla="*/ 1065632 h 2529385"/>
              <a:gd name="connsiteX15-2717" fmla="*/ 0 w 2563018"/>
              <a:gd name="connsiteY15-2718" fmla="*/ 1065632 h 2529385"/>
              <a:gd name="connsiteX16-2719" fmla="*/ 23342 w 2563018"/>
              <a:gd name="connsiteY16-2720" fmla="*/ 1057227 h 2529385"/>
              <a:gd name="connsiteX0-2721" fmla="*/ 23342 w 2563018"/>
              <a:gd name="connsiteY0-2722" fmla="*/ 1057227 h 2529385"/>
              <a:gd name="connsiteX1-2723" fmla="*/ 27197 w 2563018"/>
              <a:gd name="connsiteY1-2724" fmla="*/ 1043139 h 2529385"/>
              <a:gd name="connsiteX2-2725" fmla="*/ 1284810 w 2563018"/>
              <a:gd name="connsiteY2-2726" fmla="*/ 3028 h 2529385"/>
              <a:gd name="connsiteX3-2727" fmla="*/ 1300955 w 2563018"/>
              <a:gd name="connsiteY3-2728" fmla="*/ 3064 h 2529385"/>
              <a:gd name="connsiteX4-2729" fmla="*/ 2558568 w 2563018"/>
              <a:gd name="connsiteY4-2730" fmla="*/ 1043175 h 2529385"/>
              <a:gd name="connsiteX5-2731" fmla="*/ 2562377 w 2563018"/>
              <a:gd name="connsiteY5-2732" fmla="*/ 1057231 h 2529385"/>
              <a:gd name="connsiteX6-2733" fmla="*/ 2550427 w 2563018"/>
              <a:gd name="connsiteY6-2734" fmla="*/ 1065631 h 2529385"/>
              <a:gd name="connsiteX7-2735" fmla="*/ 1951990 w 2563018"/>
              <a:gd name="connsiteY7-2736" fmla="*/ 1065631 h 2529385"/>
              <a:gd name="connsiteX8-2737" fmla="*/ 1939290 w 2563018"/>
              <a:gd name="connsiteY8-2738" fmla="*/ 1078331 h 2529385"/>
              <a:gd name="connsiteX9-2739" fmla="*/ 1939290 w 2563018"/>
              <a:gd name="connsiteY9-2740" fmla="*/ 2516733 h 2529385"/>
              <a:gd name="connsiteX10-2741" fmla="*/ 1926590 w 2563018"/>
              <a:gd name="connsiteY10-2742" fmla="*/ 2529385 h 2529385"/>
              <a:gd name="connsiteX11-2743" fmla="*/ 646430 w 2563018"/>
              <a:gd name="connsiteY11-2744" fmla="*/ 2529385 h 2529385"/>
              <a:gd name="connsiteX12-2745" fmla="*/ 646430 w 2563018"/>
              <a:gd name="connsiteY12-2746" fmla="*/ 2529385 h 2529385"/>
              <a:gd name="connsiteX13-2747" fmla="*/ 646430 w 2563018"/>
              <a:gd name="connsiteY13-2748" fmla="*/ 1065583 h 2529385"/>
              <a:gd name="connsiteX14-2749" fmla="*/ 646430 w 2563018"/>
              <a:gd name="connsiteY14-2750" fmla="*/ 1065632 h 2529385"/>
              <a:gd name="connsiteX15-2751" fmla="*/ 0 w 2563018"/>
              <a:gd name="connsiteY15-2752" fmla="*/ 1065632 h 2529385"/>
              <a:gd name="connsiteX16-2753" fmla="*/ 23342 w 2563018"/>
              <a:gd name="connsiteY16-2754" fmla="*/ 1057227 h 2529385"/>
              <a:gd name="connsiteX0-2755" fmla="*/ 23342 w 2563018"/>
              <a:gd name="connsiteY0-2756" fmla="*/ 1057227 h 2529385"/>
              <a:gd name="connsiteX1-2757" fmla="*/ 27197 w 2563018"/>
              <a:gd name="connsiteY1-2758" fmla="*/ 1043139 h 2529385"/>
              <a:gd name="connsiteX2-2759" fmla="*/ 1284810 w 2563018"/>
              <a:gd name="connsiteY2-2760" fmla="*/ 3028 h 2529385"/>
              <a:gd name="connsiteX3-2761" fmla="*/ 1300955 w 2563018"/>
              <a:gd name="connsiteY3-2762" fmla="*/ 3064 h 2529385"/>
              <a:gd name="connsiteX4-2763" fmla="*/ 2558568 w 2563018"/>
              <a:gd name="connsiteY4-2764" fmla="*/ 1043175 h 2529385"/>
              <a:gd name="connsiteX5-2765" fmla="*/ 2562377 w 2563018"/>
              <a:gd name="connsiteY5-2766" fmla="*/ 1057231 h 2529385"/>
              <a:gd name="connsiteX6-2767" fmla="*/ 2550427 w 2563018"/>
              <a:gd name="connsiteY6-2768" fmla="*/ 1065631 h 2529385"/>
              <a:gd name="connsiteX7-2769" fmla="*/ 1951990 w 2563018"/>
              <a:gd name="connsiteY7-2770" fmla="*/ 1065631 h 2529385"/>
              <a:gd name="connsiteX8-2771" fmla="*/ 1939290 w 2563018"/>
              <a:gd name="connsiteY8-2772" fmla="*/ 1078331 h 2529385"/>
              <a:gd name="connsiteX9-2773" fmla="*/ 1939290 w 2563018"/>
              <a:gd name="connsiteY9-2774" fmla="*/ 2516733 h 2529385"/>
              <a:gd name="connsiteX10-2775" fmla="*/ 1926590 w 2563018"/>
              <a:gd name="connsiteY10-2776" fmla="*/ 2529385 h 2529385"/>
              <a:gd name="connsiteX11-2777" fmla="*/ 646430 w 2563018"/>
              <a:gd name="connsiteY11-2778" fmla="*/ 2529385 h 2529385"/>
              <a:gd name="connsiteX12-2779" fmla="*/ 646430 w 2563018"/>
              <a:gd name="connsiteY12-2780" fmla="*/ 2529385 h 2529385"/>
              <a:gd name="connsiteX13-2781" fmla="*/ 646430 w 2563018"/>
              <a:gd name="connsiteY13-2782" fmla="*/ 1065583 h 2529385"/>
              <a:gd name="connsiteX14-2783" fmla="*/ 646430 w 2563018"/>
              <a:gd name="connsiteY14-2784" fmla="*/ 1065632 h 2529385"/>
              <a:gd name="connsiteX15-2785" fmla="*/ 0 w 2563018"/>
              <a:gd name="connsiteY15-2786" fmla="*/ 1065632 h 2529385"/>
              <a:gd name="connsiteX16-2787" fmla="*/ 23342 w 2563018"/>
              <a:gd name="connsiteY16-2788" fmla="*/ 1057227 h 2529385"/>
              <a:gd name="connsiteX0-2789" fmla="*/ 23342 w 2563018"/>
              <a:gd name="connsiteY0-2790" fmla="*/ 1057227 h 2529385"/>
              <a:gd name="connsiteX1-2791" fmla="*/ 27197 w 2563018"/>
              <a:gd name="connsiteY1-2792" fmla="*/ 1043139 h 2529385"/>
              <a:gd name="connsiteX2-2793" fmla="*/ 1284810 w 2563018"/>
              <a:gd name="connsiteY2-2794" fmla="*/ 3028 h 2529385"/>
              <a:gd name="connsiteX3-2795" fmla="*/ 1300955 w 2563018"/>
              <a:gd name="connsiteY3-2796" fmla="*/ 3064 h 2529385"/>
              <a:gd name="connsiteX4-2797" fmla="*/ 2558568 w 2563018"/>
              <a:gd name="connsiteY4-2798" fmla="*/ 1043175 h 2529385"/>
              <a:gd name="connsiteX5-2799" fmla="*/ 2562377 w 2563018"/>
              <a:gd name="connsiteY5-2800" fmla="*/ 1057231 h 2529385"/>
              <a:gd name="connsiteX6-2801" fmla="*/ 2550427 w 2563018"/>
              <a:gd name="connsiteY6-2802" fmla="*/ 1065631 h 2529385"/>
              <a:gd name="connsiteX7-2803" fmla="*/ 1951990 w 2563018"/>
              <a:gd name="connsiteY7-2804" fmla="*/ 1065631 h 2529385"/>
              <a:gd name="connsiteX8-2805" fmla="*/ 1939290 w 2563018"/>
              <a:gd name="connsiteY8-2806" fmla="*/ 1078331 h 2529385"/>
              <a:gd name="connsiteX9-2807" fmla="*/ 1939290 w 2563018"/>
              <a:gd name="connsiteY9-2808" fmla="*/ 2516733 h 2529385"/>
              <a:gd name="connsiteX10-2809" fmla="*/ 1926590 w 2563018"/>
              <a:gd name="connsiteY10-2810" fmla="*/ 2529385 h 2529385"/>
              <a:gd name="connsiteX11-2811" fmla="*/ 646430 w 2563018"/>
              <a:gd name="connsiteY11-2812" fmla="*/ 2529385 h 2529385"/>
              <a:gd name="connsiteX12-2813" fmla="*/ 646430 w 2563018"/>
              <a:gd name="connsiteY12-2814" fmla="*/ 2529385 h 2529385"/>
              <a:gd name="connsiteX13-2815" fmla="*/ 646430 w 2563018"/>
              <a:gd name="connsiteY13-2816" fmla="*/ 1065583 h 2529385"/>
              <a:gd name="connsiteX14-2817" fmla="*/ 646430 w 2563018"/>
              <a:gd name="connsiteY14-2818" fmla="*/ 1065632 h 2529385"/>
              <a:gd name="connsiteX15-2819" fmla="*/ 0 w 2563018"/>
              <a:gd name="connsiteY15-2820" fmla="*/ 1065632 h 2529385"/>
              <a:gd name="connsiteX16-2821" fmla="*/ 23342 w 2563018"/>
              <a:gd name="connsiteY16-2822" fmla="*/ 1057227 h 2529385"/>
              <a:gd name="connsiteX0-2823" fmla="*/ 23342 w 2563018"/>
              <a:gd name="connsiteY0-2824" fmla="*/ 1057227 h 2529385"/>
              <a:gd name="connsiteX1-2825" fmla="*/ 27197 w 2563018"/>
              <a:gd name="connsiteY1-2826" fmla="*/ 1043139 h 2529385"/>
              <a:gd name="connsiteX2-2827" fmla="*/ 1284810 w 2563018"/>
              <a:gd name="connsiteY2-2828" fmla="*/ 3028 h 2529385"/>
              <a:gd name="connsiteX3-2829" fmla="*/ 1300955 w 2563018"/>
              <a:gd name="connsiteY3-2830" fmla="*/ 3064 h 2529385"/>
              <a:gd name="connsiteX4-2831" fmla="*/ 2558568 w 2563018"/>
              <a:gd name="connsiteY4-2832" fmla="*/ 1043175 h 2529385"/>
              <a:gd name="connsiteX5-2833" fmla="*/ 2562377 w 2563018"/>
              <a:gd name="connsiteY5-2834" fmla="*/ 1057231 h 2529385"/>
              <a:gd name="connsiteX6-2835" fmla="*/ 2550427 w 2563018"/>
              <a:gd name="connsiteY6-2836" fmla="*/ 1065631 h 2529385"/>
              <a:gd name="connsiteX7-2837" fmla="*/ 1951990 w 2563018"/>
              <a:gd name="connsiteY7-2838" fmla="*/ 1065631 h 2529385"/>
              <a:gd name="connsiteX8-2839" fmla="*/ 1939290 w 2563018"/>
              <a:gd name="connsiteY8-2840" fmla="*/ 1078331 h 2529385"/>
              <a:gd name="connsiteX9-2841" fmla="*/ 1939290 w 2563018"/>
              <a:gd name="connsiteY9-2842" fmla="*/ 2516733 h 2529385"/>
              <a:gd name="connsiteX10-2843" fmla="*/ 1926590 w 2563018"/>
              <a:gd name="connsiteY10-2844" fmla="*/ 2529385 h 2529385"/>
              <a:gd name="connsiteX11-2845" fmla="*/ 659130 w 2563018"/>
              <a:gd name="connsiteY11-2846" fmla="*/ 2529385 h 2529385"/>
              <a:gd name="connsiteX12-2847" fmla="*/ 646430 w 2563018"/>
              <a:gd name="connsiteY12-2848" fmla="*/ 2529385 h 2529385"/>
              <a:gd name="connsiteX13-2849" fmla="*/ 646430 w 2563018"/>
              <a:gd name="connsiteY13-2850" fmla="*/ 1065583 h 2529385"/>
              <a:gd name="connsiteX14-2851" fmla="*/ 646430 w 2563018"/>
              <a:gd name="connsiteY14-2852" fmla="*/ 1065632 h 2529385"/>
              <a:gd name="connsiteX15-2853" fmla="*/ 0 w 2563018"/>
              <a:gd name="connsiteY15-2854" fmla="*/ 1065632 h 2529385"/>
              <a:gd name="connsiteX16-2855" fmla="*/ 23342 w 2563018"/>
              <a:gd name="connsiteY16-2856" fmla="*/ 1057227 h 2529385"/>
              <a:gd name="connsiteX0-2857" fmla="*/ 23342 w 2563018"/>
              <a:gd name="connsiteY0-2858" fmla="*/ 1057227 h 2529385"/>
              <a:gd name="connsiteX1-2859" fmla="*/ 27197 w 2563018"/>
              <a:gd name="connsiteY1-2860" fmla="*/ 1043139 h 2529385"/>
              <a:gd name="connsiteX2-2861" fmla="*/ 1284810 w 2563018"/>
              <a:gd name="connsiteY2-2862" fmla="*/ 3028 h 2529385"/>
              <a:gd name="connsiteX3-2863" fmla="*/ 1300955 w 2563018"/>
              <a:gd name="connsiteY3-2864" fmla="*/ 3064 h 2529385"/>
              <a:gd name="connsiteX4-2865" fmla="*/ 2558568 w 2563018"/>
              <a:gd name="connsiteY4-2866" fmla="*/ 1043175 h 2529385"/>
              <a:gd name="connsiteX5-2867" fmla="*/ 2562377 w 2563018"/>
              <a:gd name="connsiteY5-2868" fmla="*/ 1057231 h 2529385"/>
              <a:gd name="connsiteX6-2869" fmla="*/ 2550427 w 2563018"/>
              <a:gd name="connsiteY6-2870" fmla="*/ 1065631 h 2529385"/>
              <a:gd name="connsiteX7-2871" fmla="*/ 1951990 w 2563018"/>
              <a:gd name="connsiteY7-2872" fmla="*/ 1065631 h 2529385"/>
              <a:gd name="connsiteX8-2873" fmla="*/ 1939290 w 2563018"/>
              <a:gd name="connsiteY8-2874" fmla="*/ 1078331 h 2529385"/>
              <a:gd name="connsiteX9-2875" fmla="*/ 1939290 w 2563018"/>
              <a:gd name="connsiteY9-2876" fmla="*/ 2516733 h 2529385"/>
              <a:gd name="connsiteX10-2877" fmla="*/ 1926590 w 2563018"/>
              <a:gd name="connsiteY10-2878" fmla="*/ 2529385 h 2529385"/>
              <a:gd name="connsiteX11-2879" fmla="*/ 659130 w 2563018"/>
              <a:gd name="connsiteY11-2880" fmla="*/ 2529385 h 2529385"/>
              <a:gd name="connsiteX12-2881" fmla="*/ 646430 w 2563018"/>
              <a:gd name="connsiteY12-2882" fmla="*/ 2529385 h 2529385"/>
              <a:gd name="connsiteX13-2883" fmla="*/ 646430 w 2563018"/>
              <a:gd name="connsiteY13-2884" fmla="*/ 1065583 h 2529385"/>
              <a:gd name="connsiteX14-2885" fmla="*/ 646430 w 2563018"/>
              <a:gd name="connsiteY14-2886" fmla="*/ 1065632 h 2529385"/>
              <a:gd name="connsiteX15-2887" fmla="*/ 0 w 2563018"/>
              <a:gd name="connsiteY15-2888" fmla="*/ 1065632 h 2529385"/>
              <a:gd name="connsiteX16-2889" fmla="*/ 23342 w 2563018"/>
              <a:gd name="connsiteY16-2890" fmla="*/ 1057227 h 2529385"/>
              <a:gd name="connsiteX0-2891" fmla="*/ 23342 w 2563018"/>
              <a:gd name="connsiteY0-2892" fmla="*/ 1057227 h 2529385"/>
              <a:gd name="connsiteX1-2893" fmla="*/ 27197 w 2563018"/>
              <a:gd name="connsiteY1-2894" fmla="*/ 1043139 h 2529385"/>
              <a:gd name="connsiteX2-2895" fmla="*/ 1284810 w 2563018"/>
              <a:gd name="connsiteY2-2896" fmla="*/ 3028 h 2529385"/>
              <a:gd name="connsiteX3-2897" fmla="*/ 1300955 w 2563018"/>
              <a:gd name="connsiteY3-2898" fmla="*/ 3064 h 2529385"/>
              <a:gd name="connsiteX4-2899" fmla="*/ 2558568 w 2563018"/>
              <a:gd name="connsiteY4-2900" fmla="*/ 1043175 h 2529385"/>
              <a:gd name="connsiteX5-2901" fmla="*/ 2562377 w 2563018"/>
              <a:gd name="connsiteY5-2902" fmla="*/ 1057231 h 2529385"/>
              <a:gd name="connsiteX6-2903" fmla="*/ 2550427 w 2563018"/>
              <a:gd name="connsiteY6-2904" fmla="*/ 1065631 h 2529385"/>
              <a:gd name="connsiteX7-2905" fmla="*/ 1951990 w 2563018"/>
              <a:gd name="connsiteY7-2906" fmla="*/ 1065631 h 2529385"/>
              <a:gd name="connsiteX8-2907" fmla="*/ 1939290 w 2563018"/>
              <a:gd name="connsiteY8-2908" fmla="*/ 1078331 h 2529385"/>
              <a:gd name="connsiteX9-2909" fmla="*/ 1939290 w 2563018"/>
              <a:gd name="connsiteY9-2910" fmla="*/ 2516733 h 2529385"/>
              <a:gd name="connsiteX10-2911" fmla="*/ 1926590 w 2563018"/>
              <a:gd name="connsiteY10-2912" fmla="*/ 2529385 h 2529385"/>
              <a:gd name="connsiteX11-2913" fmla="*/ 659130 w 2563018"/>
              <a:gd name="connsiteY11-2914" fmla="*/ 2529385 h 2529385"/>
              <a:gd name="connsiteX12-2915" fmla="*/ 646430 w 2563018"/>
              <a:gd name="connsiteY12-2916" fmla="*/ 2529385 h 2529385"/>
              <a:gd name="connsiteX13-2917" fmla="*/ 646430 w 2563018"/>
              <a:gd name="connsiteY13-2918" fmla="*/ 1065583 h 2529385"/>
              <a:gd name="connsiteX14-2919" fmla="*/ 646430 w 2563018"/>
              <a:gd name="connsiteY14-2920" fmla="*/ 1065632 h 2529385"/>
              <a:gd name="connsiteX15-2921" fmla="*/ 0 w 2563018"/>
              <a:gd name="connsiteY15-2922" fmla="*/ 1065632 h 2529385"/>
              <a:gd name="connsiteX16-2923" fmla="*/ 23342 w 2563018"/>
              <a:gd name="connsiteY16-2924" fmla="*/ 1057227 h 2529385"/>
              <a:gd name="connsiteX0-2925" fmla="*/ 23342 w 2563018"/>
              <a:gd name="connsiteY0-2926" fmla="*/ 1057227 h 2529385"/>
              <a:gd name="connsiteX1-2927" fmla="*/ 27197 w 2563018"/>
              <a:gd name="connsiteY1-2928" fmla="*/ 1043139 h 2529385"/>
              <a:gd name="connsiteX2-2929" fmla="*/ 1284810 w 2563018"/>
              <a:gd name="connsiteY2-2930" fmla="*/ 3028 h 2529385"/>
              <a:gd name="connsiteX3-2931" fmla="*/ 1300955 w 2563018"/>
              <a:gd name="connsiteY3-2932" fmla="*/ 3064 h 2529385"/>
              <a:gd name="connsiteX4-2933" fmla="*/ 2558568 w 2563018"/>
              <a:gd name="connsiteY4-2934" fmla="*/ 1043175 h 2529385"/>
              <a:gd name="connsiteX5-2935" fmla="*/ 2562377 w 2563018"/>
              <a:gd name="connsiteY5-2936" fmla="*/ 1057231 h 2529385"/>
              <a:gd name="connsiteX6-2937" fmla="*/ 2550427 w 2563018"/>
              <a:gd name="connsiteY6-2938" fmla="*/ 1065631 h 2529385"/>
              <a:gd name="connsiteX7-2939" fmla="*/ 1951990 w 2563018"/>
              <a:gd name="connsiteY7-2940" fmla="*/ 1065631 h 2529385"/>
              <a:gd name="connsiteX8-2941" fmla="*/ 1939290 w 2563018"/>
              <a:gd name="connsiteY8-2942" fmla="*/ 1078331 h 2529385"/>
              <a:gd name="connsiteX9-2943" fmla="*/ 1939290 w 2563018"/>
              <a:gd name="connsiteY9-2944" fmla="*/ 2516733 h 2529385"/>
              <a:gd name="connsiteX10-2945" fmla="*/ 1926590 w 2563018"/>
              <a:gd name="connsiteY10-2946" fmla="*/ 2529385 h 2529385"/>
              <a:gd name="connsiteX11-2947" fmla="*/ 659130 w 2563018"/>
              <a:gd name="connsiteY11-2948" fmla="*/ 2529385 h 2529385"/>
              <a:gd name="connsiteX12-2949" fmla="*/ 646430 w 2563018"/>
              <a:gd name="connsiteY12-2950" fmla="*/ 2516685 h 2529385"/>
              <a:gd name="connsiteX13-2951" fmla="*/ 646430 w 2563018"/>
              <a:gd name="connsiteY13-2952" fmla="*/ 1065583 h 2529385"/>
              <a:gd name="connsiteX14-2953" fmla="*/ 646430 w 2563018"/>
              <a:gd name="connsiteY14-2954" fmla="*/ 1065632 h 2529385"/>
              <a:gd name="connsiteX15-2955" fmla="*/ 0 w 2563018"/>
              <a:gd name="connsiteY15-2956" fmla="*/ 1065632 h 2529385"/>
              <a:gd name="connsiteX16-2957" fmla="*/ 23342 w 2563018"/>
              <a:gd name="connsiteY16-2958" fmla="*/ 1057227 h 2529385"/>
              <a:gd name="connsiteX0-2959" fmla="*/ 23342 w 2563018"/>
              <a:gd name="connsiteY0-2960" fmla="*/ 1057227 h 2529385"/>
              <a:gd name="connsiteX1-2961" fmla="*/ 27197 w 2563018"/>
              <a:gd name="connsiteY1-2962" fmla="*/ 1043139 h 2529385"/>
              <a:gd name="connsiteX2-2963" fmla="*/ 1284810 w 2563018"/>
              <a:gd name="connsiteY2-2964" fmla="*/ 3028 h 2529385"/>
              <a:gd name="connsiteX3-2965" fmla="*/ 1300955 w 2563018"/>
              <a:gd name="connsiteY3-2966" fmla="*/ 3064 h 2529385"/>
              <a:gd name="connsiteX4-2967" fmla="*/ 2558568 w 2563018"/>
              <a:gd name="connsiteY4-2968" fmla="*/ 1043175 h 2529385"/>
              <a:gd name="connsiteX5-2969" fmla="*/ 2562377 w 2563018"/>
              <a:gd name="connsiteY5-2970" fmla="*/ 1057231 h 2529385"/>
              <a:gd name="connsiteX6-2971" fmla="*/ 2550427 w 2563018"/>
              <a:gd name="connsiteY6-2972" fmla="*/ 1065631 h 2529385"/>
              <a:gd name="connsiteX7-2973" fmla="*/ 1951990 w 2563018"/>
              <a:gd name="connsiteY7-2974" fmla="*/ 1065631 h 2529385"/>
              <a:gd name="connsiteX8-2975" fmla="*/ 1939290 w 2563018"/>
              <a:gd name="connsiteY8-2976" fmla="*/ 1078331 h 2529385"/>
              <a:gd name="connsiteX9-2977" fmla="*/ 1939290 w 2563018"/>
              <a:gd name="connsiteY9-2978" fmla="*/ 2516733 h 2529385"/>
              <a:gd name="connsiteX10-2979" fmla="*/ 1926590 w 2563018"/>
              <a:gd name="connsiteY10-2980" fmla="*/ 2529385 h 2529385"/>
              <a:gd name="connsiteX11-2981" fmla="*/ 659130 w 2563018"/>
              <a:gd name="connsiteY11-2982" fmla="*/ 2529385 h 2529385"/>
              <a:gd name="connsiteX12-2983" fmla="*/ 646430 w 2563018"/>
              <a:gd name="connsiteY12-2984" fmla="*/ 2516685 h 2529385"/>
              <a:gd name="connsiteX13-2985" fmla="*/ 646430 w 2563018"/>
              <a:gd name="connsiteY13-2986" fmla="*/ 1065583 h 2529385"/>
              <a:gd name="connsiteX14-2987" fmla="*/ 646430 w 2563018"/>
              <a:gd name="connsiteY14-2988" fmla="*/ 1065632 h 2529385"/>
              <a:gd name="connsiteX15-2989" fmla="*/ 0 w 2563018"/>
              <a:gd name="connsiteY15-2990" fmla="*/ 1065632 h 2529385"/>
              <a:gd name="connsiteX16-2991" fmla="*/ 23342 w 2563018"/>
              <a:gd name="connsiteY16-2992" fmla="*/ 1057227 h 2529385"/>
              <a:gd name="connsiteX0-2993" fmla="*/ 23342 w 2563018"/>
              <a:gd name="connsiteY0-2994" fmla="*/ 1057227 h 2529385"/>
              <a:gd name="connsiteX1-2995" fmla="*/ 27197 w 2563018"/>
              <a:gd name="connsiteY1-2996" fmla="*/ 1043139 h 2529385"/>
              <a:gd name="connsiteX2-2997" fmla="*/ 1284810 w 2563018"/>
              <a:gd name="connsiteY2-2998" fmla="*/ 3028 h 2529385"/>
              <a:gd name="connsiteX3-2999" fmla="*/ 1300955 w 2563018"/>
              <a:gd name="connsiteY3-3000" fmla="*/ 3064 h 2529385"/>
              <a:gd name="connsiteX4-3001" fmla="*/ 2558568 w 2563018"/>
              <a:gd name="connsiteY4-3002" fmla="*/ 1043175 h 2529385"/>
              <a:gd name="connsiteX5-3003" fmla="*/ 2562377 w 2563018"/>
              <a:gd name="connsiteY5-3004" fmla="*/ 1057231 h 2529385"/>
              <a:gd name="connsiteX6-3005" fmla="*/ 2550427 w 2563018"/>
              <a:gd name="connsiteY6-3006" fmla="*/ 1065631 h 2529385"/>
              <a:gd name="connsiteX7-3007" fmla="*/ 1951990 w 2563018"/>
              <a:gd name="connsiteY7-3008" fmla="*/ 1065631 h 2529385"/>
              <a:gd name="connsiteX8-3009" fmla="*/ 1939290 w 2563018"/>
              <a:gd name="connsiteY8-3010" fmla="*/ 1078331 h 2529385"/>
              <a:gd name="connsiteX9-3011" fmla="*/ 1939290 w 2563018"/>
              <a:gd name="connsiteY9-3012" fmla="*/ 2516733 h 2529385"/>
              <a:gd name="connsiteX10-3013" fmla="*/ 1926590 w 2563018"/>
              <a:gd name="connsiteY10-3014" fmla="*/ 2529385 h 2529385"/>
              <a:gd name="connsiteX11-3015" fmla="*/ 659130 w 2563018"/>
              <a:gd name="connsiteY11-3016" fmla="*/ 2529385 h 2529385"/>
              <a:gd name="connsiteX12-3017" fmla="*/ 646430 w 2563018"/>
              <a:gd name="connsiteY12-3018" fmla="*/ 2516685 h 2529385"/>
              <a:gd name="connsiteX13-3019" fmla="*/ 646430 w 2563018"/>
              <a:gd name="connsiteY13-3020" fmla="*/ 1065583 h 2529385"/>
              <a:gd name="connsiteX14-3021" fmla="*/ 646430 w 2563018"/>
              <a:gd name="connsiteY14-3022" fmla="*/ 1065632 h 2529385"/>
              <a:gd name="connsiteX15-3023" fmla="*/ 0 w 2563018"/>
              <a:gd name="connsiteY15-3024" fmla="*/ 1065632 h 2529385"/>
              <a:gd name="connsiteX16-3025" fmla="*/ 23342 w 2563018"/>
              <a:gd name="connsiteY16-3026" fmla="*/ 1057227 h 2529385"/>
              <a:gd name="connsiteX0-3027" fmla="*/ 23342 w 2563018"/>
              <a:gd name="connsiteY0-3028" fmla="*/ 1057227 h 2529385"/>
              <a:gd name="connsiteX1-3029" fmla="*/ 27197 w 2563018"/>
              <a:gd name="connsiteY1-3030" fmla="*/ 1043139 h 2529385"/>
              <a:gd name="connsiteX2-3031" fmla="*/ 1284810 w 2563018"/>
              <a:gd name="connsiteY2-3032" fmla="*/ 3028 h 2529385"/>
              <a:gd name="connsiteX3-3033" fmla="*/ 1300955 w 2563018"/>
              <a:gd name="connsiteY3-3034" fmla="*/ 3064 h 2529385"/>
              <a:gd name="connsiteX4-3035" fmla="*/ 2558568 w 2563018"/>
              <a:gd name="connsiteY4-3036" fmla="*/ 1043175 h 2529385"/>
              <a:gd name="connsiteX5-3037" fmla="*/ 2562377 w 2563018"/>
              <a:gd name="connsiteY5-3038" fmla="*/ 1057231 h 2529385"/>
              <a:gd name="connsiteX6-3039" fmla="*/ 2550427 w 2563018"/>
              <a:gd name="connsiteY6-3040" fmla="*/ 1065631 h 2529385"/>
              <a:gd name="connsiteX7-3041" fmla="*/ 1951990 w 2563018"/>
              <a:gd name="connsiteY7-3042" fmla="*/ 1065631 h 2529385"/>
              <a:gd name="connsiteX8-3043" fmla="*/ 1939290 w 2563018"/>
              <a:gd name="connsiteY8-3044" fmla="*/ 1078331 h 2529385"/>
              <a:gd name="connsiteX9-3045" fmla="*/ 1939290 w 2563018"/>
              <a:gd name="connsiteY9-3046" fmla="*/ 2516733 h 2529385"/>
              <a:gd name="connsiteX10-3047" fmla="*/ 1926590 w 2563018"/>
              <a:gd name="connsiteY10-3048" fmla="*/ 2529385 h 2529385"/>
              <a:gd name="connsiteX11-3049" fmla="*/ 659130 w 2563018"/>
              <a:gd name="connsiteY11-3050" fmla="*/ 2529385 h 2529385"/>
              <a:gd name="connsiteX12-3051" fmla="*/ 646430 w 2563018"/>
              <a:gd name="connsiteY12-3052" fmla="*/ 2516685 h 2529385"/>
              <a:gd name="connsiteX13-3053" fmla="*/ 646430 w 2563018"/>
              <a:gd name="connsiteY13-3054" fmla="*/ 1078282 h 2529385"/>
              <a:gd name="connsiteX14-3055" fmla="*/ 646430 w 2563018"/>
              <a:gd name="connsiteY14-3056" fmla="*/ 1065632 h 2529385"/>
              <a:gd name="connsiteX15-3057" fmla="*/ 0 w 2563018"/>
              <a:gd name="connsiteY15-3058" fmla="*/ 1065632 h 2529385"/>
              <a:gd name="connsiteX16-3059" fmla="*/ 23342 w 2563018"/>
              <a:gd name="connsiteY16-3060" fmla="*/ 1057227 h 2529385"/>
              <a:gd name="connsiteX0-3061" fmla="*/ 23342 w 2563018"/>
              <a:gd name="connsiteY0-3062" fmla="*/ 1057227 h 2529385"/>
              <a:gd name="connsiteX1-3063" fmla="*/ 27197 w 2563018"/>
              <a:gd name="connsiteY1-3064" fmla="*/ 1043139 h 2529385"/>
              <a:gd name="connsiteX2-3065" fmla="*/ 1284810 w 2563018"/>
              <a:gd name="connsiteY2-3066" fmla="*/ 3028 h 2529385"/>
              <a:gd name="connsiteX3-3067" fmla="*/ 1300955 w 2563018"/>
              <a:gd name="connsiteY3-3068" fmla="*/ 3064 h 2529385"/>
              <a:gd name="connsiteX4-3069" fmla="*/ 2558568 w 2563018"/>
              <a:gd name="connsiteY4-3070" fmla="*/ 1043175 h 2529385"/>
              <a:gd name="connsiteX5-3071" fmla="*/ 2562377 w 2563018"/>
              <a:gd name="connsiteY5-3072" fmla="*/ 1057231 h 2529385"/>
              <a:gd name="connsiteX6-3073" fmla="*/ 2550427 w 2563018"/>
              <a:gd name="connsiteY6-3074" fmla="*/ 1065631 h 2529385"/>
              <a:gd name="connsiteX7-3075" fmla="*/ 1951990 w 2563018"/>
              <a:gd name="connsiteY7-3076" fmla="*/ 1065631 h 2529385"/>
              <a:gd name="connsiteX8-3077" fmla="*/ 1939290 w 2563018"/>
              <a:gd name="connsiteY8-3078" fmla="*/ 1078331 h 2529385"/>
              <a:gd name="connsiteX9-3079" fmla="*/ 1939290 w 2563018"/>
              <a:gd name="connsiteY9-3080" fmla="*/ 2516733 h 2529385"/>
              <a:gd name="connsiteX10-3081" fmla="*/ 1926590 w 2563018"/>
              <a:gd name="connsiteY10-3082" fmla="*/ 2529385 h 2529385"/>
              <a:gd name="connsiteX11-3083" fmla="*/ 659130 w 2563018"/>
              <a:gd name="connsiteY11-3084" fmla="*/ 2529385 h 2529385"/>
              <a:gd name="connsiteX12-3085" fmla="*/ 646430 w 2563018"/>
              <a:gd name="connsiteY12-3086" fmla="*/ 2516685 h 2529385"/>
              <a:gd name="connsiteX13-3087" fmla="*/ 646430 w 2563018"/>
              <a:gd name="connsiteY13-3088" fmla="*/ 1078282 h 2529385"/>
              <a:gd name="connsiteX14-3089" fmla="*/ 646430 w 2563018"/>
              <a:gd name="connsiteY14-3090" fmla="*/ 1065632 h 2529385"/>
              <a:gd name="connsiteX15-3091" fmla="*/ 0 w 2563018"/>
              <a:gd name="connsiteY15-3092" fmla="*/ 1065632 h 2529385"/>
              <a:gd name="connsiteX16-3093" fmla="*/ 23342 w 2563018"/>
              <a:gd name="connsiteY16-3094" fmla="*/ 1057227 h 2529385"/>
              <a:gd name="connsiteX0-3095" fmla="*/ 23342 w 2563018"/>
              <a:gd name="connsiteY0-3096" fmla="*/ 1057227 h 2529385"/>
              <a:gd name="connsiteX1-3097" fmla="*/ 27197 w 2563018"/>
              <a:gd name="connsiteY1-3098" fmla="*/ 1043139 h 2529385"/>
              <a:gd name="connsiteX2-3099" fmla="*/ 1284810 w 2563018"/>
              <a:gd name="connsiteY2-3100" fmla="*/ 3028 h 2529385"/>
              <a:gd name="connsiteX3-3101" fmla="*/ 1300955 w 2563018"/>
              <a:gd name="connsiteY3-3102" fmla="*/ 3064 h 2529385"/>
              <a:gd name="connsiteX4-3103" fmla="*/ 2558568 w 2563018"/>
              <a:gd name="connsiteY4-3104" fmla="*/ 1043175 h 2529385"/>
              <a:gd name="connsiteX5-3105" fmla="*/ 2562377 w 2563018"/>
              <a:gd name="connsiteY5-3106" fmla="*/ 1057231 h 2529385"/>
              <a:gd name="connsiteX6-3107" fmla="*/ 2550427 w 2563018"/>
              <a:gd name="connsiteY6-3108" fmla="*/ 1065631 h 2529385"/>
              <a:gd name="connsiteX7-3109" fmla="*/ 1951990 w 2563018"/>
              <a:gd name="connsiteY7-3110" fmla="*/ 1065631 h 2529385"/>
              <a:gd name="connsiteX8-3111" fmla="*/ 1939290 w 2563018"/>
              <a:gd name="connsiteY8-3112" fmla="*/ 1078331 h 2529385"/>
              <a:gd name="connsiteX9-3113" fmla="*/ 1939290 w 2563018"/>
              <a:gd name="connsiteY9-3114" fmla="*/ 2516733 h 2529385"/>
              <a:gd name="connsiteX10-3115" fmla="*/ 1926590 w 2563018"/>
              <a:gd name="connsiteY10-3116" fmla="*/ 2529385 h 2529385"/>
              <a:gd name="connsiteX11-3117" fmla="*/ 659130 w 2563018"/>
              <a:gd name="connsiteY11-3118" fmla="*/ 2529385 h 2529385"/>
              <a:gd name="connsiteX12-3119" fmla="*/ 646430 w 2563018"/>
              <a:gd name="connsiteY12-3120" fmla="*/ 2516685 h 2529385"/>
              <a:gd name="connsiteX13-3121" fmla="*/ 646430 w 2563018"/>
              <a:gd name="connsiteY13-3122" fmla="*/ 1078282 h 2529385"/>
              <a:gd name="connsiteX14-3123" fmla="*/ 646430 w 2563018"/>
              <a:gd name="connsiteY14-3124" fmla="*/ 1065632 h 2529385"/>
              <a:gd name="connsiteX15-3125" fmla="*/ 0 w 2563018"/>
              <a:gd name="connsiteY15-3126" fmla="*/ 1065632 h 2529385"/>
              <a:gd name="connsiteX16-3127" fmla="*/ 23342 w 2563018"/>
              <a:gd name="connsiteY16-3128" fmla="*/ 1057227 h 2529385"/>
              <a:gd name="connsiteX0-3129" fmla="*/ 23342 w 2563018"/>
              <a:gd name="connsiteY0-3130" fmla="*/ 1057227 h 2529385"/>
              <a:gd name="connsiteX1-3131" fmla="*/ 27197 w 2563018"/>
              <a:gd name="connsiteY1-3132" fmla="*/ 1043139 h 2529385"/>
              <a:gd name="connsiteX2-3133" fmla="*/ 1284810 w 2563018"/>
              <a:gd name="connsiteY2-3134" fmla="*/ 3028 h 2529385"/>
              <a:gd name="connsiteX3-3135" fmla="*/ 1300955 w 2563018"/>
              <a:gd name="connsiteY3-3136" fmla="*/ 3064 h 2529385"/>
              <a:gd name="connsiteX4-3137" fmla="*/ 2558568 w 2563018"/>
              <a:gd name="connsiteY4-3138" fmla="*/ 1043175 h 2529385"/>
              <a:gd name="connsiteX5-3139" fmla="*/ 2562377 w 2563018"/>
              <a:gd name="connsiteY5-3140" fmla="*/ 1057231 h 2529385"/>
              <a:gd name="connsiteX6-3141" fmla="*/ 2550427 w 2563018"/>
              <a:gd name="connsiteY6-3142" fmla="*/ 1065631 h 2529385"/>
              <a:gd name="connsiteX7-3143" fmla="*/ 1951990 w 2563018"/>
              <a:gd name="connsiteY7-3144" fmla="*/ 1065631 h 2529385"/>
              <a:gd name="connsiteX8-3145" fmla="*/ 1939290 w 2563018"/>
              <a:gd name="connsiteY8-3146" fmla="*/ 1078331 h 2529385"/>
              <a:gd name="connsiteX9-3147" fmla="*/ 1939290 w 2563018"/>
              <a:gd name="connsiteY9-3148" fmla="*/ 2516733 h 2529385"/>
              <a:gd name="connsiteX10-3149" fmla="*/ 1926590 w 2563018"/>
              <a:gd name="connsiteY10-3150" fmla="*/ 2529385 h 2529385"/>
              <a:gd name="connsiteX11-3151" fmla="*/ 659130 w 2563018"/>
              <a:gd name="connsiteY11-3152" fmla="*/ 2529385 h 2529385"/>
              <a:gd name="connsiteX12-3153" fmla="*/ 646430 w 2563018"/>
              <a:gd name="connsiteY12-3154" fmla="*/ 2516685 h 2529385"/>
              <a:gd name="connsiteX13-3155" fmla="*/ 646430 w 2563018"/>
              <a:gd name="connsiteY13-3156" fmla="*/ 1078282 h 2529385"/>
              <a:gd name="connsiteX14-3157" fmla="*/ 633730 w 2563018"/>
              <a:gd name="connsiteY14-3158" fmla="*/ 1065632 h 2529385"/>
              <a:gd name="connsiteX15-3159" fmla="*/ 0 w 2563018"/>
              <a:gd name="connsiteY15-3160" fmla="*/ 1065632 h 2529385"/>
              <a:gd name="connsiteX16-3161" fmla="*/ 23342 w 2563018"/>
              <a:gd name="connsiteY16-3162" fmla="*/ 1057227 h 2529385"/>
              <a:gd name="connsiteX0-3163" fmla="*/ 23342 w 2563018"/>
              <a:gd name="connsiteY0-3164" fmla="*/ 1057227 h 2529385"/>
              <a:gd name="connsiteX1-3165" fmla="*/ 27197 w 2563018"/>
              <a:gd name="connsiteY1-3166" fmla="*/ 1043139 h 2529385"/>
              <a:gd name="connsiteX2-3167" fmla="*/ 1284810 w 2563018"/>
              <a:gd name="connsiteY2-3168" fmla="*/ 3028 h 2529385"/>
              <a:gd name="connsiteX3-3169" fmla="*/ 1300955 w 2563018"/>
              <a:gd name="connsiteY3-3170" fmla="*/ 3064 h 2529385"/>
              <a:gd name="connsiteX4-3171" fmla="*/ 2558568 w 2563018"/>
              <a:gd name="connsiteY4-3172" fmla="*/ 1043175 h 2529385"/>
              <a:gd name="connsiteX5-3173" fmla="*/ 2562377 w 2563018"/>
              <a:gd name="connsiteY5-3174" fmla="*/ 1057231 h 2529385"/>
              <a:gd name="connsiteX6-3175" fmla="*/ 2550427 w 2563018"/>
              <a:gd name="connsiteY6-3176" fmla="*/ 1065631 h 2529385"/>
              <a:gd name="connsiteX7-3177" fmla="*/ 1951990 w 2563018"/>
              <a:gd name="connsiteY7-3178" fmla="*/ 1065631 h 2529385"/>
              <a:gd name="connsiteX8-3179" fmla="*/ 1939290 w 2563018"/>
              <a:gd name="connsiteY8-3180" fmla="*/ 1078331 h 2529385"/>
              <a:gd name="connsiteX9-3181" fmla="*/ 1939290 w 2563018"/>
              <a:gd name="connsiteY9-3182" fmla="*/ 2516733 h 2529385"/>
              <a:gd name="connsiteX10-3183" fmla="*/ 1926590 w 2563018"/>
              <a:gd name="connsiteY10-3184" fmla="*/ 2529385 h 2529385"/>
              <a:gd name="connsiteX11-3185" fmla="*/ 659130 w 2563018"/>
              <a:gd name="connsiteY11-3186" fmla="*/ 2529385 h 2529385"/>
              <a:gd name="connsiteX12-3187" fmla="*/ 646430 w 2563018"/>
              <a:gd name="connsiteY12-3188" fmla="*/ 2516685 h 2529385"/>
              <a:gd name="connsiteX13-3189" fmla="*/ 646430 w 2563018"/>
              <a:gd name="connsiteY13-3190" fmla="*/ 1078282 h 2529385"/>
              <a:gd name="connsiteX14-3191" fmla="*/ 633730 w 2563018"/>
              <a:gd name="connsiteY14-3192" fmla="*/ 1065632 h 2529385"/>
              <a:gd name="connsiteX15-3193" fmla="*/ 0 w 2563018"/>
              <a:gd name="connsiteY15-3194" fmla="*/ 1065632 h 2529385"/>
              <a:gd name="connsiteX16-3195" fmla="*/ 23342 w 2563018"/>
              <a:gd name="connsiteY16-3196" fmla="*/ 1057227 h 2529385"/>
              <a:gd name="connsiteX0-3197" fmla="*/ 23342 w 2563018"/>
              <a:gd name="connsiteY0-3198" fmla="*/ 1057227 h 2529385"/>
              <a:gd name="connsiteX1-3199" fmla="*/ 27197 w 2563018"/>
              <a:gd name="connsiteY1-3200" fmla="*/ 1043139 h 2529385"/>
              <a:gd name="connsiteX2-3201" fmla="*/ 1284810 w 2563018"/>
              <a:gd name="connsiteY2-3202" fmla="*/ 3028 h 2529385"/>
              <a:gd name="connsiteX3-3203" fmla="*/ 1300955 w 2563018"/>
              <a:gd name="connsiteY3-3204" fmla="*/ 3064 h 2529385"/>
              <a:gd name="connsiteX4-3205" fmla="*/ 2558568 w 2563018"/>
              <a:gd name="connsiteY4-3206" fmla="*/ 1043175 h 2529385"/>
              <a:gd name="connsiteX5-3207" fmla="*/ 2562377 w 2563018"/>
              <a:gd name="connsiteY5-3208" fmla="*/ 1057231 h 2529385"/>
              <a:gd name="connsiteX6-3209" fmla="*/ 2550427 w 2563018"/>
              <a:gd name="connsiteY6-3210" fmla="*/ 1065631 h 2529385"/>
              <a:gd name="connsiteX7-3211" fmla="*/ 1951990 w 2563018"/>
              <a:gd name="connsiteY7-3212" fmla="*/ 1065631 h 2529385"/>
              <a:gd name="connsiteX8-3213" fmla="*/ 1939290 w 2563018"/>
              <a:gd name="connsiteY8-3214" fmla="*/ 1078331 h 2529385"/>
              <a:gd name="connsiteX9-3215" fmla="*/ 1939290 w 2563018"/>
              <a:gd name="connsiteY9-3216" fmla="*/ 2516733 h 2529385"/>
              <a:gd name="connsiteX10-3217" fmla="*/ 1926590 w 2563018"/>
              <a:gd name="connsiteY10-3218" fmla="*/ 2529385 h 2529385"/>
              <a:gd name="connsiteX11-3219" fmla="*/ 659130 w 2563018"/>
              <a:gd name="connsiteY11-3220" fmla="*/ 2529385 h 2529385"/>
              <a:gd name="connsiteX12-3221" fmla="*/ 646430 w 2563018"/>
              <a:gd name="connsiteY12-3222" fmla="*/ 2516685 h 2529385"/>
              <a:gd name="connsiteX13-3223" fmla="*/ 646430 w 2563018"/>
              <a:gd name="connsiteY13-3224" fmla="*/ 1078282 h 2529385"/>
              <a:gd name="connsiteX14-3225" fmla="*/ 633730 w 2563018"/>
              <a:gd name="connsiteY14-3226" fmla="*/ 1065632 h 2529385"/>
              <a:gd name="connsiteX15-3227" fmla="*/ 0 w 2563018"/>
              <a:gd name="connsiteY15-3228" fmla="*/ 1065632 h 2529385"/>
              <a:gd name="connsiteX16-3229" fmla="*/ 23342 w 2563018"/>
              <a:gd name="connsiteY16-3230" fmla="*/ 1057227 h 2529385"/>
              <a:gd name="connsiteX0-3231" fmla="*/ 7051 w 2546727"/>
              <a:gd name="connsiteY0-3232" fmla="*/ 1057227 h 2529385"/>
              <a:gd name="connsiteX1-3233" fmla="*/ 10906 w 2546727"/>
              <a:gd name="connsiteY1-3234" fmla="*/ 1043139 h 2529385"/>
              <a:gd name="connsiteX2-3235" fmla="*/ 1268519 w 2546727"/>
              <a:gd name="connsiteY2-3236" fmla="*/ 3028 h 2529385"/>
              <a:gd name="connsiteX3-3237" fmla="*/ 1284664 w 2546727"/>
              <a:gd name="connsiteY3-3238" fmla="*/ 3064 h 2529385"/>
              <a:gd name="connsiteX4-3239" fmla="*/ 2542277 w 2546727"/>
              <a:gd name="connsiteY4-3240" fmla="*/ 1043175 h 2529385"/>
              <a:gd name="connsiteX5-3241" fmla="*/ 2546086 w 2546727"/>
              <a:gd name="connsiteY5-3242" fmla="*/ 1057231 h 2529385"/>
              <a:gd name="connsiteX6-3243" fmla="*/ 2534136 w 2546727"/>
              <a:gd name="connsiteY6-3244" fmla="*/ 1065631 h 2529385"/>
              <a:gd name="connsiteX7-3245" fmla="*/ 1935699 w 2546727"/>
              <a:gd name="connsiteY7-3246" fmla="*/ 1065631 h 2529385"/>
              <a:gd name="connsiteX8-3247" fmla="*/ 1922999 w 2546727"/>
              <a:gd name="connsiteY8-3248" fmla="*/ 1078331 h 2529385"/>
              <a:gd name="connsiteX9-3249" fmla="*/ 1922999 w 2546727"/>
              <a:gd name="connsiteY9-3250" fmla="*/ 2516733 h 2529385"/>
              <a:gd name="connsiteX10-3251" fmla="*/ 1910299 w 2546727"/>
              <a:gd name="connsiteY10-3252" fmla="*/ 2529385 h 2529385"/>
              <a:gd name="connsiteX11-3253" fmla="*/ 642839 w 2546727"/>
              <a:gd name="connsiteY11-3254" fmla="*/ 2529385 h 2529385"/>
              <a:gd name="connsiteX12-3255" fmla="*/ 630139 w 2546727"/>
              <a:gd name="connsiteY12-3256" fmla="*/ 2516685 h 2529385"/>
              <a:gd name="connsiteX13-3257" fmla="*/ 630139 w 2546727"/>
              <a:gd name="connsiteY13-3258" fmla="*/ 1078282 h 2529385"/>
              <a:gd name="connsiteX14-3259" fmla="*/ 617439 w 2546727"/>
              <a:gd name="connsiteY14-3260" fmla="*/ 1065632 h 2529385"/>
              <a:gd name="connsiteX15-3261" fmla="*/ 19002 w 2546727"/>
              <a:gd name="connsiteY15-3262" fmla="*/ 1065632 h 2529385"/>
              <a:gd name="connsiteX16-3263" fmla="*/ 7051 w 2546727"/>
              <a:gd name="connsiteY16-3264" fmla="*/ 1057227 h 2529385"/>
              <a:gd name="connsiteX0-3265" fmla="*/ 634 w 2540310"/>
              <a:gd name="connsiteY0-3266" fmla="*/ 1057227 h 2529385"/>
              <a:gd name="connsiteX1-3267" fmla="*/ 4489 w 2540310"/>
              <a:gd name="connsiteY1-3268" fmla="*/ 1043139 h 2529385"/>
              <a:gd name="connsiteX2-3269" fmla="*/ 1262102 w 2540310"/>
              <a:gd name="connsiteY2-3270" fmla="*/ 3028 h 2529385"/>
              <a:gd name="connsiteX3-3271" fmla="*/ 1278247 w 2540310"/>
              <a:gd name="connsiteY3-3272" fmla="*/ 3064 h 2529385"/>
              <a:gd name="connsiteX4-3273" fmla="*/ 2535860 w 2540310"/>
              <a:gd name="connsiteY4-3274" fmla="*/ 1043175 h 2529385"/>
              <a:gd name="connsiteX5-3275" fmla="*/ 2539669 w 2540310"/>
              <a:gd name="connsiteY5-3276" fmla="*/ 1057231 h 2529385"/>
              <a:gd name="connsiteX6-3277" fmla="*/ 2527719 w 2540310"/>
              <a:gd name="connsiteY6-3278" fmla="*/ 1065631 h 2529385"/>
              <a:gd name="connsiteX7-3279" fmla="*/ 1929282 w 2540310"/>
              <a:gd name="connsiteY7-3280" fmla="*/ 1065631 h 2529385"/>
              <a:gd name="connsiteX8-3281" fmla="*/ 1916582 w 2540310"/>
              <a:gd name="connsiteY8-3282" fmla="*/ 1078331 h 2529385"/>
              <a:gd name="connsiteX9-3283" fmla="*/ 1916582 w 2540310"/>
              <a:gd name="connsiteY9-3284" fmla="*/ 2516733 h 2529385"/>
              <a:gd name="connsiteX10-3285" fmla="*/ 1903882 w 2540310"/>
              <a:gd name="connsiteY10-3286" fmla="*/ 2529385 h 2529385"/>
              <a:gd name="connsiteX11-3287" fmla="*/ 636422 w 2540310"/>
              <a:gd name="connsiteY11-3288" fmla="*/ 2529385 h 2529385"/>
              <a:gd name="connsiteX12-3289" fmla="*/ 623722 w 2540310"/>
              <a:gd name="connsiteY12-3290" fmla="*/ 2516685 h 2529385"/>
              <a:gd name="connsiteX13-3291" fmla="*/ 623722 w 2540310"/>
              <a:gd name="connsiteY13-3292" fmla="*/ 1078282 h 2529385"/>
              <a:gd name="connsiteX14-3293" fmla="*/ 611022 w 2540310"/>
              <a:gd name="connsiteY14-3294" fmla="*/ 1065632 h 2529385"/>
              <a:gd name="connsiteX15-3295" fmla="*/ 12585 w 2540310"/>
              <a:gd name="connsiteY15-3296" fmla="*/ 1065632 h 2529385"/>
              <a:gd name="connsiteX16-3297" fmla="*/ 634 w 2540310"/>
              <a:gd name="connsiteY16-3298" fmla="*/ 1057227 h 2529385"/>
              <a:gd name="connsiteX0-3299" fmla="*/ 634 w 2540310"/>
              <a:gd name="connsiteY0-3300" fmla="*/ 1057227 h 2529385"/>
              <a:gd name="connsiteX1-3301" fmla="*/ 4489 w 2540310"/>
              <a:gd name="connsiteY1-3302" fmla="*/ 1043139 h 2529385"/>
              <a:gd name="connsiteX2-3303" fmla="*/ 1262102 w 2540310"/>
              <a:gd name="connsiteY2-3304" fmla="*/ 3028 h 2529385"/>
              <a:gd name="connsiteX3-3305" fmla="*/ 1278247 w 2540310"/>
              <a:gd name="connsiteY3-3306" fmla="*/ 3064 h 2529385"/>
              <a:gd name="connsiteX4-3307" fmla="*/ 2535860 w 2540310"/>
              <a:gd name="connsiteY4-3308" fmla="*/ 1043175 h 2529385"/>
              <a:gd name="connsiteX5-3309" fmla="*/ 2539669 w 2540310"/>
              <a:gd name="connsiteY5-3310" fmla="*/ 1057231 h 2529385"/>
              <a:gd name="connsiteX6-3311" fmla="*/ 2527719 w 2540310"/>
              <a:gd name="connsiteY6-3312" fmla="*/ 1065631 h 2529385"/>
              <a:gd name="connsiteX7-3313" fmla="*/ 1929282 w 2540310"/>
              <a:gd name="connsiteY7-3314" fmla="*/ 1065631 h 2529385"/>
              <a:gd name="connsiteX8-3315" fmla="*/ 1916582 w 2540310"/>
              <a:gd name="connsiteY8-3316" fmla="*/ 1078331 h 2529385"/>
              <a:gd name="connsiteX9-3317" fmla="*/ 1916582 w 2540310"/>
              <a:gd name="connsiteY9-3318" fmla="*/ 2516733 h 2529385"/>
              <a:gd name="connsiteX10-3319" fmla="*/ 1903882 w 2540310"/>
              <a:gd name="connsiteY10-3320" fmla="*/ 2529385 h 2529385"/>
              <a:gd name="connsiteX11-3321" fmla="*/ 636422 w 2540310"/>
              <a:gd name="connsiteY11-3322" fmla="*/ 2529385 h 2529385"/>
              <a:gd name="connsiteX12-3323" fmla="*/ 623722 w 2540310"/>
              <a:gd name="connsiteY12-3324" fmla="*/ 2516685 h 2529385"/>
              <a:gd name="connsiteX13-3325" fmla="*/ 623722 w 2540310"/>
              <a:gd name="connsiteY13-3326" fmla="*/ 1078282 h 2529385"/>
              <a:gd name="connsiteX14-3327" fmla="*/ 611022 w 2540310"/>
              <a:gd name="connsiteY14-3328" fmla="*/ 1065632 h 2529385"/>
              <a:gd name="connsiteX15-3329" fmla="*/ 12585 w 2540310"/>
              <a:gd name="connsiteY15-3330" fmla="*/ 1065632 h 2529385"/>
              <a:gd name="connsiteX16-3331" fmla="*/ 634 w 2540310"/>
              <a:gd name="connsiteY16-3332" fmla="*/ 1057227 h 2529385"/>
              <a:gd name="connsiteX0-3333" fmla="*/ 634 w 2540310"/>
              <a:gd name="connsiteY0-3334" fmla="*/ 1057227 h 2529385"/>
              <a:gd name="connsiteX1-3335" fmla="*/ 4489 w 2540310"/>
              <a:gd name="connsiteY1-3336" fmla="*/ 1043139 h 2529385"/>
              <a:gd name="connsiteX2-3337" fmla="*/ 1262102 w 2540310"/>
              <a:gd name="connsiteY2-3338" fmla="*/ 3028 h 2529385"/>
              <a:gd name="connsiteX3-3339" fmla="*/ 1278247 w 2540310"/>
              <a:gd name="connsiteY3-3340" fmla="*/ 3064 h 2529385"/>
              <a:gd name="connsiteX4-3341" fmla="*/ 2535860 w 2540310"/>
              <a:gd name="connsiteY4-3342" fmla="*/ 1043175 h 2529385"/>
              <a:gd name="connsiteX5-3343" fmla="*/ 2539669 w 2540310"/>
              <a:gd name="connsiteY5-3344" fmla="*/ 1057231 h 2529385"/>
              <a:gd name="connsiteX6-3345" fmla="*/ 2527719 w 2540310"/>
              <a:gd name="connsiteY6-3346" fmla="*/ 1065631 h 2529385"/>
              <a:gd name="connsiteX7-3347" fmla="*/ 1929282 w 2540310"/>
              <a:gd name="connsiteY7-3348" fmla="*/ 1065631 h 2529385"/>
              <a:gd name="connsiteX8-3349" fmla="*/ 1916582 w 2540310"/>
              <a:gd name="connsiteY8-3350" fmla="*/ 1078331 h 2529385"/>
              <a:gd name="connsiteX9-3351" fmla="*/ 1916582 w 2540310"/>
              <a:gd name="connsiteY9-3352" fmla="*/ 2516733 h 2529385"/>
              <a:gd name="connsiteX10-3353" fmla="*/ 1903882 w 2540310"/>
              <a:gd name="connsiteY10-3354" fmla="*/ 2529385 h 2529385"/>
              <a:gd name="connsiteX11-3355" fmla="*/ 636422 w 2540310"/>
              <a:gd name="connsiteY11-3356" fmla="*/ 2529385 h 2529385"/>
              <a:gd name="connsiteX12-3357" fmla="*/ 623722 w 2540310"/>
              <a:gd name="connsiteY12-3358" fmla="*/ 2516685 h 2529385"/>
              <a:gd name="connsiteX13-3359" fmla="*/ 623722 w 2540310"/>
              <a:gd name="connsiteY13-3360" fmla="*/ 1078282 h 2529385"/>
              <a:gd name="connsiteX14-3361" fmla="*/ 611022 w 2540310"/>
              <a:gd name="connsiteY14-3362" fmla="*/ 1065632 h 2529385"/>
              <a:gd name="connsiteX15-3363" fmla="*/ 12585 w 2540310"/>
              <a:gd name="connsiteY15-3364" fmla="*/ 1065632 h 2529385"/>
              <a:gd name="connsiteX16-3365" fmla="*/ 23975 w 2540310"/>
              <a:gd name="connsiteY16-3366" fmla="*/ 1048823 h 2529385"/>
              <a:gd name="connsiteX0-3367" fmla="*/ 21683 w 2538018"/>
              <a:gd name="connsiteY0-3368" fmla="*/ 1048823 h 2529385"/>
              <a:gd name="connsiteX1-3369" fmla="*/ 2197 w 2538018"/>
              <a:gd name="connsiteY1-3370" fmla="*/ 1043139 h 2529385"/>
              <a:gd name="connsiteX2-3371" fmla="*/ 1259810 w 2538018"/>
              <a:gd name="connsiteY2-3372" fmla="*/ 3028 h 2529385"/>
              <a:gd name="connsiteX3-3373" fmla="*/ 1275955 w 2538018"/>
              <a:gd name="connsiteY3-3374" fmla="*/ 3064 h 2529385"/>
              <a:gd name="connsiteX4-3375" fmla="*/ 2533568 w 2538018"/>
              <a:gd name="connsiteY4-3376" fmla="*/ 1043175 h 2529385"/>
              <a:gd name="connsiteX5-3377" fmla="*/ 2537377 w 2538018"/>
              <a:gd name="connsiteY5-3378" fmla="*/ 1057231 h 2529385"/>
              <a:gd name="connsiteX6-3379" fmla="*/ 2525427 w 2538018"/>
              <a:gd name="connsiteY6-3380" fmla="*/ 1065631 h 2529385"/>
              <a:gd name="connsiteX7-3381" fmla="*/ 1926990 w 2538018"/>
              <a:gd name="connsiteY7-3382" fmla="*/ 1065631 h 2529385"/>
              <a:gd name="connsiteX8-3383" fmla="*/ 1914290 w 2538018"/>
              <a:gd name="connsiteY8-3384" fmla="*/ 1078331 h 2529385"/>
              <a:gd name="connsiteX9-3385" fmla="*/ 1914290 w 2538018"/>
              <a:gd name="connsiteY9-3386" fmla="*/ 2516733 h 2529385"/>
              <a:gd name="connsiteX10-3387" fmla="*/ 1901590 w 2538018"/>
              <a:gd name="connsiteY10-3388" fmla="*/ 2529385 h 2529385"/>
              <a:gd name="connsiteX11-3389" fmla="*/ 634130 w 2538018"/>
              <a:gd name="connsiteY11-3390" fmla="*/ 2529385 h 2529385"/>
              <a:gd name="connsiteX12-3391" fmla="*/ 621430 w 2538018"/>
              <a:gd name="connsiteY12-3392" fmla="*/ 2516685 h 2529385"/>
              <a:gd name="connsiteX13-3393" fmla="*/ 621430 w 2538018"/>
              <a:gd name="connsiteY13-3394" fmla="*/ 1078282 h 2529385"/>
              <a:gd name="connsiteX14-3395" fmla="*/ 608730 w 2538018"/>
              <a:gd name="connsiteY14-3396" fmla="*/ 1065632 h 2529385"/>
              <a:gd name="connsiteX15-3397" fmla="*/ 10293 w 2538018"/>
              <a:gd name="connsiteY15-3398" fmla="*/ 1065632 h 2529385"/>
              <a:gd name="connsiteX16-3399" fmla="*/ 21683 w 2538018"/>
              <a:gd name="connsiteY16-3400" fmla="*/ 1048823 h 2529385"/>
              <a:gd name="connsiteX0-3401" fmla="*/ 19963 w 2536298"/>
              <a:gd name="connsiteY0-3402" fmla="*/ 1048823 h 2529385"/>
              <a:gd name="connsiteX1-3403" fmla="*/ 477 w 2536298"/>
              <a:gd name="connsiteY1-3404" fmla="*/ 1043139 h 2529385"/>
              <a:gd name="connsiteX2-3405" fmla="*/ 1258090 w 2536298"/>
              <a:gd name="connsiteY2-3406" fmla="*/ 3028 h 2529385"/>
              <a:gd name="connsiteX3-3407" fmla="*/ 1274235 w 2536298"/>
              <a:gd name="connsiteY3-3408" fmla="*/ 3064 h 2529385"/>
              <a:gd name="connsiteX4-3409" fmla="*/ 2531848 w 2536298"/>
              <a:gd name="connsiteY4-3410" fmla="*/ 1043175 h 2529385"/>
              <a:gd name="connsiteX5-3411" fmla="*/ 2535657 w 2536298"/>
              <a:gd name="connsiteY5-3412" fmla="*/ 1057231 h 2529385"/>
              <a:gd name="connsiteX6-3413" fmla="*/ 2523707 w 2536298"/>
              <a:gd name="connsiteY6-3414" fmla="*/ 1065631 h 2529385"/>
              <a:gd name="connsiteX7-3415" fmla="*/ 1925270 w 2536298"/>
              <a:gd name="connsiteY7-3416" fmla="*/ 1065631 h 2529385"/>
              <a:gd name="connsiteX8-3417" fmla="*/ 1912570 w 2536298"/>
              <a:gd name="connsiteY8-3418" fmla="*/ 1078331 h 2529385"/>
              <a:gd name="connsiteX9-3419" fmla="*/ 1912570 w 2536298"/>
              <a:gd name="connsiteY9-3420" fmla="*/ 2516733 h 2529385"/>
              <a:gd name="connsiteX10-3421" fmla="*/ 1899870 w 2536298"/>
              <a:gd name="connsiteY10-3422" fmla="*/ 2529385 h 2529385"/>
              <a:gd name="connsiteX11-3423" fmla="*/ 632410 w 2536298"/>
              <a:gd name="connsiteY11-3424" fmla="*/ 2529385 h 2529385"/>
              <a:gd name="connsiteX12-3425" fmla="*/ 619710 w 2536298"/>
              <a:gd name="connsiteY12-3426" fmla="*/ 2516685 h 2529385"/>
              <a:gd name="connsiteX13-3427" fmla="*/ 619710 w 2536298"/>
              <a:gd name="connsiteY13-3428" fmla="*/ 1078282 h 2529385"/>
              <a:gd name="connsiteX14-3429" fmla="*/ 607010 w 2536298"/>
              <a:gd name="connsiteY14-3430" fmla="*/ 1065632 h 2529385"/>
              <a:gd name="connsiteX15-3431" fmla="*/ 8573 w 2536298"/>
              <a:gd name="connsiteY15-3432" fmla="*/ 1065632 h 2529385"/>
              <a:gd name="connsiteX16-3433" fmla="*/ 19963 w 2536298"/>
              <a:gd name="connsiteY16-3434" fmla="*/ 1048823 h 2529385"/>
              <a:gd name="connsiteX0-3435" fmla="*/ 19486 w 2535821"/>
              <a:gd name="connsiteY0-3436" fmla="*/ 1048823 h 2529385"/>
              <a:gd name="connsiteX1-3437" fmla="*/ 0 w 2535821"/>
              <a:gd name="connsiteY1-3438" fmla="*/ 1043139 h 2529385"/>
              <a:gd name="connsiteX2-3439" fmla="*/ 1257613 w 2535821"/>
              <a:gd name="connsiteY2-3440" fmla="*/ 3028 h 2529385"/>
              <a:gd name="connsiteX3-3441" fmla="*/ 1273758 w 2535821"/>
              <a:gd name="connsiteY3-3442" fmla="*/ 3064 h 2529385"/>
              <a:gd name="connsiteX4-3443" fmla="*/ 2531371 w 2535821"/>
              <a:gd name="connsiteY4-3444" fmla="*/ 1043175 h 2529385"/>
              <a:gd name="connsiteX5-3445" fmla="*/ 2535180 w 2535821"/>
              <a:gd name="connsiteY5-3446" fmla="*/ 1057231 h 2529385"/>
              <a:gd name="connsiteX6-3447" fmla="*/ 2523230 w 2535821"/>
              <a:gd name="connsiteY6-3448" fmla="*/ 1065631 h 2529385"/>
              <a:gd name="connsiteX7-3449" fmla="*/ 1924793 w 2535821"/>
              <a:gd name="connsiteY7-3450" fmla="*/ 1065631 h 2529385"/>
              <a:gd name="connsiteX8-3451" fmla="*/ 1912093 w 2535821"/>
              <a:gd name="connsiteY8-3452" fmla="*/ 1078331 h 2529385"/>
              <a:gd name="connsiteX9-3453" fmla="*/ 1912093 w 2535821"/>
              <a:gd name="connsiteY9-3454" fmla="*/ 2516733 h 2529385"/>
              <a:gd name="connsiteX10-3455" fmla="*/ 1899393 w 2535821"/>
              <a:gd name="connsiteY10-3456" fmla="*/ 2529385 h 2529385"/>
              <a:gd name="connsiteX11-3457" fmla="*/ 631933 w 2535821"/>
              <a:gd name="connsiteY11-3458" fmla="*/ 2529385 h 2529385"/>
              <a:gd name="connsiteX12-3459" fmla="*/ 619233 w 2535821"/>
              <a:gd name="connsiteY12-3460" fmla="*/ 2516685 h 2529385"/>
              <a:gd name="connsiteX13-3461" fmla="*/ 619233 w 2535821"/>
              <a:gd name="connsiteY13-3462" fmla="*/ 1078282 h 2529385"/>
              <a:gd name="connsiteX14-3463" fmla="*/ 606533 w 2535821"/>
              <a:gd name="connsiteY14-3464" fmla="*/ 1065632 h 2529385"/>
              <a:gd name="connsiteX15-3465" fmla="*/ 8096 w 2535821"/>
              <a:gd name="connsiteY15-3466" fmla="*/ 1065632 h 2529385"/>
              <a:gd name="connsiteX16-3467" fmla="*/ 19486 w 2535821"/>
              <a:gd name="connsiteY16-3468" fmla="*/ 1048823 h 2529385"/>
              <a:gd name="connsiteX0-3469" fmla="*/ 12185 w 2528520"/>
              <a:gd name="connsiteY0-3470" fmla="*/ 1048823 h 2529385"/>
              <a:gd name="connsiteX1-3471" fmla="*/ 19895 w 2528520"/>
              <a:gd name="connsiteY1-3472" fmla="*/ 1020645 h 2529385"/>
              <a:gd name="connsiteX2-3473" fmla="*/ 1250312 w 2528520"/>
              <a:gd name="connsiteY2-3474" fmla="*/ 3028 h 2529385"/>
              <a:gd name="connsiteX3-3475" fmla="*/ 1266457 w 2528520"/>
              <a:gd name="connsiteY3-3476" fmla="*/ 3064 h 2529385"/>
              <a:gd name="connsiteX4-3477" fmla="*/ 2524070 w 2528520"/>
              <a:gd name="connsiteY4-3478" fmla="*/ 1043175 h 2529385"/>
              <a:gd name="connsiteX5-3479" fmla="*/ 2527879 w 2528520"/>
              <a:gd name="connsiteY5-3480" fmla="*/ 1057231 h 2529385"/>
              <a:gd name="connsiteX6-3481" fmla="*/ 2515929 w 2528520"/>
              <a:gd name="connsiteY6-3482" fmla="*/ 1065631 h 2529385"/>
              <a:gd name="connsiteX7-3483" fmla="*/ 1917492 w 2528520"/>
              <a:gd name="connsiteY7-3484" fmla="*/ 1065631 h 2529385"/>
              <a:gd name="connsiteX8-3485" fmla="*/ 1904792 w 2528520"/>
              <a:gd name="connsiteY8-3486" fmla="*/ 1078331 h 2529385"/>
              <a:gd name="connsiteX9-3487" fmla="*/ 1904792 w 2528520"/>
              <a:gd name="connsiteY9-3488" fmla="*/ 2516733 h 2529385"/>
              <a:gd name="connsiteX10-3489" fmla="*/ 1892092 w 2528520"/>
              <a:gd name="connsiteY10-3490" fmla="*/ 2529385 h 2529385"/>
              <a:gd name="connsiteX11-3491" fmla="*/ 624632 w 2528520"/>
              <a:gd name="connsiteY11-3492" fmla="*/ 2529385 h 2529385"/>
              <a:gd name="connsiteX12-3493" fmla="*/ 611932 w 2528520"/>
              <a:gd name="connsiteY12-3494" fmla="*/ 2516685 h 2529385"/>
              <a:gd name="connsiteX13-3495" fmla="*/ 611932 w 2528520"/>
              <a:gd name="connsiteY13-3496" fmla="*/ 1078282 h 2529385"/>
              <a:gd name="connsiteX14-3497" fmla="*/ 599232 w 2528520"/>
              <a:gd name="connsiteY14-3498" fmla="*/ 1065632 h 2529385"/>
              <a:gd name="connsiteX15-3499" fmla="*/ 795 w 2528520"/>
              <a:gd name="connsiteY15-3500" fmla="*/ 1065632 h 2529385"/>
              <a:gd name="connsiteX16-3501" fmla="*/ 12185 w 2528520"/>
              <a:gd name="connsiteY16-3502" fmla="*/ 1048823 h 2529385"/>
              <a:gd name="connsiteX0-3503" fmla="*/ 12185 w 2528520"/>
              <a:gd name="connsiteY0-3504" fmla="*/ 1048823 h 2529385"/>
              <a:gd name="connsiteX1-3505" fmla="*/ 19895 w 2528520"/>
              <a:gd name="connsiteY1-3506" fmla="*/ 1020645 h 2529385"/>
              <a:gd name="connsiteX2-3507" fmla="*/ 1250312 w 2528520"/>
              <a:gd name="connsiteY2-3508" fmla="*/ 3028 h 2529385"/>
              <a:gd name="connsiteX3-3509" fmla="*/ 1266457 w 2528520"/>
              <a:gd name="connsiteY3-3510" fmla="*/ 3064 h 2529385"/>
              <a:gd name="connsiteX4-3511" fmla="*/ 2524070 w 2528520"/>
              <a:gd name="connsiteY4-3512" fmla="*/ 1043175 h 2529385"/>
              <a:gd name="connsiteX5-3513" fmla="*/ 2527879 w 2528520"/>
              <a:gd name="connsiteY5-3514" fmla="*/ 1057231 h 2529385"/>
              <a:gd name="connsiteX6-3515" fmla="*/ 2515929 w 2528520"/>
              <a:gd name="connsiteY6-3516" fmla="*/ 1065631 h 2529385"/>
              <a:gd name="connsiteX7-3517" fmla="*/ 1917492 w 2528520"/>
              <a:gd name="connsiteY7-3518" fmla="*/ 1065631 h 2529385"/>
              <a:gd name="connsiteX8-3519" fmla="*/ 1904792 w 2528520"/>
              <a:gd name="connsiteY8-3520" fmla="*/ 1078331 h 2529385"/>
              <a:gd name="connsiteX9-3521" fmla="*/ 1904792 w 2528520"/>
              <a:gd name="connsiteY9-3522" fmla="*/ 2516733 h 2529385"/>
              <a:gd name="connsiteX10-3523" fmla="*/ 1892092 w 2528520"/>
              <a:gd name="connsiteY10-3524" fmla="*/ 2529385 h 2529385"/>
              <a:gd name="connsiteX11-3525" fmla="*/ 624632 w 2528520"/>
              <a:gd name="connsiteY11-3526" fmla="*/ 2529385 h 2529385"/>
              <a:gd name="connsiteX12-3527" fmla="*/ 611932 w 2528520"/>
              <a:gd name="connsiteY12-3528" fmla="*/ 2516685 h 2529385"/>
              <a:gd name="connsiteX13-3529" fmla="*/ 611932 w 2528520"/>
              <a:gd name="connsiteY13-3530" fmla="*/ 1078282 h 2529385"/>
              <a:gd name="connsiteX14-3531" fmla="*/ 599232 w 2528520"/>
              <a:gd name="connsiteY14-3532" fmla="*/ 1065632 h 2529385"/>
              <a:gd name="connsiteX15-3533" fmla="*/ 795 w 2528520"/>
              <a:gd name="connsiteY15-3534" fmla="*/ 1065632 h 2529385"/>
              <a:gd name="connsiteX16-3535" fmla="*/ 12185 w 2528520"/>
              <a:gd name="connsiteY16-3536" fmla="*/ 1048823 h 2529385"/>
              <a:gd name="connsiteX0-3537" fmla="*/ 12185 w 2528520"/>
              <a:gd name="connsiteY0-3538" fmla="*/ 1048823 h 2529385"/>
              <a:gd name="connsiteX1-3539" fmla="*/ 19895 w 2528520"/>
              <a:gd name="connsiteY1-3540" fmla="*/ 1020645 h 2529385"/>
              <a:gd name="connsiteX2-3541" fmla="*/ 1250312 w 2528520"/>
              <a:gd name="connsiteY2-3542" fmla="*/ 3028 h 2529385"/>
              <a:gd name="connsiteX3-3543" fmla="*/ 1266457 w 2528520"/>
              <a:gd name="connsiteY3-3544" fmla="*/ 3064 h 2529385"/>
              <a:gd name="connsiteX4-3545" fmla="*/ 2524070 w 2528520"/>
              <a:gd name="connsiteY4-3546" fmla="*/ 1043175 h 2529385"/>
              <a:gd name="connsiteX5-3547" fmla="*/ 2527879 w 2528520"/>
              <a:gd name="connsiteY5-3548" fmla="*/ 1057231 h 2529385"/>
              <a:gd name="connsiteX6-3549" fmla="*/ 2515929 w 2528520"/>
              <a:gd name="connsiteY6-3550" fmla="*/ 1065631 h 2529385"/>
              <a:gd name="connsiteX7-3551" fmla="*/ 1917492 w 2528520"/>
              <a:gd name="connsiteY7-3552" fmla="*/ 1065631 h 2529385"/>
              <a:gd name="connsiteX8-3553" fmla="*/ 1904792 w 2528520"/>
              <a:gd name="connsiteY8-3554" fmla="*/ 1078331 h 2529385"/>
              <a:gd name="connsiteX9-3555" fmla="*/ 1904792 w 2528520"/>
              <a:gd name="connsiteY9-3556" fmla="*/ 2516733 h 2529385"/>
              <a:gd name="connsiteX10-3557" fmla="*/ 1892092 w 2528520"/>
              <a:gd name="connsiteY10-3558" fmla="*/ 2529385 h 2529385"/>
              <a:gd name="connsiteX11-3559" fmla="*/ 624632 w 2528520"/>
              <a:gd name="connsiteY11-3560" fmla="*/ 2529385 h 2529385"/>
              <a:gd name="connsiteX12-3561" fmla="*/ 611932 w 2528520"/>
              <a:gd name="connsiteY12-3562" fmla="*/ 2516685 h 2529385"/>
              <a:gd name="connsiteX13-3563" fmla="*/ 611932 w 2528520"/>
              <a:gd name="connsiteY13-3564" fmla="*/ 1078282 h 2529385"/>
              <a:gd name="connsiteX14-3565" fmla="*/ 599232 w 2528520"/>
              <a:gd name="connsiteY14-3566" fmla="*/ 1065632 h 2529385"/>
              <a:gd name="connsiteX15-3567" fmla="*/ 795 w 2528520"/>
              <a:gd name="connsiteY15-3568" fmla="*/ 1065632 h 2529385"/>
              <a:gd name="connsiteX16-3569" fmla="*/ 12185 w 2528520"/>
              <a:gd name="connsiteY16-3570" fmla="*/ 1048823 h 2529385"/>
              <a:gd name="connsiteX0-3571" fmla="*/ 12185 w 2528520"/>
              <a:gd name="connsiteY0-3572" fmla="*/ 1048274 h 2528836"/>
              <a:gd name="connsiteX1-3573" fmla="*/ 19895 w 2528520"/>
              <a:gd name="connsiteY1-3574" fmla="*/ 1020096 h 2528836"/>
              <a:gd name="connsiteX2-3575" fmla="*/ 1242215 w 2528520"/>
              <a:gd name="connsiteY2-3576" fmla="*/ 9173 h 2528836"/>
              <a:gd name="connsiteX3-3577" fmla="*/ 1266457 w 2528520"/>
              <a:gd name="connsiteY3-3578" fmla="*/ 2515 h 2528836"/>
              <a:gd name="connsiteX4-3579" fmla="*/ 2524070 w 2528520"/>
              <a:gd name="connsiteY4-3580" fmla="*/ 1042626 h 2528836"/>
              <a:gd name="connsiteX5-3581" fmla="*/ 2527879 w 2528520"/>
              <a:gd name="connsiteY5-3582" fmla="*/ 1056682 h 2528836"/>
              <a:gd name="connsiteX6-3583" fmla="*/ 2515929 w 2528520"/>
              <a:gd name="connsiteY6-3584" fmla="*/ 1065082 h 2528836"/>
              <a:gd name="connsiteX7-3585" fmla="*/ 1917492 w 2528520"/>
              <a:gd name="connsiteY7-3586" fmla="*/ 1065082 h 2528836"/>
              <a:gd name="connsiteX8-3587" fmla="*/ 1904792 w 2528520"/>
              <a:gd name="connsiteY8-3588" fmla="*/ 1077782 h 2528836"/>
              <a:gd name="connsiteX9-3589" fmla="*/ 1904792 w 2528520"/>
              <a:gd name="connsiteY9-3590" fmla="*/ 2516184 h 2528836"/>
              <a:gd name="connsiteX10-3591" fmla="*/ 1892092 w 2528520"/>
              <a:gd name="connsiteY10-3592" fmla="*/ 2528836 h 2528836"/>
              <a:gd name="connsiteX11-3593" fmla="*/ 624632 w 2528520"/>
              <a:gd name="connsiteY11-3594" fmla="*/ 2528836 h 2528836"/>
              <a:gd name="connsiteX12-3595" fmla="*/ 611932 w 2528520"/>
              <a:gd name="connsiteY12-3596" fmla="*/ 2516136 h 2528836"/>
              <a:gd name="connsiteX13-3597" fmla="*/ 611932 w 2528520"/>
              <a:gd name="connsiteY13-3598" fmla="*/ 1077733 h 2528836"/>
              <a:gd name="connsiteX14-3599" fmla="*/ 599232 w 2528520"/>
              <a:gd name="connsiteY14-3600" fmla="*/ 1065083 h 2528836"/>
              <a:gd name="connsiteX15-3601" fmla="*/ 795 w 2528520"/>
              <a:gd name="connsiteY15-3602" fmla="*/ 1065083 h 2528836"/>
              <a:gd name="connsiteX16-3603" fmla="*/ 12185 w 2528520"/>
              <a:gd name="connsiteY16-3604" fmla="*/ 1048274 h 2528836"/>
              <a:gd name="connsiteX0-3605" fmla="*/ 12185 w 2528520"/>
              <a:gd name="connsiteY0-3606" fmla="*/ 1047650 h 2528212"/>
              <a:gd name="connsiteX1-3607" fmla="*/ 19895 w 2528520"/>
              <a:gd name="connsiteY1-3608" fmla="*/ 1019472 h 2528212"/>
              <a:gd name="connsiteX2-3609" fmla="*/ 1242215 w 2528520"/>
              <a:gd name="connsiteY2-3610" fmla="*/ 8549 h 2528212"/>
              <a:gd name="connsiteX3-3611" fmla="*/ 1266457 w 2528520"/>
              <a:gd name="connsiteY3-3612" fmla="*/ 1891 h 2528212"/>
              <a:gd name="connsiteX4-3613" fmla="*/ 2524070 w 2528520"/>
              <a:gd name="connsiteY4-3614" fmla="*/ 1042002 h 2528212"/>
              <a:gd name="connsiteX5-3615" fmla="*/ 2527879 w 2528520"/>
              <a:gd name="connsiteY5-3616" fmla="*/ 1056058 h 2528212"/>
              <a:gd name="connsiteX6-3617" fmla="*/ 2515929 w 2528520"/>
              <a:gd name="connsiteY6-3618" fmla="*/ 1064458 h 2528212"/>
              <a:gd name="connsiteX7-3619" fmla="*/ 1917492 w 2528520"/>
              <a:gd name="connsiteY7-3620" fmla="*/ 1064458 h 2528212"/>
              <a:gd name="connsiteX8-3621" fmla="*/ 1904792 w 2528520"/>
              <a:gd name="connsiteY8-3622" fmla="*/ 1077158 h 2528212"/>
              <a:gd name="connsiteX9-3623" fmla="*/ 1904792 w 2528520"/>
              <a:gd name="connsiteY9-3624" fmla="*/ 2515560 h 2528212"/>
              <a:gd name="connsiteX10-3625" fmla="*/ 1892092 w 2528520"/>
              <a:gd name="connsiteY10-3626" fmla="*/ 2528212 h 2528212"/>
              <a:gd name="connsiteX11-3627" fmla="*/ 624632 w 2528520"/>
              <a:gd name="connsiteY11-3628" fmla="*/ 2528212 h 2528212"/>
              <a:gd name="connsiteX12-3629" fmla="*/ 611932 w 2528520"/>
              <a:gd name="connsiteY12-3630" fmla="*/ 2515512 h 2528212"/>
              <a:gd name="connsiteX13-3631" fmla="*/ 611932 w 2528520"/>
              <a:gd name="connsiteY13-3632" fmla="*/ 1077109 h 2528212"/>
              <a:gd name="connsiteX14-3633" fmla="*/ 599232 w 2528520"/>
              <a:gd name="connsiteY14-3634" fmla="*/ 1064459 h 2528212"/>
              <a:gd name="connsiteX15-3635" fmla="*/ 795 w 2528520"/>
              <a:gd name="connsiteY15-3636" fmla="*/ 1064459 h 2528212"/>
              <a:gd name="connsiteX16-3637" fmla="*/ 12185 w 2528520"/>
              <a:gd name="connsiteY16-3638" fmla="*/ 1047650 h 2528212"/>
              <a:gd name="connsiteX0-3639" fmla="*/ 12185 w 2528520"/>
              <a:gd name="connsiteY0-3640" fmla="*/ 1046485 h 2527047"/>
              <a:gd name="connsiteX1-3641" fmla="*/ 19895 w 2528520"/>
              <a:gd name="connsiteY1-3642" fmla="*/ 1018307 h 2527047"/>
              <a:gd name="connsiteX2-3643" fmla="*/ 1242215 w 2528520"/>
              <a:gd name="connsiteY2-3644" fmla="*/ 7384 h 2527047"/>
              <a:gd name="connsiteX3-3645" fmla="*/ 1266457 w 2528520"/>
              <a:gd name="connsiteY3-3646" fmla="*/ 726 h 2527047"/>
              <a:gd name="connsiteX4-3647" fmla="*/ 2524070 w 2528520"/>
              <a:gd name="connsiteY4-3648" fmla="*/ 1040837 h 2527047"/>
              <a:gd name="connsiteX5-3649" fmla="*/ 2527879 w 2528520"/>
              <a:gd name="connsiteY5-3650" fmla="*/ 1054893 h 2527047"/>
              <a:gd name="connsiteX6-3651" fmla="*/ 2515929 w 2528520"/>
              <a:gd name="connsiteY6-3652" fmla="*/ 1063293 h 2527047"/>
              <a:gd name="connsiteX7-3653" fmla="*/ 1917492 w 2528520"/>
              <a:gd name="connsiteY7-3654" fmla="*/ 1063293 h 2527047"/>
              <a:gd name="connsiteX8-3655" fmla="*/ 1904792 w 2528520"/>
              <a:gd name="connsiteY8-3656" fmla="*/ 1075993 h 2527047"/>
              <a:gd name="connsiteX9-3657" fmla="*/ 1904792 w 2528520"/>
              <a:gd name="connsiteY9-3658" fmla="*/ 2514395 h 2527047"/>
              <a:gd name="connsiteX10-3659" fmla="*/ 1892092 w 2528520"/>
              <a:gd name="connsiteY10-3660" fmla="*/ 2527047 h 2527047"/>
              <a:gd name="connsiteX11-3661" fmla="*/ 624632 w 2528520"/>
              <a:gd name="connsiteY11-3662" fmla="*/ 2527047 h 2527047"/>
              <a:gd name="connsiteX12-3663" fmla="*/ 611932 w 2528520"/>
              <a:gd name="connsiteY12-3664" fmla="*/ 2514347 h 2527047"/>
              <a:gd name="connsiteX13-3665" fmla="*/ 611932 w 2528520"/>
              <a:gd name="connsiteY13-3666" fmla="*/ 1075944 h 2527047"/>
              <a:gd name="connsiteX14-3667" fmla="*/ 599232 w 2528520"/>
              <a:gd name="connsiteY14-3668" fmla="*/ 1063294 h 2527047"/>
              <a:gd name="connsiteX15-3669" fmla="*/ 795 w 2528520"/>
              <a:gd name="connsiteY15-3670" fmla="*/ 1063294 h 2527047"/>
              <a:gd name="connsiteX16-3671" fmla="*/ 12185 w 2528520"/>
              <a:gd name="connsiteY16-3672" fmla="*/ 1046485 h 2527047"/>
              <a:gd name="connsiteX0-3673" fmla="*/ 12185 w 2528520"/>
              <a:gd name="connsiteY0-3674" fmla="*/ 1045174 h 2525736"/>
              <a:gd name="connsiteX1-3675" fmla="*/ 19895 w 2528520"/>
              <a:gd name="connsiteY1-3676" fmla="*/ 1016996 h 2525736"/>
              <a:gd name="connsiteX2-3677" fmla="*/ 1242215 w 2528520"/>
              <a:gd name="connsiteY2-3678" fmla="*/ 6073 h 2525736"/>
              <a:gd name="connsiteX3-3679" fmla="*/ 1274549 w 2528520"/>
              <a:gd name="connsiteY3-3680" fmla="*/ 6109 h 2525736"/>
              <a:gd name="connsiteX4-3681" fmla="*/ 2524070 w 2528520"/>
              <a:gd name="connsiteY4-3682" fmla="*/ 1039526 h 2525736"/>
              <a:gd name="connsiteX5-3683" fmla="*/ 2527879 w 2528520"/>
              <a:gd name="connsiteY5-3684" fmla="*/ 1053582 h 2525736"/>
              <a:gd name="connsiteX6-3685" fmla="*/ 2515929 w 2528520"/>
              <a:gd name="connsiteY6-3686" fmla="*/ 1061982 h 2525736"/>
              <a:gd name="connsiteX7-3687" fmla="*/ 1917492 w 2528520"/>
              <a:gd name="connsiteY7-3688" fmla="*/ 1061982 h 2525736"/>
              <a:gd name="connsiteX8-3689" fmla="*/ 1904792 w 2528520"/>
              <a:gd name="connsiteY8-3690" fmla="*/ 1074682 h 2525736"/>
              <a:gd name="connsiteX9-3691" fmla="*/ 1904792 w 2528520"/>
              <a:gd name="connsiteY9-3692" fmla="*/ 2513084 h 2525736"/>
              <a:gd name="connsiteX10-3693" fmla="*/ 1892092 w 2528520"/>
              <a:gd name="connsiteY10-3694" fmla="*/ 2525736 h 2525736"/>
              <a:gd name="connsiteX11-3695" fmla="*/ 624632 w 2528520"/>
              <a:gd name="connsiteY11-3696" fmla="*/ 2525736 h 2525736"/>
              <a:gd name="connsiteX12-3697" fmla="*/ 611932 w 2528520"/>
              <a:gd name="connsiteY12-3698" fmla="*/ 2513036 h 2525736"/>
              <a:gd name="connsiteX13-3699" fmla="*/ 611932 w 2528520"/>
              <a:gd name="connsiteY13-3700" fmla="*/ 1074633 h 2525736"/>
              <a:gd name="connsiteX14-3701" fmla="*/ 599232 w 2528520"/>
              <a:gd name="connsiteY14-3702" fmla="*/ 1061983 h 2525736"/>
              <a:gd name="connsiteX15-3703" fmla="*/ 795 w 2528520"/>
              <a:gd name="connsiteY15-3704" fmla="*/ 1061983 h 2525736"/>
              <a:gd name="connsiteX16-3705" fmla="*/ 12185 w 2528520"/>
              <a:gd name="connsiteY16-3706" fmla="*/ 1045174 h 2525736"/>
              <a:gd name="connsiteX0-3707" fmla="*/ 12185 w 2528520"/>
              <a:gd name="connsiteY0-3708" fmla="*/ 1045174 h 2525736"/>
              <a:gd name="connsiteX1-3709" fmla="*/ 19895 w 2528520"/>
              <a:gd name="connsiteY1-3710" fmla="*/ 1016996 h 2525736"/>
              <a:gd name="connsiteX2-3711" fmla="*/ 1242215 w 2528520"/>
              <a:gd name="connsiteY2-3712" fmla="*/ 6073 h 2525736"/>
              <a:gd name="connsiteX3-3713" fmla="*/ 1274549 w 2528520"/>
              <a:gd name="connsiteY3-3714" fmla="*/ 6109 h 2525736"/>
              <a:gd name="connsiteX4-3715" fmla="*/ 2524070 w 2528520"/>
              <a:gd name="connsiteY4-3716" fmla="*/ 1039526 h 2525736"/>
              <a:gd name="connsiteX5-3717" fmla="*/ 2527879 w 2528520"/>
              <a:gd name="connsiteY5-3718" fmla="*/ 1053582 h 2525736"/>
              <a:gd name="connsiteX6-3719" fmla="*/ 2515929 w 2528520"/>
              <a:gd name="connsiteY6-3720" fmla="*/ 1061982 h 2525736"/>
              <a:gd name="connsiteX7-3721" fmla="*/ 1917492 w 2528520"/>
              <a:gd name="connsiteY7-3722" fmla="*/ 1061982 h 2525736"/>
              <a:gd name="connsiteX8-3723" fmla="*/ 1904792 w 2528520"/>
              <a:gd name="connsiteY8-3724" fmla="*/ 1074682 h 2525736"/>
              <a:gd name="connsiteX9-3725" fmla="*/ 1904792 w 2528520"/>
              <a:gd name="connsiteY9-3726" fmla="*/ 2513084 h 2525736"/>
              <a:gd name="connsiteX10-3727" fmla="*/ 1892092 w 2528520"/>
              <a:gd name="connsiteY10-3728" fmla="*/ 2525736 h 2525736"/>
              <a:gd name="connsiteX11-3729" fmla="*/ 624632 w 2528520"/>
              <a:gd name="connsiteY11-3730" fmla="*/ 2525736 h 2525736"/>
              <a:gd name="connsiteX12-3731" fmla="*/ 611932 w 2528520"/>
              <a:gd name="connsiteY12-3732" fmla="*/ 2513036 h 2525736"/>
              <a:gd name="connsiteX13-3733" fmla="*/ 611932 w 2528520"/>
              <a:gd name="connsiteY13-3734" fmla="*/ 1074633 h 2525736"/>
              <a:gd name="connsiteX14-3735" fmla="*/ 599232 w 2528520"/>
              <a:gd name="connsiteY14-3736" fmla="*/ 1061983 h 2525736"/>
              <a:gd name="connsiteX15-3737" fmla="*/ 795 w 2528520"/>
              <a:gd name="connsiteY15-3738" fmla="*/ 1061983 h 2525736"/>
              <a:gd name="connsiteX16-3739" fmla="*/ 12185 w 2528520"/>
              <a:gd name="connsiteY16-3740" fmla="*/ 1045174 h 2525736"/>
              <a:gd name="connsiteX0-3741" fmla="*/ 12185 w 2528520"/>
              <a:gd name="connsiteY0-3742" fmla="*/ 1045174 h 2525736"/>
              <a:gd name="connsiteX1-3743" fmla="*/ 19895 w 2528520"/>
              <a:gd name="connsiteY1-3744" fmla="*/ 1016996 h 2525736"/>
              <a:gd name="connsiteX2-3745" fmla="*/ 1242215 w 2528520"/>
              <a:gd name="connsiteY2-3746" fmla="*/ 6073 h 2525736"/>
              <a:gd name="connsiteX3-3747" fmla="*/ 1274549 w 2528520"/>
              <a:gd name="connsiteY3-3748" fmla="*/ 6109 h 2525736"/>
              <a:gd name="connsiteX4-3749" fmla="*/ 2524070 w 2528520"/>
              <a:gd name="connsiteY4-3750" fmla="*/ 1039526 h 2525736"/>
              <a:gd name="connsiteX5-3751" fmla="*/ 2527879 w 2528520"/>
              <a:gd name="connsiteY5-3752" fmla="*/ 1053582 h 2525736"/>
              <a:gd name="connsiteX6-3753" fmla="*/ 2515929 w 2528520"/>
              <a:gd name="connsiteY6-3754" fmla="*/ 1061982 h 2525736"/>
              <a:gd name="connsiteX7-3755" fmla="*/ 1917492 w 2528520"/>
              <a:gd name="connsiteY7-3756" fmla="*/ 1061982 h 2525736"/>
              <a:gd name="connsiteX8-3757" fmla="*/ 1904792 w 2528520"/>
              <a:gd name="connsiteY8-3758" fmla="*/ 1074682 h 2525736"/>
              <a:gd name="connsiteX9-3759" fmla="*/ 1904792 w 2528520"/>
              <a:gd name="connsiteY9-3760" fmla="*/ 2513084 h 2525736"/>
              <a:gd name="connsiteX10-3761" fmla="*/ 1892092 w 2528520"/>
              <a:gd name="connsiteY10-3762" fmla="*/ 2525736 h 2525736"/>
              <a:gd name="connsiteX11-3763" fmla="*/ 624632 w 2528520"/>
              <a:gd name="connsiteY11-3764" fmla="*/ 2525736 h 2525736"/>
              <a:gd name="connsiteX12-3765" fmla="*/ 611932 w 2528520"/>
              <a:gd name="connsiteY12-3766" fmla="*/ 2513036 h 2525736"/>
              <a:gd name="connsiteX13-3767" fmla="*/ 611932 w 2528520"/>
              <a:gd name="connsiteY13-3768" fmla="*/ 1074633 h 2525736"/>
              <a:gd name="connsiteX14-3769" fmla="*/ 599232 w 2528520"/>
              <a:gd name="connsiteY14-3770" fmla="*/ 1061983 h 2525736"/>
              <a:gd name="connsiteX15-3771" fmla="*/ 795 w 2528520"/>
              <a:gd name="connsiteY15-3772" fmla="*/ 1061983 h 2525736"/>
              <a:gd name="connsiteX16-3773" fmla="*/ 12185 w 2528520"/>
              <a:gd name="connsiteY16-3774" fmla="*/ 1045174 h 2525736"/>
              <a:gd name="connsiteX0-3775" fmla="*/ 12185 w 2528315"/>
              <a:gd name="connsiteY0-3776" fmla="*/ 1045174 h 2525736"/>
              <a:gd name="connsiteX1-3777" fmla="*/ 19895 w 2528315"/>
              <a:gd name="connsiteY1-3778" fmla="*/ 1016996 h 2525736"/>
              <a:gd name="connsiteX2-3779" fmla="*/ 1242215 w 2528315"/>
              <a:gd name="connsiteY2-3780" fmla="*/ 6073 h 2525736"/>
              <a:gd name="connsiteX3-3781" fmla="*/ 1274549 w 2528315"/>
              <a:gd name="connsiteY3-3782" fmla="*/ 6109 h 2525736"/>
              <a:gd name="connsiteX4-3783" fmla="*/ 2496871 w 2528315"/>
              <a:gd name="connsiteY4-3784" fmla="*/ 1017031 h 2525736"/>
              <a:gd name="connsiteX5-3785" fmla="*/ 2527879 w 2528315"/>
              <a:gd name="connsiteY5-3786" fmla="*/ 1053582 h 2525736"/>
              <a:gd name="connsiteX6-3787" fmla="*/ 2515929 w 2528315"/>
              <a:gd name="connsiteY6-3788" fmla="*/ 1061982 h 2525736"/>
              <a:gd name="connsiteX7-3789" fmla="*/ 1917492 w 2528315"/>
              <a:gd name="connsiteY7-3790" fmla="*/ 1061982 h 2525736"/>
              <a:gd name="connsiteX8-3791" fmla="*/ 1904792 w 2528315"/>
              <a:gd name="connsiteY8-3792" fmla="*/ 1074682 h 2525736"/>
              <a:gd name="connsiteX9-3793" fmla="*/ 1904792 w 2528315"/>
              <a:gd name="connsiteY9-3794" fmla="*/ 2513084 h 2525736"/>
              <a:gd name="connsiteX10-3795" fmla="*/ 1892092 w 2528315"/>
              <a:gd name="connsiteY10-3796" fmla="*/ 2525736 h 2525736"/>
              <a:gd name="connsiteX11-3797" fmla="*/ 624632 w 2528315"/>
              <a:gd name="connsiteY11-3798" fmla="*/ 2525736 h 2525736"/>
              <a:gd name="connsiteX12-3799" fmla="*/ 611932 w 2528315"/>
              <a:gd name="connsiteY12-3800" fmla="*/ 2513036 h 2525736"/>
              <a:gd name="connsiteX13-3801" fmla="*/ 611932 w 2528315"/>
              <a:gd name="connsiteY13-3802" fmla="*/ 1074633 h 2525736"/>
              <a:gd name="connsiteX14-3803" fmla="*/ 599232 w 2528315"/>
              <a:gd name="connsiteY14-3804" fmla="*/ 1061983 h 2525736"/>
              <a:gd name="connsiteX15-3805" fmla="*/ 795 w 2528315"/>
              <a:gd name="connsiteY15-3806" fmla="*/ 1061983 h 2525736"/>
              <a:gd name="connsiteX16-3807" fmla="*/ 12185 w 2528315"/>
              <a:gd name="connsiteY16-3808" fmla="*/ 1045174 h 2525736"/>
              <a:gd name="connsiteX0-3809" fmla="*/ 12185 w 2527958"/>
              <a:gd name="connsiteY0-3810" fmla="*/ 1045174 h 2525736"/>
              <a:gd name="connsiteX1-3811" fmla="*/ 19895 w 2527958"/>
              <a:gd name="connsiteY1-3812" fmla="*/ 1016996 h 2525736"/>
              <a:gd name="connsiteX2-3813" fmla="*/ 1242215 w 2527958"/>
              <a:gd name="connsiteY2-3814" fmla="*/ 6073 h 2525736"/>
              <a:gd name="connsiteX3-3815" fmla="*/ 1274549 w 2527958"/>
              <a:gd name="connsiteY3-3816" fmla="*/ 6109 h 2525736"/>
              <a:gd name="connsiteX4-3817" fmla="*/ 2496871 w 2527958"/>
              <a:gd name="connsiteY4-3818" fmla="*/ 1017031 h 2525736"/>
              <a:gd name="connsiteX5-3819" fmla="*/ 2527879 w 2527958"/>
              <a:gd name="connsiteY5-3820" fmla="*/ 1053582 h 2525736"/>
              <a:gd name="connsiteX6-3821" fmla="*/ 2515929 w 2527958"/>
              <a:gd name="connsiteY6-3822" fmla="*/ 1061982 h 2525736"/>
              <a:gd name="connsiteX7-3823" fmla="*/ 1917492 w 2527958"/>
              <a:gd name="connsiteY7-3824" fmla="*/ 1061982 h 2525736"/>
              <a:gd name="connsiteX8-3825" fmla="*/ 1904792 w 2527958"/>
              <a:gd name="connsiteY8-3826" fmla="*/ 1074682 h 2525736"/>
              <a:gd name="connsiteX9-3827" fmla="*/ 1904792 w 2527958"/>
              <a:gd name="connsiteY9-3828" fmla="*/ 2513084 h 2525736"/>
              <a:gd name="connsiteX10-3829" fmla="*/ 1892092 w 2527958"/>
              <a:gd name="connsiteY10-3830" fmla="*/ 2525736 h 2525736"/>
              <a:gd name="connsiteX11-3831" fmla="*/ 624632 w 2527958"/>
              <a:gd name="connsiteY11-3832" fmla="*/ 2525736 h 2525736"/>
              <a:gd name="connsiteX12-3833" fmla="*/ 611932 w 2527958"/>
              <a:gd name="connsiteY12-3834" fmla="*/ 2513036 h 2525736"/>
              <a:gd name="connsiteX13-3835" fmla="*/ 611932 w 2527958"/>
              <a:gd name="connsiteY13-3836" fmla="*/ 1074633 h 2525736"/>
              <a:gd name="connsiteX14-3837" fmla="*/ 599232 w 2527958"/>
              <a:gd name="connsiteY14-3838" fmla="*/ 1061983 h 2525736"/>
              <a:gd name="connsiteX15-3839" fmla="*/ 795 w 2527958"/>
              <a:gd name="connsiteY15-3840" fmla="*/ 1061983 h 2525736"/>
              <a:gd name="connsiteX16-3841" fmla="*/ 12185 w 2527958"/>
              <a:gd name="connsiteY16-3842" fmla="*/ 1045174 h 2525736"/>
              <a:gd name="connsiteX0-3843" fmla="*/ 12185 w 2527879"/>
              <a:gd name="connsiteY0-3844" fmla="*/ 1045174 h 2525736"/>
              <a:gd name="connsiteX1-3845" fmla="*/ 19895 w 2527879"/>
              <a:gd name="connsiteY1-3846" fmla="*/ 1016996 h 2525736"/>
              <a:gd name="connsiteX2-3847" fmla="*/ 1242215 w 2527879"/>
              <a:gd name="connsiteY2-3848" fmla="*/ 6073 h 2525736"/>
              <a:gd name="connsiteX3-3849" fmla="*/ 1274549 w 2527879"/>
              <a:gd name="connsiteY3-3850" fmla="*/ 6109 h 2525736"/>
              <a:gd name="connsiteX4-3851" fmla="*/ 2496871 w 2527879"/>
              <a:gd name="connsiteY4-3852" fmla="*/ 1017031 h 2525736"/>
              <a:gd name="connsiteX5-3853" fmla="*/ 2527879 w 2527879"/>
              <a:gd name="connsiteY5-3854" fmla="*/ 1053582 h 2525736"/>
              <a:gd name="connsiteX6-3855" fmla="*/ 2515929 w 2527879"/>
              <a:gd name="connsiteY6-3856" fmla="*/ 1061982 h 2525736"/>
              <a:gd name="connsiteX7-3857" fmla="*/ 1917492 w 2527879"/>
              <a:gd name="connsiteY7-3858" fmla="*/ 1061982 h 2525736"/>
              <a:gd name="connsiteX8-3859" fmla="*/ 1904792 w 2527879"/>
              <a:gd name="connsiteY8-3860" fmla="*/ 1074682 h 2525736"/>
              <a:gd name="connsiteX9-3861" fmla="*/ 1904792 w 2527879"/>
              <a:gd name="connsiteY9-3862" fmla="*/ 2513084 h 2525736"/>
              <a:gd name="connsiteX10-3863" fmla="*/ 1892092 w 2527879"/>
              <a:gd name="connsiteY10-3864" fmla="*/ 2525736 h 2525736"/>
              <a:gd name="connsiteX11-3865" fmla="*/ 624632 w 2527879"/>
              <a:gd name="connsiteY11-3866" fmla="*/ 2525736 h 2525736"/>
              <a:gd name="connsiteX12-3867" fmla="*/ 611932 w 2527879"/>
              <a:gd name="connsiteY12-3868" fmla="*/ 2513036 h 2525736"/>
              <a:gd name="connsiteX13-3869" fmla="*/ 611932 w 2527879"/>
              <a:gd name="connsiteY13-3870" fmla="*/ 1074633 h 2525736"/>
              <a:gd name="connsiteX14-3871" fmla="*/ 599232 w 2527879"/>
              <a:gd name="connsiteY14-3872" fmla="*/ 1061983 h 2525736"/>
              <a:gd name="connsiteX15-3873" fmla="*/ 795 w 2527879"/>
              <a:gd name="connsiteY15-3874" fmla="*/ 1061983 h 2525736"/>
              <a:gd name="connsiteX16-3875" fmla="*/ 12185 w 2527879"/>
              <a:gd name="connsiteY16-3876" fmla="*/ 1045174 h 2525736"/>
              <a:gd name="connsiteX0-3877" fmla="*/ 12185 w 2520339"/>
              <a:gd name="connsiteY0-3878" fmla="*/ 1045174 h 2525736"/>
              <a:gd name="connsiteX1-3879" fmla="*/ 19895 w 2520339"/>
              <a:gd name="connsiteY1-3880" fmla="*/ 1016996 h 2525736"/>
              <a:gd name="connsiteX2-3881" fmla="*/ 1242215 w 2520339"/>
              <a:gd name="connsiteY2-3882" fmla="*/ 6073 h 2525736"/>
              <a:gd name="connsiteX3-3883" fmla="*/ 1274549 w 2520339"/>
              <a:gd name="connsiteY3-3884" fmla="*/ 6109 h 2525736"/>
              <a:gd name="connsiteX4-3885" fmla="*/ 2496871 w 2520339"/>
              <a:gd name="connsiteY4-3886" fmla="*/ 1017031 h 2525736"/>
              <a:gd name="connsiteX5-3887" fmla="*/ 2504535 w 2520339"/>
              <a:gd name="connsiteY5-3888" fmla="*/ 1045181 h 2525736"/>
              <a:gd name="connsiteX6-3889" fmla="*/ 2515929 w 2520339"/>
              <a:gd name="connsiteY6-3890" fmla="*/ 1061982 h 2525736"/>
              <a:gd name="connsiteX7-3891" fmla="*/ 1917492 w 2520339"/>
              <a:gd name="connsiteY7-3892" fmla="*/ 1061982 h 2525736"/>
              <a:gd name="connsiteX8-3893" fmla="*/ 1904792 w 2520339"/>
              <a:gd name="connsiteY8-3894" fmla="*/ 1074682 h 2525736"/>
              <a:gd name="connsiteX9-3895" fmla="*/ 1904792 w 2520339"/>
              <a:gd name="connsiteY9-3896" fmla="*/ 2513084 h 2525736"/>
              <a:gd name="connsiteX10-3897" fmla="*/ 1892092 w 2520339"/>
              <a:gd name="connsiteY10-3898" fmla="*/ 2525736 h 2525736"/>
              <a:gd name="connsiteX11-3899" fmla="*/ 624632 w 2520339"/>
              <a:gd name="connsiteY11-3900" fmla="*/ 2525736 h 2525736"/>
              <a:gd name="connsiteX12-3901" fmla="*/ 611932 w 2520339"/>
              <a:gd name="connsiteY12-3902" fmla="*/ 2513036 h 2525736"/>
              <a:gd name="connsiteX13-3903" fmla="*/ 611932 w 2520339"/>
              <a:gd name="connsiteY13-3904" fmla="*/ 1074633 h 2525736"/>
              <a:gd name="connsiteX14-3905" fmla="*/ 599232 w 2520339"/>
              <a:gd name="connsiteY14-3906" fmla="*/ 1061983 h 2525736"/>
              <a:gd name="connsiteX15-3907" fmla="*/ 795 w 2520339"/>
              <a:gd name="connsiteY15-3908" fmla="*/ 1061983 h 2525736"/>
              <a:gd name="connsiteX16-3909" fmla="*/ 12185 w 2520339"/>
              <a:gd name="connsiteY16-3910" fmla="*/ 1045174 h 2525736"/>
              <a:gd name="connsiteX0-3911" fmla="*/ 12185 w 2516723"/>
              <a:gd name="connsiteY0-3912" fmla="*/ 1045174 h 2525736"/>
              <a:gd name="connsiteX1-3913" fmla="*/ 19895 w 2516723"/>
              <a:gd name="connsiteY1-3914" fmla="*/ 1016996 h 2525736"/>
              <a:gd name="connsiteX2-3915" fmla="*/ 1242215 w 2516723"/>
              <a:gd name="connsiteY2-3916" fmla="*/ 6073 h 2525736"/>
              <a:gd name="connsiteX3-3917" fmla="*/ 1274549 w 2516723"/>
              <a:gd name="connsiteY3-3918" fmla="*/ 6109 h 2525736"/>
              <a:gd name="connsiteX4-3919" fmla="*/ 2496871 w 2516723"/>
              <a:gd name="connsiteY4-3920" fmla="*/ 1017031 h 2525736"/>
              <a:gd name="connsiteX5-3921" fmla="*/ 2504535 w 2516723"/>
              <a:gd name="connsiteY5-3922" fmla="*/ 1045181 h 2525736"/>
              <a:gd name="connsiteX6-3923" fmla="*/ 2515929 w 2516723"/>
              <a:gd name="connsiteY6-3924" fmla="*/ 1061982 h 2525736"/>
              <a:gd name="connsiteX7-3925" fmla="*/ 1917492 w 2516723"/>
              <a:gd name="connsiteY7-3926" fmla="*/ 1061982 h 2525736"/>
              <a:gd name="connsiteX8-3927" fmla="*/ 1904792 w 2516723"/>
              <a:gd name="connsiteY8-3928" fmla="*/ 1074682 h 2525736"/>
              <a:gd name="connsiteX9-3929" fmla="*/ 1904792 w 2516723"/>
              <a:gd name="connsiteY9-3930" fmla="*/ 2513084 h 2525736"/>
              <a:gd name="connsiteX10-3931" fmla="*/ 1892092 w 2516723"/>
              <a:gd name="connsiteY10-3932" fmla="*/ 2525736 h 2525736"/>
              <a:gd name="connsiteX11-3933" fmla="*/ 624632 w 2516723"/>
              <a:gd name="connsiteY11-3934" fmla="*/ 2525736 h 2525736"/>
              <a:gd name="connsiteX12-3935" fmla="*/ 611932 w 2516723"/>
              <a:gd name="connsiteY12-3936" fmla="*/ 2513036 h 2525736"/>
              <a:gd name="connsiteX13-3937" fmla="*/ 611932 w 2516723"/>
              <a:gd name="connsiteY13-3938" fmla="*/ 1074633 h 2525736"/>
              <a:gd name="connsiteX14-3939" fmla="*/ 599232 w 2516723"/>
              <a:gd name="connsiteY14-3940" fmla="*/ 1061983 h 2525736"/>
              <a:gd name="connsiteX15-3941" fmla="*/ 795 w 2516723"/>
              <a:gd name="connsiteY15-3942" fmla="*/ 1061983 h 2525736"/>
              <a:gd name="connsiteX16-3943" fmla="*/ 12185 w 2516723"/>
              <a:gd name="connsiteY16-3944" fmla="*/ 1045174 h 2525736"/>
              <a:gd name="connsiteX0-3945" fmla="*/ 12185 w 2515929"/>
              <a:gd name="connsiteY0-3946" fmla="*/ 1045174 h 2525736"/>
              <a:gd name="connsiteX1-3947" fmla="*/ 19895 w 2515929"/>
              <a:gd name="connsiteY1-3948" fmla="*/ 1016996 h 2525736"/>
              <a:gd name="connsiteX2-3949" fmla="*/ 1242215 w 2515929"/>
              <a:gd name="connsiteY2-3950" fmla="*/ 6073 h 2525736"/>
              <a:gd name="connsiteX3-3951" fmla="*/ 1274549 w 2515929"/>
              <a:gd name="connsiteY3-3952" fmla="*/ 6109 h 2525736"/>
              <a:gd name="connsiteX4-3953" fmla="*/ 2496871 w 2515929"/>
              <a:gd name="connsiteY4-3954" fmla="*/ 1017031 h 2525736"/>
              <a:gd name="connsiteX5-3955" fmla="*/ 2504535 w 2515929"/>
              <a:gd name="connsiteY5-3956" fmla="*/ 1045181 h 2525736"/>
              <a:gd name="connsiteX6-3957" fmla="*/ 2515929 w 2515929"/>
              <a:gd name="connsiteY6-3958" fmla="*/ 1061982 h 2525736"/>
              <a:gd name="connsiteX7-3959" fmla="*/ 1917492 w 2515929"/>
              <a:gd name="connsiteY7-3960" fmla="*/ 1061982 h 2525736"/>
              <a:gd name="connsiteX8-3961" fmla="*/ 1904792 w 2515929"/>
              <a:gd name="connsiteY8-3962" fmla="*/ 1074682 h 2525736"/>
              <a:gd name="connsiteX9-3963" fmla="*/ 1904792 w 2515929"/>
              <a:gd name="connsiteY9-3964" fmla="*/ 2513084 h 2525736"/>
              <a:gd name="connsiteX10-3965" fmla="*/ 1892092 w 2515929"/>
              <a:gd name="connsiteY10-3966" fmla="*/ 2525736 h 2525736"/>
              <a:gd name="connsiteX11-3967" fmla="*/ 624632 w 2515929"/>
              <a:gd name="connsiteY11-3968" fmla="*/ 2525736 h 2525736"/>
              <a:gd name="connsiteX12-3969" fmla="*/ 611932 w 2515929"/>
              <a:gd name="connsiteY12-3970" fmla="*/ 2513036 h 2525736"/>
              <a:gd name="connsiteX13-3971" fmla="*/ 611932 w 2515929"/>
              <a:gd name="connsiteY13-3972" fmla="*/ 1074633 h 2525736"/>
              <a:gd name="connsiteX14-3973" fmla="*/ 599232 w 2515929"/>
              <a:gd name="connsiteY14-3974" fmla="*/ 1061983 h 2525736"/>
              <a:gd name="connsiteX15-3975" fmla="*/ 795 w 2515929"/>
              <a:gd name="connsiteY15-3976" fmla="*/ 1061983 h 2525736"/>
              <a:gd name="connsiteX16-3977" fmla="*/ 12185 w 2515929"/>
              <a:gd name="connsiteY16-3978" fmla="*/ 1045174 h 2525736"/>
              <a:gd name="connsiteX0-3979" fmla="*/ 12185 w 2505809"/>
              <a:gd name="connsiteY0-3980" fmla="*/ 1045174 h 2525736"/>
              <a:gd name="connsiteX1-3981" fmla="*/ 19895 w 2505809"/>
              <a:gd name="connsiteY1-3982" fmla="*/ 1016996 h 2525736"/>
              <a:gd name="connsiteX2-3983" fmla="*/ 1242215 w 2505809"/>
              <a:gd name="connsiteY2-3984" fmla="*/ 6073 h 2525736"/>
              <a:gd name="connsiteX3-3985" fmla="*/ 1274549 w 2505809"/>
              <a:gd name="connsiteY3-3986" fmla="*/ 6109 h 2525736"/>
              <a:gd name="connsiteX4-3987" fmla="*/ 2496871 w 2505809"/>
              <a:gd name="connsiteY4-3988" fmla="*/ 1017031 h 2525736"/>
              <a:gd name="connsiteX5-3989" fmla="*/ 2504535 w 2505809"/>
              <a:gd name="connsiteY5-3990" fmla="*/ 1045181 h 2525736"/>
              <a:gd name="connsiteX6-3991" fmla="*/ 2480635 w 2505809"/>
              <a:gd name="connsiteY6-3992" fmla="*/ 1061981 h 2525736"/>
              <a:gd name="connsiteX7-3993" fmla="*/ 1917492 w 2505809"/>
              <a:gd name="connsiteY7-3994" fmla="*/ 1061982 h 2525736"/>
              <a:gd name="connsiteX8-3995" fmla="*/ 1904792 w 2505809"/>
              <a:gd name="connsiteY8-3996" fmla="*/ 1074682 h 2525736"/>
              <a:gd name="connsiteX9-3997" fmla="*/ 1904792 w 2505809"/>
              <a:gd name="connsiteY9-3998" fmla="*/ 2513084 h 2525736"/>
              <a:gd name="connsiteX10-3999" fmla="*/ 1892092 w 2505809"/>
              <a:gd name="connsiteY10-4000" fmla="*/ 2525736 h 2525736"/>
              <a:gd name="connsiteX11-4001" fmla="*/ 624632 w 2505809"/>
              <a:gd name="connsiteY11-4002" fmla="*/ 2525736 h 2525736"/>
              <a:gd name="connsiteX12-4003" fmla="*/ 611932 w 2505809"/>
              <a:gd name="connsiteY12-4004" fmla="*/ 2513036 h 2525736"/>
              <a:gd name="connsiteX13-4005" fmla="*/ 611932 w 2505809"/>
              <a:gd name="connsiteY13-4006" fmla="*/ 1074633 h 2525736"/>
              <a:gd name="connsiteX14-4007" fmla="*/ 599232 w 2505809"/>
              <a:gd name="connsiteY14-4008" fmla="*/ 1061983 h 2525736"/>
              <a:gd name="connsiteX15-4009" fmla="*/ 795 w 2505809"/>
              <a:gd name="connsiteY15-4010" fmla="*/ 1061983 h 2525736"/>
              <a:gd name="connsiteX16-4011" fmla="*/ 12185 w 2505809"/>
              <a:gd name="connsiteY16-4012" fmla="*/ 1045174 h 2525736"/>
              <a:gd name="connsiteX0-4013" fmla="*/ 12185 w 2505809"/>
              <a:gd name="connsiteY0-4014" fmla="*/ 1045174 h 2525736"/>
              <a:gd name="connsiteX1-4015" fmla="*/ 19895 w 2505809"/>
              <a:gd name="connsiteY1-4016" fmla="*/ 1016996 h 2525736"/>
              <a:gd name="connsiteX2-4017" fmla="*/ 1242215 w 2505809"/>
              <a:gd name="connsiteY2-4018" fmla="*/ 6073 h 2525736"/>
              <a:gd name="connsiteX3-4019" fmla="*/ 1274549 w 2505809"/>
              <a:gd name="connsiteY3-4020" fmla="*/ 6109 h 2525736"/>
              <a:gd name="connsiteX4-4021" fmla="*/ 2496871 w 2505809"/>
              <a:gd name="connsiteY4-4022" fmla="*/ 1017031 h 2525736"/>
              <a:gd name="connsiteX5-4023" fmla="*/ 2504535 w 2505809"/>
              <a:gd name="connsiteY5-4024" fmla="*/ 1045181 h 2525736"/>
              <a:gd name="connsiteX6-4025" fmla="*/ 2480635 w 2505809"/>
              <a:gd name="connsiteY6-4026" fmla="*/ 1061981 h 2525736"/>
              <a:gd name="connsiteX7-4027" fmla="*/ 1917492 w 2505809"/>
              <a:gd name="connsiteY7-4028" fmla="*/ 1061982 h 2525736"/>
              <a:gd name="connsiteX8-4029" fmla="*/ 1904792 w 2505809"/>
              <a:gd name="connsiteY8-4030" fmla="*/ 1074682 h 2525736"/>
              <a:gd name="connsiteX9-4031" fmla="*/ 1904792 w 2505809"/>
              <a:gd name="connsiteY9-4032" fmla="*/ 2513084 h 2525736"/>
              <a:gd name="connsiteX10-4033" fmla="*/ 1892092 w 2505809"/>
              <a:gd name="connsiteY10-4034" fmla="*/ 2525736 h 2525736"/>
              <a:gd name="connsiteX11-4035" fmla="*/ 624632 w 2505809"/>
              <a:gd name="connsiteY11-4036" fmla="*/ 2525736 h 2525736"/>
              <a:gd name="connsiteX12-4037" fmla="*/ 611932 w 2505809"/>
              <a:gd name="connsiteY12-4038" fmla="*/ 2513036 h 2525736"/>
              <a:gd name="connsiteX13-4039" fmla="*/ 611932 w 2505809"/>
              <a:gd name="connsiteY13-4040" fmla="*/ 1074633 h 2525736"/>
              <a:gd name="connsiteX14-4041" fmla="*/ 599232 w 2505809"/>
              <a:gd name="connsiteY14-4042" fmla="*/ 1061983 h 2525736"/>
              <a:gd name="connsiteX15-4043" fmla="*/ 795 w 2505809"/>
              <a:gd name="connsiteY15-4044" fmla="*/ 1061983 h 2525736"/>
              <a:gd name="connsiteX16-4045" fmla="*/ 12185 w 2505809"/>
              <a:gd name="connsiteY16-4046" fmla="*/ 1045174 h 2525736"/>
              <a:gd name="connsiteX0-4047" fmla="*/ 12185 w 2505809"/>
              <a:gd name="connsiteY0-4048" fmla="*/ 1045174 h 2525736"/>
              <a:gd name="connsiteX1-4049" fmla="*/ 19895 w 2505809"/>
              <a:gd name="connsiteY1-4050" fmla="*/ 1016996 h 2525736"/>
              <a:gd name="connsiteX2-4051" fmla="*/ 1242215 w 2505809"/>
              <a:gd name="connsiteY2-4052" fmla="*/ 6073 h 2525736"/>
              <a:gd name="connsiteX3-4053" fmla="*/ 1274549 w 2505809"/>
              <a:gd name="connsiteY3-4054" fmla="*/ 6109 h 2525736"/>
              <a:gd name="connsiteX4-4055" fmla="*/ 2496871 w 2505809"/>
              <a:gd name="connsiteY4-4056" fmla="*/ 1017031 h 2525736"/>
              <a:gd name="connsiteX5-4057" fmla="*/ 2504535 w 2505809"/>
              <a:gd name="connsiteY5-4058" fmla="*/ 1045181 h 2525736"/>
              <a:gd name="connsiteX6-4059" fmla="*/ 2480635 w 2505809"/>
              <a:gd name="connsiteY6-4060" fmla="*/ 1061981 h 2525736"/>
              <a:gd name="connsiteX7-4061" fmla="*/ 1917492 w 2505809"/>
              <a:gd name="connsiteY7-4062" fmla="*/ 1061982 h 2525736"/>
              <a:gd name="connsiteX8-4063" fmla="*/ 1904792 w 2505809"/>
              <a:gd name="connsiteY8-4064" fmla="*/ 1074682 h 2525736"/>
              <a:gd name="connsiteX9-4065" fmla="*/ 1904792 w 2505809"/>
              <a:gd name="connsiteY9-4066" fmla="*/ 2513084 h 2525736"/>
              <a:gd name="connsiteX10-4067" fmla="*/ 1892092 w 2505809"/>
              <a:gd name="connsiteY10-4068" fmla="*/ 2525736 h 2525736"/>
              <a:gd name="connsiteX11-4069" fmla="*/ 624632 w 2505809"/>
              <a:gd name="connsiteY11-4070" fmla="*/ 2525736 h 2525736"/>
              <a:gd name="connsiteX12-4071" fmla="*/ 611932 w 2505809"/>
              <a:gd name="connsiteY12-4072" fmla="*/ 2513036 h 2525736"/>
              <a:gd name="connsiteX13-4073" fmla="*/ 611932 w 2505809"/>
              <a:gd name="connsiteY13-4074" fmla="*/ 1074633 h 2525736"/>
              <a:gd name="connsiteX14-4075" fmla="*/ 599232 w 2505809"/>
              <a:gd name="connsiteY14-4076" fmla="*/ 1061983 h 2525736"/>
              <a:gd name="connsiteX15-4077" fmla="*/ 795 w 2505809"/>
              <a:gd name="connsiteY15-4078" fmla="*/ 1061983 h 2525736"/>
              <a:gd name="connsiteX16-4079" fmla="*/ 12185 w 2505809"/>
              <a:gd name="connsiteY16-4080" fmla="*/ 1045174 h 2525736"/>
              <a:gd name="connsiteX0-4081" fmla="*/ 12185 w 2505809"/>
              <a:gd name="connsiteY0-4082" fmla="*/ 1045174 h 2525736"/>
              <a:gd name="connsiteX1-4083" fmla="*/ 19895 w 2505809"/>
              <a:gd name="connsiteY1-4084" fmla="*/ 1016996 h 2525736"/>
              <a:gd name="connsiteX2-4085" fmla="*/ 1242215 w 2505809"/>
              <a:gd name="connsiteY2-4086" fmla="*/ 6073 h 2525736"/>
              <a:gd name="connsiteX3-4087" fmla="*/ 1274549 w 2505809"/>
              <a:gd name="connsiteY3-4088" fmla="*/ 6109 h 2525736"/>
              <a:gd name="connsiteX4-4089" fmla="*/ 2496871 w 2505809"/>
              <a:gd name="connsiteY4-4090" fmla="*/ 1017031 h 2525736"/>
              <a:gd name="connsiteX5-4091" fmla="*/ 2504535 w 2505809"/>
              <a:gd name="connsiteY5-4092" fmla="*/ 1045181 h 2525736"/>
              <a:gd name="connsiteX6-4093" fmla="*/ 2480635 w 2505809"/>
              <a:gd name="connsiteY6-4094" fmla="*/ 1061981 h 2525736"/>
              <a:gd name="connsiteX7-4095" fmla="*/ 1930192 w 2505809"/>
              <a:gd name="connsiteY7-4096" fmla="*/ 1061981 h 2525736"/>
              <a:gd name="connsiteX8-4097" fmla="*/ 1904792 w 2505809"/>
              <a:gd name="connsiteY8-4098" fmla="*/ 1074682 h 2525736"/>
              <a:gd name="connsiteX9-4099" fmla="*/ 1904792 w 2505809"/>
              <a:gd name="connsiteY9-4100" fmla="*/ 2513084 h 2525736"/>
              <a:gd name="connsiteX10-4101" fmla="*/ 1892092 w 2505809"/>
              <a:gd name="connsiteY10-4102" fmla="*/ 2525736 h 2525736"/>
              <a:gd name="connsiteX11-4103" fmla="*/ 624632 w 2505809"/>
              <a:gd name="connsiteY11-4104" fmla="*/ 2525736 h 2525736"/>
              <a:gd name="connsiteX12-4105" fmla="*/ 611932 w 2505809"/>
              <a:gd name="connsiteY12-4106" fmla="*/ 2513036 h 2525736"/>
              <a:gd name="connsiteX13-4107" fmla="*/ 611932 w 2505809"/>
              <a:gd name="connsiteY13-4108" fmla="*/ 1074633 h 2525736"/>
              <a:gd name="connsiteX14-4109" fmla="*/ 599232 w 2505809"/>
              <a:gd name="connsiteY14-4110" fmla="*/ 1061983 h 2525736"/>
              <a:gd name="connsiteX15-4111" fmla="*/ 795 w 2505809"/>
              <a:gd name="connsiteY15-4112" fmla="*/ 1061983 h 2525736"/>
              <a:gd name="connsiteX16-4113" fmla="*/ 12185 w 2505809"/>
              <a:gd name="connsiteY16-4114" fmla="*/ 1045174 h 2525736"/>
              <a:gd name="connsiteX0-4115" fmla="*/ 12185 w 2505809"/>
              <a:gd name="connsiteY0-4116" fmla="*/ 1045174 h 2525736"/>
              <a:gd name="connsiteX1-4117" fmla="*/ 19895 w 2505809"/>
              <a:gd name="connsiteY1-4118" fmla="*/ 1016996 h 2525736"/>
              <a:gd name="connsiteX2-4119" fmla="*/ 1242215 w 2505809"/>
              <a:gd name="connsiteY2-4120" fmla="*/ 6073 h 2525736"/>
              <a:gd name="connsiteX3-4121" fmla="*/ 1274549 w 2505809"/>
              <a:gd name="connsiteY3-4122" fmla="*/ 6109 h 2525736"/>
              <a:gd name="connsiteX4-4123" fmla="*/ 2496871 w 2505809"/>
              <a:gd name="connsiteY4-4124" fmla="*/ 1017031 h 2525736"/>
              <a:gd name="connsiteX5-4125" fmla="*/ 2504535 w 2505809"/>
              <a:gd name="connsiteY5-4126" fmla="*/ 1045181 h 2525736"/>
              <a:gd name="connsiteX6-4127" fmla="*/ 2480635 w 2505809"/>
              <a:gd name="connsiteY6-4128" fmla="*/ 1061981 h 2525736"/>
              <a:gd name="connsiteX7-4129" fmla="*/ 1930192 w 2505809"/>
              <a:gd name="connsiteY7-4130" fmla="*/ 1061981 h 2525736"/>
              <a:gd name="connsiteX8-4131" fmla="*/ 1904792 w 2505809"/>
              <a:gd name="connsiteY8-4132" fmla="*/ 1074682 h 2525736"/>
              <a:gd name="connsiteX9-4133" fmla="*/ 1904792 w 2505809"/>
              <a:gd name="connsiteY9-4134" fmla="*/ 2513084 h 2525736"/>
              <a:gd name="connsiteX10-4135" fmla="*/ 1892092 w 2505809"/>
              <a:gd name="connsiteY10-4136" fmla="*/ 2525736 h 2525736"/>
              <a:gd name="connsiteX11-4137" fmla="*/ 624632 w 2505809"/>
              <a:gd name="connsiteY11-4138" fmla="*/ 2525736 h 2525736"/>
              <a:gd name="connsiteX12-4139" fmla="*/ 611932 w 2505809"/>
              <a:gd name="connsiteY12-4140" fmla="*/ 2513036 h 2525736"/>
              <a:gd name="connsiteX13-4141" fmla="*/ 611932 w 2505809"/>
              <a:gd name="connsiteY13-4142" fmla="*/ 1074633 h 2525736"/>
              <a:gd name="connsiteX14-4143" fmla="*/ 599232 w 2505809"/>
              <a:gd name="connsiteY14-4144" fmla="*/ 1061983 h 2525736"/>
              <a:gd name="connsiteX15-4145" fmla="*/ 795 w 2505809"/>
              <a:gd name="connsiteY15-4146" fmla="*/ 1061983 h 2525736"/>
              <a:gd name="connsiteX16-4147" fmla="*/ 12185 w 2505809"/>
              <a:gd name="connsiteY16-4148" fmla="*/ 1045174 h 2525736"/>
              <a:gd name="connsiteX0-4149" fmla="*/ 12185 w 2505809"/>
              <a:gd name="connsiteY0-4150" fmla="*/ 1045174 h 2525736"/>
              <a:gd name="connsiteX1-4151" fmla="*/ 19895 w 2505809"/>
              <a:gd name="connsiteY1-4152" fmla="*/ 1016996 h 2525736"/>
              <a:gd name="connsiteX2-4153" fmla="*/ 1242215 w 2505809"/>
              <a:gd name="connsiteY2-4154" fmla="*/ 6073 h 2525736"/>
              <a:gd name="connsiteX3-4155" fmla="*/ 1274549 w 2505809"/>
              <a:gd name="connsiteY3-4156" fmla="*/ 6109 h 2525736"/>
              <a:gd name="connsiteX4-4157" fmla="*/ 2496871 w 2505809"/>
              <a:gd name="connsiteY4-4158" fmla="*/ 1017031 h 2525736"/>
              <a:gd name="connsiteX5-4159" fmla="*/ 2504535 w 2505809"/>
              <a:gd name="connsiteY5-4160" fmla="*/ 1045181 h 2525736"/>
              <a:gd name="connsiteX6-4161" fmla="*/ 2480635 w 2505809"/>
              <a:gd name="connsiteY6-4162" fmla="*/ 1061981 h 2525736"/>
              <a:gd name="connsiteX7-4163" fmla="*/ 1930192 w 2505809"/>
              <a:gd name="connsiteY7-4164" fmla="*/ 1061981 h 2525736"/>
              <a:gd name="connsiteX8-4165" fmla="*/ 1904792 w 2505809"/>
              <a:gd name="connsiteY8-4166" fmla="*/ 1074682 h 2525736"/>
              <a:gd name="connsiteX9-4167" fmla="*/ 1904792 w 2505809"/>
              <a:gd name="connsiteY9-4168" fmla="*/ 2513084 h 2525736"/>
              <a:gd name="connsiteX10-4169" fmla="*/ 1892092 w 2505809"/>
              <a:gd name="connsiteY10-4170" fmla="*/ 2525736 h 2525736"/>
              <a:gd name="connsiteX11-4171" fmla="*/ 624632 w 2505809"/>
              <a:gd name="connsiteY11-4172" fmla="*/ 2525736 h 2525736"/>
              <a:gd name="connsiteX12-4173" fmla="*/ 611932 w 2505809"/>
              <a:gd name="connsiteY12-4174" fmla="*/ 2513036 h 2525736"/>
              <a:gd name="connsiteX13-4175" fmla="*/ 611932 w 2505809"/>
              <a:gd name="connsiteY13-4176" fmla="*/ 1074633 h 2525736"/>
              <a:gd name="connsiteX14-4177" fmla="*/ 599232 w 2505809"/>
              <a:gd name="connsiteY14-4178" fmla="*/ 1061983 h 2525736"/>
              <a:gd name="connsiteX15-4179" fmla="*/ 795 w 2505809"/>
              <a:gd name="connsiteY15-4180" fmla="*/ 1061983 h 2525736"/>
              <a:gd name="connsiteX16-4181" fmla="*/ 12185 w 2505809"/>
              <a:gd name="connsiteY16-4182" fmla="*/ 1045174 h 2525736"/>
              <a:gd name="connsiteX0-4183" fmla="*/ 12185 w 2505809"/>
              <a:gd name="connsiteY0-4184" fmla="*/ 1045174 h 2525736"/>
              <a:gd name="connsiteX1-4185" fmla="*/ 19895 w 2505809"/>
              <a:gd name="connsiteY1-4186" fmla="*/ 1016996 h 2525736"/>
              <a:gd name="connsiteX2-4187" fmla="*/ 1242215 w 2505809"/>
              <a:gd name="connsiteY2-4188" fmla="*/ 6073 h 2525736"/>
              <a:gd name="connsiteX3-4189" fmla="*/ 1274549 w 2505809"/>
              <a:gd name="connsiteY3-4190" fmla="*/ 6109 h 2525736"/>
              <a:gd name="connsiteX4-4191" fmla="*/ 2496871 w 2505809"/>
              <a:gd name="connsiteY4-4192" fmla="*/ 1017031 h 2525736"/>
              <a:gd name="connsiteX5-4193" fmla="*/ 2504535 w 2505809"/>
              <a:gd name="connsiteY5-4194" fmla="*/ 1045181 h 2525736"/>
              <a:gd name="connsiteX6-4195" fmla="*/ 2480635 w 2505809"/>
              <a:gd name="connsiteY6-4196" fmla="*/ 1061981 h 2525736"/>
              <a:gd name="connsiteX7-4197" fmla="*/ 1930192 w 2505809"/>
              <a:gd name="connsiteY7-4198" fmla="*/ 1061981 h 2525736"/>
              <a:gd name="connsiteX8-4199" fmla="*/ 1904792 w 2505809"/>
              <a:gd name="connsiteY8-4200" fmla="*/ 1087380 h 2525736"/>
              <a:gd name="connsiteX9-4201" fmla="*/ 1904792 w 2505809"/>
              <a:gd name="connsiteY9-4202" fmla="*/ 2513084 h 2525736"/>
              <a:gd name="connsiteX10-4203" fmla="*/ 1892092 w 2505809"/>
              <a:gd name="connsiteY10-4204" fmla="*/ 2525736 h 2525736"/>
              <a:gd name="connsiteX11-4205" fmla="*/ 624632 w 2505809"/>
              <a:gd name="connsiteY11-4206" fmla="*/ 2525736 h 2525736"/>
              <a:gd name="connsiteX12-4207" fmla="*/ 611932 w 2505809"/>
              <a:gd name="connsiteY12-4208" fmla="*/ 2513036 h 2525736"/>
              <a:gd name="connsiteX13-4209" fmla="*/ 611932 w 2505809"/>
              <a:gd name="connsiteY13-4210" fmla="*/ 1074633 h 2525736"/>
              <a:gd name="connsiteX14-4211" fmla="*/ 599232 w 2505809"/>
              <a:gd name="connsiteY14-4212" fmla="*/ 1061983 h 2525736"/>
              <a:gd name="connsiteX15-4213" fmla="*/ 795 w 2505809"/>
              <a:gd name="connsiteY15-4214" fmla="*/ 1061983 h 2525736"/>
              <a:gd name="connsiteX16-4215" fmla="*/ 12185 w 2505809"/>
              <a:gd name="connsiteY16-4216" fmla="*/ 1045174 h 2525736"/>
              <a:gd name="connsiteX0-4217" fmla="*/ 12185 w 2505809"/>
              <a:gd name="connsiteY0-4218" fmla="*/ 1045174 h 2525736"/>
              <a:gd name="connsiteX1-4219" fmla="*/ 19895 w 2505809"/>
              <a:gd name="connsiteY1-4220" fmla="*/ 1016996 h 2525736"/>
              <a:gd name="connsiteX2-4221" fmla="*/ 1242215 w 2505809"/>
              <a:gd name="connsiteY2-4222" fmla="*/ 6073 h 2525736"/>
              <a:gd name="connsiteX3-4223" fmla="*/ 1274549 w 2505809"/>
              <a:gd name="connsiteY3-4224" fmla="*/ 6109 h 2525736"/>
              <a:gd name="connsiteX4-4225" fmla="*/ 2496871 w 2505809"/>
              <a:gd name="connsiteY4-4226" fmla="*/ 1017031 h 2525736"/>
              <a:gd name="connsiteX5-4227" fmla="*/ 2504535 w 2505809"/>
              <a:gd name="connsiteY5-4228" fmla="*/ 1045181 h 2525736"/>
              <a:gd name="connsiteX6-4229" fmla="*/ 2480635 w 2505809"/>
              <a:gd name="connsiteY6-4230" fmla="*/ 1061981 h 2525736"/>
              <a:gd name="connsiteX7-4231" fmla="*/ 1930192 w 2505809"/>
              <a:gd name="connsiteY7-4232" fmla="*/ 1061981 h 2525736"/>
              <a:gd name="connsiteX8-4233" fmla="*/ 1904792 w 2505809"/>
              <a:gd name="connsiteY8-4234" fmla="*/ 1087380 h 2525736"/>
              <a:gd name="connsiteX9-4235" fmla="*/ 1904792 w 2505809"/>
              <a:gd name="connsiteY9-4236" fmla="*/ 2513084 h 2525736"/>
              <a:gd name="connsiteX10-4237" fmla="*/ 1892092 w 2505809"/>
              <a:gd name="connsiteY10-4238" fmla="*/ 2525736 h 2525736"/>
              <a:gd name="connsiteX11-4239" fmla="*/ 624632 w 2505809"/>
              <a:gd name="connsiteY11-4240" fmla="*/ 2525736 h 2525736"/>
              <a:gd name="connsiteX12-4241" fmla="*/ 611932 w 2505809"/>
              <a:gd name="connsiteY12-4242" fmla="*/ 2513036 h 2525736"/>
              <a:gd name="connsiteX13-4243" fmla="*/ 611932 w 2505809"/>
              <a:gd name="connsiteY13-4244" fmla="*/ 1074633 h 2525736"/>
              <a:gd name="connsiteX14-4245" fmla="*/ 599232 w 2505809"/>
              <a:gd name="connsiteY14-4246" fmla="*/ 1061983 h 2525736"/>
              <a:gd name="connsiteX15-4247" fmla="*/ 795 w 2505809"/>
              <a:gd name="connsiteY15-4248" fmla="*/ 1061983 h 2525736"/>
              <a:gd name="connsiteX16-4249" fmla="*/ 12185 w 2505809"/>
              <a:gd name="connsiteY16-4250" fmla="*/ 1045174 h 2525736"/>
              <a:gd name="connsiteX0-4251" fmla="*/ 12185 w 2505809"/>
              <a:gd name="connsiteY0-4252" fmla="*/ 1045174 h 2525736"/>
              <a:gd name="connsiteX1-4253" fmla="*/ 19895 w 2505809"/>
              <a:gd name="connsiteY1-4254" fmla="*/ 1016996 h 2525736"/>
              <a:gd name="connsiteX2-4255" fmla="*/ 1242215 w 2505809"/>
              <a:gd name="connsiteY2-4256" fmla="*/ 6073 h 2525736"/>
              <a:gd name="connsiteX3-4257" fmla="*/ 1274549 w 2505809"/>
              <a:gd name="connsiteY3-4258" fmla="*/ 6109 h 2525736"/>
              <a:gd name="connsiteX4-4259" fmla="*/ 2496871 w 2505809"/>
              <a:gd name="connsiteY4-4260" fmla="*/ 1017031 h 2525736"/>
              <a:gd name="connsiteX5-4261" fmla="*/ 2504535 w 2505809"/>
              <a:gd name="connsiteY5-4262" fmla="*/ 1045181 h 2525736"/>
              <a:gd name="connsiteX6-4263" fmla="*/ 2480635 w 2505809"/>
              <a:gd name="connsiteY6-4264" fmla="*/ 1061981 h 2525736"/>
              <a:gd name="connsiteX7-4265" fmla="*/ 1930192 w 2505809"/>
              <a:gd name="connsiteY7-4266" fmla="*/ 1061981 h 2525736"/>
              <a:gd name="connsiteX8-4267" fmla="*/ 1904792 w 2505809"/>
              <a:gd name="connsiteY8-4268" fmla="*/ 1087380 h 2525736"/>
              <a:gd name="connsiteX9-4269" fmla="*/ 1904792 w 2505809"/>
              <a:gd name="connsiteY9-4270" fmla="*/ 2513084 h 2525736"/>
              <a:gd name="connsiteX10-4271" fmla="*/ 1892092 w 2505809"/>
              <a:gd name="connsiteY10-4272" fmla="*/ 2525736 h 2525736"/>
              <a:gd name="connsiteX11-4273" fmla="*/ 624632 w 2505809"/>
              <a:gd name="connsiteY11-4274" fmla="*/ 2525736 h 2525736"/>
              <a:gd name="connsiteX12-4275" fmla="*/ 611932 w 2505809"/>
              <a:gd name="connsiteY12-4276" fmla="*/ 2513036 h 2525736"/>
              <a:gd name="connsiteX13-4277" fmla="*/ 611932 w 2505809"/>
              <a:gd name="connsiteY13-4278" fmla="*/ 1074633 h 2525736"/>
              <a:gd name="connsiteX14-4279" fmla="*/ 599232 w 2505809"/>
              <a:gd name="connsiteY14-4280" fmla="*/ 1061983 h 2525736"/>
              <a:gd name="connsiteX15-4281" fmla="*/ 795 w 2505809"/>
              <a:gd name="connsiteY15-4282" fmla="*/ 1061983 h 2525736"/>
              <a:gd name="connsiteX16-4283" fmla="*/ 12185 w 2505809"/>
              <a:gd name="connsiteY16-4284" fmla="*/ 1045174 h 2525736"/>
              <a:gd name="connsiteX0-4285" fmla="*/ 12185 w 2505809"/>
              <a:gd name="connsiteY0-4286" fmla="*/ 1045174 h 2525736"/>
              <a:gd name="connsiteX1-4287" fmla="*/ 19895 w 2505809"/>
              <a:gd name="connsiteY1-4288" fmla="*/ 1016996 h 2525736"/>
              <a:gd name="connsiteX2-4289" fmla="*/ 1242215 w 2505809"/>
              <a:gd name="connsiteY2-4290" fmla="*/ 6073 h 2525736"/>
              <a:gd name="connsiteX3-4291" fmla="*/ 1274549 w 2505809"/>
              <a:gd name="connsiteY3-4292" fmla="*/ 6109 h 2525736"/>
              <a:gd name="connsiteX4-4293" fmla="*/ 2496871 w 2505809"/>
              <a:gd name="connsiteY4-4294" fmla="*/ 1017031 h 2525736"/>
              <a:gd name="connsiteX5-4295" fmla="*/ 2504535 w 2505809"/>
              <a:gd name="connsiteY5-4296" fmla="*/ 1045181 h 2525736"/>
              <a:gd name="connsiteX6-4297" fmla="*/ 2480635 w 2505809"/>
              <a:gd name="connsiteY6-4298" fmla="*/ 1061981 h 2525736"/>
              <a:gd name="connsiteX7-4299" fmla="*/ 1930192 w 2505809"/>
              <a:gd name="connsiteY7-4300" fmla="*/ 1061981 h 2525736"/>
              <a:gd name="connsiteX8-4301" fmla="*/ 1904792 w 2505809"/>
              <a:gd name="connsiteY8-4302" fmla="*/ 1087380 h 2525736"/>
              <a:gd name="connsiteX9-4303" fmla="*/ 1904792 w 2505809"/>
              <a:gd name="connsiteY9-4304" fmla="*/ 2500383 h 2525736"/>
              <a:gd name="connsiteX10-4305" fmla="*/ 1892092 w 2505809"/>
              <a:gd name="connsiteY10-4306" fmla="*/ 2525736 h 2525736"/>
              <a:gd name="connsiteX11-4307" fmla="*/ 624632 w 2505809"/>
              <a:gd name="connsiteY11-4308" fmla="*/ 2525736 h 2525736"/>
              <a:gd name="connsiteX12-4309" fmla="*/ 611932 w 2505809"/>
              <a:gd name="connsiteY12-4310" fmla="*/ 2513036 h 2525736"/>
              <a:gd name="connsiteX13-4311" fmla="*/ 611932 w 2505809"/>
              <a:gd name="connsiteY13-4312" fmla="*/ 1074633 h 2525736"/>
              <a:gd name="connsiteX14-4313" fmla="*/ 599232 w 2505809"/>
              <a:gd name="connsiteY14-4314" fmla="*/ 1061983 h 2525736"/>
              <a:gd name="connsiteX15-4315" fmla="*/ 795 w 2505809"/>
              <a:gd name="connsiteY15-4316" fmla="*/ 1061983 h 2525736"/>
              <a:gd name="connsiteX16-4317" fmla="*/ 12185 w 2505809"/>
              <a:gd name="connsiteY16-4318" fmla="*/ 1045174 h 2525736"/>
              <a:gd name="connsiteX0-4319" fmla="*/ 12185 w 2505809"/>
              <a:gd name="connsiteY0-4320" fmla="*/ 1045174 h 2525736"/>
              <a:gd name="connsiteX1-4321" fmla="*/ 19895 w 2505809"/>
              <a:gd name="connsiteY1-4322" fmla="*/ 1016996 h 2525736"/>
              <a:gd name="connsiteX2-4323" fmla="*/ 1242215 w 2505809"/>
              <a:gd name="connsiteY2-4324" fmla="*/ 6073 h 2525736"/>
              <a:gd name="connsiteX3-4325" fmla="*/ 1274549 w 2505809"/>
              <a:gd name="connsiteY3-4326" fmla="*/ 6109 h 2525736"/>
              <a:gd name="connsiteX4-4327" fmla="*/ 2496871 w 2505809"/>
              <a:gd name="connsiteY4-4328" fmla="*/ 1017031 h 2525736"/>
              <a:gd name="connsiteX5-4329" fmla="*/ 2504535 w 2505809"/>
              <a:gd name="connsiteY5-4330" fmla="*/ 1045181 h 2525736"/>
              <a:gd name="connsiteX6-4331" fmla="*/ 2480635 w 2505809"/>
              <a:gd name="connsiteY6-4332" fmla="*/ 1061981 h 2525736"/>
              <a:gd name="connsiteX7-4333" fmla="*/ 1930192 w 2505809"/>
              <a:gd name="connsiteY7-4334" fmla="*/ 1061981 h 2525736"/>
              <a:gd name="connsiteX8-4335" fmla="*/ 1904792 w 2505809"/>
              <a:gd name="connsiteY8-4336" fmla="*/ 1087380 h 2525736"/>
              <a:gd name="connsiteX9-4337" fmla="*/ 1904792 w 2505809"/>
              <a:gd name="connsiteY9-4338" fmla="*/ 2500383 h 2525736"/>
              <a:gd name="connsiteX10-4339" fmla="*/ 1892092 w 2505809"/>
              <a:gd name="connsiteY10-4340" fmla="*/ 2525736 h 2525736"/>
              <a:gd name="connsiteX11-4341" fmla="*/ 624632 w 2505809"/>
              <a:gd name="connsiteY11-4342" fmla="*/ 2525736 h 2525736"/>
              <a:gd name="connsiteX12-4343" fmla="*/ 611932 w 2505809"/>
              <a:gd name="connsiteY12-4344" fmla="*/ 2513036 h 2525736"/>
              <a:gd name="connsiteX13-4345" fmla="*/ 611932 w 2505809"/>
              <a:gd name="connsiteY13-4346" fmla="*/ 1074633 h 2525736"/>
              <a:gd name="connsiteX14-4347" fmla="*/ 599232 w 2505809"/>
              <a:gd name="connsiteY14-4348" fmla="*/ 1061983 h 2525736"/>
              <a:gd name="connsiteX15-4349" fmla="*/ 795 w 2505809"/>
              <a:gd name="connsiteY15-4350" fmla="*/ 1061983 h 2525736"/>
              <a:gd name="connsiteX16-4351" fmla="*/ 12185 w 2505809"/>
              <a:gd name="connsiteY16-4352" fmla="*/ 1045174 h 2525736"/>
              <a:gd name="connsiteX0-4353" fmla="*/ 12185 w 2505809"/>
              <a:gd name="connsiteY0-4354" fmla="*/ 1045174 h 2525736"/>
              <a:gd name="connsiteX1-4355" fmla="*/ 19895 w 2505809"/>
              <a:gd name="connsiteY1-4356" fmla="*/ 1016996 h 2525736"/>
              <a:gd name="connsiteX2-4357" fmla="*/ 1242215 w 2505809"/>
              <a:gd name="connsiteY2-4358" fmla="*/ 6073 h 2525736"/>
              <a:gd name="connsiteX3-4359" fmla="*/ 1274549 w 2505809"/>
              <a:gd name="connsiteY3-4360" fmla="*/ 6109 h 2525736"/>
              <a:gd name="connsiteX4-4361" fmla="*/ 2496871 w 2505809"/>
              <a:gd name="connsiteY4-4362" fmla="*/ 1017031 h 2525736"/>
              <a:gd name="connsiteX5-4363" fmla="*/ 2504535 w 2505809"/>
              <a:gd name="connsiteY5-4364" fmla="*/ 1045181 h 2525736"/>
              <a:gd name="connsiteX6-4365" fmla="*/ 2480635 w 2505809"/>
              <a:gd name="connsiteY6-4366" fmla="*/ 1061981 h 2525736"/>
              <a:gd name="connsiteX7-4367" fmla="*/ 1930192 w 2505809"/>
              <a:gd name="connsiteY7-4368" fmla="*/ 1061981 h 2525736"/>
              <a:gd name="connsiteX8-4369" fmla="*/ 1904792 w 2505809"/>
              <a:gd name="connsiteY8-4370" fmla="*/ 1087380 h 2525736"/>
              <a:gd name="connsiteX9-4371" fmla="*/ 1904792 w 2505809"/>
              <a:gd name="connsiteY9-4372" fmla="*/ 2500383 h 2525736"/>
              <a:gd name="connsiteX10-4373" fmla="*/ 1892092 w 2505809"/>
              <a:gd name="connsiteY10-4374" fmla="*/ 2525736 h 2525736"/>
              <a:gd name="connsiteX11-4375" fmla="*/ 624632 w 2505809"/>
              <a:gd name="connsiteY11-4376" fmla="*/ 2525736 h 2525736"/>
              <a:gd name="connsiteX12-4377" fmla="*/ 611932 w 2505809"/>
              <a:gd name="connsiteY12-4378" fmla="*/ 2513036 h 2525736"/>
              <a:gd name="connsiteX13-4379" fmla="*/ 611932 w 2505809"/>
              <a:gd name="connsiteY13-4380" fmla="*/ 1074633 h 2525736"/>
              <a:gd name="connsiteX14-4381" fmla="*/ 599232 w 2505809"/>
              <a:gd name="connsiteY14-4382" fmla="*/ 1061983 h 2525736"/>
              <a:gd name="connsiteX15-4383" fmla="*/ 795 w 2505809"/>
              <a:gd name="connsiteY15-4384" fmla="*/ 1061983 h 2525736"/>
              <a:gd name="connsiteX16-4385" fmla="*/ 12185 w 2505809"/>
              <a:gd name="connsiteY16-4386" fmla="*/ 1045174 h 2525736"/>
              <a:gd name="connsiteX0-4387" fmla="*/ 12185 w 2505809"/>
              <a:gd name="connsiteY0-4388" fmla="*/ 1045174 h 2525736"/>
              <a:gd name="connsiteX1-4389" fmla="*/ 19895 w 2505809"/>
              <a:gd name="connsiteY1-4390" fmla="*/ 1016996 h 2525736"/>
              <a:gd name="connsiteX2-4391" fmla="*/ 1242215 w 2505809"/>
              <a:gd name="connsiteY2-4392" fmla="*/ 6073 h 2525736"/>
              <a:gd name="connsiteX3-4393" fmla="*/ 1274549 w 2505809"/>
              <a:gd name="connsiteY3-4394" fmla="*/ 6109 h 2525736"/>
              <a:gd name="connsiteX4-4395" fmla="*/ 2496871 w 2505809"/>
              <a:gd name="connsiteY4-4396" fmla="*/ 1017031 h 2525736"/>
              <a:gd name="connsiteX5-4397" fmla="*/ 2504535 w 2505809"/>
              <a:gd name="connsiteY5-4398" fmla="*/ 1045181 h 2525736"/>
              <a:gd name="connsiteX6-4399" fmla="*/ 2480635 w 2505809"/>
              <a:gd name="connsiteY6-4400" fmla="*/ 1061981 h 2525736"/>
              <a:gd name="connsiteX7-4401" fmla="*/ 1930192 w 2505809"/>
              <a:gd name="connsiteY7-4402" fmla="*/ 1061981 h 2525736"/>
              <a:gd name="connsiteX8-4403" fmla="*/ 1904792 w 2505809"/>
              <a:gd name="connsiteY8-4404" fmla="*/ 1087380 h 2525736"/>
              <a:gd name="connsiteX9-4405" fmla="*/ 1904792 w 2505809"/>
              <a:gd name="connsiteY9-4406" fmla="*/ 2500383 h 2525736"/>
              <a:gd name="connsiteX10-4407" fmla="*/ 1879392 w 2505809"/>
              <a:gd name="connsiteY10-4408" fmla="*/ 2525734 h 2525736"/>
              <a:gd name="connsiteX11-4409" fmla="*/ 624632 w 2505809"/>
              <a:gd name="connsiteY11-4410" fmla="*/ 2525736 h 2525736"/>
              <a:gd name="connsiteX12-4411" fmla="*/ 611932 w 2505809"/>
              <a:gd name="connsiteY12-4412" fmla="*/ 2513036 h 2525736"/>
              <a:gd name="connsiteX13-4413" fmla="*/ 611932 w 2505809"/>
              <a:gd name="connsiteY13-4414" fmla="*/ 1074633 h 2525736"/>
              <a:gd name="connsiteX14-4415" fmla="*/ 599232 w 2505809"/>
              <a:gd name="connsiteY14-4416" fmla="*/ 1061983 h 2525736"/>
              <a:gd name="connsiteX15-4417" fmla="*/ 795 w 2505809"/>
              <a:gd name="connsiteY15-4418" fmla="*/ 1061983 h 2525736"/>
              <a:gd name="connsiteX16-4419" fmla="*/ 12185 w 2505809"/>
              <a:gd name="connsiteY16-4420" fmla="*/ 1045174 h 2525736"/>
              <a:gd name="connsiteX0-4421" fmla="*/ 12185 w 2505809"/>
              <a:gd name="connsiteY0-4422" fmla="*/ 1045174 h 2525736"/>
              <a:gd name="connsiteX1-4423" fmla="*/ 19895 w 2505809"/>
              <a:gd name="connsiteY1-4424" fmla="*/ 1016996 h 2525736"/>
              <a:gd name="connsiteX2-4425" fmla="*/ 1242215 w 2505809"/>
              <a:gd name="connsiteY2-4426" fmla="*/ 6073 h 2525736"/>
              <a:gd name="connsiteX3-4427" fmla="*/ 1274549 w 2505809"/>
              <a:gd name="connsiteY3-4428" fmla="*/ 6109 h 2525736"/>
              <a:gd name="connsiteX4-4429" fmla="*/ 2496871 w 2505809"/>
              <a:gd name="connsiteY4-4430" fmla="*/ 1017031 h 2525736"/>
              <a:gd name="connsiteX5-4431" fmla="*/ 2504535 w 2505809"/>
              <a:gd name="connsiteY5-4432" fmla="*/ 1045181 h 2525736"/>
              <a:gd name="connsiteX6-4433" fmla="*/ 2480635 w 2505809"/>
              <a:gd name="connsiteY6-4434" fmla="*/ 1061981 h 2525736"/>
              <a:gd name="connsiteX7-4435" fmla="*/ 1930192 w 2505809"/>
              <a:gd name="connsiteY7-4436" fmla="*/ 1061981 h 2525736"/>
              <a:gd name="connsiteX8-4437" fmla="*/ 1904792 w 2505809"/>
              <a:gd name="connsiteY8-4438" fmla="*/ 1087380 h 2525736"/>
              <a:gd name="connsiteX9-4439" fmla="*/ 1904792 w 2505809"/>
              <a:gd name="connsiteY9-4440" fmla="*/ 2500383 h 2525736"/>
              <a:gd name="connsiteX10-4441" fmla="*/ 1879392 w 2505809"/>
              <a:gd name="connsiteY10-4442" fmla="*/ 2525734 h 2525736"/>
              <a:gd name="connsiteX11-4443" fmla="*/ 624632 w 2505809"/>
              <a:gd name="connsiteY11-4444" fmla="*/ 2525736 h 2525736"/>
              <a:gd name="connsiteX12-4445" fmla="*/ 611932 w 2505809"/>
              <a:gd name="connsiteY12-4446" fmla="*/ 2513036 h 2525736"/>
              <a:gd name="connsiteX13-4447" fmla="*/ 611932 w 2505809"/>
              <a:gd name="connsiteY13-4448" fmla="*/ 1074633 h 2525736"/>
              <a:gd name="connsiteX14-4449" fmla="*/ 599232 w 2505809"/>
              <a:gd name="connsiteY14-4450" fmla="*/ 1061983 h 2525736"/>
              <a:gd name="connsiteX15-4451" fmla="*/ 795 w 2505809"/>
              <a:gd name="connsiteY15-4452" fmla="*/ 1061983 h 2525736"/>
              <a:gd name="connsiteX16-4453" fmla="*/ 12185 w 2505809"/>
              <a:gd name="connsiteY16-4454" fmla="*/ 1045174 h 2525736"/>
              <a:gd name="connsiteX0-4455" fmla="*/ 12185 w 2505809"/>
              <a:gd name="connsiteY0-4456" fmla="*/ 1045174 h 2525736"/>
              <a:gd name="connsiteX1-4457" fmla="*/ 19895 w 2505809"/>
              <a:gd name="connsiteY1-4458" fmla="*/ 1016996 h 2525736"/>
              <a:gd name="connsiteX2-4459" fmla="*/ 1242215 w 2505809"/>
              <a:gd name="connsiteY2-4460" fmla="*/ 6073 h 2525736"/>
              <a:gd name="connsiteX3-4461" fmla="*/ 1274549 w 2505809"/>
              <a:gd name="connsiteY3-4462" fmla="*/ 6109 h 2525736"/>
              <a:gd name="connsiteX4-4463" fmla="*/ 2496871 w 2505809"/>
              <a:gd name="connsiteY4-4464" fmla="*/ 1017031 h 2525736"/>
              <a:gd name="connsiteX5-4465" fmla="*/ 2504535 w 2505809"/>
              <a:gd name="connsiteY5-4466" fmla="*/ 1045181 h 2525736"/>
              <a:gd name="connsiteX6-4467" fmla="*/ 2480635 w 2505809"/>
              <a:gd name="connsiteY6-4468" fmla="*/ 1061981 h 2525736"/>
              <a:gd name="connsiteX7-4469" fmla="*/ 1930192 w 2505809"/>
              <a:gd name="connsiteY7-4470" fmla="*/ 1061981 h 2525736"/>
              <a:gd name="connsiteX8-4471" fmla="*/ 1904792 w 2505809"/>
              <a:gd name="connsiteY8-4472" fmla="*/ 1087380 h 2525736"/>
              <a:gd name="connsiteX9-4473" fmla="*/ 1904792 w 2505809"/>
              <a:gd name="connsiteY9-4474" fmla="*/ 2500383 h 2525736"/>
              <a:gd name="connsiteX10-4475" fmla="*/ 1879392 w 2505809"/>
              <a:gd name="connsiteY10-4476" fmla="*/ 2525734 h 2525736"/>
              <a:gd name="connsiteX11-4477" fmla="*/ 624632 w 2505809"/>
              <a:gd name="connsiteY11-4478" fmla="*/ 2525736 h 2525736"/>
              <a:gd name="connsiteX12-4479" fmla="*/ 611932 w 2505809"/>
              <a:gd name="connsiteY12-4480" fmla="*/ 2513036 h 2525736"/>
              <a:gd name="connsiteX13-4481" fmla="*/ 611932 w 2505809"/>
              <a:gd name="connsiteY13-4482" fmla="*/ 1074633 h 2525736"/>
              <a:gd name="connsiteX14-4483" fmla="*/ 599232 w 2505809"/>
              <a:gd name="connsiteY14-4484" fmla="*/ 1061983 h 2525736"/>
              <a:gd name="connsiteX15-4485" fmla="*/ 795 w 2505809"/>
              <a:gd name="connsiteY15-4486" fmla="*/ 1061983 h 2525736"/>
              <a:gd name="connsiteX16-4487" fmla="*/ 12185 w 2505809"/>
              <a:gd name="connsiteY16-4488" fmla="*/ 1045174 h 2525736"/>
              <a:gd name="connsiteX0-4489" fmla="*/ 12185 w 2505809"/>
              <a:gd name="connsiteY0-4490" fmla="*/ 1045174 h 2525734"/>
              <a:gd name="connsiteX1-4491" fmla="*/ 19895 w 2505809"/>
              <a:gd name="connsiteY1-4492" fmla="*/ 1016996 h 2525734"/>
              <a:gd name="connsiteX2-4493" fmla="*/ 1242215 w 2505809"/>
              <a:gd name="connsiteY2-4494" fmla="*/ 6073 h 2525734"/>
              <a:gd name="connsiteX3-4495" fmla="*/ 1274549 w 2505809"/>
              <a:gd name="connsiteY3-4496" fmla="*/ 6109 h 2525734"/>
              <a:gd name="connsiteX4-4497" fmla="*/ 2496871 w 2505809"/>
              <a:gd name="connsiteY4-4498" fmla="*/ 1017031 h 2525734"/>
              <a:gd name="connsiteX5-4499" fmla="*/ 2504535 w 2505809"/>
              <a:gd name="connsiteY5-4500" fmla="*/ 1045181 h 2525734"/>
              <a:gd name="connsiteX6-4501" fmla="*/ 2480635 w 2505809"/>
              <a:gd name="connsiteY6-4502" fmla="*/ 1061981 h 2525734"/>
              <a:gd name="connsiteX7-4503" fmla="*/ 1930192 w 2505809"/>
              <a:gd name="connsiteY7-4504" fmla="*/ 1061981 h 2525734"/>
              <a:gd name="connsiteX8-4505" fmla="*/ 1904792 w 2505809"/>
              <a:gd name="connsiteY8-4506" fmla="*/ 1087380 h 2525734"/>
              <a:gd name="connsiteX9-4507" fmla="*/ 1904792 w 2505809"/>
              <a:gd name="connsiteY9-4508" fmla="*/ 2500383 h 2525734"/>
              <a:gd name="connsiteX10-4509" fmla="*/ 1879392 w 2505809"/>
              <a:gd name="connsiteY10-4510" fmla="*/ 2525734 h 2525734"/>
              <a:gd name="connsiteX11-4511" fmla="*/ 637332 w 2505809"/>
              <a:gd name="connsiteY11-4512" fmla="*/ 2525734 h 2525734"/>
              <a:gd name="connsiteX12-4513" fmla="*/ 611932 w 2505809"/>
              <a:gd name="connsiteY12-4514" fmla="*/ 2513036 h 2525734"/>
              <a:gd name="connsiteX13-4515" fmla="*/ 611932 w 2505809"/>
              <a:gd name="connsiteY13-4516" fmla="*/ 1074633 h 2525734"/>
              <a:gd name="connsiteX14-4517" fmla="*/ 599232 w 2505809"/>
              <a:gd name="connsiteY14-4518" fmla="*/ 1061983 h 2525734"/>
              <a:gd name="connsiteX15-4519" fmla="*/ 795 w 2505809"/>
              <a:gd name="connsiteY15-4520" fmla="*/ 1061983 h 2525734"/>
              <a:gd name="connsiteX16-4521" fmla="*/ 12185 w 2505809"/>
              <a:gd name="connsiteY16-4522" fmla="*/ 1045174 h 2525734"/>
              <a:gd name="connsiteX0-4523" fmla="*/ 12185 w 2505809"/>
              <a:gd name="connsiteY0-4524" fmla="*/ 1045174 h 2525734"/>
              <a:gd name="connsiteX1-4525" fmla="*/ 19895 w 2505809"/>
              <a:gd name="connsiteY1-4526" fmla="*/ 1016996 h 2525734"/>
              <a:gd name="connsiteX2-4527" fmla="*/ 1242215 w 2505809"/>
              <a:gd name="connsiteY2-4528" fmla="*/ 6073 h 2525734"/>
              <a:gd name="connsiteX3-4529" fmla="*/ 1274549 w 2505809"/>
              <a:gd name="connsiteY3-4530" fmla="*/ 6109 h 2525734"/>
              <a:gd name="connsiteX4-4531" fmla="*/ 2496871 w 2505809"/>
              <a:gd name="connsiteY4-4532" fmla="*/ 1017031 h 2525734"/>
              <a:gd name="connsiteX5-4533" fmla="*/ 2504535 w 2505809"/>
              <a:gd name="connsiteY5-4534" fmla="*/ 1045181 h 2525734"/>
              <a:gd name="connsiteX6-4535" fmla="*/ 2480635 w 2505809"/>
              <a:gd name="connsiteY6-4536" fmla="*/ 1061981 h 2525734"/>
              <a:gd name="connsiteX7-4537" fmla="*/ 1930192 w 2505809"/>
              <a:gd name="connsiteY7-4538" fmla="*/ 1061981 h 2525734"/>
              <a:gd name="connsiteX8-4539" fmla="*/ 1904792 w 2505809"/>
              <a:gd name="connsiteY8-4540" fmla="*/ 1087380 h 2525734"/>
              <a:gd name="connsiteX9-4541" fmla="*/ 1904792 w 2505809"/>
              <a:gd name="connsiteY9-4542" fmla="*/ 2500383 h 2525734"/>
              <a:gd name="connsiteX10-4543" fmla="*/ 1879392 w 2505809"/>
              <a:gd name="connsiteY10-4544" fmla="*/ 2525734 h 2525734"/>
              <a:gd name="connsiteX11-4545" fmla="*/ 637332 w 2505809"/>
              <a:gd name="connsiteY11-4546" fmla="*/ 2525734 h 2525734"/>
              <a:gd name="connsiteX12-4547" fmla="*/ 611932 w 2505809"/>
              <a:gd name="connsiteY12-4548" fmla="*/ 2513036 h 2525734"/>
              <a:gd name="connsiteX13-4549" fmla="*/ 611932 w 2505809"/>
              <a:gd name="connsiteY13-4550" fmla="*/ 1074633 h 2525734"/>
              <a:gd name="connsiteX14-4551" fmla="*/ 599232 w 2505809"/>
              <a:gd name="connsiteY14-4552" fmla="*/ 1061983 h 2525734"/>
              <a:gd name="connsiteX15-4553" fmla="*/ 795 w 2505809"/>
              <a:gd name="connsiteY15-4554" fmla="*/ 1061983 h 2525734"/>
              <a:gd name="connsiteX16-4555" fmla="*/ 12185 w 2505809"/>
              <a:gd name="connsiteY16-4556" fmla="*/ 1045174 h 2525734"/>
              <a:gd name="connsiteX0-4557" fmla="*/ 12185 w 2505809"/>
              <a:gd name="connsiteY0-4558" fmla="*/ 1045174 h 2525734"/>
              <a:gd name="connsiteX1-4559" fmla="*/ 19895 w 2505809"/>
              <a:gd name="connsiteY1-4560" fmla="*/ 1016996 h 2525734"/>
              <a:gd name="connsiteX2-4561" fmla="*/ 1242215 w 2505809"/>
              <a:gd name="connsiteY2-4562" fmla="*/ 6073 h 2525734"/>
              <a:gd name="connsiteX3-4563" fmla="*/ 1274549 w 2505809"/>
              <a:gd name="connsiteY3-4564" fmla="*/ 6109 h 2525734"/>
              <a:gd name="connsiteX4-4565" fmla="*/ 2496871 w 2505809"/>
              <a:gd name="connsiteY4-4566" fmla="*/ 1017031 h 2525734"/>
              <a:gd name="connsiteX5-4567" fmla="*/ 2504535 w 2505809"/>
              <a:gd name="connsiteY5-4568" fmla="*/ 1045181 h 2525734"/>
              <a:gd name="connsiteX6-4569" fmla="*/ 2480635 w 2505809"/>
              <a:gd name="connsiteY6-4570" fmla="*/ 1061981 h 2525734"/>
              <a:gd name="connsiteX7-4571" fmla="*/ 1930192 w 2505809"/>
              <a:gd name="connsiteY7-4572" fmla="*/ 1061981 h 2525734"/>
              <a:gd name="connsiteX8-4573" fmla="*/ 1904792 w 2505809"/>
              <a:gd name="connsiteY8-4574" fmla="*/ 1087380 h 2525734"/>
              <a:gd name="connsiteX9-4575" fmla="*/ 1904792 w 2505809"/>
              <a:gd name="connsiteY9-4576" fmla="*/ 2500383 h 2525734"/>
              <a:gd name="connsiteX10-4577" fmla="*/ 1879392 w 2505809"/>
              <a:gd name="connsiteY10-4578" fmla="*/ 2525734 h 2525734"/>
              <a:gd name="connsiteX11-4579" fmla="*/ 637332 w 2505809"/>
              <a:gd name="connsiteY11-4580" fmla="*/ 2525734 h 2525734"/>
              <a:gd name="connsiteX12-4581" fmla="*/ 611932 w 2505809"/>
              <a:gd name="connsiteY12-4582" fmla="*/ 2513036 h 2525734"/>
              <a:gd name="connsiteX13-4583" fmla="*/ 611932 w 2505809"/>
              <a:gd name="connsiteY13-4584" fmla="*/ 1074633 h 2525734"/>
              <a:gd name="connsiteX14-4585" fmla="*/ 599232 w 2505809"/>
              <a:gd name="connsiteY14-4586" fmla="*/ 1061983 h 2525734"/>
              <a:gd name="connsiteX15-4587" fmla="*/ 795 w 2505809"/>
              <a:gd name="connsiteY15-4588" fmla="*/ 1061983 h 2525734"/>
              <a:gd name="connsiteX16-4589" fmla="*/ 12185 w 2505809"/>
              <a:gd name="connsiteY16-4590" fmla="*/ 1045174 h 2525734"/>
              <a:gd name="connsiteX0-4591" fmla="*/ 12185 w 2505809"/>
              <a:gd name="connsiteY0-4592" fmla="*/ 1045174 h 2525734"/>
              <a:gd name="connsiteX1-4593" fmla="*/ 19895 w 2505809"/>
              <a:gd name="connsiteY1-4594" fmla="*/ 1016996 h 2525734"/>
              <a:gd name="connsiteX2-4595" fmla="*/ 1242215 w 2505809"/>
              <a:gd name="connsiteY2-4596" fmla="*/ 6073 h 2525734"/>
              <a:gd name="connsiteX3-4597" fmla="*/ 1274549 w 2505809"/>
              <a:gd name="connsiteY3-4598" fmla="*/ 6109 h 2525734"/>
              <a:gd name="connsiteX4-4599" fmla="*/ 2496871 w 2505809"/>
              <a:gd name="connsiteY4-4600" fmla="*/ 1017031 h 2525734"/>
              <a:gd name="connsiteX5-4601" fmla="*/ 2504535 w 2505809"/>
              <a:gd name="connsiteY5-4602" fmla="*/ 1045181 h 2525734"/>
              <a:gd name="connsiteX6-4603" fmla="*/ 2480635 w 2505809"/>
              <a:gd name="connsiteY6-4604" fmla="*/ 1061981 h 2525734"/>
              <a:gd name="connsiteX7-4605" fmla="*/ 1930192 w 2505809"/>
              <a:gd name="connsiteY7-4606" fmla="*/ 1061981 h 2525734"/>
              <a:gd name="connsiteX8-4607" fmla="*/ 1904792 w 2505809"/>
              <a:gd name="connsiteY8-4608" fmla="*/ 1087380 h 2525734"/>
              <a:gd name="connsiteX9-4609" fmla="*/ 1904792 w 2505809"/>
              <a:gd name="connsiteY9-4610" fmla="*/ 2500383 h 2525734"/>
              <a:gd name="connsiteX10-4611" fmla="*/ 1879392 w 2505809"/>
              <a:gd name="connsiteY10-4612" fmla="*/ 2525734 h 2525734"/>
              <a:gd name="connsiteX11-4613" fmla="*/ 637332 w 2505809"/>
              <a:gd name="connsiteY11-4614" fmla="*/ 2525734 h 2525734"/>
              <a:gd name="connsiteX12-4615" fmla="*/ 611932 w 2505809"/>
              <a:gd name="connsiteY12-4616" fmla="*/ 2500334 h 2525734"/>
              <a:gd name="connsiteX13-4617" fmla="*/ 611932 w 2505809"/>
              <a:gd name="connsiteY13-4618" fmla="*/ 1074633 h 2525734"/>
              <a:gd name="connsiteX14-4619" fmla="*/ 599232 w 2505809"/>
              <a:gd name="connsiteY14-4620" fmla="*/ 1061983 h 2525734"/>
              <a:gd name="connsiteX15-4621" fmla="*/ 795 w 2505809"/>
              <a:gd name="connsiteY15-4622" fmla="*/ 1061983 h 2525734"/>
              <a:gd name="connsiteX16-4623" fmla="*/ 12185 w 2505809"/>
              <a:gd name="connsiteY16-4624" fmla="*/ 1045174 h 2525734"/>
              <a:gd name="connsiteX0-4625" fmla="*/ 12185 w 2505809"/>
              <a:gd name="connsiteY0-4626" fmla="*/ 1045174 h 2525734"/>
              <a:gd name="connsiteX1-4627" fmla="*/ 19895 w 2505809"/>
              <a:gd name="connsiteY1-4628" fmla="*/ 1016996 h 2525734"/>
              <a:gd name="connsiteX2-4629" fmla="*/ 1242215 w 2505809"/>
              <a:gd name="connsiteY2-4630" fmla="*/ 6073 h 2525734"/>
              <a:gd name="connsiteX3-4631" fmla="*/ 1274549 w 2505809"/>
              <a:gd name="connsiteY3-4632" fmla="*/ 6109 h 2525734"/>
              <a:gd name="connsiteX4-4633" fmla="*/ 2496871 w 2505809"/>
              <a:gd name="connsiteY4-4634" fmla="*/ 1017031 h 2525734"/>
              <a:gd name="connsiteX5-4635" fmla="*/ 2504535 w 2505809"/>
              <a:gd name="connsiteY5-4636" fmla="*/ 1045181 h 2525734"/>
              <a:gd name="connsiteX6-4637" fmla="*/ 2480635 w 2505809"/>
              <a:gd name="connsiteY6-4638" fmla="*/ 1061981 h 2525734"/>
              <a:gd name="connsiteX7-4639" fmla="*/ 1930192 w 2505809"/>
              <a:gd name="connsiteY7-4640" fmla="*/ 1061981 h 2525734"/>
              <a:gd name="connsiteX8-4641" fmla="*/ 1904792 w 2505809"/>
              <a:gd name="connsiteY8-4642" fmla="*/ 1087380 h 2525734"/>
              <a:gd name="connsiteX9-4643" fmla="*/ 1904792 w 2505809"/>
              <a:gd name="connsiteY9-4644" fmla="*/ 2500383 h 2525734"/>
              <a:gd name="connsiteX10-4645" fmla="*/ 1879392 w 2505809"/>
              <a:gd name="connsiteY10-4646" fmla="*/ 2525734 h 2525734"/>
              <a:gd name="connsiteX11-4647" fmla="*/ 637332 w 2505809"/>
              <a:gd name="connsiteY11-4648" fmla="*/ 2525734 h 2525734"/>
              <a:gd name="connsiteX12-4649" fmla="*/ 611932 w 2505809"/>
              <a:gd name="connsiteY12-4650" fmla="*/ 2500334 h 2525734"/>
              <a:gd name="connsiteX13-4651" fmla="*/ 611932 w 2505809"/>
              <a:gd name="connsiteY13-4652" fmla="*/ 1074633 h 2525734"/>
              <a:gd name="connsiteX14-4653" fmla="*/ 599232 w 2505809"/>
              <a:gd name="connsiteY14-4654" fmla="*/ 1061983 h 2525734"/>
              <a:gd name="connsiteX15-4655" fmla="*/ 795 w 2505809"/>
              <a:gd name="connsiteY15-4656" fmla="*/ 1061983 h 2525734"/>
              <a:gd name="connsiteX16-4657" fmla="*/ 12185 w 2505809"/>
              <a:gd name="connsiteY16-4658" fmla="*/ 1045174 h 2525734"/>
              <a:gd name="connsiteX0-4659" fmla="*/ 12185 w 2505809"/>
              <a:gd name="connsiteY0-4660" fmla="*/ 1045174 h 2525734"/>
              <a:gd name="connsiteX1-4661" fmla="*/ 19895 w 2505809"/>
              <a:gd name="connsiteY1-4662" fmla="*/ 1016996 h 2525734"/>
              <a:gd name="connsiteX2-4663" fmla="*/ 1242215 w 2505809"/>
              <a:gd name="connsiteY2-4664" fmla="*/ 6073 h 2525734"/>
              <a:gd name="connsiteX3-4665" fmla="*/ 1274549 w 2505809"/>
              <a:gd name="connsiteY3-4666" fmla="*/ 6109 h 2525734"/>
              <a:gd name="connsiteX4-4667" fmla="*/ 2496871 w 2505809"/>
              <a:gd name="connsiteY4-4668" fmla="*/ 1017031 h 2525734"/>
              <a:gd name="connsiteX5-4669" fmla="*/ 2504535 w 2505809"/>
              <a:gd name="connsiteY5-4670" fmla="*/ 1045181 h 2525734"/>
              <a:gd name="connsiteX6-4671" fmla="*/ 2480635 w 2505809"/>
              <a:gd name="connsiteY6-4672" fmla="*/ 1061981 h 2525734"/>
              <a:gd name="connsiteX7-4673" fmla="*/ 1930192 w 2505809"/>
              <a:gd name="connsiteY7-4674" fmla="*/ 1061981 h 2525734"/>
              <a:gd name="connsiteX8-4675" fmla="*/ 1904792 w 2505809"/>
              <a:gd name="connsiteY8-4676" fmla="*/ 1087380 h 2525734"/>
              <a:gd name="connsiteX9-4677" fmla="*/ 1904792 w 2505809"/>
              <a:gd name="connsiteY9-4678" fmla="*/ 2500383 h 2525734"/>
              <a:gd name="connsiteX10-4679" fmla="*/ 1879392 w 2505809"/>
              <a:gd name="connsiteY10-4680" fmla="*/ 2525734 h 2525734"/>
              <a:gd name="connsiteX11-4681" fmla="*/ 637332 w 2505809"/>
              <a:gd name="connsiteY11-4682" fmla="*/ 2525734 h 2525734"/>
              <a:gd name="connsiteX12-4683" fmla="*/ 611932 w 2505809"/>
              <a:gd name="connsiteY12-4684" fmla="*/ 2500334 h 2525734"/>
              <a:gd name="connsiteX13-4685" fmla="*/ 611932 w 2505809"/>
              <a:gd name="connsiteY13-4686" fmla="*/ 1074633 h 2525734"/>
              <a:gd name="connsiteX14-4687" fmla="*/ 599232 w 2505809"/>
              <a:gd name="connsiteY14-4688" fmla="*/ 1061983 h 2525734"/>
              <a:gd name="connsiteX15-4689" fmla="*/ 795 w 2505809"/>
              <a:gd name="connsiteY15-4690" fmla="*/ 1061983 h 2525734"/>
              <a:gd name="connsiteX16-4691" fmla="*/ 12185 w 2505809"/>
              <a:gd name="connsiteY16-4692" fmla="*/ 1045174 h 2525734"/>
              <a:gd name="connsiteX0-4693" fmla="*/ 12185 w 2505809"/>
              <a:gd name="connsiteY0-4694" fmla="*/ 1045174 h 2525734"/>
              <a:gd name="connsiteX1-4695" fmla="*/ 19895 w 2505809"/>
              <a:gd name="connsiteY1-4696" fmla="*/ 1016996 h 2525734"/>
              <a:gd name="connsiteX2-4697" fmla="*/ 1242215 w 2505809"/>
              <a:gd name="connsiteY2-4698" fmla="*/ 6073 h 2525734"/>
              <a:gd name="connsiteX3-4699" fmla="*/ 1274549 w 2505809"/>
              <a:gd name="connsiteY3-4700" fmla="*/ 6109 h 2525734"/>
              <a:gd name="connsiteX4-4701" fmla="*/ 2496871 w 2505809"/>
              <a:gd name="connsiteY4-4702" fmla="*/ 1017031 h 2525734"/>
              <a:gd name="connsiteX5-4703" fmla="*/ 2504535 w 2505809"/>
              <a:gd name="connsiteY5-4704" fmla="*/ 1045181 h 2525734"/>
              <a:gd name="connsiteX6-4705" fmla="*/ 2480635 w 2505809"/>
              <a:gd name="connsiteY6-4706" fmla="*/ 1061981 h 2525734"/>
              <a:gd name="connsiteX7-4707" fmla="*/ 1930192 w 2505809"/>
              <a:gd name="connsiteY7-4708" fmla="*/ 1061981 h 2525734"/>
              <a:gd name="connsiteX8-4709" fmla="*/ 1904792 w 2505809"/>
              <a:gd name="connsiteY8-4710" fmla="*/ 1087380 h 2525734"/>
              <a:gd name="connsiteX9-4711" fmla="*/ 1904792 w 2505809"/>
              <a:gd name="connsiteY9-4712" fmla="*/ 2500383 h 2525734"/>
              <a:gd name="connsiteX10-4713" fmla="*/ 1879392 w 2505809"/>
              <a:gd name="connsiteY10-4714" fmla="*/ 2525734 h 2525734"/>
              <a:gd name="connsiteX11-4715" fmla="*/ 637332 w 2505809"/>
              <a:gd name="connsiteY11-4716" fmla="*/ 2525734 h 2525734"/>
              <a:gd name="connsiteX12-4717" fmla="*/ 611932 w 2505809"/>
              <a:gd name="connsiteY12-4718" fmla="*/ 2500334 h 2525734"/>
              <a:gd name="connsiteX13-4719" fmla="*/ 611932 w 2505809"/>
              <a:gd name="connsiteY13-4720" fmla="*/ 1087331 h 2525734"/>
              <a:gd name="connsiteX14-4721" fmla="*/ 599232 w 2505809"/>
              <a:gd name="connsiteY14-4722" fmla="*/ 1061983 h 2525734"/>
              <a:gd name="connsiteX15-4723" fmla="*/ 795 w 2505809"/>
              <a:gd name="connsiteY15-4724" fmla="*/ 1061983 h 2525734"/>
              <a:gd name="connsiteX16-4725" fmla="*/ 12185 w 2505809"/>
              <a:gd name="connsiteY16-4726" fmla="*/ 1045174 h 2525734"/>
              <a:gd name="connsiteX0-4727" fmla="*/ 12185 w 2505809"/>
              <a:gd name="connsiteY0-4728" fmla="*/ 1045174 h 2525734"/>
              <a:gd name="connsiteX1-4729" fmla="*/ 19895 w 2505809"/>
              <a:gd name="connsiteY1-4730" fmla="*/ 1016996 h 2525734"/>
              <a:gd name="connsiteX2-4731" fmla="*/ 1242215 w 2505809"/>
              <a:gd name="connsiteY2-4732" fmla="*/ 6073 h 2525734"/>
              <a:gd name="connsiteX3-4733" fmla="*/ 1274549 w 2505809"/>
              <a:gd name="connsiteY3-4734" fmla="*/ 6109 h 2525734"/>
              <a:gd name="connsiteX4-4735" fmla="*/ 2496871 w 2505809"/>
              <a:gd name="connsiteY4-4736" fmla="*/ 1017031 h 2525734"/>
              <a:gd name="connsiteX5-4737" fmla="*/ 2504535 w 2505809"/>
              <a:gd name="connsiteY5-4738" fmla="*/ 1045181 h 2525734"/>
              <a:gd name="connsiteX6-4739" fmla="*/ 2480635 w 2505809"/>
              <a:gd name="connsiteY6-4740" fmla="*/ 1061981 h 2525734"/>
              <a:gd name="connsiteX7-4741" fmla="*/ 1930192 w 2505809"/>
              <a:gd name="connsiteY7-4742" fmla="*/ 1061981 h 2525734"/>
              <a:gd name="connsiteX8-4743" fmla="*/ 1904792 w 2505809"/>
              <a:gd name="connsiteY8-4744" fmla="*/ 1087380 h 2525734"/>
              <a:gd name="connsiteX9-4745" fmla="*/ 1904792 w 2505809"/>
              <a:gd name="connsiteY9-4746" fmla="*/ 2500383 h 2525734"/>
              <a:gd name="connsiteX10-4747" fmla="*/ 1879392 w 2505809"/>
              <a:gd name="connsiteY10-4748" fmla="*/ 2525734 h 2525734"/>
              <a:gd name="connsiteX11-4749" fmla="*/ 637332 w 2505809"/>
              <a:gd name="connsiteY11-4750" fmla="*/ 2525734 h 2525734"/>
              <a:gd name="connsiteX12-4751" fmla="*/ 611932 w 2505809"/>
              <a:gd name="connsiteY12-4752" fmla="*/ 2500334 h 2525734"/>
              <a:gd name="connsiteX13-4753" fmla="*/ 611932 w 2505809"/>
              <a:gd name="connsiteY13-4754" fmla="*/ 1087331 h 2525734"/>
              <a:gd name="connsiteX14-4755" fmla="*/ 599232 w 2505809"/>
              <a:gd name="connsiteY14-4756" fmla="*/ 1061983 h 2525734"/>
              <a:gd name="connsiteX15-4757" fmla="*/ 795 w 2505809"/>
              <a:gd name="connsiteY15-4758" fmla="*/ 1061983 h 2525734"/>
              <a:gd name="connsiteX16-4759" fmla="*/ 12185 w 2505809"/>
              <a:gd name="connsiteY16-4760" fmla="*/ 1045174 h 2525734"/>
              <a:gd name="connsiteX0-4761" fmla="*/ 12185 w 2505809"/>
              <a:gd name="connsiteY0-4762" fmla="*/ 1045174 h 2525734"/>
              <a:gd name="connsiteX1-4763" fmla="*/ 19895 w 2505809"/>
              <a:gd name="connsiteY1-4764" fmla="*/ 1016996 h 2525734"/>
              <a:gd name="connsiteX2-4765" fmla="*/ 1242215 w 2505809"/>
              <a:gd name="connsiteY2-4766" fmla="*/ 6073 h 2525734"/>
              <a:gd name="connsiteX3-4767" fmla="*/ 1274549 w 2505809"/>
              <a:gd name="connsiteY3-4768" fmla="*/ 6109 h 2525734"/>
              <a:gd name="connsiteX4-4769" fmla="*/ 2496871 w 2505809"/>
              <a:gd name="connsiteY4-4770" fmla="*/ 1017031 h 2525734"/>
              <a:gd name="connsiteX5-4771" fmla="*/ 2504535 w 2505809"/>
              <a:gd name="connsiteY5-4772" fmla="*/ 1045181 h 2525734"/>
              <a:gd name="connsiteX6-4773" fmla="*/ 2480635 w 2505809"/>
              <a:gd name="connsiteY6-4774" fmla="*/ 1061981 h 2525734"/>
              <a:gd name="connsiteX7-4775" fmla="*/ 1930192 w 2505809"/>
              <a:gd name="connsiteY7-4776" fmla="*/ 1061981 h 2525734"/>
              <a:gd name="connsiteX8-4777" fmla="*/ 1904792 w 2505809"/>
              <a:gd name="connsiteY8-4778" fmla="*/ 1087380 h 2525734"/>
              <a:gd name="connsiteX9-4779" fmla="*/ 1904792 w 2505809"/>
              <a:gd name="connsiteY9-4780" fmla="*/ 2500383 h 2525734"/>
              <a:gd name="connsiteX10-4781" fmla="*/ 1879392 w 2505809"/>
              <a:gd name="connsiteY10-4782" fmla="*/ 2525734 h 2525734"/>
              <a:gd name="connsiteX11-4783" fmla="*/ 637332 w 2505809"/>
              <a:gd name="connsiteY11-4784" fmla="*/ 2525734 h 2525734"/>
              <a:gd name="connsiteX12-4785" fmla="*/ 611932 w 2505809"/>
              <a:gd name="connsiteY12-4786" fmla="*/ 2500334 h 2525734"/>
              <a:gd name="connsiteX13-4787" fmla="*/ 611932 w 2505809"/>
              <a:gd name="connsiteY13-4788" fmla="*/ 1087331 h 2525734"/>
              <a:gd name="connsiteX14-4789" fmla="*/ 599232 w 2505809"/>
              <a:gd name="connsiteY14-4790" fmla="*/ 1061983 h 2525734"/>
              <a:gd name="connsiteX15-4791" fmla="*/ 795 w 2505809"/>
              <a:gd name="connsiteY15-4792" fmla="*/ 1061983 h 2525734"/>
              <a:gd name="connsiteX16-4793" fmla="*/ 12185 w 2505809"/>
              <a:gd name="connsiteY16-4794" fmla="*/ 1045174 h 2525734"/>
              <a:gd name="connsiteX0-4795" fmla="*/ 12185 w 2505809"/>
              <a:gd name="connsiteY0-4796" fmla="*/ 1045174 h 2525734"/>
              <a:gd name="connsiteX1-4797" fmla="*/ 19895 w 2505809"/>
              <a:gd name="connsiteY1-4798" fmla="*/ 1016996 h 2525734"/>
              <a:gd name="connsiteX2-4799" fmla="*/ 1242215 w 2505809"/>
              <a:gd name="connsiteY2-4800" fmla="*/ 6073 h 2525734"/>
              <a:gd name="connsiteX3-4801" fmla="*/ 1274549 w 2505809"/>
              <a:gd name="connsiteY3-4802" fmla="*/ 6109 h 2525734"/>
              <a:gd name="connsiteX4-4803" fmla="*/ 2496871 w 2505809"/>
              <a:gd name="connsiteY4-4804" fmla="*/ 1017031 h 2525734"/>
              <a:gd name="connsiteX5-4805" fmla="*/ 2504535 w 2505809"/>
              <a:gd name="connsiteY5-4806" fmla="*/ 1045181 h 2525734"/>
              <a:gd name="connsiteX6-4807" fmla="*/ 2480635 w 2505809"/>
              <a:gd name="connsiteY6-4808" fmla="*/ 1061981 h 2525734"/>
              <a:gd name="connsiteX7-4809" fmla="*/ 1930192 w 2505809"/>
              <a:gd name="connsiteY7-4810" fmla="*/ 1061981 h 2525734"/>
              <a:gd name="connsiteX8-4811" fmla="*/ 1904792 w 2505809"/>
              <a:gd name="connsiteY8-4812" fmla="*/ 1087380 h 2525734"/>
              <a:gd name="connsiteX9-4813" fmla="*/ 1904792 w 2505809"/>
              <a:gd name="connsiteY9-4814" fmla="*/ 2500383 h 2525734"/>
              <a:gd name="connsiteX10-4815" fmla="*/ 1879392 w 2505809"/>
              <a:gd name="connsiteY10-4816" fmla="*/ 2525734 h 2525734"/>
              <a:gd name="connsiteX11-4817" fmla="*/ 637332 w 2505809"/>
              <a:gd name="connsiteY11-4818" fmla="*/ 2525734 h 2525734"/>
              <a:gd name="connsiteX12-4819" fmla="*/ 611932 w 2505809"/>
              <a:gd name="connsiteY12-4820" fmla="*/ 2500334 h 2525734"/>
              <a:gd name="connsiteX13-4821" fmla="*/ 611932 w 2505809"/>
              <a:gd name="connsiteY13-4822" fmla="*/ 1087331 h 2525734"/>
              <a:gd name="connsiteX14-4823" fmla="*/ 586533 w 2505809"/>
              <a:gd name="connsiteY14-4824" fmla="*/ 1061981 h 2525734"/>
              <a:gd name="connsiteX15-4825" fmla="*/ 795 w 2505809"/>
              <a:gd name="connsiteY15-4826" fmla="*/ 1061983 h 2525734"/>
              <a:gd name="connsiteX16-4827" fmla="*/ 12185 w 2505809"/>
              <a:gd name="connsiteY16-4828" fmla="*/ 1045174 h 2525734"/>
              <a:gd name="connsiteX0-4829" fmla="*/ 12185 w 2505809"/>
              <a:gd name="connsiteY0-4830" fmla="*/ 1045174 h 2525734"/>
              <a:gd name="connsiteX1-4831" fmla="*/ 19895 w 2505809"/>
              <a:gd name="connsiteY1-4832" fmla="*/ 1016996 h 2525734"/>
              <a:gd name="connsiteX2-4833" fmla="*/ 1242215 w 2505809"/>
              <a:gd name="connsiteY2-4834" fmla="*/ 6073 h 2525734"/>
              <a:gd name="connsiteX3-4835" fmla="*/ 1274549 w 2505809"/>
              <a:gd name="connsiteY3-4836" fmla="*/ 6109 h 2525734"/>
              <a:gd name="connsiteX4-4837" fmla="*/ 2496871 w 2505809"/>
              <a:gd name="connsiteY4-4838" fmla="*/ 1017031 h 2525734"/>
              <a:gd name="connsiteX5-4839" fmla="*/ 2504535 w 2505809"/>
              <a:gd name="connsiteY5-4840" fmla="*/ 1045181 h 2525734"/>
              <a:gd name="connsiteX6-4841" fmla="*/ 2480635 w 2505809"/>
              <a:gd name="connsiteY6-4842" fmla="*/ 1061981 h 2525734"/>
              <a:gd name="connsiteX7-4843" fmla="*/ 1930192 w 2505809"/>
              <a:gd name="connsiteY7-4844" fmla="*/ 1061981 h 2525734"/>
              <a:gd name="connsiteX8-4845" fmla="*/ 1904792 w 2505809"/>
              <a:gd name="connsiteY8-4846" fmla="*/ 1087380 h 2525734"/>
              <a:gd name="connsiteX9-4847" fmla="*/ 1904792 w 2505809"/>
              <a:gd name="connsiteY9-4848" fmla="*/ 2500383 h 2525734"/>
              <a:gd name="connsiteX10-4849" fmla="*/ 1879392 w 2505809"/>
              <a:gd name="connsiteY10-4850" fmla="*/ 2525734 h 2525734"/>
              <a:gd name="connsiteX11-4851" fmla="*/ 637332 w 2505809"/>
              <a:gd name="connsiteY11-4852" fmla="*/ 2525734 h 2525734"/>
              <a:gd name="connsiteX12-4853" fmla="*/ 611932 w 2505809"/>
              <a:gd name="connsiteY12-4854" fmla="*/ 2500334 h 2525734"/>
              <a:gd name="connsiteX13-4855" fmla="*/ 611932 w 2505809"/>
              <a:gd name="connsiteY13-4856" fmla="*/ 1087331 h 2525734"/>
              <a:gd name="connsiteX14-4857" fmla="*/ 586533 w 2505809"/>
              <a:gd name="connsiteY14-4858" fmla="*/ 1061981 h 2525734"/>
              <a:gd name="connsiteX15-4859" fmla="*/ 795 w 2505809"/>
              <a:gd name="connsiteY15-4860" fmla="*/ 1061983 h 2525734"/>
              <a:gd name="connsiteX16-4861" fmla="*/ 12185 w 2505809"/>
              <a:gd name="connsiteY16-4862" fmla="*/ 1045174 h 2525734"/>
              <a:gd name="connsiteX0-4863" fmla="*/ 12185 w 2505809"/>
              <a:gd name="connsiteY0-4864" fmla="*/ 1045174 h 2525734"/>
              <a:gd name="connsiteX1-4865" fmla="*/ 19895 w 2505809"/>
              <a:gd name="connsiteY1-4866" fmla="*/ 1016996 h 2525734"/>
              <a:gd name="connsiteX2-4867" fmla="*/ 1242215 w 2505809"/>
              <a:gd name="connsiteY2-4868" fmla="*/ 6073 h 2525734"/>
              <a:gd name="connsiteX3-4869" fmla="*/ 1274549 w 2505809"/>
              <a:gd name="connsiteY3-4870" fmla="*/ 6109 h 2525734"/>
              <a:gd name="connsiteX4-4871" fmla="*/ 2496871 w 2505809"/>
              <a:gd name="connsiteY4-4872" fmla="*/ 1017031 h 2525734"/>
              <a:gd name="connsiteX5-4873" fmla="*/ 2504535 w 2505809"/>
              <a:gd name="connsiteY5-4874" fmla="*/ 1045181 h 2525734"/>
              <a:gd name="connsiteX6-4875" fmla="*/ 2480635 w 2505809"/>
              <a:gd name="connsiteY6-4876" fmla="*/ 1061981 h 2525734"/>
              <a:gd name="connsiteX7-4877" fmla="*/ 1930192 w 2505809"/>
              <a:gd name="connsiteY7-4878" fmla="*/ 1061981 h 2525734"/>
              <a:gd name="connsiteX8-4879" fmla="*/ 1904792 w 2505809"/>
              <a:gd name="connsiteY8-4880" fmla="*/ 1087380 h 2525734"/>
              <a:gd name="connsiteX9-4881" fmla="*/ 1904792 w 2505809"/>
              <a:gd name="connsiteY9-4882" fmla="*/ 2500383 h 2525734"/>
              <a:gd name="connsiteX10-4883" fmla="*/ 1879392 w 2505809"/>
              <a:gd name="connsiteY10-4884" fmla="*/ 2525734 h 2525734"/>
              <a:gd name="connsiteX11-4885" fmla="*/ 637332 w 2505809"/>
              <a:gd name="connsiteY11-4886" fmla="*/ 2525734 h 2525734"/>
              <a:gd name="connsiteX12-4887" fmla="*/ 611932 w 2505809"/>
              <a:gd name="connsiteY12-4888" fmla="*/ 2500334 h 2525734"/>
              <a:gd name="connsiteX13-4889" fmla="*/ 611932 w 2505809"/>
              <a:gd name="connsiteY13-4890" fmla="*/ 1087331 h 2525734"/>
              <a:gd name="connsiteX14-4891" fmla="*/ 586533 w 2505809"/>
              <a:gd name="connsiteY14-4892" fmla="*/ 1061981 h 2525734"/>
              <a:gd name="connsiteX15-4893" fmla="*/ 795 w 2505809"/>
              <a:gd name="connsiteY15-4894" fmla="*/ 1061983 h 2525734"/>
              <a:gd name="connsiteX16-4895" fmla="*/ 12185 w 2505809"/>
              <a:gd name="connsiteY16-4896" fmla="*/ 1045174 h 2525734"/>
              <a:gd name="connsiteX0-4897" fmla="*/ 1927 w 2495551"/>
              <a:gd name="connsiteY0-4898" fmla="*/ 1045174 h 2525734"/>
              <a:gd name="connsiteX1-4899" fmla="*/ 9637 w 2495551"/>
              <a:gd name="connsiteY1-4900" fmla="*/ 1016996 h 2525734"/>
              <a:gd name="connsiteX2-4901" fmla="*/ 1231957 w 2495551"/>
              <a:gd name="connsiteY2-4902" fmla="*/ 6073 h 2525734"/>
              <a:gd name="connsiteX3-4903" fmla="*/ 1264291 w 2495551"/>
              <a:gd name="connsiteY3-4904" fmla="*/ 6109 h 2525734"/>
              <a:gd name="connsiteX4-4905" fmla="*/ 2486613 w 2495551"/>
              <a:gd name="connsiteY4-4906" fmla="*/ 1017031 h 2525734"/>
              <a:gd name="connsiteX5-4907" fmla="*/ 2494277 w 2495551"/>
              <a:gd name="connsiteY5-4908" fmla="*/ 1045181 h 2525734"/>
              <a:gd name="connsiteX6-4909" fmla="*/ 2470377 w 2495551"/>
              <a:gd name="connsiteY6-4910" fmla="*/ 1061981 h 2525734"/>
              <a:gd name="connsiteX7-4911" fmla="*/ 1919934 w 2495551"/>
              <a:gd name="connsiteY7-4912" fmla="*/ 1061981 h 2525734"/>
              <a:gd name="connsiteX8-4913" fmla="*/ 1894534 w 2495551"/>
              <a:gd name="connsiteY8-4914" fmla="*/ 1087380 h 2525734"/>
              <a:gd name="connsiteX9-4915" fmla="*/ 1894534 w 2495551"/>
              <a:gd name="connsiteY9-4916" fmla="*/ 2500383 h 2525734"/>
              <a:gd name="connsiteX10-4917" fmla="*/ 1869134 w 2495551"/>
              <a:gd name="connsiteY10-4918" fmla="*/ 2525734 h 2525734"/>
              <a:gd name="connsiteX11-4919" fmla="*/ 627074 w 2495551"/>
              <a:gd name="connsiteY11-4920" fmla="*/ 2525734 h 2525734"/>
              <a:gd name="connsiteX12-4921" fmla="*/ 601674 w 2495551"/>
              <a:gd name="connsiteY12-4922" fmla="*/ 2500334 h 2525734"/>
              <a:gd name="connsiteX13-4923" fmla="*/ 601674 w 2495551"/>
              <a:gd name="connsiteY13-4924" fmla="*/ 1087331 h 2525734"/>
              <a:gd name="connsiteX14-4925" fmla="*/ 576275 w 2495551"/>
              <a:gd name="connsiteY14-4926" fmla="*/ 1061981 h 2525734"/>
              <a:gd name="connsiteX15-4927" fmla="*/ 25831 w 2495551"/>
              <a:gd name="connsiteY15-4928" fmla="*/ 1061981 h 2525734"/>
              <a:gd name="connsiteX16-4929" fmla="*/ 1927 w 2495551"/>
              <a:gd name="connsiteY16-4930" fmla="*/ 1045174 h 2525734"/>
              <a:gd name="connsiteX0-4931" fmla="*/ 1269 w 2494893"/>
              <a:gd name="connsiteY0-4932" fmla="*/ 1045174 h 2525734"/>
              <a:gd name="connsiteX1-4933" fmla="*/ 8979 w 2494893"/>
              <a:gd name="connsiteY1-4934" fmla="*/ 1016996 h 2525734"/>
              <a:gd name="connsiteX2-4935" fmla="*/ 1231299 w 2494893"/>
              <a:gd name="connsiteY2-4936" fmla="*/ 6073 h 2525734"/>
              <a:gd name="connsiteX3-4937" fmla="*/ 1263633 w 2494893"/>
              <a:gd name="connsiteY3-4938" fmla="*/ 6109 h 2525734"/>
              <a:gd name="connsiteX4-4939" fmla="*/ 2485955 w 2494893"/>
              <a:gd name="connsiteY4-4940" fmla="*/ 1017031 h 2525734"/>
              <a:gd name="connsiteX5-4941" fmla="*/ 2493619 w 2494893"/>
              <a:gd name="connsiteY5-4942" fmla="*/ 1045181 h 2525734"/>
              <a:gd name="connsiteX6-4943" fmla="*/ 2469719 w 2494893"/>
              <a:gd name="connsiteY6-4944" fmla="*/ 1061981 h 2525734"/>
              <a:gd name="connsiteX7-4945" fmla="*/ 1919276 w 2494893"/>
              <a:gd name="connsiteY7-4946" fmla="*/ 1061981 h 2525734"/>
              <a:gd name="connsiteX8-4947" fmla="*/ 1893876 w 2494893"/>
              <a:gd name="connsiteY8-4948" fmla="*/ 1087380 h 2525734"/>
              <a:gd name="connsiteX9-4949" fmla="*/ 1893876 w 2494893"/>
              <a:gd name="connsiteY9-4950" fmla="*/ 2500383 h 2525734"/>
              <a:gd name="connsiteX10-4951" fmla="*/ 1868476 w 2494893"/>
              <a:gd name="connsiteY10-4952" fmla="*/ 2525734 h 2525734"/>
              <a:gd name="connsiteX11-4953" fmla="*/ 626416 w 2494893"/>
              <a:gd name="connsiteY11-4954" fmla="*/ 2525734 h 2525734"/>
              <a:gd name="connsiteX12-4955" fmla="*/ 601016 w 2494893"/>
              <a:gd name="connsiteY12-4956" fmla="*/ 2500334 h 2525734"/>
              <a:gd name="connsiteX13-4957" fmla="*/ 601016 w 2494893"/>
              <a:gd name="connsiteY13-4958" fmla="*/ 1087331 h 2525734"/>
              <a:gd name="connsiteX14-4959" fmla="*/ 575617 w 2494893"/>
              <a:gd name="connsiteY14-4960" fmla="*/ 1061981 h 2525734"/>
              <a:gd name="connsiteX15-4961" fmla="*/ 25173 w 2494893"/>
              <a:gd name="connsiteY15-4962" fmla="*/ 1061981 h 2525734"/>
              <a:gd name="connsiteX16-4963" fmla="*/ 1269 w 2494893"/>
              <a:gd name="connsiteY16-4964" fmla="*/ 1045174 h 2525734"/>
              <a:gd name="connsiteX0-4965" fmla="*/ 1269 w 2494893"/>
              <a:gd name="connsiteY0-4966" fmla="*/ 1045174 h 2525734"/>
              <a:gd name="connsiteX1-4967" fmla="*/ 8979 w 2494893"/>
              <a:gd name="connsiteY1-4968" fmla="*/ 1016996 h 2525734"/>
              <a:gd name="connsiteX2-4969" fmla="*/ 1231299 w 2494893"/>
              <a:gd name="connsiteY2-4970" fmla="*/ 6073 h 2525734"/>
              <a:gd name="connsiteX3-4971" fmla="*/ 1263633 w 2494893"/>
              <a:gd name="connsiteY3-4972" fmla="*/ 6109 h 2525734"/>
              <a:gd name="connsiteX4-4973" fmla="*/ 2485955 w 2494893"/>
              <a:gd name="connsiteY4-4974" fmla="*/ 1017031 h 2525734"/>
              <a:gd name="connsiteX5-4975" fmla="*/ 2493619 w 2494893"/>
              <a:gd name="connsiteY5-4976" fmla="*/ 1045181 h 2525734"/>
              <a:gd name="connsiteX6-4977" fmla="*/ 2469719 w 2494893"/>
              <a:gd name="connsiteY6-4978" fmla="*/ 1061981 h 2525734"/>
              <a:gd name="connsiteX7-4979" fmla="*/ 1919276 w 2494893"/>
              <a:gd name="connsiteY7-4980" fmla="*/ 1061981 h 2525734"/>
              <a:gd name="connsiteX8-4981" fmla="*/ 1893876 w 2494893"/>
              <a:gd name="connsiteY8-4982" fmla="*/ 1087380 h 2525734"/>
              <a:gd name="connsiteX9-4983" fmla="*/ 1893876 w 2494893"/>
              <a:gd name="connsiteY9-4984" fmla="*/ 2500383 h 2525734"/>
              <a:gd name="connsiteX10-4985" fmla="*/ 1868476 w 2494893"/>
              <a:gd name="connsiteY10-4986" fmla="*/ 2525734 h 2525734"/>
              <a:gd name="connsiteX11-4987" fmla="*/ 626416 w 2494893"/>
              <a:gd name="connsiteY11-4988" fmla="*/ 2525734 h 2525734"/>
              <a:gd name="connsiteX12-4989" fmla="*/ 601016 w 2494893"/>
              <a:gd name="connsiteY12-4990" fmla="*/ 2500334 h 2525734"/>
              <a:gd name="connsiteX13-4991" fmla="*/ 601016 w 2494893"/>
              <a:gd name="connsiteY13-4992" fmla="*/ 1087331 h 2525734"/>
              <a:gd name="connsiteX14-4993" fmla="*/ 575617 w 2494893"/>
              <a:gd name="connsiteY14-4994" fmla="*/ 1061981 h 2525734"/>
              <a:gd name="connsiteX15-4995" fmla="*/ 25173 w 2494893"/>
              <a:gd name="connsiteY15-4996" fmla="*/ 1061981 h 2525734"/>
              <a:gd name="connsiteX16-4997" fmla="*/ 1269 w 2494893"/>
              <a:gd name="connsiteY16-4998" fmla="*/ 1045174 h 2525734"/>
              <a:gd name="connsiteX0-4999" fmla="*/ 1269 w 2494893"/>
              <a:gd name="connsiteY0-5000" fmla="*/ 1045174 h 2525734"/>
              <a:gd name="connsiteX1-5001" fmla="*/ 8979 w 2494893"/>
              <a:gd name="connsiteY1-5002" fmla="*/ 1016996 h 2525734"/>
              <a:gd name="connsiteX2-5003" fmla="*/ 1231299 w 2494893"/>
              <a:gd name="connsiteY2-5004" fmla="*/ 6073 h 2525734"/>
              <a:gd name="connsiteX3-5005" fmla="*/ 1263633 w 2494893"/>
              <a:gd name="connsiteY3-5006" fmla="*/ 6109 h 2525734"/>
              <a:gd name="connsiteX4-5007" fmla="*/ 2485955 w 2494893"/>
              <a:gd name="connsiteY4-5008" fmla="*/ 1017031 h 2525734"/>
              <a:gd name="connsiteX5-5009" fmla="*/ 2493619 w 2494893"/>
              <a:gd name="connsiteY5-5010" fmla="*/ 1045181 h 2525734"/>
              <a:gd name="connsiteX6-5011" fmla="*/ 2469719 w 2494893"/>
              <a:gd name="connsiteY6-5012" fmla="*/ 1061981 h 2525734"/>
              <a:gd name="connsiteX7-5013" fmla="*/ 1919276 w 2494893"/>
              <a:gd name="connsiteY7-5014" fmla="*/ 1061981 h 2525734"/>
              <a:gd name="connsiteX8-5015" fmla="*/ 1893876 w 2494893"/>
              <a:gd name="connsiteY8-5016" fmla="*/ 1087380 h 2525734"/>
              <a:gd name="connsiteX9-5017" fmla="*/ 1893876 w 2494893"/>
              <a:gd name="connsiteY9-5018" fmla="*/ 2500383 h 2525734"/>
              <a:gd name="connsiteX10-5019" fmla="*/ 1868476 w 2494893"/>
              <a:gd name="connsiteY10-5020" fmla="*/ 2525734 h 2525734"/>
              <a:gd name="connsiteX11-5021" fmla="*/ 626416 w 2494893"/>
              <a:gd name="connsiteY11-5022" fmla="*/ 2525734 h 2525734"/>
              <a:gd name="connsiteX12-5023" fmla="*/ 601016 w 2494893"/>
              <a:gd name="connsiteY12-5024" fmla="*/ 2500334 h 2525734"/>
              <a:gd name="connsiteX13-5025" fmla="*/ 601016 w 2494893"/>
              <a:gd name="connsiteY13-5026" fmla="*/ 1087331 h 2525734"/>
              <a:gd name="connsiteX14-5027" fmla="*/ 575617 w 2494893"/>
              <a:gd name="connsiteY14-5028" fmla="*/ 1061981 h 2525734"/>
              <a:gd name="connsiteX15-5029" fmla="*/ 25173 w 2494893"/>
              <a:gd name="connsiteY15-5030" fmla="*/ 1061981 h 2525734"/>
              <a:gd name="connsiteX16-5031" fmla="*/ 24612 w 2494893"/>
              <a:gd name="connsiteY16-5032" fmla="*/ 1036768 h 2525734"/>
              <a:gd name="connsiteX0-5033" fmla="*/ 21088 w 2491369"/>
              <a:gd name="connsiteY0-5034" fmla="*/ 1036768 h 2525734"/>
              <a:gd name="connsiteX1-5035" fmla="*/ 5455 w 2491369"/>
              <a:gd name="connsiteY1-5036" fmla="*/ 1016996 h 2525734"/>
              <a:gd name="connsiteX2-5037" fmla="*/ 1227775 w 2491369"/>
              <a:gd name="connsiteY2-5038" fmla="*/ 6073 h 2525734"/>
              <a:gd name="connsiteX3-5039" fmla="*/ 1260109 w 2491369"/>
              <a:gd name="connsiteY3-5040" fmla="*/ 6109 h 2525734"/>
              <a:gd name="connsiteX4-5041" fmla="*/ 2482431 w 2491369"/>
              <a:gd name="connsiteY4-5042" fmla="*/ 1017031 h 2525734"/>
              <a:gd name="connsiteX5-5043" fmla="*/ 2490095 w 2491369"/>
              <a:gd name="connsiteY5-5044" fmla="*/ 1045181 h 2525734"/>
              <a:gd name="connsiteX6-5045" fmla="*/ 2466195 w 2491369"/>
              <a:gd name="connsiteY6-5046" fmla="*/ 1061981 h 2525734"/>
              <a:gd name="connsiteX7-5047" fmla="*/ 1915752 w 2491369"/>
              <a:gd name="connsiteY7-5048" fmla="*/ 1061981 h 2525734"/>
              <a:gd name="connsiteX8-5049" fmla="*/ 1890352 w 2491369"/>
              <a:gd name="connsiteY8-5050" fmla="*/ 1087380 h 2525734"/>
              <a:gd name="connsiteX9-5051" fmla="*/ 1890352 w 2491369"/>
              <a:gd name="connsiteY9-5052" fmla="*/ 2500383 h 2525734"/>
              <a:gd name="connsiteX10-5053" fmla="*/ 1864952 w 2491369"/>
              <a:gd name="connsiteY10-5054" fmla="*/ 2525734 h 2525734"/>
              <a:gd name="connsiteX11-5055" fmla="*/ 622892 w 2491369"/>
              <a:gd name="connsiteY11-5056" fmla="*/ 2525734 h 2525734"/>
              <a:gd name="connsiteX12-5057" fmla="*/ 597492 w 2491369"/>
              <a:gd name="connsiteY12-5058" fmla="*/ 2500334 h 2525734"/>
              <a:gd name="connsiteX13-5059" fmla="*/ 597492 w 2491369"/>
              <a:gd name="connsiteY13-5060" fmla="*/ 1087331 h 2525734"/>
              <a:gd name="connsiteX14-5061" fmla="*/ 572093 w 2491369"/>
              <a:gd name="connsiteY14-5062" fmla="*/ 1061981 h 2525734"/>
              <a:gd name="connsiteX15-5063" fmla="*/ 21649 w 2491369"/>
              <a:gd name="connsiteY15-5064" fmla="*/ 1061981 h 2525734"/>
              <a:gd name="connsiteX16-5065" fmla="*/ 21088 w 2491369"/>
              <a:gd name="connsiteY16-5066" fmla="*/ 1036768 h 2525734"/>
              <a:gd name="connsiteX0-5067" fmla="*/ 17454 w 2487735"/>
              <a:gd name="connsiteY0-5068" fmla="*/ 1036768 h 2525734"/>
              <a:gd name="connsiteX1-5069" fmla="*/ 1821 w 2487735"/>
              <a:gd name="connsiteY1-5070" fmla="*/ 1016996 h 2525734"/>
              <a:gd name="connsiteX2-5071" fmla="*/ 1224141 w 2487735"/>
              <a:gd name="connsiteY2-5072" fmla="*/ 6073 h 2525734"/>
              <a:gd name="connsiteX3-5073" fmla="*/ 1256475 w 2487735"/>
              <a:gd name="connsiteY3-5074" fmla="*/ 6109 h 2525734"/>
              <a:gd name="connsiteX4-5075" fmla="*/ 2478797 w 2487735"/>
              <a:gd name="connsiteY4-5076" fmla="*/ 1017031 h 2525734"/>
              <a:gd name="connsiteX5-5077" fmla="*/ 2486461 w 2487735"/>
              <a:gd name="connsiteY5-5078" fmla="*/ 1045181 h 2525734"/>
              <a:gd name="connsiteX6-5079" fmla="*/ 2462561 w 2487735"/>
              <a:gd name="connsiteY6-5080" fmla="*/ 1061981 h 2525734"/>
              <a:gd name="connsiteX7-5081" fmla="*/ 1912118 w 2487735"/>
              <a:gd name="connsiteY7-5082" fmla="*/ 1061981 h 2525734"/>
              <a:gd name="connsiteX8-5083" fmla="*/ 1886718 w 2487735"/>
              <a:gd name="connsiteY8-5084" fmla="*/ 1087380 h 2525734"/>
              <a:gd name="connsiteX9-5085" fmla="*/ 1886718 w 2487735"/>
              <a:gd name="connsiteY9-5086" fmla="*/ 2500383 h 2525734"/>
              <a:gd name="connsiteX10-5087" fmla="*/ 1861318 w 2487735"/>
              <a:gd name="connsiteY10-5088" fmla="*/ 2525734 h 2525734"/>
              <a:gd name="connsiteX11-5089" fmla="*/ 619258 w 2487735"/>
              <a:gd name="connsiteY11-5090" fmla="*/ 2525734 h 2525734"/>
              <a:gd name="connsiteX12-5091" fmla="*/ 593858 w 2487735"/>
              <a:gd name="connsiteY12-5092" fmla="*/ 2500334 h 2525734"/>
              <a:gd name="connsiteX13-5093" fmla="*/ 593858 w 2487735"/>
              <a:gd name="connsiteY13-5094" fmla="*/ 1087331 h 2525734"/>
              <a:gd name="connsiteX14-5095" fmla="*/ 568459 w 2487735"/>
              <a:gd name="connsiteY14-5096" fmla="*/ 1061981 h 2525734"/>
              <a:gd name="connsiteX15-5097" fmla="*/ 18015 w 2487735"/>
              <a:gd name="connsiteY15-5098" fmla="*/ 1061981 h 2525734"/>
              <a:gd name="connsiteX16-5099" fmla="*/ 17454 w 2487735"/>
              <a:gd name="connsiteY16-5100" fmla="*/ 1036768 h 2525734"/>
              <a:gd name="connsiteX0-5101" fmla="*/ 15634 w 2485915"/>
              <a:gd name="connsiteY0-5102" fmla="*/ 1036768 h 2525734"/>
              <a:gd name="connsiteX1-5103" fmla="*/ 1 w 2485915"/>
              <a:gd name="connsiteY1-5104" fmla="*/ 1016996 h 2525734"/>
              <a:gd name="connsiteX2-5105" fmla="*/ 1222321 w 2485915"/>
              <a:gd name="connsiteY2-5106" fmla="*/ 6073 h 2525734"/>
              <a:gd name="connsiteX3-5107" fmla="*/ 1254655 w 2485915"/>
              <a:gd name="connsiteY3-5108" fmla="*/ 6109 h 2525734"/>
              <a:gd name="connsiteX4-5109" fmla="*/ 2476977 w 2485915"/>
              <a:gd name="connsiteY4-5110" fmla="*/ 1017031 h 2525734"/>
              <a:gd name="connsiteX5-5111" fmla="*/ 2484641 w 2485915"/>
              <a:gd name="connsiteY5-5112" fmla="*/ 1045181 h 2525734"/>
              <a:gd name="connsiteX6-5113" fmla="*/ 2460741 w 2485915"/>
              <a:gd name="connsiteY6-5114" fmla="*/ 1061981 h 2525734"/>
              <a:gd name="connsiteX7-5115" fmla="*/ 1910298 w 2485915"/>
              <a:gd name="connsiteY7-5116" fmla="*/ 1061981 h 2525734"/>
              <a:gd name="connsiteX8-5117" fmla="*/ 1884898 w 2485915"/>
              <a:gd name="connsiteY8-5118" fmla="*/ 1087380 h 2525734"/>
              <a:gd name="connsiteX9-5119" fmla="*/ 1884898 w 2485915"/>
              <a:gd name="connsiteY9-5120" fmla="*/ 2500383 h 2525734"/>
              <a:gd name="connsiteX10-5121" fmla="*/ 1859498 w 2485915"/>
              <a:gd name="connsiteY10-5122" fmla="*/ 2525734 h 2525734"/>
              <a:gd name="connsiteX11-5123" fmla="*/ 617438 w 2485915"/>
              <a:gd name="connsiteY11-5124" fmla="*/ 2525734 h 2525734"/>
              <a:gd name="connsiteX12-5125" fmla="*/ 592038 w 2485915"/>
              <a:gd name="connsiteY12-5126" fmla="*/ 2500334 h 2525734"/>
              <a:gd name="connsiteX13-5127" fmla="*/ 592038 w 2485915"/>
              <a:gd name="connsiteY13-5128" fmla="*/ 1087331 h 2525734"/>
              <a:gd name="connsiteX14-5129" fmla="*/ 566639 w 2485915"/>
              <a:gd name="connsiteY14-5130" fmla="*/ 1061981 h 2525734"/>
              <a:gd name="connsiteX15-5131" fmla="*/ 16195 w 2485915"/>
              <a:gd name="connsiteY15-5132" fmla="*/ 1061981 h 2525734"/>
              <a:gd name="connsiteX16-5133" fmla="*/ 15634 w 2485915"/>
              <a:gd name="connsiteY16-5134" fmla="*/ 1036768 h 2525734"/>
              <a:gd name="connsiteX0-5135" fmla="*/ 2988 w 2473269"/>
              <a:gd name="connsiteY0-5136" fmla="*/ 1036768 h 2525734"/>
              <a:gd name="connsiteX1-5137" fmla="*/ 14553 w 2473269"/>
              <a:gd name="connsiteY1-5138" fmla="*/ 994501 h 2525734"/>
              <a:gd name="connsiteX2-5139" fmla="*/ 1209675 w 2473269"/>
              <a:gd name="connsiteY2-5140" fmla="*/ 6073 h 2525734"/>
              <a:gd name="connsiteX3-5141" fmla="*/ 1242009 w 2473269"/>
              <a:gd name="connsiteY3-5142" fmla="*/ 6109 h 2525734"/>
              <a:gd name="connsiteX4-5143" fmla="*/ 2464331 w 2473269"/>
              <a:gd name="connsiteY4-5144" fmla="*/ 1017031 h 2525734"/>
              <a:gd name="connsiteX5-5145" fmla="*/ 2471995 w 2473269"/>
              <a:gd name="connsiteY5-5146" fmla="*/ 1045181 h 2525734"/>
              <a:gd name="connsiteX6-5147" fmla="*/ 2448095 w 2473269"/>
              <a:gd name="connsiteY6-5148" fmla="*/ 1061981 h 2525734"/>
              <a:gd name="connsiteX7-5149" fmla="*/ 1897652 w 2473269"/>
              <a:gd name="connsiteY7-5150" fmla="*/ 1061981 h 2525734"/>
              <a:gd name="connsiteX8-5151" fmla="*/ 1872252 w 2473269"/>
              <a:gd name="connsiteY8-5152" fmla="*/ 1087380 h 2525734"/>
              <a:gd name="connsiteX9-5153" fmla="*/ 1872252 w 2473269"/>
              <a:gd name="connsiteY9-5154" fmla="*/ 2500383 h 2525734"/>
              <a:gd name="connsiteX10-5155" fmla="*/ 1846852 w 2473269"/>
              <a:gd name="connsiteY10-5156" fmla="*/ 2525734 h 2525734"/>
              <a:gd name="connsiteX11-5157" fmla="*/ 604792 w 2473269"/>
              <a:gd name="connsiteY11-5158" fmla="*/ 2525734 h 2525734"/>
              <a:gd name="connsiteX12-5159" fmla="*/ 579392 w 2473269"/>
              <a:gd name="connsiteY12-5160" fmla="*/ 2500334 h 2525734"/>
              <a:gd name="connsiteX13-5161" fmla="*/ 579392 w 2473269"/>
              <a:gd name="connsiteY13-5162" fmla="*/ 1087331 h 2525734"/>
              <a:gd name="connsiteX14-5163" fmla="*/ 553993 w 2473269"/>
              <a:gd name="connsiteY14-5164" fmla="*/ 1061981 h 2525734"/>
              <a:gd name="connsiteX15-5165" fmla="*/ 3549 w 2473269"/>
              <a:gd name="connsiteY15-5166" fmla="*/ 1061981 h 2525734"/>
              <a:gd name="connsiteX16-5167" fmla="*/ 2988 w 2473269"/>
              <a:gd name="connsiteY16-5168" fmla="*/ 1036768 h 2525734"/>
              <a:gd name="connsiteX0-5169" fmla="*/ 2988 w 2473269"/>
              <a:gd name="connsiteY0-5170" fmla="*/ 1036768 h 2525734"/>
              <a:gd name="connsiteX1-5171" fmla="*/ 14553 w 2473269"/>
              <a:gd name="connsiteY1-5172" fmla="*/ 994501 h 2525734"/>
              <a:gd name="connsiteX2-5173" fmla="*/ 1209675 w 2473269"/>
              <a:gd name="connsiteY2-5174" fmla="*/ 6073 h 2525734"/>
              <a:gd name="connsiteX3-5175" fmla="*/ 1242009 w 2473269"/>
              <a:gd name="connsiteY3-5176" fmla="*/ 6109 h 2525734"/>
              <a:gd name="connsiteX4-5177" fmla="*/ 2464331 w 2473269"/>
              <a:gd name="connsiteY4-5178" fmla="*/ 1017031 h 2525734"/>
              <a:gd name="connsiteX5-5179" fmla="*/ 2471995 w 2473269"/>
              <a:gd name="connsiteY5-5180" fmla="*/ 1045181 h 2525734"/>
              <a:gd name="connsiteX6-5181" fmla="*/ 2448095 w 2473269"/>
              <a:gd name="connsiteY6-5182" fmla="*/ 1061981 h 2525734"/>
              <a:gd name="connsiteX7-5183" fmla="*/ 1897652 w 2473269"/>
              <a:gd name="connsiteY7-5184" fmla="*/ 1061981 h 2525734"/>
              <a:gd name="connsiteX8-5185" fmla="*/ 1872252 w 2473269"/>
              <a:gd name="connsiteY8-5186" fmla="*/ 1087380 h 2525734"/>
              <a:gd name="connsiteX9-5187" fmla="*/ 1872252 w 2473269"/>
              <a:gd name="connsiteY9-5188" fmla="*/ 2500383 h 2525734"/>
              <a:gd name="connsiteX10-5189" fmla="*/ 1846852 w 2473269"/>
              <a:gd name="connsiteY10-5190" fmla="*/ 2525734 h 2525734"/>
              <a:gd name="connsiteX11-5191" fmla="*/ 604792 w 2473269"/>
              <a:gd name="connsiteY11-5192" fmla="*/ 2525734 h 2525734"/>
              <a:gd name="connsiteX12-5193" fmla="*/ 579392 w 2473269"/>
              <a:gd name="connsiteY12-5194" fmla="*/ 2500334 h 2525734"/>
              <a:gd name="connsiteX13-5195" fmla="*/ 579392 w 2473269"/>
              <a:gd name="connsiteY13-5196" fmla="*/ 1087331 h 2525734"/>
              <a:gd name="connsiteX14-5197" fmla="*/ 553993 w 2473269"/>
              <a:gd name="connsiteY14-5198" fmla="*/ 1061981 h 2525734"/>
              <a:gd name="connsiteX15-5199" fmla="*/ 3549 w 2473269"/>
              <a:gd name="connsiteY15-5200" fmla="*/ 1061981 h 2525734"/>
              <a:gd name="connsiteX16-5201" fmla="*/ 2988 w 2473269"/>
              <a:gd name="connsiteY16-5202" fmla="*/ 1036768 h 2525734"/>
              <a:gd name="connsiteX0-5203" fmla="*/ 2988 w 2473269"/>
              <a:gd name="connsiteY0-5204" fmla="*/ 1036768 h 2525734"/>
              <a:gd name="connsiteX1-5205" fmla="*/ 14553 w 2473269"/>
              <a:gd name="connsiteY1-5206" fmla="*/ 994501 h 2525734"/>
              <a:gd name="connsiteX2-5207" fmla="*/ 1209675 w 2473269"/>
              <a:gd name="connsiteY2-5208" fmla="*/ 6073 h 2525734"/>
              <a:gd name="connsiteX3-5209" fmla="*/ 1242009 w 2473269"/>
              <a:gd name="connsiteY3-5210" fmla="*/ 6109 h 2525734"/>
              <a:gd name="connsiteX4-5211" fmla="*/ 2464331 w 2473269"/>
              <a:gd name="connsiteY4-5212" fmla="*/ 1017031 h 2525734"/>
              <a:gd name="connsiteX5-5213" fmla="*/ 2471995 w 2473269"/>
              <a:gd name="connsiteY5-5214" fmla="*/ 1045181 h 2525734"/>
              <a:gd name="connsiteX6-5215" fmla="*/ 2448095 w 2473269"/>
              <a:gd name="connsiteY6-5216" fmla="*/ 1061981 h 2525734"/>
              <a:gd name="connsiteX7-5217" fmla="*/ 1897652 w 2473269"/>
              <a:gd name="connsiteY7-5218" fmla="*/ 1061981 h 2525734"/>
              <a:gd name="connsiteX8-5219" fmla="*/ 1872252 w 2473269"/>
              <a:gd name="connsiteY8-5220" fmla="*/ 1087380 h 2525734"/>
              <a:gd name="connsiteX9-5221" fmla="*/ 1872252 w 2473269"/>
              <a:gd name="connsiteY9-5222" fmla="*/ 2500383 h 2525734"/>
              <a:gd name="connsiteX10-5223" fmla="*/ 1846852 w 2473269"/>
              <a:gd name="connsiteY10-5224" fmla="*/ 2525734 h 2525734"/>
              <a:gd name="connsiteX11-5225" fmla="*/ 604792 w 2473269"/>
              <a:gd name="connsiteY11-5226" fmla="*/ 2525734 h 2525734"/>
              <a:gd name="connsiteX12-5227" fmla="*/ 579392 w 2473269"/>
              <a:gd name="connsiteY12-5228" fmla="*/ 2500334 h 2525734"/>
              <a:gd name="connsiteX13-5229" fmla="*/ 579392 w 2473269"/>
              <a:gd name="connsiteY13-5230" fmla="*/ 1087331 h 2525734"/>
              <a:gd name="connsiteX14-5231" fmla="*/ 553993 w 2473269"/>
              <a:gd name="connsiteY14-5232" fmla="*/ 1061981 h 2525734"/>
              <a:gd name="connsiteX15-5233" fmla="*/ 3549 w 2473269"/>
              <a:gd name="connsiteY15-5234" fmla="*/ 1061981 h 2525734"/>
              <a:gd name="connsiteX16-5235" fmla="*/ 2988 w 2473269"/>
              <a:gd name="connsiteY16-5236" fmla="*/ 1036768 h 2525734"/>
              <a:gd name="connsiteX0-5237" fmla="*/ 2988 w 2473269"/>
              <a:gd name="connsiteY0-5238" fmla="*/ 1036113 h 2525079"/>
              <a:gd name="connsiteX1-5239" fmla="*/ 14553 w 2473269"/>
              <a:gd name="connsiteY1-5240" fmla="*/ 993846 h 2525079"/>
              <a:gd name="connsiteX2-5241" fmla="*/ 1201583 w 2473269"/>
              <a:gd name="connsiteY2-5242" fmla="*/ 12111 h 2525079"/>
              <a:gd name="connsiteX3-5243" fmla="*/ 1242009 w 2473269"/>
              <a:gd name="connsiteY3-5244" fmla="*/ 5454 h 2525079"/>
              <a:gd name="connsiteX4-5245" fmla="*/ 2464331 w 2473269"/>
              <a:gd name="connsiteY4-5246" fmla="*/ 1016376 h 2525079"/>
              <a:gd name="connsiteX5-5247" fmla="*/ 2471995 w 2473269"/>
              <a:gd name="connsiteY5-5248" fmla="*/ 1044526 h 2525079"/>
              <a:gd name="connsiteX6-5249" fmla="*/ 2448095 w 2473269"/>
              <a:gd name="connsiteY6-5250" fmla="*/ 1061326 h 2525079"/>
              <a:gd name="connsiteX7-5251" fmla="*/ 1897652 w 2473269"/>
              <a:gd name="connsiteY7-5252" fmla="*/ 1061326 h 2525079"/>
              <a:gd name="connsiteX8-5253" fmla="*/ 1872252 w 2473269"/>
              <a:gd name="connsiteY8-5254" fmla="*/ 1086725 h 2525079"/>
              <a:gd name="connsiteX9-5255" fmla="*/ 1872252 w 2473269"/>
              <a:gd name="connsiteY9-5256" fmla="*/ 2499728 h 2525079"/>
              <a:gd name="connsiteX10-5257" fmla="*/ 1846852 w 2473269"/>
              <a:gd name="connsiteY10-5258" fmla="*/ 2525079 h 2525079"/>
              <a:gd name="connsiteX11-5259" fmla="*/ 604792 w 2473269"/>
              <a:gd name="connsiteY11-5260" fmla="*/ 2525079 h 2525079"/>
              <a:gd name="connsiteX12-5261" fmla="*/ 579392 w 2473269"/>
              <a:gd name="connsiteY12-5262" fmla="*/ 2499679 h 2525079"/>
              <a:gd name="connsiteX13-5263" fmla="*/ 579392 w 2473269"/>
              <a:gd name="connsiteY13-5264" fmla="*/ 1086676 h 2525079"/>
              <a:gd name="connsiteX14-5265" fmla="*/ 553993 w 2473269"/>
              <a:gd name="connsiteY14-5266" fmla="*/ 1061326 h 2525079"/>
              <a:gd name="connsiteX15-5267" fmla="*/ 3549 w 2473269"/>
              <a:gd name="connsiteY15-5268" fmla="*/ 1061326 h 2525079"/>
              <a:gd name="connsiteX16-5269" fmla="*/ 2988 w 2473269"/>
              <a:gd name="connsiteY16-5270" fmla="*/ 1036113 h 2525079"/>
              <a:gd name="connsiteX0-5271" fmla="*/ 2988 w 2473269"/>
              <a:gd name="connsiteY0-5272" fmla="*/ 1035337 h 2524303"/>
              <a:gd name="connsiteX1-5273" fmla="*/ 14553 w 2473269"/>
              <a:gd name="connsiteY1-5274" fmla="*/ 993070 h 2524303"/>
              <a:gd name="connsiteX2-5275" fmla="*/ 1201583 w 2473269"/>
              <a:gd name="connsiteY2-5276" fmla="*/ 11335 h 2524303"/>
              <a:gd name="connsiteX3-5277" fmla="*/ 1242009 w 2473269"/>
              <a:gd name="connsiteY3-5278" fmla="*/ 4678 h 2524303"/>
              <a:gd name="connsiteX4-5279" fmla="*/ 2464331 w 2473269"/>
              <a:gd name="connsiteY4-5280" fmla="*/ 1015600 h 2524303"/>
              <a:gd name="connsiteX5-5281" fmla="*/ 2471995 w 2473269"/>
              <a:gd name="connsiteY5-5282" fmla="*/ 1043750 h 2524303"/>
              <a:gd name="connsiteX6-5283" fmla="*/ 2448095 w 2473269"/>
              <a:gd name="connsiteY6-5284" fmla="*/ 1060550 h 2524303"/>
              <a:gd name="connsiteX7-5285" fmla="*/ 1897652 w 2473269"/>
              <a:gd name="connsiteY7-5286" fmla="*/ 1060550 h 2524303"/>
              <a:gd name="connsiteX8-5287" fmla="*/ 1872252 w 2473269"/>
              <a:gd name="connsiteY8-5288" fmla="*/ 1085949 h 2524303"/>
              <a:gd name="connsiteX9-5289" fmla="*/ 1872252 w 2473269"/>
              <a:gd name="connsiteY9-5290" fmla="*/ 2498952 h 2524303"/>
              <a:gd name="connsiteX10-5291" fmla="*/ 1846852 w 2473269"/>
              <a:gd name="connsiteY10-5292" fmla="*/ 2524303 h 2524303"/>
              <a:gd name="connsiteX11-5293" fmla="*/ 604792 w 2473269"/>
              <a:gd name="connsiteY11-5294" fmla="*/ 2524303 h 2524303"/>
              <a:gd name="connsiteX12-5295" fmla="*/ 579392 w 2473269"/>
              <a:gd name="connsiteY12-5296" fmla="*/ 2498903 h 2524303"/>
              <a:gd name="connsiteX13-5297" fmla="*/ 579392 w 2473269"/>
              <a:gd name="connsiteY13-5298" fmla="*/ 1085900 h 2524303"/>
              <a:gd name="connsiteX14-5299" fmla="*/ 553993 w 2473269"/>
              <a:gd name="connsiteY14-5300" fmla="*/ 1060550 h 2524303"/>
              <a:gd name="connsiteX15-5301" fmla="*/ 3549 w 2473269"/>
              <a:gd name="connsiteY15-5302" fmla="*/ 1060550 h 2524303"/>
              <a:gd name="connsiteX16-5303" fmla="*/ 2988 w 2473269"/>
              <a:gd name="connsiteY16-5304" fmla="*/ 1035337 h 2524303"/>
              <a:gd name="connsiteX0-5305" fmla="*/ 2988 w 2473269"/>
              <a:gd name="connsiteY0-5306" fmla="*/ 1034194 h 2523160"/>
              <a:gd name="connsiteX1-5307" fmla="*/ 14553 w 2473269"/>
              <a:gd name="connsiteY1-5308" fmla="*/ 991927 h 2523160"/>
              <a:gd name="connsiteX2-5309" fmla="*/ 1201583 w 2473269"/>
              <a:gd name="connsiteY2-5310" fmla="*/ 10192 h 2523160"/>
              <a:gd name="connsiteX3-5311" fmla="*/ 1242009 w 2473269"/>
              <a:gd name="connsiteY3-5312" fmla="*/ 3535 h 2523160"/>
              <a:gd name="connsiteX4-5313" fmla="*/ 2464331 w 2473269"/>
              <a:gd name="connsiteY4-5314" fmla="*/ 1014457 h 2523160"/>
              <a:gd name="connsiteX5-5315" fmla="*/ 2471995 w 2473269"/>
              <a:gd name="connsiteY5-5316" fmla="*/ 1042607 h 2523160"/>
              <a:gd name="connsiteX6-5317" fmla="*/ 2448095 w 2473269"/>
              <a:gd name="connsiteY6-5318" fmla="*/ 1059407 h 2523160"/>
              <a:gd name="connsiteX7-5319" fmla="*/ 1897652 w 2473269"/>
              <a:gd name="connsiteY7-5320" fmla="*/ 1059407 h 2523160"/>
              <a:gd name="connsiteX8-5321" fmla="*/ 1872252 w 2473269"/>
              <a:gd name="connsiteY8-5322" fmla="*/ 1084806 h 2523160"/>
              <a:gd name="connsiteX9-5323" fmla="*/ 1872252 w 2473269"/>
              <a:gd name="connsiteY9-5324" fmla="*/ 2497809 h 2523160"/>
              <a:gd name="connsiteX10-5325" fmla="*/ 1846852 w 2473269"/>
              <a:gd name="connsiteY10-5326" fmla="*/ 2523160 h 2523160"/>
              <a:gd name="connsiteX11-5327" fmla="*/ 604792 w 2473269"/>
              <a:gd name="connsiteY11-5328" fmla="*/ 2523160 h 2523160"/>
              <a:gd name="connsiteX12-5329" fmla="*/ 579392 w 2473269"/>
              <a:gd name="connsiteY12-5330" fmla="*/ 2497760 h 2523160"/>
              <a:gd name="connsiteX13-5331" fmla="*/ 579392 w 2473269"/>
              <a:gd name="connsiteY13-5332" fmla="*/ 1084757 h 2523160"/>
              <a:gd name="connsiteX14-5333" fmla="*/ 553993 w 2473269"/>
              <a:gd name="connsiteY14-5334" fmla="*/ 1059407 h 2523160"/>
              <a:gd name="connsiteX15-5335" fmla="*/ 3549 w 2473269"/>
              <a:gd name="connsiteY15-5336" fmla="*/ 1059407 h 2523160"/>
              <a:gd name="connsiteX16-5337" fmla="*/ 2988 w 2473269"/>
              <a:gd name="connsiteY16-5338" fmla="*/ 1034194 h 2523160"/>
              <a:gd name="connsiteX0-5339" fmla="*/ 2988 w 2473269"/>
              <a:gd name="connsiteY0-5340" fmla="*/ 1033119 h 2522085"/>
              <a:gd name="connsiteX1-5341" fmla="*/ 14553 w 2473269"/>
              <a:gd name="connsiteY1-5342" fmla="*/ 990852 h 2522085"/>
              <a:gd name="connsiteX2-5343" fmla="*/ 1201583 w 2473269"/>
              <a:gd name="connsiteY2-5344" fmla="*/ 9117 h 2522085"/>
              <a:gd name="connsiteX3-5345" fmla="*/ 1250106 w 2473269"/>
              <a:gd name="connsiteY3-5346" fmla="*/ 9153 h 2522085"/>
              <a:gd name="connsiteX4-5347" fmla="*/ 2464331 w 2473269"/>
              <a:gd name="connsiteY4-5348" fmla="*/ 1013382 h 2522085"/>
              <a:gd name="connsiteX5-5349" fmla="*/ 2471995 w 2473269"/>
              <a:gd name="connsiteY5-5350" fmla="*/ 1041532 h 2522085"/>
              <a:gd name="connsiteX6-5351" fmla="*/ 2448095 w 2473269"/>
              <a:gd name="connsiteY6-5352" fmla="*/ 1058332 h 2522085"/>
              <a:gd name="connsiteX7-5353" fmla="*/ 1897652 w 2473269"/>
              <a:gd name="connsiteY7-5354" fmla="*/ 1058332 h 2522085"/>
              <a:gd name="connsiteX8-5355" fmla="*/ 1872252 w 2473269"/>
              <a:gd name="connsiteY8-5356" fmla="*/ 1083731 h 2522085"/>
              <a:gd name="connsiteX9-5357" fmla="*/ 1872252 w 2473269"/>
              <a:gd name="connsiteY9-5358" fmla="*/ 2496734 h 2522085"/>
              <a:gd name="connsiteX10-5359" fmla="*/ 1846852 w 2473269"/>
              <a:gd name="connsiteY10-5360" fmla="*/ 2522085 h 2522085"/>
              <a:gd name="connsiteX11-5361" fmla="*/ 604792 w 2473269"/>
              <a:gd name="connsiteY11-5362" fmla="*/ 2522085 h 2522085"/>
              <a:gd name="connsiteX12-5363" fmla="*/ 579392 w 2473269"/>
              <a:gd name="connsiteY12-5364" fmla="*/ 2496685 h 2522085"/>
              <a:gd name="connsiteX13-5365" fmla="*/ 579392 w 2473269"/>
              <a:gd name="connsiteY13-5366" fmla="*/ 1083682 h 2522085"/>
              <a:gd name="connsiteX14-5367" fmla="*/ 553993 w 2473269"/>
              <a:gd name="connsiteY14-5368" fmla="*/ 1058332 h 2522085"/>
              <a:gd name="connsiteX15-5369" fmla="*/ 3549 w 2473269"/>
              <a:gd name="connsiteY15-5370" fmla="*/ 1058332 h 2522085"/>
              <a:gd name="connsiteX16-5371" fmla="*/ 2988 w 2473269"/>
              <a:gd name="connsiteY16-5372" fmla="*/ 1033119 h 2522085"/>
              <a:gd name="connsiteX0-5373" fmla="*/ 2988 w 2473269"/>
              <a:gd name="connsiteY0-5374" fmla="*/ 1033119 h 2522085"/>
              <a:gd name="connsiteX1-5375" fmla="*/ 14553 w 2473269"/>
              <a:gd name="connsiteY1-5376" fmla="*/ 990852 h 2522085"/>
              <a:gd name="connsiteX2-5377" fmla="*/ 1201583 w 2473269"/>
              <a:gd name="connsiteY2-5378" fmla="*/ 9117 h 2522085"/>
              <a:gd name="connsiteX3-5379" fmla="*/ 1250106 w 2473269"/>
              <a:gd name="connsiteY3-5380" fmla="*/ 9153 h 2522085"/>
              <a:gd name="connsiteX4-5381" fmla="*/ 2464331 w 2473269"/>
              <a:gd name="connsiteY4-5382" fmla="*/ 1013382 h 2522085"/>
              <a:gd name="connsiteX5-5383" fmla="*/ 2471995 w 2473269"/>
              <a:gd name="connsiteY5-5384" fmla="*/ 1041532 h 2522085"/>
              <a:gd name="connsiteX6-5385" fmla="*/ 2448095 w 2473269"/>
              <a:gd name="connsiteY6-5386" fmla="*/ 1058332 h 2522085"/>
              <a:gd name="connsiteX7-5387" fmla="*/ 1897652 w 2473269"/>
              <a:gd name="connsiteY7-5388" fmla="*/ 1058332 h 2522085"/>
              <a:gd name="connsiteX8-5389" fmla="*/ 1872252 w 2473269"/>
              <a:gd name="connsiteY8-5390" fmla="*/ 1083731 h 2522085"/>
              <a:gd name="connsiteX9-5391" fmla="*/ 1872252 w 2473269"/>
              <a:gd name="connsiteY9-5392" fmla="*/ 2496734 h 2522085"/>
              <a:gd name="connsiteX10-5393" fmla="*/ 1846852 w 2473269"/>
              <a:gd name="connsiteY10-5394" fmla="*/ 2522085 h 2522085"/>
              <a:gd name="connsiteX11-5395" fmla="*/ 604792 w 2473269"/>
              <a:gd name="connsiteY11-5396" fmla="*/ 2522085 h 2522085"/>
              <a:gd name="connsiteX12-5397" fmla="*/ 579392 w 2473269"/>
              <a:gd name="connsiteY12-5398" fmla="*/ 2496685 h 2522085"/>
              <a:gd name="connsiteX13-5399" fmla="*/ 579392 w 2473269"/>
              <a:gd name="connsiteY13-5400" fmla="*/ 1083682 h 2522085"/>
              <a:gd name="connsiteX14-5401" fmla="*/ 553993 w 2473269"/>
              <a:gd name="connsiteY14-5402" fmla="*/ 1058332 h 2522085"/>
              <a:gd name="connsiteX15-5403" fmla="*/ 3549 w 2473269"/>
              <a:gd name="connsiteY15-5404" fmla="*/ 1058332 h 2522085"/>
              <a:gd name="connsiteX16-5405" fmla="*/ 2988 w 2473269"/>
              <a:gd name="connsiteY16-5406" fmla="*/ 1033119 h 2522085"/>
              <a:gd name="connsiteX0-5407" fmla="*/ 2988 w 2473269"/>
              <a:gd name="connsiteY0-5408" fmla="*/ 1033119 h 2522085"/>
              <a:gd name="connsiteX1-5409" fmla="*/ 14553 w 2473269"/>
              <a:gd name="connsiteY1-5410" fmla="*/ 990852 h 2522085"/>
              <a:gd name="connsiteX2-5411" fmla="*/ 1201583 w 2473269"/>
              <a:gd name="connsiteY2-5412" fmla="*/ 9117 h 2522085"/>
              <a:gd name="connsiteX3-5413" fmla="*/ 1250106 w 2473269"/>
              <a:gd name="connsiteY3-5414" fmla="*/ 9153 h 2522085"/>
              <a:gd name="connsiteX4-5415" fmla="*/ 2464331 w 2473269"/>
              <a:gd name="connsiteY4-5416" fmla="*/ 1013382 h 2522085"/>
              <a:gd name="connsiteX5-5417" fmla="*/ 2471995 w 2473269"/>
              <a:gd name="connsiteY5-5418" fmla="*/ 1041532 h 2522085"/>
              <a:gd name="connsiteX6-5419" fmla="*/ 2448095 w 2473269"/>
              <a:gd name="connsiteY6-5420" fmla="*/ 1058332 h 2522085"/>
              <a:gd name="connsiteX7-5421" fmla="*/ 1897652 w 2473269"/>
              <a:gd name="connsiteY7-5422" fmla="*/ 1058332 h 2522085"/>
              <a:gd name="connsiteX8-5423" fmla="*/ 1872252 w 2473269"/>
              <a:gd name="connsiteY8-5424" fmla="*/ 1083731 h 2522085"/>
              <a:gd name="connsiteX9-5425" fmla="*/ 1872252 w 2473269"/>
              <a:gd name="connsiteY9-5426" fmla="*/ 2496734 h 2522085"/>
              <a:gd name="connsiteX10-5427" fmla="*/ 1846852 w 2473269"/>
              <a:gd name="connsiteY10-5428" fmla="*/ 2522085 h 2522085"/>
              <a:gd name="connsiteX11-5429" fmla="*/ 604792 w 2473269"/>
              <a:gd name="connsiteY11-5430" fmla="*/ 2522085 h 2522085"/>
              <a:gd name="connsiteX12-5431" fmla="*/ 579392 w 2473269"/>
              <a:gd name="connsiteY12-5432" fmla="*/ 2496685 h 2522085"/>
              <a:gd name="connsiteX13-5433" fmla="*/ 579392 w 2473269"/>
              <a:gd name="connsiteY13-5434" fmla="*/ 1083682 h 2522085"/>
              <a:gd name="connsiteX14-5435" fmla="*/ 553993 w 2473269"/>
              <a:gd name="connsiteY14-5436" fmla="*/ 1058332 h 2522085"/>
              <a:gd name="connsiteX15-5437" fmla="*/ 3549 w 2473269"/>
              <a:gd name="connsiteY15-5438" fmla="*/ 1058332 h 2522085"/>
              <a:gd name="connsiteX16-5439" fmla="*/ 2988 w 2473269"/>
              <a:gd name="connsiteY16-5440" fmla="*/ 1033119 h 2522085"/>
              <a:gd name="connsiteX0-5441" fmla="*/ 2988 w 2472994"/>
              <a:gd name="connsiteY0-5442" fmla="*/ 1033119 h 2522085"/>
              <a:gd name="connsiteX1-5443" fmla="*/ 14553 w 2472994"/>
              <a:gd name="connsiteY1-5444" fmla="*/ 990852 h 2522085"/>
              <a:gd name="connsiteX2-5445" fmla="*/ 1201583 w 2472994"/>
              <a:gd name="connsiteY2-5446" fmla="*/ 9117 h 2522085"/>
              <a:gd name="connsiteX3-5447" fmla="*/ 1250106 w 2472994"/>
              <a:gd name="connsiteY3-5448" fmla="*/ 9153 h 2522085"/>
              <a:gd name="connsiteX4-5449" fmla="*/ 2437136 w 2472994"/>
              <a:gd name="connsiteY4-5450" fmla="*/ 990888 h 2522085"/>
              <a:gd name="connsiteX5-5451" fmla="*/ 2471995 w 2472994"/>
              <a:gd name="connsiteY5-5452" fmla="*/ 1041532 h 2522085"/>
              <a:gd name="connsiteX6-5453" fmla="*/ 2448095 w 2472994"/>
              <a:gd name="connsiteY6-5454" fmla="*/ 1058332 h 2522085"/>
              <a:gd name="connsiteX7-5455" fmla="*/ 1897652 w 2472994"/>
              <a:gd name="connsiteY7-5456" fmla="*/ 1058332 h 2522085"/>
              <a:gd name="connsiteX8-5457" fmla="*/ 1872252 w 2472994"/>
              <a:gd name="connsiteY8-5458" fmla="*/ 1083731 h 2522085"/>
              <a:gd name="connsiteX9-5459" fmla="*/ 1872252 w 2472994"/>
              <a:gd name="connsiteY9-5460" fmla="*/ 2496734 h 2522085"/>
              <a:gd name="connsiteX10-5461" fmla="*/ 1846852 w 2472994"/>
              <a:gd name="connsiteY10-5462" fmla="*/ 2522085 h 2522085"/>
              <a:gd name="connsiteX11-5463" fmla="*/ 604792 w 2472994"/>
              <a:gd name="connsiteY11-5464" fmla="*/ 2522085 h 2522085"/>
              <a:gd name="connsiteX12-5465" fmla="*/ 579392 w 2472994"/>
              <a:gd name="connsiteY12-5466" fmla="*/ 2496685 h 2522085"/>
              <a:gd name="connsiteX13-5467" fmla="*/ 579392 w 2472994"/>
              <a:gd name="connsiteY13-5468" fmla="*/ 1083682 h 2522085"/>
              <a:gd name="connsiteX14-5469" fmla="*/ 553993 w 2472994"/>
              <a:gd name="connsiteY14-5470" fmla="*/ 1058332 h 2522085"/>
              <a:gd name="connsiteX15-5471" fmla="*/ 3549 w 2472994"/>
              <a:gd name="connsiteY15-5472" fmla="*/ 1058332 h 2522085"/>
              <a:gd name="connsiteX16-5473" fmla="*/ 2988 w 2472994"/>
              <a:gd name="connsiteY16-5474" fmla="*/ 1033119 h 2522085"/>
              <a:gd name="connsiteX0-5475" fmla="*/ 2988 w 2472278"/>
              <a:gd name="connsiteY0-5476" fmla="*/ 1033119 h 2522085"/>
              <a:gd name="connsiteX1-5477" fmla="*/ 14553 w 2472278"/>
              <a:gd name="connsiteY1-5478" fmla="*/ 990852 h 2522085"/>
              <a:gd name="connsiteX2-5479" fmla="*/ 1201583 w 2472278"/>
              <a:gd name="connsiteY2-5480" fmla="*/ 9117 h 2522085"/>
              <a:gd name="connsiteX3-5481" fmla="*/ 1250106 w 2472278"/>
              <a:gd name="connsiteY3-5482" fmla="*/ 9153 h 2522085"/>
              <a:gd name="connsiteX4-5483" fmla="*/ 2437136 w 2472278"/>
              <a:gd name="connsiteY4-5484" fmla="*/ 990888 h 2522085"/>
              <a:gd name="connsiteX5-5485" fmla="*/ 2471995 w 2472278"/>
              <a:gd name="connsiteY5-5486" fmla="*/ 1041532 h 2522085"/>
              <a:gd name="connsiteX6-5487" fmla="*/ 2448095 w 2472278"/>
              <a:gd name="connsiteY6-5488" fmla="*/ 1058332 h 2522085"/>
              <a:gd name="connsiteX7-5489" fmla="*/ 1897652 w 2472278"/>
              <a:gd name="connsiteY7-5490" fmla="*/ 1058332 h 2522085"/>
              <a:gd name="connsiteX8-5491" fmla="*/ 1872252 w 2472278"/>
              <a:gd name="connsiteY8-5492" fmla="*/ 1083731 h 2522085"/>
              <a:gd name="connsiteX9-5493" fmla="*/ 1872252 w 2472278"/>
              <a:gd name="connsiteY9-5494" fmla="*/ 2496734 h 2522085"/>
              <a:gd name="connsiteX10-5495" fmla="*/ 1846852 w 2472278"/>
              <a:gd name="connsiteY10-5496" fmla="*/ 2522085 h 2522085"/>
              <a:gd name="connsiteX11-5497" fmla="*/ 604792 w 2472278"/>
              <a:gd name="connsiteY11-5498" fmla="*/ 2522085 h 2522085"/>
              <a:gd name="connsiteX12-5499" fmla="*/ 579392 w 2472278"/>
              <a:gd name="connsiteY12-5500" fmla="*/ 2496685 h 2522085"/>
              <a:gd name="connsiteX13-5501" fmla="*/ 579392 w 2472278"/>
              <a:gd name="connsiteY13-5502" fmla="*/ 1083682 h 2522085"/>
              <a:gd name="connsiteX14-5503" fmla="*/ 553993 w 2472278"/>
              <a:gd name="connsiteY14-5504" fmla="*/ 1058332 h 2522085"/>
              <a:gd name="connsiteX15-5505" fmla="*/ 3549 w 2472278"/>
              <a:gd name="connsiteY15-5506" fmla="*/ 1058332 h 2522085"/>
              <a:gd name="connsiteX16-5507" fmla="*/ 2988 w 2472278"/>
              <a:gd name="connsiteY16-5508" fmla="*/ 1033119 h 2522085"/>
              <a:gd name="connsiteX0-5509" fmla="*/ 2988 w 2471995"/>
              <a:gd name="connsiteY0-5510" fmla="*/ 1033119 h 2522085"/>
              <a:gd name="connsiteX1-5511" fmla="*/ 14553 w 2471995"/>
              <a:gd name="connsiteY1-5512" fmla="*/ 990852 h 2522085"/>
              <a:gd name="connsiteX2-5513" fmla="*/ 1201583 w 2471995"/>
              <a:gd name="connsiteY2-5514" fmla="*/ 9117 h 2522085"/>
              <a:gd name="connsiteX3-5515" fmla="*/ 1250106 w 2471995"/>
              <a:gd name="connsiteY3-5516" fmla="*/ 9153 h 2522085"/>
              <a:gd name="connsiteX4-5517" fmla="*/ 2437136 w 2471995"/>
              <a:gd name="connsiteY4-5518" fmla="*/ 990888 h 2522085"/>
              <a:gd name="connsiteX5-5519" fmla="*/ 2471995 w 2471995"/>
              <a:gd name="connsiteY5-5520" fmla="*/ 1041532 h 2522085"/>
              <a:gd name="connsiteX6-5521" fmla="*/ 2448095 w 2471995"/>
              <a:gd name="connsiteY6-5522" fmla="*/ 1058332 h 2522085"/>
              <a:gd name="connsiteX7-5523" fmla="*/ 1897652 w 2471995"/>
              <a:gd name="connsiteY7-5524" fmla="*/ 1058332 h 2522085"/>
              <a:gd name="connsiteX8-5525" fmla="*/ 1872252 w 2471995"/>
              <a:gd name="connsiteY8-5526" fmla="*/ 1083731 h 2522085"/>
              <a:gd name="connsiteX9-5527" fmla="*/ 1872252 w 2471995"/>
              <a:gd name="connsiteY9-5528" fmla="*/ 2496734 h 2522085"/>
              <a:gd name="connsiteX10-5529" fmla="*/ 1846852 w 2471995"/>
              <a:gd name="connsiteY10-5530" fmla="*/ 2522085 h 2522085"/>
              <a:gd name="connsiteX11-5531" fmla="*/ 604792 w 2471995"/>
              <a:gd name="connsiteY11-5532" fmla="*/ 2522085 h 2522085"/>
              <a:gd name="connsiteX12-5533" fmla="*/ 579392 w 2471995"/>
              <a:gd name="connsiteY12-5534" fmla="*/ 2496685 h 2522085"/>
              <a:gd name="connsiteX13-5535" fmla="*/ 579392 w 2471995"/>
              <a:gd name="connsiteY13-5536" fmla="*/ 1083682 h 2522085"/>
              <a:gd name="connsiteX14-5537" fmla="*/ 553993 w 2471995"/>
              <a:gd name="connsiteY14-5538" fmla="*/ 1058332 h 2522085"/>
              <a:gd name="connsiteX15-5539" fmla="*/ 3549 w 2471995"/>
              <a:gd name="connsiteY15-5540" fmla="*/ 1058332 h 2522085"/>
              <a:gd name="connsiteX16-5541" fmla="*/ 2988 w 2471995"/>
              <a:gd name="connsiteY16-5542" fmla="*/ 1033119 h 2522085"/>
              <a:gd name="connsiteX0-5543" fmla="*/ 2988 w 2459944"/>
              <a:gd name="connsiteY0-5544" fmla="*/ 1033119 h 2522085"/>
              <a:gd name="connsiteX1-5545" fmla="*/ 14553 w 2459944"/>
              <a:gd name="connsiteY1-5546" fmla="*/ 990852 h 2522085"/>
              <a:gd name="connsiteX2-5547" fmla="*/ 1201583 w 2459944"/>
              <a:gd name="connsiteY2-5548" fmla="*/ 9117 h 2522085"/>
              <a:gd name="connsiteX3-5549" fmla="*/ 1250106 w 2459944"/>
              <a:gd name="connsiteY3-5550" fmla="*/ 9153 h 2522085"/>
              <a:gd name="connsiteX4-5551" fmla="*/ 2437136 w 2459944"/>
              <a:gd name="connsiteY4-5552" fmla="*/ 990888 h 2522085"/>
              <a:gd name="connsiteX5-5553" fmla="*/ 2448653 w 2459944"/>
              <a:gd name="connsiteY5-5554" fmla="*/ 1033131 h 2522085"/>
              <a:gd name="connsiteX6-5555" fmla="*/ 2448095 w 2459944"/>
              <a:gd name="connsiteY6-5556" fmla="*/ 1058332 h 2522085"/>
              <a:gd name="connsiteX7-5557" fmla="*/ 1897652 w 2459944"/>
              <a:gd name="connsiteY7-5558" fmla="*/ 1058332 h 2522085"/>
              <a:gd name="connsiteX8-5559" fmla="*/ 1872252 w 2459944"/>
              <a:gd name="connsiteY8-5560" fmla="*/ 1083731 h 2522085"/>
              <a:gd name="connsiteX9-5561" fmla="*/ 1872252 w 2459944"/>
              <a:gd name="connsiteY9-5562" fmla="*/ 2496734 h 2522085"/>
              <a:gd name="connsiteX10-5563" fmla="*/ 1846852 w 2459944"/>
              <a:gd name="connsiteY10-5564" fmla="*/ 2522085 h 2522085"/>
              <a:gd name="connsiteX11-5565" fmla="*/ 604792 w 2459944"/>
              <a:gd name="connsiteY11-5566" fmla="*/ 2522085 h 2522085"/>
              <a:gd name="connsiteX12-5567" fmla="*/ 579392 w 2459944"/>
              <a:gd name="connsiteY12-5568" fmla="*/ 2496685 h 2522085"/>
              <a:gd name="connsiteX13-5569" fmla="*/ 579392 w 2459944"/>
              <a:gd name="connsiteY13-5570" fmla="*/ 1083682 h 2522085"/>
              <a:gd name="connsiteX14-5571" fmla="*/ 553993 w 2459944"/>
              <a:gd name="connsiteY14-5572" fmla="*/ 1058332 h 2522085"/>
              <a:gd name="connsiteX15-5573" fmla="*/ 3549 w 2459944"/>
              <a:gd name="connsiteY15-5574" fmla="*/ 1058332 h 2522085"/>
              <a:gd name="connsiteX16-5575" fmla="*/ 2988 w 2459944"/>
              <a:gd name="connsiteY16-5576" fmla="*/ 1033119 h 2522085"/>
              <a:gd name="connsiteX0-5577" fmla="*/ 2988 w 2451643"/>
              <a:gd name="connsiteY0-5578" fmla="*/ 1033119 h 2522085"/>
              <a:gd name="connsiteX1-5579" fmla="*/ 14553 w 2451643"/>
              <a:gd name="connsiteY1-5580" fmla="*/ 990852 h 2522085"/>
              <a:gd name="connsiteX2-5581" fmla="*/ 1201583 w 2451643"/>
              <a:gd name="connsiteY2-5582" fmla="*/ 9117 h 2522085"/>
              <a:gd name="connsiteX3-5583" fmla="*/ 1250106 w 2451643"/>
              <a:gd name="connsiteY3-5584" fmla="*/ 9153 h 2522085"/>
              <a:gd name="connsiteX4-5585" fmla="*/ 2437136 w 2451643"/>
              <a:gd name="connsiteY4-5586" fmla="*/ 990888 h 2522085"/>
              <a:gd name="connsiteX5-5587" fmla="*/ 2448653 w 2451643"/>
              <a:gd name="connsiteY5-5588" fmla="*/ 1033131 h 2522085"/>
              <a:gd name="connsiteX6-5589" fmla="*/ 2448095 w 2451643"/>
              <a:gd name="connsiteY6-5590" fmla="*/ 1058332 h 2522085"/>
              <a:gd name="connsiteX7-5591" fmla="*/ 1897652 w 2451643"/>
              <a:gd name="connsiteY7-5592" fmla="*/ 1058332 h 2522085"/>
              <a:gd name="connsiteX8-5593" fmla="*/ 1872252 w 2451643"/>
              <a:gd name="connsiteY8-5594" fmla="*/ 1083731 h 2522085"/>
              <a:gd name="connsiteX9-5595" fmla="*/ 1872252 w 2451643"/>
              <a:gd name="connsiteY9-5596" fmla="*/ 2496734 h 2522085"/>
              <a:gd name="connsiteX10-5597" fmla="*/ 1846852 w 2451643"/>
              <a:gd name="connsiteY10-5598" fmla="*/ 2522085 h 2522085"/>
              <a:gd name="connsiteX11-5599" fmla="*/ 604792 w 2451643"/>
              <a:gd name="connsiteY11-5600" fmla="*/ 2522085 h 2522085"/>
              <a:gd name="connsiteX12-5601" fmla="*/ 579392 w 2451643"/>
              <a:gd name="connsiteY12-5602" fmla="*/ 2496685 h 2522085"/>
              <a:gd name="connsiteX13-5603" fmla="*/ 579392 w 2451643"/>
              <a:gd name="connsiteY13-5604" fmla="*/ 1083682 h 2522085"/>
              <a:gd name="connsiteX14-5605" fmla="*/ 553993 w 2451643"/>
              <a:gd name="connsiteY14-5606" fmla="*/ 1058332 h 2522085"/>
              <a:gd name="connsiteX15-5607" fmla="*/ 3549 w 2451643"/>
              <a:gd name="connsiteY15-5608" fmla="*/ 1058332 h 2522085"/>
              <a:gd name="connsiteX16-5609" fmla="*/ 2988 w 2451643"/>
              <a:gd name="connsiteY16-5610" fmla="*/ 1033119 h 2522085"/>
              <a:gd name="connsiteX0-5611" fmla="*/ 2988 w 2450561"/>
              <a:gd name="connsiteY0-5612" fmla="*/ 1033119 h 2522085"/>
              <a:gd name="connsiteX1-5613" fmla="*/ 14553 w 2450561"/>
              <a:gd name="connsiteY1-5614" fmla="*/ 990852 h 2522085"/>
              <a:gd name="connsiteX2-5615" fmla="*/ 1201583 w 2450561"/>
              <a:gd name="connsiteY2-5616" fmla="*/ 9117 h 2522085"/>
              <a:gd name="connsiteX3-5617" fmla="*/ 1250106 w 2450561"/>
              <a:gd name="connsiteY3-5618" fmla="*/ 9153 h 2522085"/>
              <a:gd name="connsiteX4-5619" fmla="*/ 2437136 w 2450561"/>
              <a:gd name="connsiteY4-5620" fmla="*/ 990888 h 2522085"/>
              <a:gd name="connsiteX5-5621" fmla="*/ 2448653 w 2450561"/>
              <a:gd name="connsiteY5-5622" fmla="*/ 1033131 h 2522085"/>
              <a:gd name="connsiteX6-5623" fmla="*/ 2448095 w 2450561"/>
              <a:gd name="connsiteY6-5624" fmla="*/ 1058332 h 2522085"/>
              <a:gd name="connsiteX7-5625" fmla="*/ 1897652 w 2450561"/>
              <a:gd name="connsiteY7-5626" fmla="*/ 1058332 h 2522085"/>
              <a:gd name="connsiteX8-5627" fmla="*/ 1872252 w 2450561"/>
              <a:gd name="connsiteY8-5628" fmla="*/ 1083731 h 2522085"/>
              <a:gd name="connsiteX9-5629" fmla="*/ 1872252 w 2450561"/>
              <a:gd name="connsiteY9-5630" fmla="*/ 2496734 h 2522085"/>
              <a:gd name="connsiteX10-5631" fmla="*/ 1846852 w 2450561"/>
              <a:gd name="connsiteY10-5632" fmla="*/ 2522085 h 2522085"/>
              <a:gd name="connsiteX11-5633" fmla="*/ 604792 w 2450561"/>
              <a:gd name="connsiteY11-5634" fmla="*/ 2522085 h 2522085"/>
              <a:gd name="connsiteX12-5635" fmla="*/ 579392 w 2450561"/>
              <a:gd name="connsiteY12-5636" fmla="*/ 2496685 h 2522085"/>
              <a:gd name="connsiteX13-5637" fmla="*/ 579392 w 2450561"/>
              <a:gd name="connsiteY13-5638" fmla="*/ 1083682 h 2522085"/>
              <a:gd name="connsiteX14-5639" fmla="*/ 553993 w 2450561"/>
              <a:gd name="connsiteY14-5640" fmla="*/ 1058332 h 2522085"/>
              <a:gd name="connsiteX15-5641" fmla="*/ 3549 w 2450561"/>
              <a:gd name="connsiteY15-5642" fmla="*/ 1058332 h 2522085"/>
              <a:gd name="connsiteX16-5643" fmla="*/ 2988 w 2450561"/>
              <a:gd name="connsiteY16-5644" fmla="*/ 1033119 h 2522085"/>
              <a:gd name="connsiteX0-5645" fmla="*/ 2988 w 2450561"/>
              <a:gd name="connsiteY0-5646" fmla="*/ 1033119 h 2522085"/>
              <a:gd name="connsiteX1-5647" fmla="*/ 14553 w 2450561"/>
              <a:gd name="connsiteY1-5648" fmla="*/ 990852 h 2522085"/>
              <a:gd name="connsiteX2-5649" fmla="*/ 1201583 w 2450561"/>
              <a:gd name="connsiteY2-5650" fmla="*/ 9117 h 2522085"/>
              <a:gd name="connsiteX3-5651" fmla="*/ 1250106 w 2450561"/>
              <a:gd name="connsiteY3-5652" fmla="*/ 9153 h 2522085"/>
              <a:gd name="connsiteX4-5653" fmla="*/ 2437136 w 2450561"/>
              <a:gd name="connsiteY4-5654" fmla="*/ 990888 h 2522085"/>
              <a:gd name="connsiteX5-5655" fmla="*/ 2448653 w 2450561"/>
              <a:gd name="connsiteY5-5656" fmla="*/ 1033131 h 2522085"/>
              <a:gd name="connsiteX6-5657" fmla="*/ 2412804 w 2450561"/>
              <a:gd name="connsiteY6-5658" fmla="*/ 1058331 h 2522085"/>
              <a:gd name="connsiteX7-5659" fmla="*/ 1897652 w 2450561"/>
              <a:gd name="connsiteY7-5660" fmla="*/ 1058332 h 2522085"/>
              <a:gd name="connsiteX8-5661" fmla="*/ 1872252 w 2450561"/>
              <a:gd name="connsiteY8-5662" fmla="*/ 1083731 h 2522085"/>
              <a:gd name="connsiteX9-5663" fmla="*/ 1872252 w 2450561"/>
              <a:gd name="connsiteY9-5664" fmla="*/ 2496734 h 2522085"/>
              <a:gd name="connsiteX10-5665" fmla="*/ 1846852 w 2450561"/>
              <a:gd name="connsiteY10-5666" fmla="*/ 2522085 h 2522085"/>
              <a:gd name="connsiteX11-5667" fmla="*/ 604792 w 2450561"/>
              <a:gd name="connsiteY11-5668" fmla="*/ 2522085 h 2522085"/>
              <a:gd name="connsiteX12-5669" fmla="*/ 579392 w 2450561"/>
              <a:gd name="connsiteY12-5670" fmla="*/ 2496685 h 2522085"/>
              <a:gd name="connsiteX13-5671" fmla="*/ 579392 w 2450561"/>
              <a:gd name="connsiteY13-5672" fmla="*/ 1083682 h 2522085"/>
              <a:gd name="connsiteX14-5673" fmla="*/ 553993 w 2450561"/>
              <a:gd name="connsiteY14-5674" fmla="*/ 1058332 h 2522085"/>
              <a:gd name="connsiteX15-5675" fmla="*/ 3549 w 2450561"/>
              <a:gd name="connsiteY15-5676" fmla="*/ 1058332 h 2522085"/>
              <a:gd name="connsiteX16-5677" fmla="*/ 2988 w 2450561"/>
              <a:gd name="connsiteY16-5678" fmla="*/ 1033119 h 2522085"/>
              <a:gd name="connsiteX0-5679" fmla="*/ 2988 w 2450561"/>
              <a:gd name="connsiteY0-5680" fmla="*/ 1033119 h 2522085"/>
              <a:gd name="connsiteX1-5681" fmla="*/ 14553 w 2450561"/>
              <a:gd name="connsiteY1-5682" fmla="*/ 990852 h 2522085"/>
              <a:gd name="connsiteX2-5683" fmla="*/ 1201583 w 2450561"/>
              <a:gd name="connsiteY2-5684" fmla="*/ 9117 h 2522085"/>
              <a:gd name="connsiteX3-5685" fmla="*/ 1250106 w 2450561"/>
              <a:gd name="connsiteY3-5686" fmla="*/ 9153 h 2522085"/>
              <a:gd name="connsiteX4-5687" fmla="*/ 2437136 w 2450561"/>
              <a:gd name="connsiteY4-5688" fmla="*/ 990888 h 2522085"/>
              <a:gd name="connsiteX5-5689" fmla="*/ 2448653 w 2450561"/>
              <a:gd name="connsiteY5-5690" fmla="*/ 1033131 h 2522085"/>
              <a:gd name="connsiteX6-5691" fmla="*/ 2412804 w 2450561"/>
              <a:gd name="connsiteY6-5692" fmla="*/ 1058331 h 2522085"/>
              <a:gd name="connsiteX7-5693" fmla="*/ 1897652 w 2450561"/>
              <a:gd name="connsiteY7-5694" fmla="*/ 1058332 h 2522085"/>
              <a:gd name="connsiteX8-5695" fmla="*/ 1872252 w 2450561"/>
              <a:gd name="connsiteY8-5696" fmla="*/ 1083731 h 2522085"/>
              <a:gd name="connsiteX9-5697" fmla="*/ 1872252 w 2450561"/>
              <a:gd name="connsiteY9-5698" fmla="*/ 2496734 h 2522085"/>
              <a:gd name="connsiteX10-5699" fmla="*/ 1846852 w 2450561"/>
              <a:gd name="connsiteY10-5700" fmla="*/ 2522085 h 2522085"/>
              <a:gd name="connsiteX11-5701" fmla="*/ 604792 w 2450561"/>
              <a:gd name="connsiteY11-5702" fmla="*/ 2522085 h 2522085"/>
              <a:gd name="connsiteX12-5703" fmla="*/ 579392 w 2450561"/>
              <a:gd name="connsiteY12-5704" fmla="*/ 2496685 h 2522085"/>
              <a:gd name="connsiteX13-5705" fmla="*/ 579392 w 2450561"/>
              <a:gd name="connsiteY13-5706" fmla="*/ 1083682 h 2522085"/>
              <a:gd name="connsiteX14-5707" fmla="*/ 553993 w 2450561"/>
              <a:gd name="connsiteY14-5708" fmla="*/ 1058332 h 2522085"/>
              <a:gd name="connsiteX15-5709" fmla="*/ 3549 w 2450561"/>
              <a:gd name="connsiteY15-5710" fmla="*/ 1058332 h 2522085"/>
              <a:gd name="connsiteX16-5711" fmla="*/ 2988 w 2450561"/>
              <a:gd name="connsiteY16-5712" fmla="*/ 1033119 h 2522085"/>
              <a:gd name="connsiteX0-5713" fmla="*/ 2988 w 2450561"/>
              <a:gd name="connsiteY0-5714" fmla="*/ 1033119 h 2522085"/>
              <a:gd name="connsiteX1-5715" fmla="*/ 14553 w 2450561"/>
              <a:gd name="connsiteY1-5716" fmla="*/ 990852 h 2522085"/>
              <a:gd name="connsiteX2-5717" fmla="*/ 1201583 w 2450561"/>
              <a:gd name="connsiteY2-5718" fmla="*/ 9117 h 2522085"/>
              <a:gd name="connsiteX3-5719" fmla="*/ 1250106 w 2450561"/>
              <a:gd name="connsiteY3-5720" fmla="*/ 9153 h 2522085"/>
              <a:gd name="connsiteX4-5721" fmla="*/ 2437136 w 2450561"/>
              <a:gd name="connsiteY4-5722" fmla="*/ 990888 h 2522085"/>
              <a:gd name="connsiteX5-5723" fmla="*/ 2448653 w 2450561"/>
              <a:gd name="connsiteY5-5724" fmla="*/ 1033131 h 2522085"/>
              <a:gd name="connsiteX6-5725" fmla="*/ 2412804 w 2450561"/>
              <a:gd name="connsiteY6-5726" fmla="*/ 1058331 h 2522085"/>
              <a:gd name="connsiteX7-5727" fmla="*/ 1897652 w 2450561"/>
              <a:gd name="connsiteY7-5728" fmla="*/ 1058332 h 2522085"/>
              <a:gd name="connsiteX8-5729" fmla="*/ 1872252 w 2450561"/>
              <a:gd name="connsiteY8-5730" fmla="*/ 1083731 h 2522085"/>
              <a:gd name="connsiteX9-5731" fmla="*/ 1872252 w 2450561"/>
              <a:gd name="connsiteY9-5732" fmla="*/ 2496734 h 2522085"/>
              <a:gd name="connsiteX10-5733" fmla="*/ 1846852 w 2450561"/>
              <a:gd name="connsiteY10-5734" fmla="*/ 2522085 h 2522085"/>
              <a:gd name="connsiteX11-5735" fmla="*/ 604792 w 2450561"/>
              <a:gd name="connsiteY11-5736" fmla="*/ 2522085 h 2522085"/>
              <a:gd name="connsiteX12-5737" fmla="*/ 579392 w 2450561"/>
              <a:gd name="connsiteY12-5738" fmla="*/ 2496685 h 2522085"/>
              <a:gd name="connsiteX13-5739" fmla="*/ 579392 w 2450561"/>
              <a:gd name="connsiteY13-5740" fmla="*/ 1083682 h 2522085"/>
              <a:gd name="connsiteX14-5741" fmla="*/ 553993 w 2450561"/>
              <a:gd name="connsiteY14-5742" fmla="*/ 1058332 h 2522085"/>
              <a:gd name="connsiteX15-5743" fmla="*/ 3549 w 2450561"/>
              <a:gd name="connsiteY15-5744" fmla="*/ 1058332 h 2522085"/>
              <a:gd name="connsiteX16-5745" fmla="*/ 2988 w 2450561"/>
              <a:gd name="connsiteY16-5746" fmla="*/ 1033119 h 2522085"/>
              <a:gd name="connsiteX0-5747" fmla="*/ 2988 w 2450561"/>
              <a:gd name="connsiteY0-5748" fmla="*/ 1033119 h 2522085"/>
              <a:gd name="connsiteX1-5749" fmla="*/ 14553 w 2450561"/>
              <a:gd name="connsiteY1-5750" fmla="*/ 990852 h 2522085"/>
              <a:gd name="connsiteX2-5751" fmla="*/ 1201583 w 2450561"/>
              <a:gd name="connsiteY2-5752" fmla="*/ 9117 h 2522085"/>
              <a:gd name="connsiteX3-5753" fmla="*/ 1250106 w 2450561"/>
              <a:gd name="connsiteY3-5754" fmla="*/ 9153 h 2522085"/>
              <a:gd name="connsiteX4-5755" fmla="*/ 2437136 w 2450561"/>
              <a:gd name="connsiteY4-5756" fmla="*/ 990888 h 2522085"/>
              <a:gd name="connsiteX5-5757" fmla="*/ 2448653 w 2450561"/>
              <a:gd name="connsiteY5-5758" fmla="*/ 1033131 h 2522085"/>
              <a:gd name="connsiteX6-5759" fmla="*/ 2412804 w 2450561"/>
              <a:gd name="connsiteY6-5760" fmla="*/ 1058331 h 2522085"/>
              <a:gd name="connsiteX7-5761" fmla="*/ 1910353 w 2450561"/>
              <a:gd name="connsiteY7-5762" fmla="*/ 1058331 h 2522085"/>
              <a:gd name="connsiteX8-5763" fmla="*/ 1872252 w 2450561"/>
              <a:gd name="connsiteY8-5764" fmla="*/ 1083731 h 2522085"/>
              <a:gd name="connsiteX9-5765" fmla="*/ 1872252 w 2450561"/>
              <a:gd name="connsiteY9-5766" fmla="*/ 2496734 h 2522085"/>
              <a:gd name="connsiteX10-5767" fmla="*/ 1846852 w 2450561"/>
              <a:gd name="connsiteY10-5768" fmla="*/ 2522085 h 2522085"/>
              <a:gd name="connsiteX11-5769" fmla="*/ 604792 w 2450561"/>
              <a:gd name="connsiteY11-5770" fmla="*/ 2522085 h 2522085"/>
              <a:gd name="connsiteX12-5771" fmla="*/ 579392 w 2450561"/>
              <a:gd name="connsiteY12-5772" fmla="*/ 2496685 h 2522085"/>
              <a:gd name="connsiteX13-5773" fmla="*/ 579392 w 2450561"/>
              <a:gd name="connsiteY13-5774" fmla="*/ 1083682 h 2522085"/>
              <a:gd name="connsiteX14-5775" fmla="*/ 553993 w 2450561"/>
              <a:gd name="connsiteY14-5776" fmla="*/ 1058332 h 2522085"/>
              <a:gd name="connsiteX15-5777" fmla="*/ 3549 w 2450561"/>
              <a:gd name="connsiteY15-5778" fmla="*/ 1058332 h 2522085"/>
              <a:gd name="connsiteX16-5779" fmla="*/ 2988 w 2450561"/>
              <a:gd name="connsiteY16-5780" fmla="*/ 1033119 h 2522085"/>
              <a:gd name="connsiteX0-5781" fmla="*/ 2988 w 2450561"/>
              <a:gd name="connsiteY0-5782" fmla="*/ 1033119 h 2522085"/>
              <a:gd name="connsiteX1-5783" fmla="*/ 14553 w 2450561"/>
              <a:gd name="connsiteY1-5784" fmla="*/ 990852 h 2522085"/>
              <a:gd name="connsiteX2-5785" fmla="*/ 1201583 w 2450561"/>
              <a:gd name="connsiteY2-5786" fmla="*/ 9117 h 2522085"/>
              <a:gd name="connsiteX3-5787" fmla="*/ 1250106 w 2450561"/>
              <a:gd name="connsiteY3-5788" fmla="*/ 9153 h 2522085"/>
              <a:gd name="connsiteX4-5789" fmla="*/ 2437136 w 2450561"/>
              <a:gd name="connsiteY4-5790" fmla="*/ 990888 h 2522085"/>
              <a:gd name="connsiteX5-5791" fmla="*/ 2448653 w 2450561"/>
              <a:gd name="connsiteY5-5792" fmla="*/ 1033131 h 2522085"/>
              <a:gd name="connsiteX6-5793" fmla="*/ 2412804 w 2450561"/>
              <a:gd name="connsiteY6-5794" fmla="*/ 1058331 h 2522085"/>
              <a:gd name="connsiteX7-5795" fmla="*/ 1910353 w 2450561"/>
              <a:gd name="connsiteY7-5796" fmla="*/ 1058331 h 2522085"/>
              <a:gd name="connsiteX8-5797" fmla="*/ 1872252 w 2450561"/>
              <a:gd name="connsiteY8-5798" fmla="*/ 1083731 h 2522085"/>
              <a:gd name="connsiteX9-5799" fmla="*/ 1872252 w 2450561"/>
              <a:gd name="connsiteY9-5800" fmla="*/ 2496734 h 2522085"/>
              <a:gd name="connsiteX10-5801" fmla="*/ 1846852 w 2450561"/>
              <a:gd name="connsiteY10-5802" fmla="*/ 2522085 h 2522085"/>
              <a:gd name="connsiteX11-5803" fmla="*/ 604792 w 2450561"/>
              <a:gd name="connsiteY11-5804" fmla="*/ 2522085 h 2522085"/>
              <a:gd name="connsiteX12-5805" fmla="*/ 579392 w 2450561"/>
              <a:gd name="connsiteY12-5806" fmla="*/ 2496685 h 2522085"/>
              <a:gd name="connsiteX13-5807" fmla="*/ 579392 w 2450561"/>
              <a:gd name="connsiteY13-5808" fmla="*/ 1083682 h 2522085"/>
              <a:gd name="connsiteX14-5809" fmla="*/ 553993 w 2450561"/>
              <a:gd name="connsiteY14-5810" fmla="*/ 1058332 h 2522085"/>
              <a:gd name="connsiteX15-5811" fmla="*/ 3549 w 2450561"/>
              <a:gd name="connsiteY15-5812" fmla="*/ 1058332 h 2522085"/>
              <a:gd name="connsiteX16-5813" fmla="*/ 2988 w 2450561"/>
              <a:gd name="connsiteY16-5814" fmla="*/ 1033119 h 2522085"/>
              <a:gd name="connsiteX0-5815" fmla="*/ 2988 w 2450561"/>
              <a:gd name="connsiteY0-5816" fmla="*/ 1033119 h 2522085"/>
              <a:gd name="connsiteX1-5817" fmla="*/ 14553 w 2450561"/>
              <a:gd name="connsiteY1-5818" fmla="*/ 990852 h 2522085"/>
              <a:gd name="connsiteX2-5819" fmla="*/ 1201583 w 2450561"/>
              <a:gd name="connsiteY2-5820" fmla="*/ 9117 h 2522085"/>
              <a:gd name="connsiteX3-5821" fmla="*/ 1250106 w 2450561"/>
              <a:gd name="connsiteY3-5822" fmla="*/ 9153 h 2522085"/>
              <a:gd name="connsiteX4-5823" fmla="*/ 2437136 w 2450561"/>
              <a:gd name="connsiteY4-5824" fmla="*/ 990888 h 2522085"/>
              <a:gd name="connsiteX5-5825" fmla="*/ 2448653 w 2450561"/>
              <a:gd name="connsiteY5-5826" fmla="*/ 1033131 h 2522085"/>
              <a:gd name="connsiteX6-5827" fmla="*/ 2412804 w 2450561"/>
              <a:gd name="connsiteY6-5828" fmla="*/ 1058331 h 2522085"/>
              <a:gd name="connsiteX7-5829" fmla="*/ 1910353 w 2450561"/>
              <a:gd name="connsiteY7-5830" fmla="*/ 1058331 h 2522085"/>
              <a:gd name="connsiteX8-5831" fmla="*/ 1872252 w 2450561"/>
              <a:gd name="connsiteY8-5832" fmla="*/ 1083731 h 2522085"/>
              <a:gd name="connsiteX9-5833" fmla="*/ 1872252 w 2450561"/>
              <a:gd name="connsiteY9-5834" fmla="*/ 2496734 h 2522085"/>
              <a:gd name="connsiteX10-5835" fmla="*/ 1846852 w 2450561"/>
              <a:gd name="connsiteY10-5836" fmla="*/ 2522085 h 2522085"/>
              <a:gd name="connsiteX11-5837" fmla="*/ 604792 w 2450561"/>
              <a:gd name="connsiteY11-5838" fmla="*/ 2522085 h 2522085"/>
              <a:gd name="connsiteX12-5839" fmla="*/ 579392 w 2450561"/>
              <a:gd name="connsiteY12-5840" fmla="*/ 2496685 h 2522085"/>
              <a:gd name="connsiteX13-5841" fmla="*/ 579392 w 2450561"/>
              <a:gd name="connsiteY13-5842" fmla="*/ 1083682 h 2522085"/>
              <a:gd name="connsiteX14-5843" fmla="*/ 553993 w 2450561"/>
              <a:gd name="connsiteY14-5844" fmla="*/ 1058332 h 2522085"/>
              <a:gd name="connsiteX15-5845" fmla="*/ 3549 w 2450561"/>
              <a:gd name="connsiteY15-5846" fmla="*/ 1058332 h 2522085"/>
              <a:gd name="connsiteX16-5847" fmla="*/ 2988 w 2450561"/>
              <a:gd name="connsiteY16-5848" fmla="*/ 1033119 h 2522085"/>
              <a:gd name="connsiteX0-5849" fmla="*/ 2988 w 2450561"/>
              <a:gd name="connsiteY0-5850" fmla="*/ 1033119 h 2522085"/>
              <a:gd name="connsiteX1-5851" fmla="*/ 14553 w 2450561"/>
              <a:gd name="connsiteY1-5852" fmla="*/ 990852 h 2522085"/>
              <a:gd name="connsiteX2-5853" fmla="*/ 1201583 w 2450561"/>
              <a:gd name="connsiteY2-5854" fmla="*/ 9117 h 2522085"/>
              <a:gd name="connsiteX3-5855" fmla="*/ 1250106 w 2450561"/>
              <a:gd name="connsiteY3-5856" fmla="*/ 9153 h 2522085"/>
              <a:gd name="connsiteX4-5857" fmla="*/ 2437136 w 2450561"/>
              <a:gd name="connsiteY4-5858" fmla="*/ 990888 h 2522085"/>
              <a:gd name="connsiteX5-5859" fmla="*/ 2448653 w 2450561"/>
              <a:gd name="connsiteY5-5860" fmla="*/ 1033131 h 2522085"/>
              <a:gd name="connsiteX6-5861" fmla="*/ 2412804 w 2450561"/>
              <a:gd name="connsiteY6-5862" fmla="*/ 1058331 h 2522085"/>
              <a:gd name="connsiteX7-5863" fmla="*/ 1910353 w 2450561"/>
              <a:gd name="connsiteY7-5864" fmla="*/ 1058331 h 2522085"/>
              <a:gd name="connsiteX8-5865" fmla="*/ 1872254 w 2450561"/>
              <a:gd name="connsiteY8-5866" fmla="*/ 1096430 h 2522085"/>
              <a:gd name="connsiteX9-5867" fmla="*/ 1872252 w 2450561"/>
              <a:gd name="connsiteY9-5868" fmla="*/ 2496734 h 2522085"/>
              <a:gd name="connsiteX10-5869" fmla="*/ 1846852 w 2450561"/>
              <a:gd name="connsiteY10-5870" fmla="*/ 2522085 h 2522085"/>
              <a:gd name="connsiteX11-5871" fmla="*/ 604792 w 2450561"/>
              <a:gd name="connsiteY11-5872" fmla="*/ 2522085 h 2522085"/>
              <a:gd name="connsiteX12-5873" fmla="*/ 579392 w 2450561"/>
              <a:gd name="connsiteY12-5874" fmla="*/ 2496685 h 2522085"/>
              <a:gd name="connsiteX13-5875" fmla="*/ 579392 w 2450561"/>
              <a:gd name="connsiteY13-5876" fmla="*/ 1083682 h 2522085"/>
              <a:gd name="connsiteX14-5877" fmla="*/ 553993 w 2450561"/>
              <a:gd name="connsiteY14-5878" fmla="*/ 1058332 h 2522085"/>
              <a:gd name="connsiteX15-5879" fmla="*/ 3549 w 2450561"/>
              <a:gd name="connsiteY15-5880" fmla="*/ 1058332 h 2522085"/>
              <a:gd name="connsiteX16-5881" fmla="*/ 2988 w 2450561"/>
              <a:gd name="connsiteY16-5882" fmla="*/ 1033119 h 2522085"/>
              <a:gd name="connsiteX0-5883" fmla="*/ 2988 w 2450561"/>
              <a:gd name="connsiteY0-5884" fmla="*/ 1033119 h 2522085"/>
              <a:gd name="connsiteX1-5885" fmla="*/ 14553 w 2450561"/>
              <a:gd name="connsiteY1-5886" fmla="*/ 990852 h 2522085"/>
              <a:gd name="connsiteX2-5887" fmla="*/ 1201583 w 2450561"/>
              <a:gd name="connsiteY2-5888" fmla="*/ 9117 h 2522085"/>
              <a:gd name="connsiteX3-5889" fmla="*/ 1250106 w 2450561"/>
              <a:gd name="connsiteY3-5890" fmla="*/ 9153 h 2522085"/>
              <a:gd name="connsiteX4-5891" fmla="*/ 2437136 w 2450561"/>
              <a:gd name="connsiteY4-5892" fmla="*/ 990888 h 2522085"/>
              <a:gd name="connsiteX5-5893" fmla="*/ 2448653 w 2450561"/>
              <a:gd name="connsiteY5-5894" fmla="*/ 1033131 h 2522085"/>
              <a:gd name="connsiteX6-5895" fmla="*/ 2412804 w 2450561"/>
              <a:gd name="connsiteY6-5896" fmla="*/ 1058331 h 2522085"/>
              <a:gd name="connsiteX7-5897" fmla="*/ 1910353 w 2450561"/>
              <a:gd name="connsiteY7-5898" fmla="*/ 1058331 h 2522085"/>
              <a:gd name="connsiteX8-5899" fmla="*/ 1872254 w 2450561"/>
              <a:gd name="connsiteY8-5900" fmla="*/ 1096430 h 2522085"/>
              <a:gd name="connsiteX9-5901" fmla="*/ 1872252 w 2450561"/>
              <a:gd name="connsiteY9-5902" fmla="*/ 2496734 h 2522085"/>
              <a:gd name="connsiteX10-5903" fmla="*/ 1846852 w 2450561"/>
              <a:gd name="connsiteY10-5904" fmla="*/ 2522085 h 2522085"/>
              <a:gd name="connsiteX11-5905" fmla="*/ 604792 w 2450561"/>
              <a:gd name="connsiteY11-5906" fmla="*/ 2522085 h 2522085"/>
              <a:gd name="connsiteX12-5907" fmla="*/ 579392 w 2450561"/>
              <a:gd name="connsiteY12-5908" fmla="*/ 2496685 h 2522085"/>
              <a:gd name="connsiteX13-5909" fmla="*/ 579392 w 2450561"/>
              <a:gd name="connsiteY13-5910" fmla="*/ 1083682 h 2522085"/>
              <a:gd name="connsiteX14-5911" fmla="*/ 553993 w 2450561"/>
              <a:gd name="connsiteY14-5912" fmla="*/ 1058332 h 2522085"/>
              <a:gd name="connsiteX15-5913" fmla="*/ 3549 w 2450561"/>
              <a:gd name="connsiteY15-5914" fmla="*/ 1058332 h 2522085"/>
              <a:gd name="connsiteX16-5915" fmla="*/ 2988 w 2450561"/>
              <a:gd name="connsiteY16-5916" fmla="*/ 1033119 h 2522085"/>
              <a:gd name="connsiteX0-5917" fmla="*/ 2988 w 2450561"/>
              <a:gd name="connsiteY0-5918" fmla="*/ 1033119 h 2522085"/>
              <a:gd name="connsiteX1-5919" fmla="*/ 14553 w 2450561"/>
              <a:gd name="connsiteY1-5920" fmla="*/ 990852 h 2522085"/>
              <a:gd name="connsiteX2-5921" fmla="*/ 1201583 w 2450561"/>
              <a:gd name="connsiteY2-5922" fmla="*/ 9117 h 2522085"/>
              <a:gd name="connsiteX3-5923" fmla="*/ 1250106 w 2450561"/>
              <a:gd name="connsiteY3-5924" fmla="*/ 9153 h 2522085"/>
              <a:gd name="connsiteX4-5925" fmla="*/ 2437136 w 2450561"/>
              <a:gd name="connsiteY4-5926" fmla="*/ 990888 h 2522085"/>
              <a:gd name="connsiteX5-5927" fmla="*/ 2448653 w 2450561"/>
              <a:gd name="connsiteY5-5928" fmla="*/ 1033131 h 2522085"/>
              <a:gd name="connsiteX6-5929" fmla="*/ 2412804 w 2450561"/>
              <a:gd name="connsiteY6-5930" fmla="*/ 1058331 h 2522085"/>
              <a:gd name="connsiteX7-5931" fmla="*/ 1910353 w 2450561"/>
              <a:gd name="connsiteY7-5932" fmla="*/ 1058331 h 2522085"/>
              <a:gd name="connsiteX8-5933" fmla="*/ 1872254 w 2450561"/>
              <a:gd name="connsiteY8-5934" fmla="*/ 1096430 h 2522085"/>
              <a:gd name="connsiteX9-5935" fmla="*/ 1872252 w 2450561"/>
              <a:gd name="connsiteY9-5936" fmla="*/ 2496734 h 2522085"/>
              <a:gd name="connsiteX10-5937" fmla="*/ 1846852 w 2450561"/>
              <a:gd name="connsiteY10-5938" fmla="*/ 2522085 h 2522085"/>
              <a:gd name="connsiteX11-5939" fmla="*/ 604792 w 2450561"/>
              <a:gd name="connsiteY11-5940" fmla="*/ 2522085 h 2522085"/>
              <a:gd name="connsiteX12-5941" fmla="*/ 579392 w 2450561"/>
              <a:gd name="connsiteY12-5942" fmla="*/ 2496685 h 2522085"/>
              <a:gd name="connsiteX13-5943" fmla="*/ 579392 w 2450561"/>
              <a:gd name="connsiteY13-5944" fmla="*/ 1083682 h 2522085"/>
              <a:gd name="connsiteX14-5945" fmla="*/ 553993 w 2450561"/>
              <a:gd name="connsiteY14-5946" fmla="*/ 1058332 h 2522085"/>
              <a:gd name="connsiteX15-5947" fmla="*/ 3549 w 2450561"/>
              <a:gd name="connsiteY15-5948" fmla="*/ 1058332 h 2522085"/>
              <a:gd name="connsiteX16-5949" fmla="*/ 2988 w 2450561"/>
              <a:gd name="connsiteY16-5950" fmla="*/ 1033119 h 2522085"/>
              <a:gd name="connsiteX0-5951" fmla="*/ 2988 w 2450561"/>
              <a:gd name="connsiteY0-5952" fmla="*/ 1033119 h 2522085"/>
              <a:gd name="connsiteX1-5953" fmla="*/ 14553 w 2450561"/>
              <a:gd name="connsiteY1-5954" fmla="*/ 990852 h 2522085"/>
              <a:gd name="connsiteX2-5955" fmla="*/ 1201583 w 2450561"/>
              <a:gd name="connsiteY2-5956" fmla="*/ 9117 h 2522085"/>
              <a:gd name="connsiteX3-5957" fmla="*/ 1250106 w 2450561"/>
              <a:gd name="connsiteY3-5958" fmla="*/ 9153 h 2522085"/>
              <a:gd name="connsiteX4-5959" fmla="*/ 2437136 w 2450561"/>
              <a:gd name="connsiteY4-5960" fmla="*/ 990888 h 2522085"/>
              <a:gd name="connsiteX5-5961" fmla="*/ 2448653 w 2450561"/>
              <a:gd name="connsiteY5-5962" fmla="*/ 1033131 h 2522085"/>
              <a:gd name="connsiteX6-5963" fmla="*/ 2412804 w 2450561"/>
              <a:gd name="connsiteY6-5964" fmla="*/ 1058331 h 2522085"/>
              <a:gd name="connsiteX7-5965" fmla="*/ 1910353 w 2450561"/>
              <a:gd name="connsiteY7-5966" fmla="*/ 1058331 h 2522085"/>
              <a:gd name="connsiteX8-5967" fmla="*/ 1872254 w 2450561"/>
              <a:gd name="connsiteY8-5968" fmla="*/ 1096430 h 2522085"/>
              <a:gd name="connsiteX9-5969" fmla="*/ 1872254 w 2450561"/>
              <a:gd name="connsiteY9-5970" fmla="*/ 2484033 h 2522085"/>
              <a:gd name="connsiteX10-5971" fmla="*/ 1846852 w 2450561"/>
              <a:gd name="connsiteY10-5972" fmla="*/ 2522085 h 2522085"/>
              <a:gd name="connsiteX11-5973" fmla="*/ 604792 w 2450561"/>
              <a:gd name="connsiteY11-5974" fmla="*/ 2522085 h 2522085"/>
              <a:gd name="connsiteX12-5975" fmla="*/ 579392 w 2450561"/>
              <a:gd name="connsiteY12-5976" fmla="*/ 2496685 h 2522085"/>
              <a:gd name="connsiteX13-5977" fmla="*/ 579392 w 2450561"/>
              <a:gd name="connsiteY13-5978" fmla="*/ 1083682 h 2522085"/>
              <a:gd name="connsiteX14-5979" fmla="*/ 553993 w 2450561"/>
              <a:gd name="connsiteY14-5980" fmla="*/ 1058332 h 2522085"/>
              <a:gd name="connsiteX15-5981" fmla="*/ 3549 w 2450561"/>
              <a:gd name="connsiteY15-5982" fmla="*/ 1058332 h 2522085"/>
              <a:gd name="connsiteX16-5983" fmla="*/ 2988 w 2450561"/>
              <a:gd name="connsiteY16-5984" fmla="*/ 1033119 h 2522085"/>
              <a:gd name="connsiteX0-5985" fmla="*/ 2988 w 2450561"/>
              <a:gd name="connsiteY0-5986" fmla="*/ 1033119 h 2522085"/>
              <a:gd name="connsiteX1-5987" fmla="*/ 14553 w 2450561"/>
              <a:gd name="connsiteY1-5988" fmla="*/ 990852 h 2522085"/>
              <a:gd name="connsiteX2-5989" fmla="*/ 1201583 w 2450561"/>
              <a:gd name="connsiteY2-5990" fmla="*/ 9117 h 2522085"/>
              <a:gd name="connsiteX3-5991" fmla="*/ 1250106 w 2450561"/>
              <a:gd name="connsiteY3-5992" fmla="*/ 9153 h 2522085"/>
              <a:gd name="connsiteX4-5993" fmla="*/ 2437136 w 2450561"/>
              <a:gd name="connsiteY4-5994" fmla="*/ 990888 h 2522085"/>
              <a:gd name="connsiteX5-5995" fmla="*/ 2448653 w 2450561"/>
              <a:gd name="connsiteY5-5996" fmla="*/ 1033131 h 2522085"/>
              <a:gd name="connsiteX6-5997" fmla="*/ 2412804 w 2450561"/>
              <a:gd name="connsiteY6-5998" fmla="*/ 1058331 h 2522085"/>
              <a:gd name="connsiteX7-5999" fmla="*/ 1910353 w 2450561"/>
              <a:gd name="connsiteY7-6000" fmla="*/ 1058331 h 2522085"/>
              <a:gd name="connsiteX8-6001" fmla="*/ 1872254 w 2450561"/>
              <a:gd name="connsiteY8-6002" fmla="*/ 1096430 h 2522085"/>
              <a:gd name="connsiteX9-6003" fmla="*/ 1872254 w 2450561"/>
              <a:gd name="connsiteY9-6004" fmla="*/ 2484033 h 2522085"/>
              <a:gd name="connsiteX10-6005" fmla="*/ 1846852 w 2450561"/>
              <a:gd name="connsiteY10-6006" fmla="*/ 2522085 h 2522085"/>
              <a:gd name="connsiteX11-6007" fmla="*/ 604792 w 2450561"/>
              <a:gd name="connsiteY11-6008" fmla="*/ 2522085 h 2522085"/>
              <a:gd name="connsiteX12-6009" fmla="*/ 579392 w 2450561"/>
              <a:gd name="connsiteY12-6010" fmla="*/ 2496685 h 2522085"/>
              <a:gd name="connsiteX13-6011" fmla="*/ 579392 w 2450561"/>
              <a:gd name="connsiteY13-6012" fmla="*/ 1083682 h 2522085"/>
              <a:gd name="connsiteX14-6013" fmla="*/ 553993 w 2450561"/>
              <a:gd name="connsiteY14-6014" fmla="*/ 1058332 h 2522085"/>
              <a:gd name="connsiteX15-6015" fmla="*/ 3549 w 2450561"/>
              <a:gd name="connsiteY15-6016" fmla="*/ 1058332 h 2522085"/>
              <a:gd name="connsiteX16-6017" fmla="*/ 2988 w 2450561"/>
              <a:gd name="connsiteY16-6018" fmla="*/ 1033119 h 2522085"/>
              <a:gd name="connsiteX0-6019" fmla="*/ 2988 w 2450561"/>
              <a:gd name="connsiteY0-6020" fmla="*/ 1033119 h 2522085"/>
              <a:gd name="connsiteX1-6021" fmla="*/ 14553 w 2450561"/>
              <a:gd name="connsiteY1-6022" fmla="*/ 990852 h 2522085"/>
              <a:gd name="connsiteX2-6023" fmla="*/ 1201583 w 2450561"/>
              <a:gd name="connsiteY2-6024" fmla="*/ 9117 h 2522085"/>
              <a:gd name="connsiteX3-6025" fmla="*/ 1250106 w 2450561"/>
              <a:gd name="connsiteY3-6026" fmla="*/ 9153 h 2522085"/>
              <a:gd name="connsiteX4-6027" fmla="*/ 2437136 w 2450561"/>
              <a:gd name="connsiteY4-6028" fmla="*/ 990888 h 2522085"/>
              <a:gd name="connsiteX5-6029" fmla="*/ 2448653 w 2450561"/>
              <a:gd name="connsiteY5-6030" fmla="*/ 1033131 h 2522085"/>
              <a:gd name="connsiteX6-6031" fmla="*/ 2412804 w 2450561"/>
              <a:gd name="connsiteY6-6032" fmla="*/ 1058331 h 2522085"/>
              <a:gd name="connsiteX7-6033" fmla="*/ 1910353 w 2450561"/>
              <a:gd name="connsiteY7-6034" fmla="*/ 1058331 h 2522085"/>
              <a:gd name="connsiteX8-6035" fmla="*/ 1872254 w 2450561"/>
              <a:gd name="connsiteY8-6036" fmla="*/ 1096430 h 2522085"/>
              <a:gd name="connsiteX9-6037" fmla="*/ 1872254 w 2450561"/>
              <a:gd name="connsiteY9-6038" fmla="*/ 2484033 h 2522085"/>
              <a:gd name="connsiteX10-6039" fmla="*/ 1846852 w 2450561"/>
              <a:gd name="connsiteY10-6040" fmla="*/ 2522085 h 2522085"/>
              <a:gd name="connsiteX11-6041" fmla="*/ 604792 w 2450561"/>
              <a:gd name="connsiteY11-6042" fmla="*/ 2522085 h 2522085"/>
              <a:gd name="connsiteX12-6043" fmla="*/ 579392 w 2450561"/>
              <a:gd name="connsiteY12-6044" fmla="*/ 2496685 h 2522085"/>
              <a:gd name="connsiteX13-6045" fmla="*/ 579392 w 2450561"/>
              <a:gd name="connsiteY13-6046" fmla="*/ 1083682 h 2522085"/>
              <a:gd name="connsiteX14-6047" fmla="*/ 553993 w 2450561"/>
              <a:gd name="connsiteY14-6048" fmla="*/ 1058332 h 2522085"/>
              <a:gd name="connsiteX15-6049" fmla="*/ 3549 w 2450561"/>
              <a:gd name="connsiteY15-6050" fmla="*/ 1058332 h 2522085"/>
              <a:gd name="connsiteX16-6051" fmla="*/ 2988 w 2450561"/>
              <a:gd name="connsiteY16-6052" fmla="*/ 1033119 h 2522085"/>
              <a:gd name="connsiteX0-6053" fmla="*/ 2988 w 2450561"/>
              <a:gd name="connsiteY0-6054" fmla="*/ 1033119 h 2522085"/>
              <a:gd name="connsiteX1-6055" fmla="*/ 14553 w 2450561"/>
              <a:gd name="connsiteY1-6056" fmla="*/ 990852 h 2522085"/>
              <a:gd name="connsiteX2-6057" fmla="*/ 1201583 w 2450561"/>
              <a:gd name="connsiteY2-6058" fmla="*/ 9117 h 2522085"/>
              <a:gd name="connsiteX3-6059" fmla="*/ 1250106 w 2450561"/>
              <a:gd name="connsiteY3-6060" fmla="*/ 9153 h 2522085"/>
              <a:gd name="connsiteX4-6061" fmla="*/ 2437136 w 2450561"/>
              <a:gd name="connsiteY4-6062" fmla="*/ 990888 h 2522085"/>
              <a:gd name="connsiteX5-6063" fmla="*/ 2448653 w 2450561"/>
              <a:gd name="connsiteY5-6064" fmla="*/ 1033131 h 2522085"/>
              <a:gd name="connsiteX6-6065" fmla="*/ 2412804 w 2450561"/>
              <a:gd name="connsiteY6-6066" fmla="*/ 1058331 h 2522085"/>
              <a:gd name="connsiteX7-6067" fmla="*/ 1910353 w 2450561"/>
              <a:gd name="connsiteY7-6068" fmla="*/ 1058331 h 2522085"/>
              <a:gd name="connsiteX8-6069" fmla="*/ 1872254 w 2450561"/>
              <a:gd name="connsiteY8-6070" fmla="*/ 1096430 h 2522085"/>
              <a:gd name="connsiteX9-6071" fmla="*/ 1872254 w 2450561"/>
              <a:gd name="connsiteY9-6072" fmla="*/ 2484033 h 2522085"/>
              <a:gd name="connsiteX10-6073" fmla="*/ 1834154 w 2450561"/>
              <a:gd name="connsiteY10-6074" fmla="*/ 2522084 h 2522085"/>
              <a:gd name="connsiteX11-6075" fmla="*/ 604792 w 2450561"/>
              <a:gd name="connsiteY11-6076" fmla="*/ 2522085 h 2522085"/>
              <a:gd name="connsiteX12-6077" fmla="*/ 579392 w 2450561"/>
              <a:gd name="connsiteY12-6078" fmla="*/ 2496685 h 2522085"/>
              <a:gd name="connsiteX13-6079" fmla="*/ 579392 w 2450561"/>
              <a:gd name="connsiteY13-6080" fmla="*/ 1083682 h 2522085"/>
              <a:gd name="connsiteX14-6081" fmla="*/ 553993 w 2450561"/>
              <a:gd name="connsiteY14-6082" fmla="*/ 1058332 h 2522085"/>
              <a:gd name="connsiteX15-6083" fmla="*/ 3549 w 2450561"/>
              <a:gd name="connsiteY15-6084" fmla="*/ 1058332 h 2522085"/>
              <a:gd name="connsiteX16-6085" fmla="*/ 2988 w 2450561"/>
              <a:gd name="connsiteY16-6086" fmla="*/ 1033119 h 2522085"/>
              <a:gd name="connsiteX0-6087" fmla="*/ 2988 w 2450561"/>
              <a:gd name="connsiteY0-6088" fmla="*/ 1033119 h 2522085"/>
              <a:gd name="connsiteX1-6089" fmla="*/ 14553 w 2450561"/>
              <a:gd name="connsiteY1-6090" fmla="*/ 990852 h 2522085"/>
              <a:gd name="connsiteX2-6091" fmla="*/ 1201583 w 2450561"/>
              <a:gd name="connsiteY2-6092" fmla="*/ 9117 h 2522085"/>
              <a:gd name="connsiteX3-6093" fmla="*/ 1250106 w 2450561"/>
              <a:gd name="connsiteY3-6094" fmla="*/ 9153 h 2522085"/>
              <a:gd name="connsiteX4-6095" fmla="*/ 2437136 w 2450561"/>
              <a:gd name="connsiteY4-6096" fmla="*/ 990888 h 2522085"/>
              <a:gd name="connsiteX5-6097" fmla="*/ 2448653 w 2450561"/>
              <a:gd name="connsiteY5-6098" fmla="*/ 1033131 h 2522085"/>
              <a:gd name="connsiteX6-6099" fmla="*/ 2412804 w 2450561"/>
              <a:gd name="connsiteY6-6100" fmla="*/ 1058331 h 2522085"/>
              <a:gd name="connsiteX7-6101" fmla="*/ 1910353 w 2450561"/>
              <a:gd name="connsiteY7-6102" fmla="*/ 1058331 h 2522085"/>
              <a:gd name="connsiteX8-6103" fmla="*/ 1872254 w 2450561"/>
              <a:gd name="connsiteY8-6104" fmla="*/ 1096430 h 2522085"/>
              <a:gd name="connsiteX9-6105" fmla="*/ 1872254 w 2450561"/>
              <a:gd name="connsiteY9-6106" fmla="*/ 2484033 h 2522085"/>
              <a:gd name="connsiteX10-6107" fmla="*/ 1834154 w 2450561"/>
              <a:gd name="connsiteY10-6108" fmla="*/ 2522084 h 2522085"/>
              <a:gd name="connsiteX11-6109" fmla="*/ 604792 w 2450561"/>
              <a:gd name="connsiteY11-6110" fmla="*/ 2522085 h 2522085"/>
              <a:gd name="connsiteX12-6111" fmla="*/ 579392 w 2450561"/>
              <a:gd name="connsiteY12-6112" fmla="*/ 2496685 h 2522085"/>
              <a:gd name="connsiteX13-6113" fmla="*/ 579392 w 2450561"/>
              <a:gd name="connsiteY13-6114" fmla="*/ 1083682 h 2522085"/>
              <a:gd name="connsiteX14-6115" fmla="*/ 553993 w 2450561"/>
              <a:gd name="connsiteY14-6116" fmla="*/ 1058332 h 2522085"/>
              <a:gd name="connsiteX15-6117" fmla="*/ 3549 w 2450561"/>
              <a:gd name="connsiteY15-6118" fmla="*/ 1058332 h 2522085"/>
              <a:gd name="connsiteX16-6119" fmla="*/ 2988 w 2450561"/>
              <a:gd name="connsiteY16-6120" fmla="*/ 1033119 h 2522085"/>
              <a:gd name="connsiteX0-6121" fmla="*/ 2988 w 2450561"/>
              <a:gd name="connsiteY0-6122" fmla="*/ 1033119 h 2522085"/>
              <a:gd name="connsiteX1-6123" fmla="*/ 14553 w 2450561"/>
              <a:gd name="connsiteY1-6124" fmla="*/ 990852 h 2522085"/>
              <a:gd name="connsiteX2-6125" fmla="*/ 1201583 w 2450561"/>
              <a:gd name="connsiteY2-6126" fmla="*/ 9117 h 2522085"/>
              <a:gd name="connsiteX3-6127" fmla="*/ 1250106 w 2450561"/>
              <a:gd name="connsiteY3-6128" fmla="*/ 9153 h 2522085"/>
              <a:gd name="connsiteX4-6129" fmla="*/ 2437136 w 2450561"/>
              <a:gd name="connsiteY4-6130" fmla="*/ 990888 h 2522085"/>
              <a:gd name="connsiteX5-6131" fmla="*/ 2448653 w 2450561"/>
              <a:gd name="connsiteY5-6132" fmla="*/ 1033131 h 2522085"/>
              <a:gd name="connsiteX6-6133" fmla="*/ 2412804 w 2450561"/>
              <a:gd name="connsiteY6-6134" fmla="*/ 1058331 h 2522085"/>
              <a:gd name="connsiteX7-6135" fmla="*/ 1910353 w 2450561"/>
              <a:gd name="connsiteY7-6136" fmla="*/ 1058331 h 2522085"/>
              <a:gd name="connsiteX8-6137" fmla="*/ 1872254 w 2450561"/>
              <a:gd name="connsiteY8-6138" fmla="*/ 1096430 h 2522085"/>
              <a:gd name="connsiteX9-6139" fmla="*/ 1872254 w 2450561"/>
              <a:gd name="connsiteY9-6140" fmla="*/ 2484033 h 2522085"/>
              <a:gd name="connsiteX10-6141" fmla="*/ 1834154 w 2450561"/>
              <a:gd name="connsiteY10-6142" fmla="*/ 2522084 h 2522085"/>
              <a:gd name="connsiteX11-6143" fmla="*/ 604792 w 2450561"/>
              <a:gd name="connsiteY11-6144" fmla="*/ 2522085 h 2522085"/>
              <a:gd name="connsiteX12-6145" fmla="*/ 579392 w 2450561"/>
              <a:gd name="connsiteY12-6146" fmla="*/ 2496685 h 2522085"/>
              <a:gd name="connsiteX13-6147" fmla="*/ 579392 w 2450561"/>
              <a:gd name="connsiteY13-6148" fmla="*/ 1083682 h 2522085"/>
              <a:gd name="connsiteX14-6149" fmla="*/ 553993 w 2450561"/>
              <a:gd name="connsiteY14-6150" fmla="*/ 1058332 h 2522085"/>
              <a:gd name="connsiteX15-6151" fmla="*/ 3549 w 2450561"/>
              <a:gd name="connsiteY15-6152" fmla="*/ 1058332 h 2522085"/>
              <a:gd name="connsiteX16-6153" fmla="*/ 2988 w 2450561"/>
              <a:gd name="connsiteY16-6154" fmla="*/ 1033119 h 2522085"/>
              <a:gd name="connsiteX0-6155" fmla="*/ 2988 w 2450561"/>
              <a:gd name="connsiteY0-6156" fmla="*/ 1033119 h 2522084"/>
              <a:gd name="connsiteX1-6157" fmla="*/ 14553 w 2450561"/>
              <a:gd name="connsiteY1-6158" fmla="*/ 990852 h 2522084"/>
              <a:gd name="connsiteX2-6159" fmla="*/ 1201583 w 2450561"/>
              <a:gd name="connsiteY2-6160" fmla="*/ 9117 h 2522084"/>
              <a:gd name="connsiteX3-6161" fmla="*/ 1250106 w 2450561"/>
              <a:gd name="connsiteY3-6162" fmla="*/ 9153 h 2522084"/>
              <a:gd name="connsiteX4-6163" fmla="*/ 2437136 w 2450561"/>
              <a:gd name="connsiteY4-6164" fmla="*/ 990888 h 2522084"/>
              <a:gd name="connsiteX5-6165" fmla="*/ 2448653 w 2450561"/>
              <a:gd name="connsiteY5-6166" fmla="*/ 1033131 h 2522084"/>
              <a:gd name="connsiteX6-6167" fmla="*/ 2412804 w 2450561"/>
              <a:gd name="connsiteY6-6168" fmla="*/ 1058331 h 2522084"/>
              <a:gd name="connsiteX7-6169" fmla="*/ 1910353 w 2450561"/>
              <a:gd name="connsiteY7-6170" fmla="*/ 1058331 h 2522084"/>
              <a:gd name="connsiteX8-6171" fmla="*/ 1872254 w 2450561"/>
              <a:gd name="connsiteY8-6172" fmla="*/ 1096430 h 2522084"/>
              <a:gd name="connsiteX9-6173" fmla="*/ 1872254 w 2450561"/>
              <a:gd name="connsiteY9-6174" fmla="*/ 2484033 h 2522084"/>
              <a:gd name="connsiteX10-6175" fmla="*/ 1834154 w 2450561"/>
              <a:gd name="connsiteY10-6176" fmla="*/ 2522084 h 2522084"/>
              <a:gd name="connsiteX11-6177" fmla="*/ 617494 w 2450561"/>
              <a:gd name="connsiteY11-6178" fmla="*/ 2522084 h 2522084"/>
              <a:gd name="connsiteX12-6179" fmla="*/ 579392 w 2450561"/>
              <a:gd name="connsiteY12-6180" fmla="*/ 2496685 h 2522084"/>
              <a:gd name="connsiteX13-6181" fmla="*/ 579392 w 2450561"/>
              <a:gd name="connsiteY13-6182" fmla="*/ 1083682 h 2522084"/>
              <a:gd name="connsiteX14-6183" fmla="*/ 553993 w 2450561"/>
              <a:gd name="connsiteY14-6184" fmla="*/ 1058332 h 2522084"/>
              <a:gd name="connsiteX15-6185" fmla="*/ 3549 w 2450561"/>
              <a:gd name="connsiteY15-6186" fmla="*/ 1058332 h 2522084"/>
              <a:gd name="connsiteX16-6187" fmla="*/ 2988 w 2450561"/>
              <a:gd name="connsiteY16-6188" fmla="*/ 1033119 h 2522084"/>
              <a:gd name="connsiteX0-6189" fmla="*/ 2988 w 2450561"/>
              <a:gd name="connsiteY0-6190" fmla="*/ 1033119 h 2522084"/>
              <a:gd name="connsiteX1-6191" fmla="*/ 14553 w 2450561"/>
              <a:gd name="connsiteY1-6192" fmla="*/ 990852 h 2522084"/>
              <a:gd name="connsiteX2-6193" fmla="*/ 1201583 w 2450561"/>
              <a:gd name="connsiteY2-6194" fmla="*/ 9117 h 2522084"/>
              <a:gd name="connsiteX3-6195" fmla="*/ 1250106 w 2450561"/>
              <a:gd name="connsiteY3-6196" fmla="*/ 9153 h 2522084"/>
              <a:gd name="connsiteX4-6197" fmla="*/ 2437136 w 2450561"/>
              <a:gd name="connsiteY4-6198" fmla="*/ 990888 h 2522084"/>
              <a:gd name="connsiteX5-6199" fmla="*/ 2448653 w 2450561"/>
              <a:gd name="connsiteY5-6200" fmla="*/ 1033131 h 2522084"/>
              <a:gd name="connsiteX6-6201" fmla="*/ 2412804 w 2450561"/>
              <a:gd name="connsiteY6-6202" fmla="*/ 1058331 h 2522084"/>
              <a:gd name="connsiteX7-6203" fmla="*/ 1910353 w 2450561"/>
              <a:gd name="connsiteY7-6204" fmla="*/ 1058331 h 2522084"/>
              <a:gd name="connsiteX8-6205" fmla="*/ 1872254 w 2450561"/>
              <a:gd name="connsiteY8-6206" fmla="*/ 1096430 h 2522084"/>
              <a:gd name="connsiteX9-6207" fmla="*/ 1872254 w 2450561"/>
              <a:gd name="connsiteY9-6208" fmla="*/ 2484033 h 2522084"/>
              <a:gd name="connsiteX10-6209" fmla="*/ 1834154 w 2450561"/>
              <a:gd name="connsiteY10-6210" fmla="*/ 2522084 h 2522084"/>
              <a:gd name="connsiteX11-6211" fmla="*/ 617494 w 2450561"/>
              <a:gd name="connsiteY11-6212" fmla="*/ 2522084 h 2522084"/>
              <a:gd name="connsiteX12-6213" fmla="*/ 579392 w 2450561"/>
              <a:gd name="connsiteY12-6214" fmla="*/ 2496685 h 2522084"/>
              <a:gd name="connsiteX13-6215" fmla="*/ 579392 w 2450561"/>
              <a:gd name="connsiteY13-6216" fmla="*/ 1083682 h 2522084"/>
              <a:gd name="connsiteX14-6217" fmla="*/ 553993 w 2450561"/>
              <a:gd name="connsiteY14-6218" fmla="*/ 1058332 h 2522084"/>
              <a:gd name="connsiteX15-6219" fmla="*/ 3549 w 2450561"/>
              <a:gd name="connsiteY15-6220" fmla="*/ 1058332 h 2522084"/>
              <a:gd name="connsiteX16-6221" fmla="*/ 2988 w 2450561"/>
              <a:gd name="connsiteY16-6222" fmla="*/ 1033119 h 2522084"/>
              <a:gd name="connsiteX0-6223" fmla="*/ 2988 w 2450561"/>
              <a:gd name="connsiteY0-6224" fmla="*/ 1033119 h 2522084"/>
              <a:gd name="connsiteX1-6225" fmla="*/ 14553 w 2450561"/>
              <a:gd name="connsiteY1-6226" fmla="*/ 990852 h 2522084"/>
              <a:gd name="connsiteX2-6227" fmla="*/ 1201583 w 2450561"/>
              <a:gd name="connsiteY2-6228" fmla="*/ 9117 h 2522084"/>
              <a:gd name="connsiteX3-6229" fmla="*/ 1250106 w 2450561"/>
              <a:gd name="connsiteY3-6230" fmla="*/ 9153 h 2522084"/>
              <a:gd name="connsiteX4-6231" fmla="*/ 2437136 w 2450561"/>
              <a:gd name="connsiteY4-6232" fmla="*/ 990888 h 2522084"/>
              <a:gd name="connsiteX5-6233" fmla="*/ 2448653 w 2450561"/>
              <a:gd name="connsiteY5-6234" fmla="*/ 1033131 h 2522084"/>
              <a:gd name="connsiteX6-6235" fmla="*/ 2412804 w 2450561"/>
              <a:gd name="connsiteY6-6236" fmla="*/ 1058331 h 2522084"/>
              <a:gd name="connsiteX7-6237" fmla="*/ 1910353 w 2450561"/>
              <a:gd name="connsiteY7-6238" fmla="*/ 1058331 h 2522084"/>
              <a:gd name="connsiteX8-6239" fmla="*/ 1872254 w 2450561"/>
              <a:gd name="connsiteY8-6240" fmla="*/ 1096430 h 2522084"/>
              <a:gd name="connsiteX9-6241" fmla="*/ 1872254 w 2450561"/>
              <a:gd name="connsiteY9-6242" fmla="*/ 2484033 h 2522084"/>
              <a:gd name="connsiteX10-6243" fmla="*/ 1834154 w 2450561"/>
              <a:gd name="connsiteY10-6244" fmla="*/ 2522084 h 2522084"/>
              <a:gd name="connsiteX11-6245" fmla="*/ 617494 w 2450561"/>
              <a:gd name="connsiteY11-6246" fmla="*/ 2522084 h 2522084"/>
              <a:gd name="connsiteX12-6247" fmla="*/ 579392 w 2450561"/>
              <a:gd name="connsiteY12-6248" fmla="*/ 2496685 h 2522084"/>
              <a:gd name="connsiteX13-6249" fmla="*/ 579392 w 2450561"/>
              <a:gd name="connsiteY13-6250" fmla="*/ 1083682 h 2522084"/>
              <a:gd name="connsiteX14-6251" fmla="*/ 553993 w 2450561"/>
              <a:gd name="connsiteY14-6252" fmla="*/ 1058332 h 2522084"/>
              <a:gd name="connsiteX15-6253" fmla="*/ 3549 w 2450561"/>
              <a:gd name="connsiteY15-6254" fmla="*/ 1058332 h 2522084"/>
              <a:gd name="connsiteX16-6255" fmla="*/ 2988 w 2450561"/>
              <a:gd name="connsiteY16-6256" fmla="*/ 1033119 h 2522084"/>
              <a:gd name="connsiteX0-6257" fmla="*/ 2988 w 2450561"/>
              <a:gd name="connsiteY0-6258" fmla="*/ 1033119 h 2522084"/>
              <a:gd name="connsiteX1-6259" fmla="*/ 14553 w 2450561"/>
              <a:gd name="connsiteY1-6260" fmla="*/ 990852 h 2522084"/>
              <a:gd name="connsiteX2-6261" fmla="*/ 1201583 w 2450561"/>
              <a:gd name="connsiteY2-6262" fmla="*/ 9117 h 2522084"/>
              <a:gd name="connsiteX3-6263" fmla="*/ 1250106 w 2450561"/>
              <a:gd name="connsiteY3-6264" fmla="*/ 9153 h 2522084"/>
              <a:gd name="connsiteX4-6265" fmla="*/ 2437136 w 2450561"/>
              <a:gd name="connsiteY4-6266" fmla="*/ 990888 h 2522084"/>
              <a:gd name="connsiteX5-6267" fmla="*/ 2448653 w 2450561"/>
              <a:gd name="connsiteY5-6268" fmla="*/ 1033131 h 2522084"/>
              <a:gd name="connsiteX6-6269" fmla="*/ 2412804 w 2450561"/>
              <a:gd name="connsiteY6-6270" fmla="*/ 1058331 h 2522084"/>
              <a:gd name="connsiteX7-6271" fmla="*/ 1910353 w 2450561"/>
              <a:gd name="connsiteY7-6272" fmla="*/ 1058331 h 2522084"/>
              <a:gd name="connsiteX8-6273" fmla="*/ 1872254 w 2450561"/>
              <a:gd name="connsiteY8-6274" fmla="*/ 1096430 h 2522084"/>
              <a:gd name="connsiteX9-6275" fmla="*/ 1872254 w 2450561"/>
              <a:gd name="connsiteY9-6276" fmla="*/ 2484033 h 2522084"/>
              <a:gd name="connsiteX10-6277" fmla="*/ 1834154 w 2450561"/>
              <a:gd name="connsiteY10-6278" fmla="*/ 2522084 h 2522084"/>
              <a:gd name="connsiteX11-6279" fmla="*/ 617494 w 2450561"/>
              <a:gd name="connsiteY11-6280" fmla="*/ 2522084 h 2522084"/>
              <a:gd name="connsiteX12-6281" fmla="*/ 579394 w 2450561"/>
              <a:gd name="connsiteY12-6282" fmla="*/ 2483984 h 2522084"/>
              <a:gd name="connsiteX13-6283" fmla="*/ 579392 w 2450561"/>
              <a:gd name="connsiteY13-6284" fmla="*/ 1083682 h 2522084"/>
              <a:gd name="connsiteX14-6285" fmla="*/ 553993 w 2450561"/>
              <a:gd name="connsiteY14-6286" fmla="*/ 1058332 h 2522084"/>
              <a:gd name="connsiteX15-6287" fmla="*/ 3549 w 2450561"/>
              <a:gd name="connsiteY15-6288" fmla="*/ 1058332 h 2522084"/>
              <a:gd name="connsiteX16-6289" fmla="*/ 2988 w 2450561"/>
              <a:gd name="connsiteY16-6290" fmla="*/ 1033119 h 2522084"/>
              <a:gd name="connsiteX0-6291" fmla="*/ 2988 w 2450561"/>
              <a:gd name="connsiteY0-6292" fmla="*/ 1033119 h 2522084"/>
              <a:gd name="connsiteX1-6293" fmla="*/ 14553 w 2450561"/>
              <a:gd name="connsiteY1-6294" fmla="*/ 990852 h 2522084"/>
              <a:gd name="connsiteX2-6295" fmla="*/ 1201583 w 2450561"/>
              <a:gd name="connsiteY2-6296" fmla="*/ 9117 h 2522084"/>
              <a:gd name="connsiteX3-6297" fmla="*/ 1250106 w 2450561"/>
              <a:gd name="connsiteY3-6298" fmla="*/ 9153 h 2522084"/>
              <a:gd name="connsiteX4-6299" fmla="*/ 2437136 w 2450561"/>
              <a:gd name="connsiteY4-6300" fmla="*/ 990888 h 2522084"/>
              <a:gd name="connsiteX5-6301" fmla="*/ 2448653 w 2450561"/>
              <a:gd name="connsiteY5-6302" fmla="*/ 1033131 h 2522084"/>
              <a:gd name="connsiteX6-6303" fmla="*/ 2412804 w 2450561"/>
              <a:gd name="connsiteY6-6304" fmla="*/ 1058331 h 2522084"/>
              <a:gd name="connsiteX7-6305" fmla="*/ 1910353 w 2450561"/>
              <a:gd name="connsiteY7-6306" fmla="*/ 1058331 h 2522084"/>
              <a:gd name="connsiteX8-6307" fmla="*/ 1872254 w 2450561"/>
              <a:gd name="connsiteY8-6308" fmla="*/ 1096430 h 2522084"/>
              <a:gd name="connsiteX9-6309" fmla="*/ 1872254 w 2450561"/>
              <a:gd name="connsiteY9-6310" fmla="*/ 2484033 h 2522084"/>
              <a:gd name="connsiteX10-6311" fmla="*/ 1834154 w 2450561"/>
              <a:gd name="connsiteY10-6312" fmla="*/ 2522084 h 2522084"/>
              <a:gd name="connsiteX11-6313" fmla="*/ 617494 w 2450561"/>
              <a:gd name="connsiteY11-6314" fmla="*/ 2522084 h 2522084"/>
              <a:gd name="connsiteX12-6315" fmla="*/ 579394 w 2450561"/>
              <a:gd name="connsiteY12-6316" fmla="*/ 2483984 h 2522084"/>
              <a:gd name="connsiteX13-6317" fmla="*/ 579392 w 2450561"/>
              <a:gd name="connsiteY13-6318" fmla="*/ 1083682 h 2522084"/>
              <a:gd name="connsiteX14-6319" fmla="*/ 553993 w 2450561"/>
              <a:gd name="connsiteY14-6320" fmla="*/ 1058332 h 2522084"/>
              <a:gd name="connsiteX15-6321" fmla="*/ 3549 w 2450561"/>
              <a:gd name="connsiteY15-6322" fmla="*/ 1058332 h 2522084"/>
              <a:gd name="connsiteX16-6323" fmla="*/ 2988 w 2450561"/>
              <a:gd name="connsiteY16-6324" fmla="*/ 1033119 h 2522084"/>
              <a:gd name="connsiteX0-6325" fmla="*/ 2988 w 2450561"/>
              <a:gd name="connsiteY0-6326" fmla="*/ 1033119 h 2522084"/>
              <a:gd name="connsiteX1-6327" fmla="*/ 14553 w 2450561"/>
              <a:gd name="connsiteY1-6328" fmla="*/ 990852 h 2522084"/>
              <a:gd name="connsiteX2-6329" fmla="*/ 1201583 w 2450561"/>
              <a:gd name="connsiteY2-6330" fmla="*/ 9117 h 2522084"/>
              <a:gd name="connsiteX3-6331" fmla="*/ 1250106 w 2450561"/>
              <a:gd name="connsiteY3-6332" fmla="*/ 9153 h 2522084"/>
              <a:gd name="connsiteX4-6333" fmla="*/ 2437136 w 2450561"/>
              <a:gd name="connsiteY4-6334" fmla="*/ 990888 h 2522084"/>
              <a:gd name="connsiteX5-6335" fmla="*/ 2448653 w 2450561"/>
              <a:gd name="connsiteY5-6336" fmla="*/ 1033131 h 2522084"/>
              <a:gd name="connsiteX6-6337" fmla="*/ 2412804 w 2450561"/>
              <a:gd name="connsiteY6-6338" fmla="*/ 1058331 h 2522084"/>
              <a:gd name="connsiteX7-6339" fmla="*/ 1910353 w 2450561"/>
              <a:gd name="connsiteY7-6340" fmla="*/ 1058331 h 2522084"/>
              <a:gd name="connsiteX8-6341" fmla="*/ 1872254 w 2450561"/>
              <a:gd name="connsiteY8-6342" fmla="*/ 1096430 h 2522084"/>
              <a:gd name="connsiteX9-6343" fmla="*/ 1872254 w 2450561"/>
              <a:gd name="connsiteY9-6344" fmla="*/ 2484033 h 2522084"/>
              <a:gd name="connsiteX10-6345" fmla="*/ 1834154 w 2450561"/>
              <a:gd name="connsiteY10-6346" fmla="*/ 2522084 h 2522084"/>
              <a:gd name="connsiteX11-6347" fmla="*/ 617494 w 2450561"/>
              <a:gd name="connsiteY11-6348" fmla="*/ 2522084 h 2522084"/>
              <a:gd name="connsiteX12-6349" fmla="*/ 579394 w 2450561"/>
              <a:gd name="connsiteY12-6350" fmla="*/ 2483984 h 2522084"/>
              <a:gd name="connsiteX13-6351" fmla="*/ 579392 w 2450561"/>
              <a:gd name="connsiteY13-6352" fmla="*/ 1083682 h 2522084"/>
              <a:gd name="connsiteX14-6353" fmla="*/ 553993 w 2450561"/>
              <a:gd name="connsiteY14-6354" fmla="*/ 1058332 h 2522084"/>
              <a:gd name="connsiteX15-6355" fmla="*/ 3549 w 2450561"/>
              <a:gd name="connsiteY15-6356" fmla="*/ 1058332 h 2522084"/>
              <a:gd name="connsiteX16-6357" fmla="*/ 2988 w 2450561"/>
              <a:gd name="connsiteY16-6358" fmla="*/ 1033119 h 2522084"/>
              <a:gd name="connsiteX0-6359" fmla="*/ 2988 w 2450561"/>
              <a:gd name="connsiteY0-6360" fmla="*/ 1033119 h 2522084"/>
              <a:gd name="connsiteX1-6361" fmla="*/ 14553 w 2450561"/>
              <a:gd name="connsiteY1-6362" fmla="*/ 990852 h 2522084"/>
              <a:gd name="connsiteX2-6363" fmla="*/ 1201583 w 2450561"/>
              <a:gd name="connsiteY2-6364" fmla="*/ 9117 h 2522084"/>
              <a:gd name="connsiteX3-6365" fmla="*/ 1250106 w 2450561"/>
              <a:gd name="connsiteY3-6366" fmla="*/ 9153 h 2522084"/>
              <a:gd name="connsiteX4-6367" fmla="*/ 2437136 w 2450561"/>
              <a:gd name="connsiteY4-6368" fmla="*/ 990888 h 2522084"/>
              <a:gd name="connsiteX5-6369" fmla="*/ 2448653 w 2450561"/>
              <a:gd name="connsiteY5-6370" fmla="*/ 1033131 h 2522084"/>
              <a:gd name="connsiteX6-6371" fmla="*/ 2412804 w 2450561"/>
              <a:gd name="connsiteY6-6372" fmla="*/ 1058331 h 2522084"/>
              <a:gd name="connsiteX7-6373" fmla="*/ 1910353 w 2450561"/>
              <a:gd name="connsiteY7-6374" fmla="*/ 1058331 h 2522084"/>
              <a:gd name="connsiteX8-6375" fmla="*/ 1872254 w 2450561"/>
              <a:gd name="connsiteY8-6376" fmla="*/ 1096430 h 2522084"/>
              <a:gd name="connsiteX9-6377" fmla="*/ 1872254 w 2450561"/>
              <a:gd name="connsiteY9-6378" fmla="*/ 2484033 h 2522084"/>
              <a:gd name="connsiteX10-6379" fmla="*/ 1834154 w 2450561"/>
              <a:gd name="connsiteY10-6380" fmla="*/ 2522084 h 2522084"/>
              <a:gd name="connsiteX11-6381" fmla="*/ 617494 w 2450561"/>
              <a:gd name="connsiteY11-6382" fmla="*/ 2522084 h 2522084"/>
              <a:gd name="connsiteX12-6383" fmla="*/ 579394 w 2450561"/>
              <a:gd name="connsiteY12-6384" fmla="*/ 2483984 h 2522084"/>
              <a:gd name="connsiteX13-6385" fmla="*/ 579394 w 2450561"/>
              <a:gd name="connsiteY13-6386" fmla="*/ 1096381 h 2522084"/>
              <a:gd name="connsiteX14-6387" fmla="*/ 553993 w 2450561"/>
              <a:gd name="connsiteY14-6388" fmla="*/ 1058332 h 2522084"/>
              <a:gd name="connsiteX15-6389" fmla="*/ 3549 w 2450561"/>
              <a:gd name="connsiteY15-6390" fmla="*/ 1058332 h 2522084"/>
              <a:gd name="connsiteX16-6391" fmla="*/ 2988 w 2450561"/>
              <a:gd name="connsiteY16-6392" fmla="*/ 1033119 h 2522084"/>
              <a:gd name="connsiteX0-6393" fmla="*/ 2988 w 2450561"/>
              <a:gd name="connsiteY0-6394" fmla="*/ 1033119 h 2522084"/>
              <a:gd name="connsiteX1-6395" fmla="*/ 14553 w 2450561"/>
              <a:gd name="connsiteY1-6396" fmla="*/ 990852 h 2522084"/>
              <a:gd name="connsiteX2-6397" fmla="*/ 1201583 w 2450561"/>
              <a:gd name="connsiteY2-6398" fmla="*/ 9117 h 2522084"/>
              <a:gd name="connsiteX3-6399" fmla="*/ 1250106 w 2450561"/>
              <a:gd name="connsiteY3-6400" fmla="*/ 9153 h 2522084"/>
              <a:gd name="connsiteX4-6401" fmla="*/ 2437136 w 2450561"/>
              <a:gd name="connsiteY4-6402" fmla="*/ 990888 h 2522084"/>
              <a:gd name="connsiteX5-6403" fmla="*/ 2448653 w 2450561"/>
              <a:gd name="connsiteY5-6404" fmla="*/ 1033131 h 2522084"/>
              <a:gd name="connsiteX6-6405" fmla="*/ 2412804 w 2450561"/>
              <a:gd name="connsiteY6-6406" fmla="*/ 1058331 h 2522084"/>
              <a:gd name="connsiteX7-6407" fmla="*/ 1910353 w 2450561"/>
              <a:gd name="connsiteY7-6408" fmla="*/ 1058331 h 2522084"/>
              <a:gd name="connsiteX8-6409" fmla="*/ 1872254 w 2450561"/>
              <a:gd name="connsiteY8-6410" fmla="*/ 1096430 h 2522084"/>
              <a:gd name="connsiteX9-6411" fmla="*/ 1872254 w 2450561"/>
              <a:gd name="connsiteY9-6412" fmla="*/ 2484033 h 2522084"/>
              <a:gd name="connsiteX10-6413" fmla="*/ 1834154 w 2450561"/>
              <a:gd name="connsiteY10-6414" fmla="*/ 2522084 h 2522084"/>
              <a:gd name="connsiteX11-6415" fmla="*/ 617494 w 2450561"/>
              <a:gd name="connsiteY11-6416" fmla="*/ 2522084 h 2522084"/>
              <a:gd name="connsiteX12-6417" fmla="*/ 579394 w 2450561"/>
              <a:gd name="connsiteY12-6418" fmla="*/ 2483984 h 2522084"/>
              <a:gd name="connsiteX13-6419" fmla="*/ 579394 w 2450561"/>
              <a:gd name="connsiteY13-6420" fmla="*/ 1096381 h 2522084"/>
              <a:gd name="connsiteX14-6421" fmla="*/ 553993 w 2450561"/>
              <a:gd name="connsiteY14-6422" fmla="*/ 1058332 h 2522084"/>
              <a:gd name="connsiteX15-6423" fmla="*/ 3549 w 2450561"/>
              <a:gd name="connsiteY15-6424" fmla="*/ 1058332 h 2522084"/>
              <a:gd name="connsiteX16-6425" fmla="*/ 2988 w 2450561"/>
              <a:gd name="connsiteY16-6426" fmla="*/ 1033119 h 2522084"/>
              <a:gd name="connsiteX0-6427" fmla="*/ 2988 w 2450561"/>
              <a:gd name="connsiteY0-6428" fmla="*/ 1033119 h 2522084"/>
              <a:gd name="connsiteX1-6429" fmla="*/ 14553 w 2450561"/>
              <a:gd name="connsiteY1-6430" fmla="*/ 990852 h 2522084"/>
              <a:gd name="connsiteX2-6431" fmla="*/ 1201583 w 2450561"/>
              <a:gd name="connsiteY2-6432" fmla="*/ 9117 h 2522084"/>
              <a:gd name="connsiteX3-6433" fmla="*/ 1250106 w 2450561"/>
              <a:gd name="connsiteY3-6434" fmla="*/ 9153 h 2522084"/>
              <a:gd name="connsiteX4-6435" fmla="*/ 2437136 w 2450561"/>
              <a:gd name="connsiteY4-6436" fmla="*/ 990888 h 2522084"/>
              <a:gd name="connsiteX5-6437" fmla="*/ 2448653 w 2450561"/>
              <a:gd name="connsiteY5-6438" fmla="*/ 1033131 h 2522084"/>
              <a:gd name="connsiteX6-6439" fmla="*/ 2412804 w 2450561"/>
              <a:gd name="connsiteY6-6440" fmla="*/ 1058331 h 2522084"/>
              <a:gd name="connsiteX7-6441" fmla="*/ 1910353 w 2450561"/>
              <a:gd name="connsiteY7-6442" fmla="*/ 1058331 h 2522084"/>
              <a:gd name="connsiteX8-6443" fmla="*/ 1872254 w 2450561"/>
              <a:gd name="connsiteY8-6444" fmla="*/ 1096430 h 2522084"/>
              <a:gd name="connsiteX9-6445" fmla="*/ 1872254 w 2450561"/>
              <a:gd name="connsiteY9-6446" fmla="*/ 2484033 h 2522084"/>
              <a:gd name="connsiteX10-6447" fmla="*/ 1834154 w 2450561"/>
              <a:gd name="connsiteY10-6448" fmla="*/ 2522084 h 2522084"/>
              <a:gd name="connsiteX11-6449" fmla="*/ 617494 w 2450561"/>
              <a:gd name="connsiteY11-6450" fmla="*/ 2522084 h 2522084"/>
              <a:gd name="connsiteX12-6451" fmla="*/ 579394 w 2450561"/>
              <a:gd name="connsiteY12-6452" fmla="*/ 2483984 h 2522084"/>
              <a:gd name="connsiteX13-6453" fmla="*/ 579394 w 2450561"/>
              <a:gd name="connsiteY13-6454" fmla="*/ 1096381 h 2522084"/>
              <a:gd name="connsiteX14-6455" fmla="*/ 553993 w 2450561"/>
              <a:gd name="connsiteY14-6456" fmla="*/ 1058332 h 2522084"/>
              <a:gd name="connsiteX15-6457" fmla="*/ 3549 w 2450561"/>
              <a:gd name="connsiteY15-6458" fmla="*/ 1058332 h 2522084"/>
              <a:gd name="connsiteX16-6459" fmla="*/ 2988 w 2450561"/>
              <a:gd name="connsiteY16-6460" fmla="*/ 1033119 h 2522084"/>
              <a:gd name="connsiteX0-6461" fmla="*/ 2988 w 2450561"/>
              <a:gd name="connsiteY0-6462" fmla="*/ 1033119 h 2522084"/>
              <a:gd name="connsiteX1-6463" fmla="*/ 14553 w 2450561"/>
              <a:gd name="connsiteY1-6464" fmla="*/ 990852 h 2522084"/>
              <a:gd name="connsiteX2-6465" fmla="*/ 1201583 w 2450561"/>
              <a:gd name="connsiteY2-6466" fmla="*/ 9117 h 2522084"/>
              <a:gd name="connsiteX3-6467" fmla="*/ 1250106 w 2450561"/>
              <a:gd name="connsiteY3-6468" fmla="*/ 9153 h 2522084"/>
              <a:gd name="connsiteX4-6469" fmla="*/ 2437136 w 2450561"/>
              <a:gd name="connsiteY4-6470" fmla="*/ 990888 h 2522084"/>
              <a:gd name="connsiteX5-6471" fmla="*/ 2448653 w 2450561"/>
              <a:gd name="connsiteY5-6472" fmla="*/ 1033131 h 2522084"/>
              <a:gd name="connsiteX6-6473" fmla="*/ 2412804 w 2450561"/>
              <a:gd name="connsiteY6-6474" fmla="*/ 1058331 h 2522084"/>
              <a:gd name="connsiteX7-6475" fmla="*/ 1910353 w 2450561"/>
              <a:gd name="connsiteY7-6476" fmla="*/ 1058331 h 2522084"/>
              <a:gd name="connsiteX8-6477" fmla="*/ 1872254 w 2450561"/>
              <a:gd name="connsiteY8-6478" fmla="*/ 1096430 h 2522084"/>
              <a:gd name="connsiteX9-6479" fmla="*/ 1872254 w 2450561"/>
              <a:gd name="connsiteY9-6480" fmla="*/ 2484033 h 2522084"/>
              <a:gd name="connsiteX10-6481" fmla="*/ 1834154 w 2450561"/>
              <a:gd name="connsiteY10-6482" fmla="*/ 2522084 h 2522084"/>
              <a:gd name="connsiteX11-6483" fmla="*/ 617494 w 2450561"/>
              <a:gd name="connsiteY11-6484" fmla="*/ 2522084 h 2522084"/>
              <a:gd name="connsiteX12-6485" fmla="*/ 579394 w 2450561"/>
              <a:gd name="connsiteY12-6486" fmla="*/ 2483984 h 2522084"/>
              <a:gd name="connsiteX13-6487" fmla="*/ 579394 w 2450561"/>
              <a:gd name="connsiteY13-6488" fmla="*/ 1096381 h 2522084"/>
              <a:gd name="connsiteX14-6489" fmla="*/ 541295 w 2450561"/>
              <a:gd name="connsiteY14-6490" fmla="*/ 1058331 h 2522084"/>
              <a:gd name="connsiteX15-6491" fmla="*/ 3549 w 2450561"/>
              <a:gd name="connsiteY15-6492" fmla="*/ 1058332 h 2522084"/>
              <a:gd name="connsiteX16-6493" fmla="*/ 2988 w 2450561"/>
              <a:gd name="connsiteY16-6494" fmla="*/ 1033119 h 2522084"/>
              <a:gd name="connsiteX0-6495" fmla="*/ 2988 w 2450561"/>
              <a:gd name="connsiteY0-6496" fmla="*/ 1033119 h 2522084"/>
              <a:gd name="connsiteX1-6497" fmla="*/ 14553 w 2450561"/>
              <a:gd name="connsiteY1-6498" fmla="*/ 990852 h 2522084"/>
              <a:gd name="connsiteX2-6499" fmla="*/ 1201583 w 2450561"/>
              <a:gd name="connsiteY2-6500" fmla="*/ 9117 h 2522084"/>
              <a:gd name="connsiteX3-6501" fmla="*/ 1250106 w 2450561"/>
              <a:gd name="connsiteY3-6502" fmla="*/ 9153 h 2522084"/>
              <a:gd name="connsiteX4-6503" fmla="*/ 2437136 w 2450561"/>
              <a:gd name="connsiteY4-6504" fmla="*/ 990888 h 2522084"/>
              <a:gd name="connsiteX5-6505" fmla="*/ 2448653 w 2450561"/>
              <a:gd name="connsiteY5-6506" fmla="*/ 1033131 h 2522084"/>
              <a:gd name="connsiteX6-6507" fmla="*/ 2412804 w 2450561"/>
              <a:gd name="connsiteY6-6508" fmla="*/ 1058331 h 2522084"/>
              <a:gd name="connsiteX7-6509" fmla="*/ 1910353 w 2450561"/>
              <a:gd name="connsiteY7-6510" fmla="*/ 1058331 h 2522084"/>
              <a:gd name="connsiteX8-6511" fmla="*/ 1872254 w 2450561"/>
              <a:gd name="connsiteY8-6512" fmla="*/ 1096430 h 2522084"/>
              <a:gd name="connsiteX9-6513" fmla="*/ 1872254 w 2450561"/>
              <a:gd name="connsiteY9-6514" fmla="*/ 2484033 h 2522084"/>
              <a:gd name="connsiteX10-6515" fmla="*/ 1834154 w 2450561"/>
              <a:gd name="connsiteY10-6516" fmla="*/ 2522084 h 2522084"/>
              <a:gd name="connsiteX11-6517" fmla="*/ 617494 w 2450561"/>
              <a:gd name="connsiteY11-6518" fmla="*/ 2522084 h 2522084"/>
              <a:gd name="connsiteX12-6519" fmla="*/ 579394 w 2450561"/>
              <a:gd name="connsiteY12-6520" fmla="*/ 2483984 h 2522084"/>
              <a:gd name="connsiteX13-6521" fmla="*/ 579394 w 2450561"/>
              <a:gd name="connsiteY13-6522" fmla="*/ 1096381 h 2522084"/>
              <a:gd name="connsiteX14-6523" fmla="*/ 541295 w 2450561"/>
              <a:gd name="connsiteY14-6524" fmla="*/ 1058331 h 2522084"/>
              <a:gd name="connsiteX15-6525" fmla="*/ 3549 w 2450561"/>
              <a:gd name="connsiteY15-6526" fmla="*/ 1058332 h 2522084"/>
              <a:gd name="connsiteX16-6527" fmla="*/ 2988 w 2450561"/>
              <a:gd name="connsiteY16-6528" fmla="*/ 1033119 h 2522084"/>
              <a:gd name="connsiteX0-6529" fmla="*/ 2988 w 2450561"/>
              <a:gd name="connsiteY0-6530" fmla="*/ 1033119 h 2522084"/>
              <a:gd name="connsiteX1-6531" fmla="*/ 14553 w 2450561"/>
              <a:gd name="connsiteY1-6532" fmla="*/ 990852 h 2522084"/>
              <a:gd name="connsiteX2-6533" fmla="*/ 1201583 w 2450561"/>
              <a:gd name="connsiteY2-6534" fmla="*/ 9117 h 2522084"/>
              <a:gd name="connsiteX3-6535" fmla="*/ 1250106 w 2450561"/>
              <a:gd name="connsiteY3-6536" fmla="*/ 9153 h 2522084"/>
              <a:gd name="connsiteX4-6537" fmla="*/ 2437136 w 2450561"/>
              <a:gd name="connsiteY4-6538" fmla="*/ 990888 h 2522084"/>
              <a:gd name="connsiteX5-6539" fmla="*/ 2448653 w 2450561"/>
              <a:gd name="connsiteY5-6540" fmla="*/ 1033131 h 2522084"/>
              <a:gd name="connsiteX6-6541" fmla="*/ 2412804 w 2450561"/>
              <a:gd name="connsiteY6-6542" fmla="*/ 1058331 h 2522084"/>
              <a:gd name="connsiteX7-6543" fmla="*/ 1910353 w 2450561"/>
              <a:gd name="connsiteY7-6544" fmla="*/ 1058331 h 2522084"/>
              <a:gd name="connsiteX8-6545" fmla="*/ 1872254 w 2450561"/>
              <a:gd name="connsiteY8-6546" fmla="*/ 1096430 h 2522084"/>
              <a:gd name="connsiteX9-6547" fmla="*/ 1872254 w 2450561"/>
              <a:gd name="connsiteY9-6548" fmla="*/ 2484033 h 2522084"/>
              <a:gd name="connsiteX10-6549" fmla="*/ 1834154 w 2450561"/>
              <a:gd name="connsiteY10-6550" fmla="*/ 2522084 h 2522084"/>
              <a:gd name="connsiteX11-6551" fmla="*/ 617494 w 2450561"/>
              <a:gd name="connsiteY11-6552" fmla="*/ 2522084 h 2522084"/>
              <a:gd name="connsiteX12-6553" fmla="*/ 579394 w 2450561"/>
              <a:gd name="connsiteY12-6554" fmla="*/ 2483984 h 2522084"/>
              <a:gd name="connsiteX13-6555" fmla="*/ 579394 w 2450561"/>
              <a:gd name="connsiteY13-6556" fmla="*/ 1096381 h 2522084"/>
              <a:gd name="connsiteX14-6557" fmla="*/ 541295 w 2450561"/>
              <a:gd name="connsiteY14-6558" fmla="*/ 1058331 h 2522084"/>
              <a:gd name="connsiteX15-6559" fmla="*/ 3549 w 2450561"/>
              <a:gd name="connsiteY15-6560" fmla="*/ 1058332 h 2522084"/>
              <a:gd name="connsiteX16-6561" fmla="*/ 2988 w 2450561"/>
              <a:gd name="connsiteY16-6562" fmla="*/ 1033119 h 2522084"/>
              <a:gd name="connsiteX0-6563" fmla="*/ 1903 w 2449476"/>
              <a:gd name="connsiteY0-6564" fmla="*/ 1033119 h 2522084"/>
              <a:gd name="connsiteX1-6565" fmla="*/ 13468 w 2449476"/>
              <a:gd name="connsiteY1-6566" fmla="*/ 990852 h 2522084"/>
              <a:gd name="connsiteX2-6567" fmla="*/ 1200498 w 2449476"/>
              <a:gd name="connsiteY2-6568" fmla="*/ 9117 h 2522084"/>
              <a:gd name="connsiteX3-6569" fmla="*/ 1249021 w 2449476"/>
              <a:gd name="connsiteY3-6570" fmla="*/ 9153 h 2522084"/>
              <a:gd name="connsiteX4-6571" fmla="*/ 2436051 w 2449476"/>
              <a:gd name="connsiteY4-6572" fmla="*/ 990888 h 2522084"/>
              <a:gd name="connsiteX5-6573" fmla="*/ 2447568 w 2449476"/>
              <a:gd name="connsiteY5-6574" fmla="*/ 1033131 h 2522084"/>
              <a:gd name="connsiteX6-6575" fmla="*/ 2411719 w 2449476"/>
              <a:gd name="connsiteY6-6576" fmla="*/ 1058331 h 2522084"/>
              <a:gd name="connsiteX7-6577" fmla="*/ 1909268 w 2449476"/>
              <a:gd name="connsiteY7-6578" fmla="*/ 1058331 h 2522084"/>
              <a:gd name="connsiteX8-6579" fmla="*/ 1871169 w 2449476"/>
              <a:gd name="connsiteY8-6580" fmla="*/ 1096430 h 2522084"/>
              <a:gd name="connsiteX9-6581" fmla="*/ 1871169 w 2449476"/>
              <a:gd name="connsiteY9-6582" fmla="*/ 2484033 h 2522084"/>
              <a:gd name="connsiteX10-6583" fmla="*/ 1833069 w 2449476"/>
              <a:gd name="connsiteY10-6584" fmla="*/ 2522084 h 2522084"/>
              <a:gd name="connsiteX11-6585" fmla="*/ 616409 w 2449476"/>
              <a:gd name="connsiteY11-6586" fmla="*/ 2522084 h 2522084"/>
              <a:gd name="connsiteX12-6587" fmla="*/ 578309 w 2449476"/>
              <a:gd name="connsiteY12-6588" fmla="*/ 2483984 h 2522084"/>
              <a:gd name="connsiteX13-6589" fmla="*/ 578309 w 2449476"/>
              <a:gd name="connsiteY13-6590" fmla="*/ 1096381 h 2522084"/>
              <a:gd name="connsiteX14-6591" fmla="*/ 540210 w 2449476"/>
              <a:gd name="connsiteY14-6592" fmla="*/ 1058331 h 2522084"/>
              <a:gd name="connsiteX15-6593" fmla="*/ 37759 w 2449476"/>
              <a:gd name="connsiteY15-6594" fmla="*/ 1058331 h 2522084"/>
              <a:gd name="connsiteX16-6595" fmla="*/ 1903 w 2449476"/>
              <a:gd name="connsiteY16-6596" fmla="*/ 1033119 h 2522084"/>
              <a:gd name="connsiteX0-6597" fmla="*/ 1903 w 2449476"/>
              <a:gd name="connsiteY0-6598" fmla="*/ 1033119 h 2522084"/>
              <a:gd name="connsiteX1-6599" fmla="*/ 13468 w 2449476"/>
              <a:gd name="connsiteY1-6600" fmla="*/ 990852 h 2522084"/>
              <a:gd name="connsiteX2-6601" fmla="*/ 1200498 w 2449476"/>
              <a:gd name="connsiteY2-6602" fmla="*/ 9117 h 2522084"/>
              <a:gd name="connsiteX3-6603" fmla="*/ 1249021 w 2449476"/>
              <a:gd name="connsiteY3-6604" fmla="*/ 9153 h 2522084"/>
              <a:gd name="connsiteX4-6605" fmla="*/ 2436051 w 2449476"/>
              <a:gd name="connsiteY4-6606" fmla="*/ 990888 h 2522084"/>
              <a:gd name="connsiteX5-6607" fmla="*/ 2447568 w 2449476"/>
              <a:gd name="connsiteY5-6608" fmla="*/ 1033131 h 2522084"/>
              <a:gd name="connsiteX6-6609" fmla="*/ 2411719 w 2449476"/>
              <a:gd name="connsiteY6-6610" fmla="*/ 1058331 h 2522084"/>
              <a:gd name="connsiteX7-6611" fmla="*/ 1909268 w 2449476"/>
              <a:gd name="connsiteY7-6612" fmla="*/ 1058331 h 2522084"/>
              <a:gd name="connsiteX8-6613" fmla="*/ 1871169 w 2449476"/>
              <a:gd name="connsiteY8-6614" fmla="*/ 1096430 h 2522084"/>
              <a:gd name="connsiteX9-6615" fmla="*/ 1871169 w 2449476"/>
              <a:gd name="connsiteY9-6616" fmla="*/ 2484033 h 2522084"/>
              <a:gd name="connsiteX10-6617" fmla="*/ 1833069 w 2449476"/>
              <a:gd name="connsiteY10-6618" fmla="*/ 2522084 h 2522084"/>
              <a:gd name="connsiteX11-6619" fmla="*/ 616409 w 2449476"/>
              <a:gd name="connsiteY11-6620" fmla="*/ 2522084 h 2522084"/>
              <a:gd name="connsiteX12-6621" fmla="*/ 578309 w 2449476"/>
              <a:gd name="connsiteY12-6622" fmla="*/ 2483984 h 2522084"/>
              <a:gd name="connsiteX13-6623" fmla="*/ 578309 w 2449476"/>
              <a:gd name="connsiteY13-6624" fmla="*/ 1096381 h 2522084"/>
              <a:gd name="connsiteX14-6625" fmla="*/ 540210 w 2449476"/>
              <a:gd name="connsiteY14-6626" fmla="*/ 1058331 h 2522084"/>
              <a:gd name="connsiteX15-6627" fmla="*/ 37759 w 2449476"/>
              <a:gd name="connsiteY15-6628" fmla="*/ 1058331 h 2522084"/>
              <a:gd name="connsiteX16-6629" fmla="*/ 1903 w 2449476"/>
              <a:gd name="connsiteY16-6630" fmla="*/ 1033119 h 25220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449476" h="2522084">
                <a:moveTo>
                  <a:pt x="1903" y="1033119"/>
                </a:moveTo>
                <a:cubicBezTo>
                  <a:pt x="-3095" y="1019238"/>
                  <a:pt x="2100" y="1000255"/>
                  <a:pt x="13468" y="990852"/>
                </a:cubicBezTo>
                <a:cubicBezTo>
                  <a:pt x="13468" y="990852"/>
                  <a:pt x="1200498" y="9117"/>
                  <a:pt x="1200498" y="9117"/>
                </a:cubicBezTo>
                <a:cubicBezTo>
                  <a:pt x="1215226" y="-3063"/>
                  <a:pt x="1234293" y="-3026"/>
                  <a:pt x="1249021" y="9153"/>
                </a:cubicBezTo>
                <a:cubicBezTo>
                  <a:pt x="1249021" y="9153"/>
                  <a:pt x="2436051" y="990888"/>
                  <a:pt x="2436051" y="990888"/>
                </a:cubicBezTo>
                <a:cubicBezTo>
                  <a:pt x="2447419" y="1000290"/>
                  <a:pt x="2452562" y="1019249"/>
                  <a:pt x="2447568" y="1033131"/>
                </a:cubicBezTo>
                <a:cubicBezTo>
                  <a:pt x="2442572" y="1047013"/>
                  <a:pt x="2426472" y="1058331"/>
                  <a:pt x="2411719" y="1058331"/>
                </a:cubicBezTo>
                <a:cubicBezTo>
                  <a:pt x="2411719" y="1058331"/>
                  <a:pt x="1909268" y="1058331"/>
                  <a:pt x="1909268" y="1058331"/>
                </a:cubicBezTo>
                <a:cubicBezTo>
                  <a:pt x="1886950" y="1058331"/>
                  <a:pt x="1871169" y="1074112"/>
                  <a:pt x="1871169" y="1096430"/>
                </a:cubicBezTo>
                <a:cubicBezTo>
                  <a:pt x="1871169" y="1096430"/>
                  <a:pt x="1871169" y="2484033"/>
                  <a:pt x="1871169" y="2484033"/>
                </a:cubicBezTo>
                <a:cubicBezTo>
                  <a:pt x="1871169" y="2506352"/>
                  <a:pt x="1855388" y="2522084"/>
                  <a:pt x="1833069" y="2522084"/>
                </a:cubicBezTo>
                <a:cubicBezTo>
                  <a:pt x="1833069" y="2522084"/>
                  <a:pt x="616409" y="2522084"/>
                  <a:pt x="616409" y="2522084"/>
                </a:cubicBezTo>
                <a:cubicBezTo>
                  <a:pt x="594090" y="2522084"/>
                  <a:pt x="578309" y="2506303"/>
                  <a:pt x="578309" y="2483984"/>
                </a:cubicBezTo>
                <a:cubicBezTo>
                  <a:pt x="578309" y="2483984"/>
                  <a:pt x="578309" y="1096381"/>
                  <a:pt x="578309" y="1096381"/>
                </a:cubicBezTo>
                <a:cubicBezTo>
                  <a:pt x="578309" y="1074063"/>
                  <a:pt x="562528" y="1058331"/>
                  <a:pt x="540210" y="1058331"/>
                </a:cubicBezTo>
                <a:cubicBezTo>
                  <a:pt x="540210" y="1058331"/>
                  <a:pt x="37759" y="1058331"/>
                  <a:pt x="37759" y="1058331"/>
                </a:cubicBezTo>
                <a:cubicBezTo>
                  <a:pt x="23005" y="1058331"/>
                  <a:pt x="6901" y="1046999"/>
                  <a:pt x="1903" y="1033119"/>
                </a:cubicBezTo>
                <a:close/>
              </a:path>
            </a:pathLst>
          </a:custGeom>
          <a:gradFill>
            <a:gsLst>
              <a:gs pos="7000">
                <a:schemeClr val="accent1">
                  <a:alpha val="100000"/>
                </a:schemeClr>
              </a:gs>
              <a:gs pos="100000">
                <a:schemeClr val="accent1">
                  <a:alpha val="6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713" name="任意多边形: 形状 42"/>
          <p:cNvSpPr/>
          <p:nvPr>
            <p:custDataLst>
              <p:tags r:id="rId4"/>
            </p:custDataLst>
          </p:nvPr>
        </p:nvSpPr>
        <p:spPr>
          <a:xfrm rot="16200000">
            <a:off x="4227916" y="3406677"/>
            <a:ext cx="1881743" cy="2575562"/>
          </a:xfrm>
          <a:custGeom>
            <a:avLst/>
            <a:gdLst>
              <a:gd name="connsiteX0" fmla="*/ 0 w 2585764"/>
              <a:gd name="connsiteY0" fmla="*/ 1069299 h 2533101"/>
              <a:gd name="connsiteX1" fmla="*/ 0 w 2585764"/>
              <a:gd name="connsiteY1" fmla="*/ 1069299 h 2533101"/>
              <a:gd name="connsiteX2" fmla="*/ 1292905 w 2585764"/>
              <a:gd name="connsiteY2" fmla="*/ 0 h 2533101"/>
              <a:gd name="connsiteX3" fmla="*/ 1292860 w 2585764"/>
              <a:gd name="connsiteY3" fmla="*/ 37 h 2533101"/>
              <a:gd name="connsiteX4" fmla="*/ 2585764 w 2585764"/>
              <a:gd name="connsiteY4" fmla="*/ 1069336 h 2533101"/>
              <a:gd name="connsiteX5" fmla="*/ 2585720 w 2585764"/>
              <a:gd name="connsiteY5" fmla="*/ 1069299 h 2533101"/>
              <a:gd name="connsiteX6" fmla="*/ 2585720 w 2585764"/>
              <a:gd name="connsiteY6" fmla="*/ 1069299 h 2533101"/>
              <a:gd name="connsiteX7" fmla="*/ 1939290 w 2585764"/>
              <a:gd name="connsiteY7" fmla="*/ 1069299 h 2533101"/>
              <a:gd name="connsiteX8" fmla="*/ 1939290 w 2585764"/>
              <a:gd name="connsiteY8" fmla="*/ 1069299 h 2533101"/>
              <a:gd name="connsiteX9" fmla="*/ 1939290 w 2585764"/>
              <a:gd name="connsiteY9" fmla="*/ 2533101 h 2533101"/>
              <a:gd name="connsiteX10" fmla="*/ 1939290 w 2585764"/>
              <a:gd name="connsiteY10" fmla="*/ 2533052 h 2533101"/>
              <a:gd name="connsiteX11" fmla="*/ 646430 w 2585764"/>
              <a:gd name="connsiteY11" fmla="*/ 2533052 h 2533101"/>
              <a:gd name="connsiteX12" fmla="*/ 646430 w 2585764"/>
              <a:gd name="connsiteY12" fmla="*/ 2533052 h 2533101"/>
              <a:gd name="connsiteX13" fmla="*/ 646430 w 2585764"/>
              <a:gd name="connsiteY13" fmla="*/ 1069250 h 2533101"/>
              <a:gd name="connsiteX14" fmla="*/ 646430 w 2585764"/>
              <a:gd name="connsiteY14" fmla="*/ 1069299 h 2533101"/>
              <a:gd name="connsiteX15" fmla="*/ 0 w 2585764"/>
              <a:gd name="connsiteY15" fmla="*/ 1069299 h 2533101"/>
              <a:gd name="connsiteX16" fmla="*/ 0 w 2585764"/>
              <a:gd name="connsiteY16" fmla="*/ 1069299 h 2533101"/>
              <a:gd name="connsiteX0-1" fmla="*/ 0 w 2585764"/>
              <a:gd name="connsiteY0-2" fmla="*/ 1069299 h 2533101"/>
              <a:gd name="connsiteX1-3" fmla="*/ 0 w 2585764"/>
              <a:gd name="connsiteY1-4" fmla="*/ 1069299 h 2533101"/>
              <a:gd name="connsiteX2-5" fmla="*/ 1292905 w 2585764"/>
              <a:gd name="connsiteY2-6" fmla="*/ 0 h 2533101"/>
              <a:gd name="connsiteX3-7" fmla="*/ 1292860 w 2585764"/>
              <a:gd name="connsiteY3-8" fmla="*/ 37 h 2533101"/>
              <a:gd name="connsiteX4-9" fmla="*/ 2585764 w 2585764"/>
              <a:gd name="connsiteY4-10" fmla="*/ 1069336 h 2533101"/>
              <a:gd name="connsiteX5-11" fmla="*/ 2585720 w 2585764"/>
              <a:gd name="connsiteY5-12" fmla="*/ 1069299 h 2533101"/>
              <a:gd name="connsiteX6-13" fmla="*/ 2585720 w 2585764"/>
              <a:gd name="connsiteY6-14" fmla="*/ 1069299 h 2533101"/>
              <a:gd name="connsiteX7-15" fmla="*/ 1939290 w 2585764"/>
              <a:gd name="connsiteY7-16" fmla="*/ 1069299 h 2533101"/>
              <a:gd name="connsiteX8-17" fmla="*/ 1939290 w 2585764"/>
              <a:gd name="connsiteY8-18" fmla="*/ 1069299 h 2533101"/>
              <a:gd name="connsiteX9-19" fmla="*/ 1939290 w 2585764"/>
              <a:gd name="connsiteY9-20" fmla="*/ 2533101 h 2533101"/>
              <a:gd name="connsiteX10-21" fmla="*/ 1939290 w 2585764"/>
              <a:gd name="connsiteY10-22" fmla="*/ 2533052 h 2533101"/>
              <a:gd name="connsiteX11-23" fmla="*/ 646430 w 2585764"/>
              <a:gd name="connsiteY11-24" fmla="*/ 2533052 h 2533101"/>
              <a:gd name="connsiteX12-25" fmla="*/ 646430 w 2585764"/>
              <a:gd name="connsiteY12-26" fmla="*/ 2533052 h 2533101"/>
              <a:gd name="connsiteX13-27" fmla="*/ 646430 w 2585764"/>
              <a:gd name="connsiteY13-28" fmla="*/ 1069250 h 2533101"/>
              <a:gd name="connsiteX14-29" fmla="*/ 646430 w 2585764"/>
              <a:gd name="connsiteY14-30" fmla="*/ 1069299 h 2533101"/>
              <a:gd name="connsiteX15-31" fmla="*/ 0 w 2585764"/>
              <a:gd name="connsiteY15-32" fmla="*/ 1069299 h 2533101"/>
              <a:gd name="connsiteX16-33" fmla="*/ 0 w 2585764"/>
              <a:gd name="connsiteY16-34" fmla="*/ 1069300 h 2533101"/>
              <a:gd name="connsiteX0-35" fmla="*/ 0 w 2585764"/>
              <a:gd name="connsiteY0-36" fmla="*/ 1069300 h 2533101"/>
              <a:gd name="connsiteX1-37" fmla="*/ 0 w 2585764"/>
              <a:gd name="connsiteY1-38" fmla="*/ 1069299 h 2533101"/>
              <a:gd name="connsiteX2-39" fmla="*/ 1292905 w 2585764"/>
              <a:gd name="connsiteY2-40" fmla="*/ 0 h 2533101"/>
              <a:gd name="connsiteX3-41" fmla="*/ 1292860 w 2585764"/>
              <a:gd name="connsiteY3-42" fmla="*/ 37 h 2533101"/>
              <a:gd name="connsiteX4-43" fmla="*/ 2585764 w 2585764"/>
              <a:gd name="connsiteY4-44" fmla="*/ 1069336 h 2533101"/>
              <a:gd name="connsiteX5-45" fmla="*/ 2585720 w 2585764"/>
              <a:gd name="connsiteY5-46" fmla="*/ 1069299 h 2533101"/>
              <a:gd name="connsiteX6-47" fmla="*/ 2585720 w 2585764"/>
              <a:gd name="connsiteY6-48" fmla="*/ 1069299 h 2533101"/>
              <a:gd name="connsiteX7-49" fmla="*/ 1939290 w 2585764"/>
              <a:gd name="connsiteY7-50" fmla="*/ 1069299 h 2533101"/>
              <a:gd name="connsiteX8-51" fmla="*/ 1939290 w 2585764"/>
              <a:gd name="connsiteY8-52" fmla="*/ 1069299 h 2533101"/>
              <a:gd name="connsiteX9-53" fmla="*/ 1939290 w 2585764"/>
              <a:gd name="connsiteY9-54" fmla="*/ 2533101 h 2533101"/>
              <a:gd name="connsiteX10-55" fmla="*/ 1939290 w 2585764"/>
              <a:gd name="connsiteY10-56" fmla="*/ 2533052 h 2533101"/>
              <a:gd name="connsiteX11-57" fmla="*/ 646430 w 2585764"/>
              <a:gd name="connsiteY11-58" fmla="*/ 2533052 h 2533101"/>
              <a:gd name="connsiteX12-59" fmla="*/ 646430 w 2585764"/>
              <a:gd name="connsiteY12-60" fmla="*/ 2533052 h 2533101"/>
              <a:gd name="connsiteX13-61" fmla="*/ 646430 w 2585764"/>
              <a:gd name="connsiteY13-62" fmla="*/ 1069250 h 2533101"/>
              <a:gd name="connsiteX14-63" fmla="*/ 646430 w 2585764"/>
              <a:gd name="connsiteY14-64" fmla="*/ 1069299 h 2533101"/>
              <a:gd name="connsiteX15-65" fmla="*/ 0 w 2585764"/>
              <a:gd name="connsiteY15-66" fmla="*/ 1069299 h 2533101"/>
              <a:gd name="connsiteX16-67" fmla="*/ 0 w 2585764"/>
              <a:gd name="connsiteY16-68" fmla="*/ 1069300 h 2533101"/>
              <a:gd name="connsiteX0-69" fmla="*/ 0 w 2585764"/>
              <a:gd name="connsiteY0-70" fmla="*/ 1069300 h 2533101"/>
              <a:gd name="connsiteX1-71" fmla="*/ 0 w 2585764"/>
              <a:gd name="connsiteY1-72" fmla="*/ 1069299 h 2533101"/>
              <a:gd name="connsiteX2-73" fmla="*/ 1292905 w 2585764"/>
              <a:gd name="connsiteY2-74" fmla="*/ 0 h 2533101"/>
              <a:gd name="connsiteX3-75" fmla="*/ 1292860 w 2585764"/>
              <a:gd name="connsiteY3-76" fmla="*/ 37 h 2533101"/>
              <a:gd name="connsiteX4-77" fmla="*/ 2585764 w 2585764"/>
              <a:gd name="connsiteY4-78" fmla="*/ 1069336 h 2533101"/>
              <a:gd name="connsiteX5-79" fmla="*/ 2585720 w 2585764"/>
              <a:gd name="connsiteY5-80" fmla="*/ 1069299 h 2533101"/>
              <a:gd name="connsiteX6-81" fmla="*/ 2585720 w 2585764"/>
              <a:gd name="connsiteY6-82" fmla="*/ 1069299 h 2533101"/>
              <a:gd name="connsiteX7-83" fmla="*/ 1939290 w 2585764"/>
              <a:gd name="connsiteY7-84" fmla="*/ 1069299 h 2533101"/>
              <a:gd name="connsiteX8-85" fmla="*/ 1939290 w 2585764"/>
              <a:gd name="connsiteY8-86" fmla="*/ 1069299 h 2533101"/>
              <a:gd name="connsiteX9-87" fmla="*/ 1939290 w 2585764"/>
              <a:gd name="connsiteY9-88" fmla="*/ 2533101 h 2533101"/>
              <a:gd name="connsiteX10-89" fmla="*/ 1939290 w 2585764"/>
              <a:gd name="connsiteY10-90" fmla="*/ 2533052 h 2533101"/>
              <a:gd name="connsiteX11-91" fmla="*/ 646430 w 2585764"/>
              <a:gd name="connsiteY11-92" fmla="*/ 2533052 h 2533101"/>
              <a:gd name="connsiteX12-93" fmla="*/ 646430 w 2585764"/>
              <a:gd name="connsiteY12-94" fmla="*/ 2533052 h 2533101"/>
              <a:gd name="connsiteX13-95" fmla="*/ 646430 w 2585764"/>
              <a:gd name="connsiteY13-96" fmla="*/ 1069250 h 2533101"/>
              <a:gd name="connsiteX14-97" fmla="*/ 646430 w 2585764"/>
              <a:gd name="connsiteY14-98" fmla="*/ 1069299 h 2533101"/>
              <a:gd name="connsiteX15-99" fmla="*/ 0 w 2585764"/>
              <a:gd name="connsiteY15-100" fmla="*/ 1069299 h 2533101"/>
              <a:gd name="connsiteX16-101" fmla="*/ 0 w 2585764"/>
              <a:gd name="connsiteY16-102" fmla="*/ 1069300 h 2533101"/>
              <a:gd name="connsiteX0-103" fmla="*/ 0 w 2585764"/>
              <a:gd name="connsiteY0-104" fmla="*/ 1069300 h 2533101"/>
              <a:gd name="connsiteX1-105" fmla="*/ 0 w 2585764"/>
              <a:gd name="connsiteY1-106" fmla="*/ 1069299 h 2533101"/>
              <a:gd name="connsiteX2-107" fmla="*/ 1292905 w 2585764"/>
              <a:gd name="connsiteY2-108" fmla="*/ 0 h 2533101"/>
              <a:gd name="connsiteX3-109" fmla="*/ 1292860 w 2585764"/>
              <a:gd name="connsiteY3-110" fmla="*/ 37 h 2533101"/>
              <a:gd name="connsiteX4-111" fmla="*/ 2585764 w 2585764"/>
              <a:gd name="connsiteY4-112" fmla="*/ 1069336 h 2533101"/>
              <a:gd name="connsiteX5-113" fmla="*/ 2585720 w 2585764"/>
              <a:gd name="connsiteY5-114" fmla="*/ 1069299 h 2533101"/>
              <a:gd name="connsiteX6-115" fmla="*/ 2585720 w 2585764"/>
              <a:gd name="connsiteY6-116" fmla="*/ 1069299 h 2533101"/>
              <a:gd name="connsiteX7-117" fmla="*/ 1939290 w 2585764"/>
              <a:gd name="connsiteY7-118" fmla="*/ 1069299 h 2533101"/>
              <a:gd name="connsiteX8-119" fmla="*/ 1939290 w 2585764"/>
              <a:gd name="connsiteY8-120" fmla="*/ 1069299 h 2533101"/>
              <a:gd name="connsiteX9-121" fmla="*/ 1939290 w 2585764"/>
              <a:gd name="connsiteY9-122" fmla="*/ 2533101 h 2533101"/>
              <a:gd name="connsiteX10-123" fmla="*/ 1939290 w 2585764"/>
              <a:gd name="connsiteY10-124" fmla="*/ 2533052 h 2533101"/>
              <a:gd name="connsiteX11-125" fmla="*/ 646430 w 2585764"/>
              <a:gd name="connsiteY11-126" fmla="*/ 2533052 h 2533101"/>
              <a:gd name="connsiteX12-127" fmla="*/ 646430 w 2585764"/>
              <a:gd name="connsiteY12-128" fmla="*/ 2533052 h 2533101"/>
              <a:gd name="connsiteX13-129" fmla="*/ 646430 w 2585764"/>
              <a:gd name="connsiteY13-130" fmla="*/ 1069250 h 2533101"/>
              <a:gd name="connsiteX14-131" fmla="*/ 646430 w 2585764"/>
              <a:gd name="connsiteY14-132" fmla="*/ 1069299 h 2533101"/>
              <a:gd name="connsiteX15-133" fmla="*/ 0 w 2585764"/>
              <a:gd name="connsiteY15-134" fmla="*/ 1069299 h 2533101"/>
              <a:gd name="connsiteX16-135" fmla="*/ 0 w 2585764"/>
              <a:gd name="connsiteY16-136" fmla="*/ 1069300 h 2533101"/>
              <a:gd name="connsiteX0-137" fmla="*/ 0 w 2585764"/>
              <a:gd name="connsiteY0-138" fmla="*/ 1069300 h 2533101"/>
              <a:gd name="connsiteX1-139" fmla="*/ 0 w 2585764"/>
              <a:gd name="connsiteY1-140" fmla="*/ 1069300 h 2533101"/>
              <a:gd name="connsiteX2-141" fmla="*/ 1292905 w 2585764"/>
              <a:gd name="connsiteY2-142" fmla="*/ 0 h 2533101"/>
              <a:gd name="connsiteX3-143" fmla="*/ 1292860 w 2585764"/>
              <a:gd name="connsiteY3-144" fmla="*/ 37 h 2533101"/>
              <a:gd name="connsiteX4-145" fmla="*/ 2585764 w 2585764"/>
              <a:gd name="connsiteY4-146" fmla="*/ 1069336 h 2533101"/>
              <a:gd name="connsiteX5-147" fmla="*/ 2585720 w 2585764"/>
              <a:gd name="connsiteY5-148" fmla="*/ 1069299 h 2533101"/>
              <a:gd name="connsiteX6-149" fmla="*/ 2585720 w 2585764"/>
              <a:gd name="connsiteY6-150" fmla="*/ 1069299 h 2533101"/>
              <a:gd name="connsiteX7-151" fmla="*/ 1939290 w 2585764"/>
              <a:gd name="connsiteY7-152" fmla="*/ 1069299 h 2533101"/>
              <a:gd name="connsiteX8-153" fmla="*/ 1939290 w 2585764"/>
              <a:gd name="connsiteY8-154" fmla="*/ 1069299 h 2533101"/>
              <a:gd name="connsiteX9-155" fmla="*/ 1939290 w 2585764"/>
              <a:gd name="connsiteY9-156" fmla="*/ 2533101 h 2533101"/>
              <a:gd name="connsiteX10-157" fmla="*/ 1939290 w 2585764"/>
              <a:gd name="connsiteY10-158" fmla="*/ 2533052 h 2533101"/>
              <a:gd name="connsiteX11-159" fmla="*/ 646430 w 2585764"/>
              <a:gd name="connsiteY11-160" fmla="*/ 2533052 h 2533101"/>
              <a:gd name="connsiteX12-161" fmla="*/ 646430 w 2585764"/>
              <a:gd name="connsiteY12-162" fmla="*/ 2533052 h 2533101"/>
              <a:gd name="connsiteX13-163" fmla="*/ 646430 w 2585764"/>
              <a:gd name="connsiteY13-164" fmla="*/ 1069250 h 2533101"/>
              <a:gd name="connsiteX14-165" fmla="*/ 646430 w 2585764"/>
              <a:gd name="connsiteY14-166" fmla="*/ 1069299 h 2533101"/>
              <a:gd name="connsiteX15-167" fmla="*/ 0 w 2585764"/>
              <a:gd name="connsiteY15-168" fmla="*/ 1069299 h 2533101"/>
              <a:gd name="connsiteX16-169" fmla="*/ 0 w 2585764"/>
              <a:gd name="connsiteY16-170" fmla="*/ 1069300 h 2533101"/>
              <a:gd name="connsiteX0-171" fmla="*/ 0 w 2585764"/>
              <a:gd name="connsiteY0-172" fmla="*/ 1069300 h 2533101"/>
              <a:gd name="connsiteX1-173" fmla="*/ 0 w 2585764"/>
              <a:gd name="connsiteY1-174" fmla="*/ 1069300 h 2533101"/>
              <a:gd name="connsiteX2-175" fmla="*/ 1292905 w 2585764"/>
              <a:gd name="connsiteY2-176" fmla="*/ 0 h 2533101"/>
              <a:gd name="connsiteX3-177" fmla="*/ 1292860 w 2585764"/>
              <a:gd name="connsiteY3-178" fmla="*/ 37 h 2533101"/>
              <a:gd name="connsiteX4-179" fmla="*/ 2585764 w 2585764"/>
              <a:gd name="connsiteY4-180" fmla="*/ 1069336 h 2533101"/>
              <a:gd name="connsiteX5-181" fmla="*/ 2585720 w 2585764"/>
              <a:gd name="connsiteY5-182" fmla="*/ 1069299 h 2533101"/>
              <a:gd name="connsiteX6-183" fmla="*/ 2585720 w 2585764"/>
              <a:gd name="connsiteY6-184" fmla="*/ 1069299 h 2533101"/>
              <a:gd name="connsiteX7-185" fmla="*/ 1939290 w 2585764"/>
              <a:gd name="connsiteY7-186" fmla="*/ 1069299 h 2533101"/>
              <a:gd name="connsiteX8-187" fmla="*/ 1939290 w 2585764"/>
              <a:gd name="connsiteY8-188" fmla="*/ 1069299 h 2533101"/>
              <a:gd name="connsiteX9-189" fmla="*/ 1939290 w 2585764"/>
              <a:gd name="connsiteY9-190" fmla="*/ 2533101 h 2533101"/>
              <a:gd name="connsiteX10-191" fmla="*/ 1939290 w 2585764"/>
              <a:gd name="connsiteY10-192" fmla="*/ 2533052 h 2533101"/>
              <a:gd name="connsiteX11-193" fmla="*/ 646430 w 2585764"/>
              <a:gd name="connsiteY11-194" fmla="*/ 2533052 h 2533101"/>
              <a:gd name="connsiteX12-195" fmla="*/ 646430 w 2585764"/>
              <a:gd name="connsiteY12-196" fmla="*/ 2533052 h 2533101"/>
              <a:gd name="connsiteX13-197" fmla="*/ 646430 w 2585764"/>
              <a:gd name="connsiteY13-198" fmla="*/ 1069250 h 2533101"/>
              <a:gd name="connsiteX14-199" fmla="*/ 646430 w 2585764"/>
              <a:gd name="connsiteY14-200" fmla="*/ 1069299 h 2533101"/>
              <a:gd name="connsiteX15-201" fmla="*/ 0 w 2585764"/>
              <a:gd name="connsiteY15-202" fmla="*/ 1069299 h 2533101"/>
              <a:gd name="connsiteX16-203" fmla="*/ 0 w 2585764"/>
              <a:gd name="connsiteY16-204" fmla="*/ 1069300 h 2533101"/>
              <a:gd name="connsiteX0-205" fmla="*/ 0 w 2585764"/>
              <a:gd name="connsiteY0-206" fmla="*/ 1069300 h 2533101"/>
              <a:gd name="connsiteX1-207" fmla="*/ 0 w 2585764"/>
              <a:gd name="connsiteY1-208" fmla="*/ 1069300 h 2533101"/>
              <a:gd name="connsiteX2-209" fmla="*/ 1292905 w 2585764"/>
              <a:gd name="connsiteY2-210" fmla="*/ 0 h 2533101"/>
              <a:gd name="connsiteX3-211" fmla="*/ 1292860 w 2585764"/>
              <a:gd name="connsiteY3-212" fmla="*/ 37 h 2533101"/>
              <a:gd name="connsiteX4-213" fmla="*/ 2585764 w 2585764"/>
              <a:gd name="connsiteY4-214" fmla="*/ 1069336 h 2533101"/>
              <a:gd name="connsiteX5-215" fmla="*/ 2585720 w 2585764"/>
              <a:gd name="connsiteY5-216" fmla="*/ 1069299 h 2533101"/>
              <a:gd name="connsiteX6-217" fmla="*/ 2585720 w 2585764"/>
              <a:gd name="connsiteY6-218" fmla="*/ 1069299 h 2533101"/>
              <a:gd name="connsiteX7-219" fmla="*/ 1939290 w 2585764"/>
              <a:gd name="connsiteY7-220" fmla="*/ 1069299 h 2533101"/>
              <a:gd name="connsiteX8-221" fmla="*/ 1939290 w 2585764"/>
              <a:gd name="connsiteY8-222" fmla="*/ 1069299 h 2533101"/>
              <a:gd name="connsiteX9-223" fmla="*/ 1939290 w 2585764"/>
              <a:gd name="connsiteY9-224" fmla="*/ 2533101 h 2533101"/>
              <a:gd name="connsiteX10-225" fmla="*/ 1939290 w 2585764"/>
              <a:gd name="connsiteY10-226" fmla="*/ 2533052 h 2533101"/>
              <a:gd name="connsiteX11-227" fmla="*/ 646430 w 2585764"/>
              <a:gd name="connsiteY11-228" fmla="*/ 2533052 h 2533101"/>
              <a:gd name="connsiteX12-229" fmla="*/ 646430 w 2585764"/>
              <a:gd name="connsiteY12-230" fmla="*/ 2533052 h 2533101"/>
              <a:gd name="connsiteX13-231" fmla="*/ 646430 w 2585764"/>
              <a:gd name="connsiteY13-232" fmla="*/ 1069250 h 2533101"/>
              <a:gd name="connsiteX14-233" fmla="*/ 646430 w 2585764"/>
              <a:gd name="connsiteY14-234" fmla="*/ 1069299 h 2533101"/>
              <a:gd name="connsiteX15-235" fmla="*/ 0 w 2585764"/>
              <a:gd name="connsiteY15-236" fmla="*/ 1069299 h 2533101"/>
              <a:gd name="connsiteX16-237" fmla="*/ 0 w 2585764"/>
              <a:gd name="connsiteY16-238" fmla="*/ 1069300 h 2533101"/>
              <a:gd name="connsiteX0-239" fmla="*/ 0 w 2585764"/>
              <a:gd name="connsiteY0-240" fmla="*/ 1069299 h 2533100"/>
              <a:gd name="connsiteX1-241" fmla="*/ 0 w 2585764"/>
              <a:gd name="connsiteY1-242" fmla="*/ 1069299 h 2533100"/>
              <a:gd name="connsiteX2-243" fmla="*/ 1292905 w 2585764"/>
              <a:gd name="connsiteY2-244" fmla="*/ 0 h 2533100"/>
              <a:gd name="connsiteX3-245" fmla="*/ 1292860 w 2585764"/>
              <a:gd name="connsiteY3-246" fmla="*/ 36 h 2533100"/>
              <a:gd name="connsiteX4-247" fmla="*/ 2585764 w 2585764"/>
              <a:gd name="connsiteY4-248" fmla="*/ 1069335 h 2533100"/>
              <a:gd name="connsiteX5-249" fmla="*/ 2585720 w 2585764"/>
              <a:gd name="connsiteY5-250" fmla="*/ 1069298 h 2533100"/>
              <a:gd name="connsiteX6-251" fmla="*/ 2585720 w 2585764"/>
              <a:gd name="connsiteY6-252" fmla="*/ 1069298 h 2533100"/>
              <a:gd name="connsiteX7-253" fmla="*/ 1939290 w 2585764"/>
              <a:gd name="connsiteY7-254" fmla="*/ 1069298 h 2533100"/>
              <a:gd name="connsiteX8-255" fmla="*/ 1939290 w 2585764"/>
              <a:gd name="connsiteY8-256" fmla="*/ 1069298 h 2533100"/>
              <a:gd name="connsiteX9-257" fmla="*/ 1939290 w 2585764"/>
              <a:gd name="connsiteY9-258" fmla="*/ 2533100 h 2533100"/>
              <a:gd name="connsiteX10-259" fmla="*/ 1939290 w 2585764"/>
              <a:gd name="connsiteY10-260" fmla="*/ 2533051 h 2533100"/>
              <a:gd name="connsiteX11-261" fmla="*/ 646430 w 2585764"/>
              <a:gd name="connsiteY11-262" fmla="*/ 2533051 h 2533100"/>
              <a:gd name="connsiteX12-263" fmla="*/ 646430 w 2585764"/>
              <a:gd name="connsiteY12-264" fmla="*/ 2533051 h 2533100"/>
              <a:gd name="connsiteX13-265" fmla="*/ 646430 w 2585764"/>
              <a:gd name="connsiteY13-266" fmla="*/ 1069249 h 2533100"/>
              <a:gd name="connsiteX14-267" fmla="*/ 646430 w 2585764"/>
              <a:gd name="connsiteY14-268" fmla="*/ 1069298 h 2533100"/>
              <a:gd name="connsiteX15-269" fmla="*/ 0 w 2585764"/>
              <a:gd name="connsiteY15-270" fmla="*/ 1069298 h 2533100"/>
              <a:gd name="connsiteX16-271" fmla="*/ 0 w 2585764"/>
              <a:gd name="connsiteY16-272" fmla="*/ 1069299 h 2533100"/>
              <a:gd name="connsiteX0-273" fmla="*/ 0 w 2585764"/>
              <a:gd name="connsiteY0-274" fmla="*/ 1069299 h 2533100"/>
              <a:gd name="connsiteX1-275" fmla="*/ 0 w 2585764"/>
              <a:gd name="connsiteY1-276" fmla="*/ 1069299 h 2533100"/>
              <a:gd name="connsiteX2-277" fmla="*/ 1292905 w 2585764"/>
              <a:gd name="connsiteY2-278" fmla="*/ 0 h 2533100"/>
              <a:gd name="connsiteX3-279" fmla="*/ 1292860 w 2585764"/>
              <a:gd name="connsiteY3-280" fmla="*/ 36 h 2533100"/>
              <a:gd name="connsiteX4-281" fmla="*/ 2585764 w 2585764"/>
              <a:gd name="connsiteY4-282" fmla="*/ 1069335 h 2533100"/>
              <a:gd name="connsiteX5-283" fmla="*/ 2585720 w 2585764"/>
              <a:gd name="connsiteY5-284" fmla="*/ 1069298 h 2533100"/>
              <a:gd name="connsiteX6-285" fmla="*/ 2585720 w 2585764"/>
              <a:gd name="connsiteY6-286" fmla="*/ 1069298 h 2533100"/>
              <a:gd name="connsiteX7-287" fmla="*/ 1939290 w 2585764"/>
              <a:gd name="connsiteY7-288" fmla="*/ 1069298 h 2533100"/>
              <a:gd name="connsiteX8-289" fmla="*/ 1939290 w 2585764"/>
              <a:gd name="connsiteY8-290" fmla="*/ 1069298 h 2533100"/>
              <a:gd name="connsiteX9-291" fmla="*/ 1939290 w 2585764"/>
              <a:gd name="connsiteY9-292" fmla="*/ 2533100 h 2533100"/>
              <a:gd name="connsiteX10-293" fmla="*/ 1939290 w 2585764"/>
              <a:gd name="connsiteY10-294" fmla="*/ 2533051 h 2533100"/>
              <a:gd name="connsiteX11-295" fmla="*/ 646430 w 2585764"/>
              <a:gd name="connsiteY11-296" fmla="*/ 2533051 h 2533100"/>
              <a:gd name="connsiteX12-297" fmla="*/ 646430 w 2585764"/>
              <a:gd name="connsiteY12-298" fmla="*/ 2533051 h 2533100"/>
              <a:gd name="connsiteX13-299" fmla="*/ 646430 w 2585764"/>
              <a:gd name="connsiteY13-300" fmla="*/ 1069249 h 2533100"/>
              <a:gd name="connsiteX14-301" fmla="*/ 646430 w 2585764"/>
              <a:gd name="connsiteY14-302" fmla="*/ 1069298 h 2533100"/>
              <a:gd name="connsiteX15-303" fmla="*/ 0 w 2585764"/>
              <a:gd name="connsiteY15-304" fmla="*/ 1069298 h 2533100"/>
              <a:gd name="connsiteX16-305" fmla="*/ 0 w 2585764"/>
              <a:gd name="connsiteY16-306" fmla="*/ 1069299 h 2533100"/>
              <a:gd name="connsiteX0-307" fmla="*/ 0 w 2585764"/>
              <a:gd name="connsiteY0-308" fmla="*/ 1069299 h 2533100"/>
              <a:gd name="connsiteX1-309" fmla="*/ 0 w 2585764"/>
              <a:gd name="connsiteY1-310" fmla="*/ 1069299 h 2533100"/>
              <a:gd name="connsiteX2-311" fmla="*/ 1292905 w 2585764"/>
              <a:gd name="connsiteY2-312" fmla="*/ 0 h 2533100"/>
              <a:gd name="connsiteX3-313" fmla="*/ 1292860 w 2585764"/>
              <a:gd name="connsiteY3-314" fmla="*/ 36 h 2533100"/>
              <a:gd name="connsiteX4-315" fmla="*/ 2585764 w 2585764"/>
              <a:gd name="connsiteY4-316" fmla="*/ 1069335 h 2533100"/>
              <a:gd name="connsiteX5-317" fmla="*/ 2585720 w 2585764"/>
              <a:gd name="connsiteY5-318" fmla="*/ 1069298 h 2533100"/>
              <a:gd name="connsiteX6-319" fmla="*/ 2585720 w 2585764"/>
              <a:gd name="connsiteY6-320" fmla="*/ 1069298 h 2533100"/>
              <a:gd name="connsiteX7-321" fmla="*/ 1939290 w 2585764"/>
              <a:gd name="connsiteY7-322" fmla="*/ 1069298 h 2533100"/>
              <a:gd name="connsiteX8-323" fmla="*/ 1939290 w 2585764"/>
              <a:gd name="connsiteY8-324" fmla="*/ 1069298 h 2533100"/>
              <a:gd name="connsiteX9-325" fmla="*/ 1939290 w 2585764"/>
              <a:gd name="connsiteY9-326" fmla="*/ 2533100 h 2533100"/>
              <a:gd name="connsiteX10-327" fmla="*/ 1939290 w 2585764"/>
              <a:gd name="connsiteY10-328" fmla="*/ 2533051 h 2533100"/>
              <a:gd name="connsiteX11-329" fmla="*/ 646430 w 2585764"/>
              <a:gd name="connsiteY11-330" fmla="*/ 2533051 h 2533100"/>
              <a:gd name="connsiteX12-331" fmla="*/ 646430 w 2585764"/>
              <a:gd name="connsiteY12-332" fmla="*/ 2533051 h 2533100"/>
              <a:gd name="connsiteX13-333" fmla="*/ 646430 w 2585764"/>
              <a:gd name="connsiteY13-334" fmla="*/ 1069249 h 2533100"/>
              <a:gd name="connsiteX14-335" fmla="*/ 646430 w 2585764"/>
              <a:gd name="connsiteY14-336" fmla="*/ 1069298 h 2533100"/>
              <a:gd name="connsiteX15-337" fmla="*/ 0 w 2585764"/>
              <a:gd name="connsiteY15-338" fmla="*/ 1069298 h 2533100"/>
              <a:gd name="connsiteX16-339" fmla="*/ 0 w 2585764"/>
              <a:gd name="connsiteY16-340" fmla="*/ 1069299 h 2533100"/>
              <a:gd name="connsiteX0-341" fmla="*/ 0 w 2585764"/>
              <a:gd name="connsiteY0-342" fmla="*/ 1069299 h 2533100"/>
              <a:gd name="connsiteX1-343" fmla="*/ 0 w 2585764"/>
              <a:gd name="connsiteY1-344" fmla="*/ 1069299 h 2533100"/>
              <a:gd name="connsiteX2-345" fmla="*/ 1292905 w 2585764"/>
              <a:gd name="connsiteY2-346" fmla="*/ 0 h 2533100"/>
              <a:gd name="connsiteX3-347" fmla="*/ 1292860 w 2585764"/>
              <a:gd name="connsiteY3-348" fmla="*/ 36 h 2533100"/>
              <a:gd name="connsiteX4-349" fmla="*/ 2585764 w 2585764"/>
              <a:gd name="connsiteY4-350" fmla="*/ 1069335 h 2533100"/>
              <a:gd name="connsiteX5-351" fmla="*/ 2585720 w 2585764"/>
              <a:gd name="connsiteY5-352" fmla="*/ 1069298 h 2533100"/>
              <a:gd name="connsiteX6-353" fmla="*/ 2585720 w 2585764"/>
              <a:gd name="connsiteY6-354" fmla="*/ 1069298 h 2533100"/>
              <a:gd name="connsiteX7-355" fmla="*/ 1939290 w 2585764"/>
              <a:gd name="connsiteY7-356" fmla="*/ 1069298 h 2533100"/>
              <a:gd name="connsiteX8-357" fmla="*/ 1939290 w 2585764"/>
              <a:gd name="connsiteY8-358" fmla="*/ 1069298 h 2533100"/>
              <a:gd name="connsiteX9-359" fmla="*/ 1939290 w 2585764"/>
              <a:gd name="connsiteY9-360" fmla="*/ 2533100 h 2533100"/>
              <a:gd name="connsiteX10-361" fmla="*/ 1939290 w 2585764"/>
              <a:gd name="connsiteY10-362" fmla="*/ 2533051 h 2533100"/>
              <a:gd name="connsiteX11-363" fmla="*/ 646430 w 2585764"/>
              <a:gd name="connsiteY11-364" fmla="*/ 2533051 h 2533100"/>
              <a:gd name="connsiteX12-365" fmla="*/ 646430 w 2585764"/>
              <a:gd name="connsiteY12-366" fmla="*/ 2533051 h 2533100"/>
              <a:gd name="connsiteX13-367" fmla="*/ 646430 w 2585764"/>
              <a:gd name="connsiteY13-368" fmla="*/ 1069249 h 2533100"/>
              <a:gd name="connsiteX14-369" fmla="*/ 646430 w 2585764"/>
              <a:gd name="connsiteY14-370" fmla="*/ 1069298 h 2533100"/>
              <a:gd name="connsiteX15-371" fmla="*/ 0 w 2585764"/>
              <a:gd name="connsiteY15-372" fmla="*/ 1069298 h 2533100"/>
              <a:gd name="connsiteX16-373" fmla="*/ 0 w 2585764"/>
              <a:gd name="connsiteY16-374" fmla="*/ 1069299 h 2533100"/>
              <a:gd name="connsiteX0-375" fmla="*/ 0 w 2585764"/>
              <a:gd name="connsiteY0-376" fmla="*/ 1069299 h 2533100"/>
              <a:gd name="connsiteX1-377" fmla="*/ 0 w 2585764"/>
              <a:gd name="connsiteY1-378" fmla="*/ 1069299 h 2533100"/>
              <a:gd name="connsiteX2-379" fmla="*/ 1292905 w 2585764"/>
              <a:gd name="connsiteY2-380" fmla="*/ 0 h 2533100"/>
              <a:gd name="connsiteX3-381" fmla="*/ 1292860 w 2585764"/>
              <a:gd name="connsiteY3-382" fmla="*/ 36 h 2533100"/>
              <a:gd name="connsiteX4-383" fmla="*/ 2585764 w 2585764"/>
              <a:gd name="connsiteY4-384" fmla="*/ 1069335 h 2533100"/>
              <a:gd name="connsiteX5-385" fmla="*/ 2585720 w 2585764"/>
              <a:gd name="connsiteY5-386" fmla="*/ 1069298 h 2533100"/>
              <a:gd name="connsiteX6-387" fmla="*/ 2585720 w 2585764"/>
              <a:gd name="connsiteY6-388" fmla="*/ 1069298 h 2533100"/>
              <a:gd name="connsiteX7-389" fmla="*/ 1939290 w 2585764"/>
              <a:gd name="connsiteY7-390" fmla="*/ 1069298 h 2533100"/>
              <a:gd name="connsiteX8-391" fmla="*/ 1939290 w 2585764"/>
              <a:gd name="connsiteY8-392" fmla="*/ 1069298 h 2533100"/>
              <a:gd name="connsiteX9-393" fmla="*/ 1939290 w 2585764"/>
              <a:gd name="connsiteY9-394" fmla="*/ 2533100 h 2533100"/>
              <a:gd name="connsiteX10-395" fmla="*/ 1939290 w 2585764"/>
              <a:gd name="connsiteY10-396" fmla="*/ 2533051 h 2533100"/>
              <a:gd name="connsiteX11-397" fmla="*/ 646430 w 2585764"/>
              <a:gd name="connsiteY11-398" fmla="*/ 2533051 h 2533100"/>
              <a:gd name="connsiteX12-399" fmla="*/ 646430 w 2585764"/>
              <a:gd name="connsiteY12-400" fmla="*/ 2533051 h 2533100"/>
              <a:gd name="connsiteX13-401" fmla="*/ 646430 w 2585764"/>
              <a:gd name="connsiteY13-402" fmla="*/ 1069249 h 2533100"/>
              <a:gd name="connsiteX14-403" fmla="*/ 646430 w 2585764"/>
              <a:gd name="connsiteY14-404" fmla="*/ 1069298 h 2533100"/>
              <a:gd name="connsiteX15-405" fmla="*/ 0 w 2585764"/>
              <a:gd name="connsiteY15-406" fmla="*/ 1069298 h 2533100"/>
              <a:gd name="connsiteX16-407" fmla="*/ 0 w 2585764"/>
              <a:gd name="connsiteY16-408" fmla="*/ 1069299 h 2533100"/>
              <a:gd name="connsiteX0-409" fmla="*/ 0 w 2585764"/>
              <a:gd name="connsiteY0-410" fmla="*/ 1069299 h 2533100"/>
              <a:gd name="connsiteX1-411" fmla="*/ 0 w 2585764"/>
              <a:gd name="connsiteY1-412" fmla="*/ 1069299 h 2533100"/>
              <a:gd name="connsiteX2-413" fmla="*/ 1292905 w 2585764"/>
              <a:gd name="connsiteY2-414" fmla="*/ 0 h 2533100"/>
              <a:gd name="connsiteX3-415" fmla="*/ 1292860 w 2585764"/>
              <a:gd name="connsiteY3-416" fmla="*/ 36 h 2533100"/>
              <a:gd name="connsiteX4-417" fmla="*/ 2585764 w 2585764"/>
              <a:gd name="connsiteY4-418" fmla="*/ 1069335 h 2533100"/>
              <a:gd name="connsiteX5-419" fmla="*/ 2585720 w 2585764"/>
              <a:gd name="connsiteY5-420" fmla="*/ 1069298 h 2533100"/>
              <a:gd name="connsiteX6-421" fmla="*/ 2585720 w 2585764"/>
              <a:gd name="connsiteY6-422" fmla="*/ 1069298 h 2533100"/>
              <a:gd name="connsiteX7-423" fmla="*/ 1939290 w 2585764"/>
              <a:gd name="connsiteY7-424" fmla="*/ 1069298 h 2533100"/>
              <a:gd name="connsiteX8-425" fmla="*/ 1939290 w 2585764"/>
              <a:gd name="connsiteY8-426" fmla="*/ 1069298 h 2533100"/>
              <a:gd name="connsiteX9-427" fmla="*/ 1939290 w 2585764"/>
              <a:gd name="connsiteY9-428" fmla="*/ 2533100 h 2533100"/>
              <a:gd name="connsiteX10-429" fmla="*/ 1939290 w 2585764"/>
              <a:gd name="connsiteY10-430" fmla="*/ 2533051 h 2533100"/>
              <a:gd name="connsiteX11-431" fmla="*/ 646430 w 2585764"/>
              <a:gd name="connsiteY11-432" fmla="*/ 2533051 h 2533100"/>
              <a:gd name="connsiteX12-433" fmla="*/ 646430 w 2585764"/>
              <a:gd name="connsiteY12-434" fmla="*/ 2533051 h 2533100"/>
              <a:gd name="connsiteX13-435" fmla="*/ 646430 w 2585764"/>
              <a:gd name="connsiteY13-436" fmla="*/ 1069249 h 2533100"/>
              <a:gd name="connsiteX14-437" fmla="*/ 646430 w 2585764"/>
              <a:gd name="connsiteY14-438" fmla="*/ 1069298 h 2533100"/>
              <a:gd name="connsiteX15-439" fmla="*/ 0 w 2585764"/>
              <a:gd name="connsiteY15-440" fmla="*/ 1069298 h 2533100"/>
              <a:gd name="connsiteX16-441" fmla="*/ 0 w 2585764"/>
              <a:gd name="connsiteY16-442" fmla="*/ 1069299 h 2533100"/>
              <a:gd name="connsiteX0-443" fmla="*/ 0 w 2585764"/>
              <a:gd name="connsiteY0-444" fmla="*/ 1069299 h 2533100"/>
              <a:gd name="connsiteX1-445" fmla="*/ 0 w 2585764"/>
              <a:gd name="connsiteY1-446" fmla="*/ 1069299 h 2533100"/>
              <a:gd name="connsiteX2-447" fmla="*/ 1292905 w 2585764"/>
              <a:gd name="connsiteY2-448" fmla="*/ 0 h 2533100"/>
              <a:gd name="connsiteX3-449" fmla="*/ 1292860 w 2585764"/>
              <a:gd name="connsiteY3-450" fmla="*/ 36 h 2533100"/>
              <a:gd name="connsiteX4-451" fmla="*/ 2585764 w 2585764"/>
              <a:gd name="connsiteY4-452" fmla="*/ 1069335 h 2533100"/>
              <a:gd name="connsiteX5-453" fmla="*/ 2585720 w 2585764"/>
              <a:gd name="connsiteY5-454" fmla="*/ 1069298 h 2533100"/>
              <a:gd name="connsiteX6-455" fmla="*/ 2585720 w 2585764"/>
              <a:gd name="connsiteY6-456" fmla="*/ 1069298 h 2533100"/>
              <a:gd name="connsiteX7-457" fmla="*/ 1939290 w 2585764"/>
              <a:gd name="connsiteY7-458" fmla="*/ 1069298 h 2533100"/>
              <a:gd name="connsiteX8-459" fmla="*/ 1939290 w 2585764"/>
              <a:gd name="connsiteY8-460" fmla="*/ 1069298 h 2533100"/>
              <a:gd name="connsiteX9-461" fmla="*/ 1939290 w 2585764"/>
              <a:gd name="connsiteY9-462" fmla="*/ 2533100 h 2533100"/>
              <a:gd name="connsiteX10-463" fmla="*/ 1939290 w 2585764"/>
              <a:gd name="connsiteY10-464" fmla="*/ 2533051 h 2533100"/>
              <a:gd name="connsiteX11-465" fmla="*/ 646430 w 2585764"/>
              <a:gd name="connsiteY11-466" fmla="*/ 2533051 h 2533100"/>
              <a:gd name="connsiteX12-467" fmla="*/ 646430 w 2585764"/>
              <a:gd name="connsiteY12-468" fmla="*/ 2533051 h 2533100"/>
              <a:gd name="connsiteX13-469" fmla="*/ 646430 w 2585764"/>
              <a:gd name="connsiteY13-470" fmla="*/ 1069249 h 2533100"/>
              <a:gd name="connsiteX14-471" fmla="*/ 646430 w 2585764"/>
              <a:gd name="connsiteY14-472" fmla="*/ 1069298 h 2533100"/>
              <a:gd name="connsiteX15-473" fmla="*/ 0 w 2585764"/>
              <a:gd name="connsiteY15-474" fmla="*/ 1069298 h 2533100"/>
              <a:gd name="connsiteX16-475" fmla="*/ 0 w 2585764"/>
              <a:gd name="connsiteY16-476" fmla="*/ 1069299 h 2533100"/>
              <a:gd name="connsiteX0-477" fmla="*/ 0 w 2585764"/>
              <a:gd name="connsiteY0-478" fmla="*/ 1069299 h 2533100"/>
              <a:gd name="connsiteX1-479" fmla="*/ 0 w 2585764"/>
              <a:gd name="connsiteY1-480" fmla="*/ 1069299 h 2533100"/>
              <a:gd name="connsiteX2-481" fmla="*/ 1292905 w 2585764"/>
              <a:gd name="connsiteY2-482" fmla="*/ 0 h 2533100"/>
              <a:gd name="connsiteX3-483" fmla="*/ 1292860 w 2585764"/>
              <a:gd name="connsiteY3-484" fmla="*/ 36 h 2533100"/>
              <a:gd name="connsiteX4-485" fmla="*/ 2585764 w 2585764"/>
              <a:gd name="connsiteY4-486" fmla="*/ 1069335 h 2533100"/>
              <a:gd name="connsiteX5-487" fmla="*/ 2585720 w 2585764"/>
              <a:gd name="connsiteY5-488" fmla="*/ 1069298 h 2533100"/>
              <a:gd name="connsiteX6-489" fmla="*/ 2585720 w 2585764"/>
              <a:gd name="connsiteY6-490" fmla="*/ 1069298 h 2533100"/>
              <a:gd name="connsiteX7-491" fmla="*/ 1939290 w 2585764"/>
              <a:gd name="connsiteY7-492" fmla="*/ 1069298 h 2533100"/>
              <a:gd name="connsiteX8-493" fmla="*/ 1939290 w 2585764"/>
              <a:gd name="connsiteY8-494" fmla="*/ 1069298 h 2533100"/>
              <a:gd name="connsiteX9-495" fmla="*/ 1939290 w 2585764"/>
              <a:gd name="connsiteY9-496" fmla="*/ 2533100 h 2533100"/>
              <a:gd name="connsiteX10-497" fmla="*/ 1939290 w 2585764"/>
              <a:gd name="connsiteY10-498" fmla="*/ 2533051 h 2533100"/>
              <a:gd name="connsiteX11-499" fmla="*/ 646430 w 2585764"/>
              <a:gd name="connsiteY11-500" fmla="*/ 2533051 h 2533100"/>
              <a:gd name="connsiteX12-501" fmla="*/ 646430 w 2585764"/>
              <a:gd name="connsiteY12-502" fmla="*/ 2533051 h 2533100"/>
              <a:gd name="connsiteX13-503" fmla="*/ 646430 w 2585764"/>
              <a:gd name="connsiteY13-504" fmla="*/ 1069249 h 2533100"/>
              <a:gd name="connsiteX14-505" fmla="*/ 646430 w 2585764"/>
              <a:gd name="connsiteY14-506" fmla="*/ 1069298 h 2533100"/>
              <a:gd name="connsiteX15-507" fmla="*/ 0 w 2585764"/>
              <a:gd name="connsiteY15-508" fmla="*/ 1069298 h 2533100"/>
              <a:gd name="connsiteX16-509" fmla="*/ 0 w 2585764"/>
              <a:gd name="connsiteY16-510" fmla="*/ 1069299 h 2533100"/>
              <a:gd name="connsiteX0-511" fmla="*/ 0 w 2585764"/>
              <a:gd name="connsiteY0-512" fmla="*/ 1069299 h 2533100"/>
              <a:gd name="connsiteX1-513" fmla="*/ 0 w 2585764"/>
              <a:gd name="connsiteY1-514" fmla="*/ 1069299 h 2533100"/>
              <a:gd name="connsiteX2-515" fmla="*/ 1292905 w 2585764"/>
              <a:gd name="connsiteY2-516" fmla="*/ 0 h 2533100"/>
              <a:gd name="connsiteX3-517" fmla="*/ 1292860 w 2585764"/>
              <a:gd name="connsiteY3-518" fmla="*/ 36 h 2533100"/>
              <a:gd name="connsiteX4-519" fmla="*/ 2585764 w 2585764"/>
              <a:gd name="connsiteY4-520" fmla="*/ 1069335 h 2533100"/>
              <a:gd name="connsiteX5-521" fmla="*/ 2585720 w 2585764"/>
              <a:gd name="connsiteY5-522" fmla="*/ 1069298 h 2533100"/>
              <a:gd name="connsiteX6-523" fmla="*/ 2585720 w 2585764"/>
              <a:gd name="connsiteY6-524" fmla="*/ 1069298 h 2533100"/>
              <a:gd name="connsiteX7-525" fmla="*/ 1939290 w 2585764"/>
              <a:gd name="connsiteY7-526" fmla="*/ 1069298 h 2533100"/>
              <a:gd name="connsiteX8-527" fmla="*/ 1939290 w 2585764"/>
              <a:gd name="connsiteY8-528" fmla="*/ 1069298 h 2533100"/>
              <a:gd name="connsiteX9-529" fmla="*/ 1939290 w 2585764"/>
              <a:gd name="connsiteY9-530" fmla="*/ 2533100 h 2533100"/>
              <a:gd name="connsiteX10-531" fmla="*/ 1939290 w 2585764"/>
              <a:gd name="connsiteY10-532" fmla="*/ 2533051 h 2533100"/>
              <a:gd name="connsiteX11-533" fmla="*/ 646430 w 2585764"/>
              <a:gd name="connsiteY11-534" fmla="*/ 2533051 h 2533100"/>
              <a:gd name="connsiteX12-535" fmla="*/ 646430 w 2585764"/>
              <a:gd name="connsiteY12-536" fmla="*/ 2533051 h 2533100"/>
              <a:gd name="connsiteX13-537" fmla="*/ 646430 w 2585764"/>
              <a:gd name="connsiteY13-538" fmla="*/ 1069249 h 2533100"/>
              <a:gd name="connsiteX14-539" fmla="*/ 646430 w 2585764"/>
              <a:gd name="connsiteY14-540" fmla="*/ 1069298 h 2533100"/>
              <a:gd name="connsiteX15-541" fmla="*/ 0 w 2585764"/>
              <a:gd name="connsiteY15-542" fmla="*/ 1069298 h 2533100"/>
              <a:gd name="connsiteX16-543" fmla="*/ 0 w 2585764"/>
              <a:gd name="connsiteY16-544" fmla="*/ 1069299 h 2533100"/>
              <a:gd name="connsiteX0-545" fmla="*/ 0 w 2585764"/>
              <a:gd name="connsiteY0-546" fmla="*/ 1069299 h 2533100"/>
              <a:gd name="connsiteX1-547" fmla="*/ 0 w 2585764"/>
              <a:gd name="connsiteY1-548" fmla="*/ 1069299 h 2533100"/>
              <a:gd name="connsiteX2-549" fmla="*/ 1292905 w 2585764"/>
              <a:gd name="connsiteY2-550" fmla="*/ 0 h 2533100"/>
              <a:gd name="connsiteX3-551" fmla="*/ 1292860 w 2585764"/>
              <a:gd name="connsiteY3-552" fmla="*/ 36 h 2533100"/>
              <a:gd name="connsiteX4-553" fmla="*/ 2585764 w 2585764"/>
              <a:gd name="connsiteY4-554" fmla="*/ 1069335 h 2533100"/>
              <a:gd name="connsiteX5-555" fmla="*/ 2585720 w 2585764"/>
              <a:gd name="connsiteY5-556" fmla="*/ 1069298 h 2533100"/>
              <a:gd name="connsiteX6-557" fmla="*/ 2585720 w 2585764"/>
              <a:gd name="connsiteY6-558" fmla="*/ 1069298 h 2533100"/>
              <a:gd name="connsiteX7-559" fmla="*/ 1939290 w 2585764"/>
              <a:gd name="connsiteY7-560" fmla="*/ 1069298 h 2533100"/>
              <a:gd name="connsiteX8-561" fmla="*/ 1939290 w 2585764"/>
              <a:gd name="connsiteY8-562" fmla="*/ 1069298 h 2533100"/>
              <a:gd name="connsiteX9-563" fmla="*/ 1939290 w 2585764"/>
              <a:gd name="connsiteY9-564" fmla="*/ 2533100 h 2533100"/>
              <a:gd name="connsiteX10-565" fmla="*/ 1939290 w 2585764"/>
              <a:gd name="connsiteY10-566" fmla="*/ 2533051 h 2533100"/>
              <a:gd name="connsiteX11-567" fmla="*/ 646430 w 2585764"/>
              <a:gd name="connsiteY11-568" fmla="*/ 2533051 h 2533100"/>
              <a:gd name="connsiteX12-569" fmla="*/ 646430 w 2585764"/>
              <a:gd name="connsiteY12-570" fmla="*/ 2533051 h 2533100"/>
              <a:gd name="connsiteX13-571" fmla="*/ 646430 w 2585764"/>
              <a:gd name="connsiteY13-572" fmla="*/ 1069249 h 2533100"/>
              <a:gd name="connsiteX14-573" fmla="*/ 646430 w 2585764"/>
              <a:gd name="connsiteY14-574" fmla="*/ 1069298 h 2533100"/>
              <a:gd name="connsiteX15-575" fmla="*/ 0 w 2585764"/>
              <a:gd name="connsiteY15-576" fmla="*/ 1069298 h 2533100"/>
              <a:gd name="connsiteX16-577" fmla="*/ 0 w 2585764"/>
              <a:gd name="connsiteY16-578" fmla="*/ 1069299 h 2533100"/>
              <a:gd name="connsiteX0-579" fmla="*/ 0 w 2585764"/>
              <a:gd name="connsiteY0-580" fmla="*/ 1069299 h 2533100"/>
              <a:gd name="connsiteX1-581" fmla="*/ 0 w 2585764"/>
              <a:gd name="connsiteY1-582" fmla="*/ 1069299 h 2533100"/>
              <a:gd name="connsiteX2-583" fmla="*/ 1292905 w 2585764"/>
              <a:gd name="connsiteY2-584" fmla="*/ 0 h 2533100"/>
              <a:gd name="connsiteX3-585" fmla="*/ 1292860 w 2585764"/>
              <a:gd name="connsiteY3-586" fmla="*/ 36 h 2533100"/>
              <a:gd name="connsiteX4-587" fmla="*/ 2585764 w 2585764"/>
              <a:gd name="connsiteY4-588" fmla="*/ 1069335 h 2533100"/>
              <a:gd name="connsiteX5-589" fmla="*/ 2585720 w 2585764"/>
              <a:gd name="connsiteY5-590" fmla="*/ 1069298 h 2533100"/>
              <a:gd name="connsiteX6-591" fmla="*/ 2585720 w 2585764"/>
              <a:gd name="connsiteY6-592" fmla="*/ 1069298 h 2533100"/>
              <a:gd name="connsiteX7-593" fmla="*/ 1939290 w 2585764"/>
              <a:gd name="connsiteY7-594" fmla="*/ 1069298 h 2533100"/>
              <a:gd name="connsiteX8-595" fmla="*/ 1939290 w 2585764"/>
              <a:gd name="connsiteY8-596" fmla="*/ 1069298 h 2533100"/>
              <a:gd name="connsiteX9-597" fmla="*/ 1939290 w 2585764"/>
              <a:gd name="connsiteY9-598" fmla="*/ 2533100 h 2533100"/>
              <a:gd name="connsiteX10-599" fmla="*/ 1939290 w 2585764"/>
              <a:gd name="connsiteY10-600" fmla="*/ 2533051 h 2533100"/>
              <a:gd name="connsiteX11-601" fmla="*/ 646430 w 2585764"/>
              <a:gd name="connsiteY11-602" fmla="*/ 2533051 h 2533100"/>
              <a:gd name="connsiteX12-603" fmla="*/ 646430 w 2585764"/>
              <a:gd name="connsiteY12-604" fmla="*/ 2533051 h 2533100"/>
              <a:gd name="connsiteX13-605" fmla="*/ 646430 w 2585764"/>
              <a:gd name="connsiteY13-606" fmla="*/ 1069249 h 2533100"/>
              <a:gd name="connsiteX14-607" fmla="*/ 646430 w 2585764"/>
              <a:gd name="connsiteY14-608" fmla="*/ 1069298 h 2533100"/>
              <a:gd name="connsiteX15-609" fmla="*/ 0 w 2585764"/>
              <a:gd name="connsiteY15-610" fmla="*/ 1069298 h 2533100"/>
              <a:gd name="connsiteX16-611" fmla="*/ 0 w 2585764"/>
              <a:gd name="connsiteY16-612" fmla="*/ 1069299 h 2533100"/>
              <a:gd name="connsiteX0-613" fmla="*/ 0 w 2585764"/>
              <a:gd name="connsiteY0-614" fmla="*/ 1069299 h 2533100"/>
              <a:gd name="connsiteX1-615" fmla="*/ 0 w 2585764"/>
              <a:gd name="connsiteY1-616" fmla="*/ 1069299 h 2533100"/>
              <a:gd name="connsiteX2-617" fmla="*/ 1292905 w 2585764"/>
              <a:gd name="connsiteY2-618" fmla="*/ 0 h 2533100"/>
              <a:gd name="connsiteX3-619" fmla="*/ 1292860 w 2585764"/>
              <a:gd name="connsiteY3-620" fmla="*/ 36 h 2533100"/>
              <a:gd name="connsiteX4-621" fmla="*/ 2585764 w 2585764"/>
              <a:gd name="connsiteY4-622" fmla="*/ 1069335 h 2533100"/>
              <a:gd name="connsiteX5-623" fmla="*/ 2585720 w 2585764"/>
              <a:gd name="connsiteY5-624" fmla="*/ 1069298 h 2533100"/>
              <a:gd name="connsiteX6-625" fmla="*/ 2585720 w 2585764"/>
              <a:gd name="connsiteY6-626" fmla="*/ 1069298 h 2533100"/>
              <a:gd name="connsiteX7-627" fmla="*/ 1939290 w 2585764"/>
              <a:gd name="connsiteY7-628" fmla="*/ 1069298 h 2533100"/>
              <a:gd name="connsiteX8-629" fmla="*/ 1939290 w 2585764"/>
              <a:gd name="connsiteY8-630" fmla="*/ 1069298 h 2533100"/>
              <a:gd name="connsiteX9-631" fmla="*/ 1939290 w 2585764"/>
              <a:gd name="connsiteY9-632" fmla="*/ 2533100 h 2533100"/>
              <a:gd name="connsiteX10-633" fmla="*/ 1939290 w 2585764"/>
              <a:gd name="connsiteY10-634" fmla="*/ 2533051 h 2533100"/>
              <a:gd name="connsiteX11-635" fmla="*/ 646430 w 2585764"/>
              <a:gd name="connsiteY11-636" fmla="*/ 2533051 h 2533100"/>
              <a:gd name="connsiteX12-637" fmla="*/ 646430 w 2585764"/>
              <a:gd name="connsiteY12-638" fmla="*/ 2533051 h 2533100"/>
              <a:gd name="connsiteX13-639" fmla="*/ 646430 w 2585764"/>
              <a:gd name="connsiteY13-640" fmla="*/ 1069249 h 2533100"/>
              <a:gd name="connsiteX14-641" fmla="*/ 646430 w 2585764"/>
              <a:gd name="connsiteY14-642" fmla="*/ 1069298 h 2533100"/>
              <a:gd name="connsiteX15-643" fmla="*/ 0 w 2585764"/>
              <a:gd name="connsiteY15-644" fmla="*/ 1069298 h 2533100"/>
              <a:gd name="connsiteX16-645" fmla="*/ 0 w 2585764"/>
              <a:gd name="connsiteY16-646" fmla="*/ 1069299 h 2533100"/>
              <a:gd name="connsiteX0-647" fmla="*/ 0 w 2585764"/>
              <a:gd name="connsiteY0-648" fmla="*/ 1069299 h 2533100"/>
              <a:gd name="connsiteX1-649" fmla="*/ 0 w 2585764"/>
              <a:gd name="connsiteY1-650" fmla="*/ 1069299 h 2533100"/>
              <a:gd name="connsiteX2-651" fmla="*/ 1292905 w 2585764"/>
              <a:gd name="connsiteY2-652" fmla="*/ 0 h 2533100"/>
              <a:gd name="connsiteX3-653" fmla="*/ 1292860 w 2585764"/>
              <a:gd name="connsiteY3-654" fmla="*/ 36 h 2533100"/>
              <a:gd name="connsiteX4-655" fmla="*/ 2585764 w 2585764"/>
              <a:gd name="connsiteY4-656" fmla="*/ 1069335 h 2533100"/>
              <a:gd name="connsiteX5-657" fmla="*/ 2585720 w 2585764"/>
              <a:gd name="connsiteY5-658" fmla="*/ 1069298 h 2533100"/>
              <a:gd name="connsiteX6-659" fmla="*/ 2585720 w 2585764"/>
              <a:gd name="connsiteY6-660" fmla="*/ 1069298 h 2533100"/>
              <a:gd name="connsiteX7-661" fmla="*/ 1939290 w 2585764"/>
              <a:gd name="connsiteY7-662" fmla="*/ 1069298 h 2533100"/>
              <a:gd name="connsiteX8-663" fmla="*/ 1939290 w 2585764"/>
              <a:gd name="connsiteY8-664" fmla="*/ 1069298 h 2533100"/>
              <a:gd name="connsiteX9-665" fmla="*/ 1939290 w 2585764"/>
              <a:gd name="connsiteY9-666" fmla="*/ 2533100 h 2533100"/>
              <a:gd name="connsiteX10-667" fmla="*/ 1939290 w 2585764"/>
              <a:gd name="connsiteY10-668" fmla="*/ 2533051 h 2533100"/>
              <a:gd name="connsiteX11-669" fmla="*/ 646430 w 2585764"/>
              <a:gd name="connsiteY11-670" fmla="*/ 2533051 h 2533100"/>
              <a:gd name="connsiteX12-671" fmla="*/ 646430 w 2585764"/>
              <a:gd name="connsiteY12-672" fmla="*/ 2533051 h 2533100"/>
              <a:gd name="connsiteX13-673" fmla="*/ 646430 w 2585764"/>
              <a:gd name="connsiteY13-674" fmla="*/ 1069249 h 2533100"/>
              <a:gd name="connsiteX14-675" fmla="*/ 646430 w 2585764"/>
              <a:gd name="connsiteY14-676" fmla="*/ 1069298 h 2533100"/>
              <a:gd name="connsiteX15-677" fmla="*/ 0 w 2585764"/>
              <a:gd name="connsiteY15-678" fmla="*/ 1069298 h 2533100"/>
              <a:gd name="connsiteX16-679" fmla="*/ 0 w 2585764"/>
              <a:gd name="connsiteY16-680" fmla="*/ 1069299 h 2533100"/>
              <a:gd name="connsiteX0-681" fmla="*/ 0 w 2585764"/>
              <a:gd name="connsiteY0-682" fmla="*/ 1069299 h 2533100"/>
              <a:gd name="connsiteX1-683" fmla="*/ 0 w 2585764"/>
              <a:gd name="connsiteY1-684" fmla="*/ 1069299 h 2533100"/>
              <a:gd name="connsiteX2-685" fmla="*/ 1292905 w 2585764"/>
              <a:gd name="connsiteY2-686" fmla="*/ 0 h 2533100"/>
              <a:gd name="connsiteX3-687" fmla="*/ 1292860 w 2585764"/>
              <a:gd name="connsiteY3-688" fmla="*/ 36 h 2533100"/>
              <a:gd name="connsiteX4-689" fmla="*/ 2585764 w 2585764"/>
              <a:gd name="connsiteY4-690" fmla="*/ 1069335 h 2533100"/>
              <a:gd name="connsiteX5-691" fmla="*/ 2585720 w 2585764"/>
              <a:gd name="connsiteY5-692" fmla="*/ 1069298 h 2533100"/>
              <a:gd name="connsiteX6-693" fmla="*/ 2585720 w 2585764"/>
              <a:gd name="connsiteY6-694" fmla="*/ 1069298 h 2533100"/>
              <a:gd name="connsiteX7-695" fmla="*/ 1939290 w 2585764"/>
              <a:gd name="connsiteY7-696" fmla="*/ 1069298 h 2533100"/>
              <a:gd name="connsiteX8-697" fmla="*/ 1939290 w 2585764"/>
              <a:gd name="connsiteY8-698" fmla="*/ 1069298 h 2533100"/>
              <a:gd name="connsiteX9-699" fmla="*/ 1939290 w 2585764"/>
              <a:gd name="connsiteY9-700" fmla="*/ 2533100 h 2533100"/>
              <a:gd name="connsiteX10-701" fmla="*/ 1939290 w 2585764"/>
              <a:gd name="connsiteY10-702" fmla="*/ 2533051 h 2533100"/>
              <a:gd name="connsiteX11-703" fmla="*/ 646430 w 2585764"/>
              <a:gd name="connsiteY11-704" fmla="*/ 2533051 h 2533100"/>
              <a:gd name="connsiteX12-705" fmla="*/ 646430 w 2585764"/>
              <a:gd name="connsiteY12-706" fmla="*/ 2533051 h 2533100"/>
              <a:gd name="connsiteX13-707" fmla="*/ 646430 w 2585764"/>
              <a:gd name="connsiteY13-708" fmla="*/ 1069249 h 2533100"/>
              <a:gd name="connsiteX14-709" fmla="*/ 646430 w 2585764"/>
              <a:gd name="connsiteY14-710" fmla="*/ 1069298 h 2533100"/>
              <a:gd name="connsiteX15-711" fmla="*/ 0 w 2585764"/>
              <a:gd name="connsiteY15-712" fmla="*/ 1069298 h 2533100"/>
              <a:gd name="connsiteX16-713" fmla="*/ 0 w 2585764"/>
              <a:gd name="connsiteY16-714" fmla="*/ 1069299 h 2533100"/>
              <a:gd name="connsiteX0-715" fmla="*/ 0 w 2585764"/>
              <a:gd name="connsiteY0-716" fmla="*/ 1069299 h 2533100"/>
              <a:gd name="connsiteX1-717" fmla="*/ 0 w 2585764"/>
              <a:gd name="connsiteY1-718" fmla="*/ 1069299 h 2533100"/>
              <a:gd name="connsiteX2-719" fmla="*/ 1292905 w 2585764"/>
              <a:gd name="connsiteY2-720" fmla="*/ 0 h 2533100"/>
              <a:gd name="connsiteX3-721" fmla="*/ 1292860 w 2585764"/>
              <a:gd name="connsiteY3-722" fmla="*/ 36 h 2533100"/>
              <a:gd name="connsiteX4-723" fmla="*/ 2585764 w 2585764"/>
              <a:gd name="connsiteY4-724" fmla="*/ 1069335 h 2533100"/>
              <a:gd name="connsiteX5-725" fmla="*/ 2585720 w 2585764"/>
              <a:gd name="connsiteY5-726" fmla="*/ 1069298 h 2533100"/>
              <a:gd name="connsiteX6-727" fmla="*/ 2585720 w 2585764"/>
              <a:gd name="connsiteY6-728" fmla="*/ 1069298 h 2533100"/>
              <a:gd name="connsiteX7-729" fmla="*/ 1939290 w 2585764"/>
              <a:gd name="connsiteY7-730" fmla="*/ 1069298 h 2533100"/>
              <a:gd name="connsiteX8-731" fmla="*/ 1939290 w 2585764"/>
              <a:gd name="connsiteY8-732" fmla="*/ 1069298 h 2533100"/>
              <a:gd name="connsiteX9-733" fmla="*/ 1939290 w 2585764"/>
              <a:gd name="connsiteY9-734" fmla="*/ 2533100 h 2533100"/>
              <a:gd name="connsiteX10-735" fmla="*/ 1939290 w 2585764"/>
              <a:gd name="connsiteY10-736" fmla="*/ 2533051 h 2533100"/>
              <a:gd name="connsiteX11-737" fmla="*/ 646430 w 2585764"/>
              <a:gd name="connsiteY11-738" fmla="*/ 2533051 h 2533100"/>
              <a:gd name="connsiteX12-739" fmla="*/ 646430 w 2585764"/>
              <a:gd name="connsiteY12-740" fmla="*/ 2533051 h 2533100"/>
              <a:gd name="connsiteX13-741" fmla="*/ 646430 w 2585764"/>
              <a:gd name="connsiteY13-742" fmla="*/ 1069249 h 2533100"/>
              <a:gd name="connsiteX14-743" fmla="*/ 646430 w 2585764"/>
              <a:gd name="connsiteY14-744" fmla="*/ 1069298 h 2533100"/>
              <a:gd name="connsiteX15-745" fmla="*/ 0 w 2585764"/>
              <a:gd name="connsiteY15-746" fmla="*/ 1069298 h 2533100"/>
              <a:gd name="connsiteX16-747" fmla="*/ 0 w 2585764"/>
              <a:gd name="connsiteY16-748" fmla="*/ 1069299 h 2533100"/>
              <a:gd name="connsiteX0-749" fmla="*/ 0 w 2585764"/>
              <a:gd name="connsiteY0-750" fmla="*/ 1069299 h 2533100"/>
              <a:gd name="connsiteX1-751" fmla="*/ 0 w 2585764"/>
              <a:gd name="connsiteY1-752" fmla="*/ 1069299 h 2533100"/>
              <a:gd name="connsiteX2-753" fmla="*/ 1292905 w 2585764"/>
              <a:gd name="connsiteY2-754" fmla="*/ 0 h 2533100"/>
              <a:gd name="connsiteX3-755" fmla="*/ 1292860 w 2585764"/>
              <a:gd name="connsiteY3-756" fmla="*/ 36 h 2533100"/>
              <a:gd name="connsiteX4-757" fmla="*/ 2585764 w 2585764"/>
              <a:gd name="connsiteY4-758" fmla="*/ 1069335 h 2533100"/>
              <a:gd name="connsiteX5-759" fmla="*/ 2585720 w 2585764"/>
              <a:gd name="connsiteY5-760" fmla="*/ 1069298 h 2533100"/>
              <a:gd name="connsiteX6-761" fmla="*/ 2585720 w 2585764"/>
              <a:gd name="connsiteY6-762" fmla="*/ 1069298 h 2533100"/>
              <a:gd name="connsiteX7-763" fmla="*/ 1939290 w 2585764"/>
              <a:gd name="connsiteY7-764" fmla="*/ 1069298 h 2533100"/>
              <a:gd name="connsiteX8-765" fmla="*/ 1939290 w 2585764"/>
              <a:gd name="connsiteY8-766" fmla="*/ 1069298 h 2533100"/>
              <a:gd name="connsiteX9-767" fmla="*/ 1939290 w 2585764"/>
              <a:gd name="connsiteY9-768" fmla="*/ 2533100 h 2533100"/>
              <a:gd name="connsiteX10-769" fmla="*/ 1939290 w 2585764"/>
              <a:gd name="connsiteY10-770" fmla="*/ 2533051 h 2533100"/>
              <a:gd name="connsiteX11-771" fmla="*/ 646430 w 2585764"/>
              <a:gd name="connsiteY11-772" fmla="*/ 2533051 h 2533100"/>
              <a:gd name="connsiteX12-773" fmla="*/ 646430 w 2585764"/>
              <a:gd name="connsiteY12-774" fmla="*/ 2533051 h 2533100"/>
              <a:gd name="connsiteX13-775" fmla="*/ 646430 w 2585764"/>
              <a:gd name="connsiteY13-776" fmla="*/ 1069249 h 2533100"/>
              <a:gd name="connsiteX14-777" fmla="*/ 646430 w 2585764"/>
              <a:gd name="connsiteY14-778" fmla="*/ 1069298 h 2533100"/>
              <a:gd name="connsiteX15-779" fmla="*/ 0 w 2585764"/>
              <a:gd name="connsiteY15-780" fmla="*/ 1069298 h 2533100"/>
              <a:gd name="connsiteX16-781" fmla="*/ 0 w 2585764"/>
              <a:gd name="connsiteY16-782" fmla="*/ 1069299 h 2533100"/>
              <a:gd name="connsiteX0-783" fmla="*/ 0 w 2585764"/>
              <a:gd name="connsiteY0-784" fmla="*/ 1069299 h 2533100"/>
              <a:gd name="connsiteX1-785" fmla="*/ 0 w 2585764"/>
              <a:gd name="connsiteY1-786" fmla="*/ 1069299 h 2533100"/>
              <a:gd name="connsiteX2-787" fmla="*/ 1292905 w 2585764"/>
              <a:gd name="connsiteY2-788" fmla="*/ 0 h 2533100"/>
              <a:gd name="connsiteX3-789" fmla="*/ 1292860 w 2585764"/>
              <a:gd name="connsiteY3-790" fmla="*/ 36 h 2533100"/>
              <a:gd name="connsiteX4-791" fmla="*/ 2585764 w 2585764"/>
              <a:gd name="connsiteY4-792" fmla="*/ 1069335 h 2533100"/>
              <a:gd name="connsiteX5-793" fmla="*/ 2585720 w 2585764"/>
              <a:gd name="connsiteY5-794" fmla="*/ 1069298 h 2533100"/>
              <a:gd name="connsiteX6-795" fmla="*/ 2585720 w 2585764"/>
              <a:gd name="connsiteY6-796" fmla="*/ 1069298 h 2533100"/>
              <a:gd name="connsiteX7-797" fmla="*/ 1939290 w 2585764"/>
              <a:gd name="connsiteY7-798" fmla="*/ 1069298 h 2533100"/>
              <a:gd name="connsiteX8-799" fmla="*/ 1939290 w 2585764"/>
              <a:gd name="connsiteY8-800" fmla="*/ 1069298 h 2533100"/>
              <a:gd name="connsiteX9-801" fmla="*/ 1939290 w 2585764"/>
              <a:gd name="connsiteY9-802" fmla="*/ 2533100 h 2533100"/>
              <a:gd name="connsiteX10-803" fmla="*/ 1939290 w 2585764"/>
              <a:gd name="connsiteY10-804" fmla="*/ 2533051 h 2533100"/>
              <a:gd name="connsiteX11-805" fmla="*/ 646430 w 2585764"/>
              <a:gd name="connsiteY11-806" fmla="*/ 2533051 h 2533100"/>
              <a:gd name="connsiteX12-807" fmla="*/ 646430 w 2585764"/>
              <a:gd name="connsiteY12-808" fmla="*/ 2533051 h 2533100"/>
              <a:gd name="connsiteX13-809" fmla="*/ 646430 w 2585764"/>
              <a:gd name="connsiteY13-810" fmla="*/ 1069249 h 2533100"/>
              <a:gd name="connsiteX14-811" fmla="*/ 646430 w 2585764"/>
              <a:gd name="connsiteY14-812" fmla="*/ 1069298 h 2533100"/>
              <a:gd name="connsiteX15-813" fmla="*/ 0 w 2585764"/>
              <a:gd name="connsiteY15-814" fmla="*/ 1069298 h 2533100"/>
              <a:gd name="connsiteX16-815" fmla="*/ 0 w 2585764"/>
              <a:gd name="connsiteY16-816" fmla="*/ 1069299 h 2533100"/>
              <a:gd name="connsiteX0-817" fmla="*/ 0 w 2585764"/>
              <a:gd name="connsiteY0-818" fmla="*/ 1069299 h 2533100"/>
              <a:gd name="connsiteX1-819" fmla="*/ 0 w 2585764"/>
              <a:gd name="connsiteY1-820" fmla="*/ 1069299 h 2533100"/>
              <a:gd name="connsiteX2-821" fmla="*/ 1292905 w 2585764"/>
              <a:gd name="connsiteY2-822" fmla="*/ 0 h 2533100"/>
              <a:gd name="connsiteX3-823" fmla="*/ 1292860 w 2585764"/>
              <a:gd name="connsiteY3-824" fmla="*/ 36 h 2533100"/>
              <a:gd name="connsiteX4-825" fmla="*/ 2585764 w 2585764"/>
              <a:gd name="connsiteY4-826" fmla="*/ 1069335 h 2533100"/>
              <a:gd name="connsiteX5-827" fmla="*/ 2585720 w 2585764"/>
              <a:gd name="connsiteY5-828" fmla="*/ 1069298 h 2533100"/>
              <a:gd name="connsiteX6-829" fmla="*/ 2585720 w 2585764"/>
              <a:gd name="connsiteY6-830" fmla="*/ 1069298 h 2533100"/>
              <a:gd name="connsiteX7-831" fmla="*/ 1939290 w 2585764"/>
              <a:gd name="connsiteY7-832" fmla="*/ 1069298 h 2533100"/>
              <a:gd name="connsiteX8-833" fmla="*/ 1939290 w 2585764"/>
              <a:gd name="connsiteY8-834" fmla="*/ 1069298 h 2533100"/>
              <a:gd name="connsiteX9-835" fmla="*/ 1939290 w 2585764"/>
              <a:gd name="connsiteY9-836" fmla="*/ 2533100 h 2533100"/>
              <a:gd name="connsiteX10-837" fmla="*/ 1939290 w 2585764"/>
              <a:gd name="connsiteY10-838" fmla="*/ 2533051 h 2533100"/>
              <a:gd name="connsiteX11-839" fmla="*/ 646430 w 2585764"/>
              <a:gd name="connsiteY11-840" fmla="*/ 2533051 h 2533100"/>
              <a:gd name="connsiteX12-841" fmla="*/ 646430 w 2585764"/>
              <a:gd name="connsiteY12-842" fmla="*/ 2533051 h 2533100"/>
              <a:gd name="connsiteX13-843" fmla="*/ 646430 w 2585764"/>
              <a:gd name="connsiteY13-844" fmla="*/ 1069249 h 2533100"/>
              <a:gd name="connsiteX14-845" fmla="*/ 646430 w 2585764"/>
              <a:gd name="connsiteY14-846" fmla="*/ 1069298 h 2533100"/>
              <a:gd name="connsiteX15-847" fmla="*/ 0 w 2585764"/>
              <a:gd name="connsiteY15-848" fmla="*/ 1069298 h 2533100"/>
              <a:gd name="connsiteX16-849" fmla="*/ 0 w 2585764"/>
              <a:gd name="connsiteY16-850" fmla="*/ 1069299 h 2533100"/>
              <a:gd name="connsiteX0-851" fmla="*/ 0 w 2585764"/>
              <a:gd name="connsiteY0-852" fmla="*/ 1069299 h 2533100"/>
              <a:gd name="connsiteX1-853" fmla="*/ 0 w 2585764"/>
              <a:gd name="connsiteY1-854" fmla="*/ 1069299 h 2533100"/>
              <a:gd name="connsiteX2-855" fmla="*/ 1292905 w 2585764"/>
              <a:gd name="connsiteY2-856" fmla="*/ 0 h 2533100"/>
              <a:gd name="connsiteX3-857" fmla="*/ 1292860 w 2585764"/>
              <a:gd name="connsiteY3-858" fmla="*/ 36 h 2533100"/>
              <a:gd name="connsiteX4-859" fmla="*/ 2585764 w 2585764"/>
              <a:gd name="connsiteY4-860" fmla="*/ 1069335 h 2533100"/>
              <a:gd name="connsiteX5-861" fmla="*/ 2585720 w 2585764"/>
              <a:gd name="connsiteY5-862" fmla="*/ 1069298 h 2533100"/>
              <a:gd name="connsiteX6-863" fmla="*/ 2585720 w 2585764"/>
              <a:gd name="connsiteY6-864" fmla="*/ 1069298 h 2533100"/>
              <a:gd name="connsiteX7-865" fmla="*/ 1939290 w 2585764"/>
              <a:gd name="connsiteY7-866" fmla="*/ 1069298 h 2533100"/>
              <a:gd name="connsiteX8-867" fmla="*/ 1939290 w 2585764"/>
              <a:gd name="connsiteY8-868" fmla="*/ 1069298 h 2533100"/>
              <a:gd name="connsiteX9-869" fmla="*/ 1939290 w 2585764"/>
              <a:gd name="connsiteY9-870" fmla="*/ 2533100 h 2533100"/>
              <a:gd name="connsiteX10-871" fmla="*/ 1939290 w 2585764"/>
              <a:gd name="connsiteY10-872" fmla="*/ 2533051 h 2533100"/>
              <a:gd name="connsiteX11-873" fmla="*/ 646430 w 2585764"/>
              <a:gd name="connsiteY11-874" fmla="*/ 2533051 h 2533100"/>
              <a:gd name="connsiteX12-875" fmla="*/ 646430 w 2585764"/>
              <a:gd name="connsiteY12-876" fmla="*/ 2533051 h 2533100"/>
              <a:gd name="connsiteX13-877" fmla="*/ 646430 w 2585764"/>
              <a:gd name="connsiteY13-878" fmla="*/ 1069249 h 2533100"/>
              <a:gd name="connsiteX14-879" fmla="*/ 646430 w 2585764"/>
              <a:gd name="connsiteY14-880" fmla="*/ 1069298 h 2533100"/>
              <a:gd name="connsiteX15-881" fmla="*/ 0 w 2585764"/>
              <a:gd name="connsiteY15-882" fmla="*/ 1069298 h 2533100"/>
              <a:gd name="connsiteX16-883" fmla="*/ 0 w 2585764"/>
              <a:gd name="connsiteY16-884" fmla="*/ 1069299 h 2533100"/>
              <a:gd name="connsiteX0-885" fmla="*/ 0 w 2585764"/>
              <a:gd name="connsiteY0-886" fmla="*/ 1069299 h 2533100"/>
              <a:gd name="connsiteX1-887" fmla="*/ 0 w 2585764"/>
              <a:gd name="connsiteY1-888" fmla="*/ 1069299 h 2533100"/>
              <a:gd name="connsiteX2-889" fmla="*/ 1292905 w 2585764"/>
              <a:gd name="connsiteY2-890" fmla="*/ 0 h 2533100"/>
              <a:gd name="connsiteX3-891" fmla="*/ 1292860 w 2585764"/>
              <a:gd name="connsiteY3-892" fmla="*/ 36 h 2533100"/>
              <a:gd name="connsiteX4-893" fmla="*/ 2585764 w 2585764"/>
              <a:gd name="connsiteY4-894" fmla="*/ 1069335 h 2533100"/>
              <a:gd name="connsiteX5-895" fmla="*/ 2585720 w 2585764"/>
              <a:gd name="connsiteY5-896" fmla="*/ 1069298 h 2533100"/>
              <a:gd name="connsiteX6-897" fmla="*/ 2585720 w 2585764"/>
              <a:gd name="connsiteY6-898" fmla="*/ 1069298 h 2533100"/>
              <a:gd name="connsiteX7-899" fmla="*/ 1939290 w 2585764"/>
              <a:gd name="connsiteY7-900" fmla="*/ 1069298 h 2533100"/>
              <a:gd name="connsiteX8-901" fmla="*/ 1939290 w 2585764"/>
              <a:gd name="connsiteY8-902" fmla="*/ 1069298 h 2533100"/>
              <a:gd name="connsiteX9-903" fmla="*/ 1939290 w 2585764"/>
              <a:gd name="connsiteY9-904" fmla="*/ 2533100 h 2533100"/>
              <a:gd name="connsiteX10-905" fmla="*/ 1939290 w 2585764"/>
              <a:gd name="connsiteY10-906" fmla="*/ 2533051 h 2533100"/>
              <a:gd name="connsiteX11-907" fmla="*/ 646430 w 2585764"/>
              <a:gd name="connsiteY11-908" fmla="*/ 2533051 h 2533100"/>
              <a:gd name="connsiteX12-909" fmla="*/ 646430 w 2585764"/>
              <a:gd name="connsiteY12-910" fmla="*/ 2533051 h 2533100"/>
              <a:gd name="connsiteX13-911" fmla="*/ 646430 w 2585764"/>
              <a:gd name="connsiteY13-912" fmla="*/ 1069249 h 2533100"/>
              <a:gd name="connsiteX14-913" fmla="*/ 646430 w 2585764"/>
              <a:gd name="connsiteY14-914" fmla="*/ 1069298 h 2533100"/>
              <a:gd name="connsiteX15-915" fmla="*/ 0 w 2585764"/>
              <a:gd name="connsiteY15-916" fmla="*/ 1069298 h 2533100"/>
              <a:gd name="connsiteX16-917" fmla="*/ 0 w 2585764"/>
              <a:gd name="connsiteY16-918" fmla="*/ 1069299 h 2533100"/>
              <a:gd name="connsiteX0-919" fmla="*/ 0 w 2585764"/>
              <a:gd name="connsiteY0-920" fmla="*/ 1069299 h 2533100"/>
              <a:gd name="connsiteX1-921" fmla="*/ 0 w 2585764"/>
              <a:gd name="connsiteY1-922" fmla="*/ 1069299 h 2533100"/>
              <a:gd name="connsiteX2-923" fmla="*/ 1292905 w 2585764"/>
              <a:gd name="connsiteY2-924" fmla="*/ 0 h 2533100"/>
              <a:gd name="connsiteX3-925" fmla="*/ 1292860 w 2585764"/>
              <a:gd name="connsiteY3-926" fmla="*/ 36 h 2533100"/>
              <a:gd name="connsiteX4-927" fmla="*/ 2585764 w 2585764"/>
              <a:gd name="connsiteY4-928" fmla="*/ 1069335 h 2533100"/>
              <a:gd name="connsiteX5-929" fmla="*/ 2585720 w 2585764"/>
              <a:gd name="connsiteY5-930" fmla="*/ 1069298 h 2533100"/>
              <a:gd name="connsiteX6-931" fmla="*/ 2585720 w 2585764"/>
              <a:gd name="connsiteY6-932" fmla="*/ 1069298 h 2533100"/>
              <a:gd name="connsiteX7-933" fmla="*/ 1939290 w 2585764"/>
              <a:gd name="connsiteY7-934" fmla="*/ 1069298 h 2533100"/>
              <a:gd name="connsiteX8-935" fmla="*/ 1939290 w 2585764"/>
              <a:gd name="connsiteY8-936" fmla="*/ 1069298 h 2533100"/>
              <a:gd name="connsiteX9-937" fmla="*/ 1939290 w 2585764"/>
              <a:gd name="connsiteY9-938" fmla="*/ 2533100 h 2533100"/>
              <a:gd name="connsiteX10-939" fmla="*/ 1939290 w 2585764"/>
              <a:gd name="connsiteY10-940" fmla="*/ 2533051 h 2533100"/>
              <a:gd name="connsiteX11-941" fmla="*/ 646430 w 2585764"/>
              <a:gd name="connsiteY11-942" fmla="*/ 2533051 h 2533100"/>
              <a:gd name="connsiteX12-943" fmla="*/ 646430 w 2585764"/>
              <a:gd name="connsiteY12-944" fmla="*/ 2533051 h 2533100"/>
              <a:gd name="connsiteX13-945" fmla="*/ 646430 w 2585764"/>
              <a:gd name="connsiteY13-946" fmla="*/ 1069249 h 2533100"/>
              <a:gd name="connsiteX14-947" fmla="*/ 646430 w 2585764"/>
              <a:gd name="connsiteY14-948" fmla="*/ 1069298 h 2533100"/>
              <a:gd name="connsiteX15-949" fmla="*/ 0 w 2585764"/>
              <a:gd name="connsiteY15-950" fmla="*/ 1069298 h 2533100"/>
              <a:gd name="connsiteX16-951" fmla="*/ 0 w 2585764"/>
              <a:gd name="connsiteY16-952" fmla="*/ 1069299 h 2533100"/>
              <a:gd name="connsiteX0-953" fmla="*/ 0 w 2585764"/>
              <a:gd name="connsiteY0-954" fmla="*/ 1069299 h 2533100"/>
              <a:gd name="connsiteX1-955" fmla="*/ 0 w 2585764"/>
              <a:gd name="connsiteY1-956" fmla="*/ 1069299 h 2533100"/>
              <a:gd name="connsiteX2-957" fmla="*/ 1292905 w 2585764"/>
              <a:gd name="connsiteY2-958" fmla="*/ 0 h 2533100"/>
              <a:gd name="connsiteX3-959" fmla="*/ 1292860 w 2585764"/>
              <a:gd name="connsiteY3-960" fmla="*/ 36 h 2533100"/>
              <a:gd name="connsiteX4-961" fmla="*/ 2585764 w 2585764"/>
              <a:gd name="connsiteY4-962" fmla="*/ 1069335 h 2533100"/>
              <a:gd name="connsiteX5-963" fmla="*/ 2585720 w 2585764"/>
              <a:gd name="connsiteY5-964" fmla="*/ 1069298 h 2533100"/>
              <a:gd name="connsiteX6-965" fmla="*/ 2585720 w 2585764"/>
              <a:gd name="connsiteY6-966" fmla="*/ 1069298 h 2533100"/>
              <a:gd name="connsiteX7-967" fmla="*/ 1939290 w 2585764"/>
              <a:gd name="connsiteY7-968" fmla="*/ 1069298 h 2533100"/>
              <a:gd name="connsiteX8-969" fmla="*/ 1939290 w 2585764"/>
              <a:gd name="connsiteY8-970" fmla="*/ 1069298 h 2533100"/>
              <a:gd name="connsiteX9-971" fmla="*/ 1939290 w 2585764"/>
              <a:gd name="connsiteY9-972" fmla="*/ 2533100 h 2533100"/>
              <a:gd name="connsiteX10-973" fmla="*/ 1939290 w 2585764"/>
              <a:gd name="connsiteY10-974" fmla="*/ 2533051 h 2533100"/>
              <a:gd name="connsiteX11-975" fmla="*/ 646430 w 2585764"/>
              <a:gd name="connsiteY11-976" fmla="*/ 2533051 h 2533100"/>
              <a:gd name="connsiteX12-977" fmla="*/ 646430 w 2585764"/>
              <a:gd name="connsiteY12-978" fmla="*/ 2533051 h 2533100"/>
              <a:gd name="connsiteX13-979" fmla="*/ 646430 w 2585764"/>
              <a:gd name="connsiteY13-980" fmla="*/ 1069249 h 2533100"/>
              <a:gd name="connsiteX14-981" fmla="*/ 646430 w 2585764"/>
              <a:gd name="connsiteY14-982" fmla="*/ 1069298 h 2533100"/>
              <a:gd name="connsiteX15-983" fmla="*/ 0 w 2585764"/>
              <a:gd name="connsiteY15-984" fmla="*/ 1069298 h 2533100"/>
              <a:gd name="connsiteX16-985" fmla="*/ 0 w 2585764"/>
              <a:gd name="connsiteY16-986" fmla="*/ 1069299 h 2533100"/>
              <a:gd name="connsiteX0-987" fmla="*/ 0 w 2585764"/>
              <a:gd name="connsiteY0-988" fmla="*/ 1069299 h 2533100"/>
              <a:gd name="connsiteX1-989" fmla="*/ 0 w 2585764"/>
              <a:gd name="connsiteY1-990" fmla="*/ 1069299 h 2533100"/>
              <a:gd name="connsiteX2-991" fmla="*/ 1292905 w 2585764"/>
              <a:gd name="connsiteY2-992" fmla="*/ 0 h 2533100"/>
              <a:gd name="connsiteX3-993" fmla="*/ 1292860 w 2585764"/>
              <a:gd name="connsiteY3-994" fmla="*/ 36 h 2533100"/>
              <a:gd name="connsiteX4-995" fmla="*/ 2585764 w 2585764"/>
              <a:gd name="connsiteY4-996" fmla="*/ 1069335 h 2533100"/>
              <a:gd name="connsiteX5-997" fmla="*/ 2585720 w 2585764"/>
              <a:gd name="connsiteY5-998" fmla="*/ 1069298 h 2533100"/>
              <a:gd name="connsiteX6-999" fmla="*/ 2585720 w 2585764"/>
              <a:gd name="connsiteY6-1000" fmla="*/ 1069298 h 2533100"/>
              <a:gd name="connsiteX7-1001" fmla="*/ 1939290 w 2585764"/>
              <a:gd name="connsiteY7-1002" fmla="*/ 1069298 h 2533100"/>
              <a:gd name="connsiteX8-1003" fmla="*/ 1939290 w 2585764"/>
              <a:gd name="connsiteY8-1004" fmla="*/ 1069298 h 2533100"/>
              <a:gd name="connsiteX9-1005" fmla="*/ 1939290 w 2585764"/>
              <a:gd name="connsiteY9-1006" fmla="*/ 2533100 h 2533100"/>
              <a:gd name="connsiteX10-1007" fmla="*/ 1939290 w 2585764"/>
              <a:gd name="connsiteY10-1008" fmla="*/ 2533051 h 2533100"/>
              <a:gd name="connsiteX11-1009" fmla="*/ 646430 w 2585764"/>
              <a:gd name="connsiteY11-1010" fmla="*/ 2533051 h 2533100"/>
              <a:gd name="connsiteX12-1011" fmla="*/ 646430 w 2585764"/>
              <a:gd name="connsiteY12-1012" fmla="*/ 2533051 h 2533100"/>
              <a:gd name="connsiteX13-1013" fmla="*/ 646430 w 2585764"/>
              <a:gd name="connsiteY13-1014" fmla="*/ 1069249 h 2533100"/>
              <a:gd name="connsiteX14-1015" fmla="*/ 646430 w 2585764"/>
              <a:gd name="connsiteY14-1016" fmla="*/ 1069298 h 2533100"/>
              <a:gd name="connsiteX15-1017" fmla="*/ 0 w 2585764"/>
              <a:gd name="connsiteY15-1018" fmla="*/ 1069298 h 2533100"/>
              <a:gd name="connsiteX16-1019" fmla="*/ 0 w 2585764"/>
              <a:gd name="connsiteY16-1020" fmla="*/ 1069299 h 2533100"/>
              <a:gd name="connsiteX0-1021" fmla="*/ 0 w 2585764"/>
              <a:gd name="connsiteY0-1022" fmla="*/ 1069299 h 2533100"/>
              <a:gd name="connsiteX1-1023" fmla="*/ 0 w 2585764"/>
              <a:gd name="connsiteY1-1024" fmla="*/ 1069299 h 2533100"/>
              <a:gd name="connsiteX2-1025" fmla="*/ 1292905 w 2585764"/>
              <a:gd name="connsiteY2-1026" fmla="*/ 0 h 2533100"/>
              <a:gd name="connsiteX3-1027" fmla="*/ 1292860 w 2585764"/>
              <a:gd name="connsiteY3-1028" fmla="*/ 36 h 2533100"/>
              <a:gd name="connsiteX4-1029" fmla="*/ 2585764 w 2585764"/>
              <a:gd name="connsiteY4-1030" fmla="*/ 1069335 h 2533100"/>
              <a:gd name="connsiteX5-1031" fmla="*/ 2585720 w 2585764"/>
              <a:gd name="connsiteY5-1032" fmla="*/ 1069298 h 2533100"/>
              <a:gd name="connsiteX6-1033" fmla="*/ 2585720 w 2585764"/>
              <a:gd name="connsiteY6-1034" fmla="*/ 1069298 h 2533100"/>
              <a:gd name="connsiteX7-1035" fmla="*/ 1939290 w 2585764"/>
              <a:gd name="connsiteY7-1036" fmla="*/ 1069298 h 2533100"/>
              <a:gd name="connsiteX8-1037" fmla="*/ 1939290 w 2585764"/>
              <a:gd name="connsiteY8-1038" fmla="*/ 1069298 h 2533100"/>
              <a:gd name="connsiteX9-1039" fmla="*/ 1939290 w 2585764"/>
              <a:gd name="connsiteY9-1040" fmla="*/ 2533100 h 2533100"/>
              <a:gd name="connsiteX10-1041" fmla="*/ 1939290 w 2585764"/>
              <a:gd name="connsiteY10-1042" fmla="*/ 2533051 h 2533100"/>
              <a:gd name="connsiteX11-1043" fmla="*/ 646430 w 2585764"/>
              <a:gd name="connsiteY11-1044" fmla="*/ 2533051 h 2533100"/>
              <a:gd name="connsiteX12-1045" fmla="*/ 646430 w 2585764"/>
              <a:gd name="connsiteY12-1046" fmla="*/ 2533051 h 2533100"/>
              <a:gd name="connsiteX13-1047" fmla="*/ 646430 w 2585764"/>
              <a:gd name="connsiteY13-1048" fmla="*/ 1069249 h 2533100"/>
              <a:gd name="connsiteX14-1049" fmla="*/ 646430 w 2585764"/>
              <a:gd name="connsiteY14-1050" fmla="*/ 1069298 h 2533100"/>
              <a:gd name="connsiteX15-1051" fmla="*/ 0 w 2585764"/>
              <a:gd name="connsiteY15-1052" fmla="*/ 1069298 h 2533100"/>
              <a:gd name="connsiteX16-1053" fmla="*/ 0 w 2585764"/>
              <a:gd name="connsiteY16-1054" fmla="*/ 1069299 h 2533100"/>
              <a:gd name="connsiteX0-1055" fmla="*/ 0 w 2585764"/>
              <a:gd name="connsiteY0-1056" fmla="*/ 1069299 h 2533100"/>
              <a:gd name="connsiteX1-1057" fmla="*/ 0 w 2585764"/>
              <a:gd name="connsiteY1-1058" fmla="*/ 1069299 h 2533100"/>
              <a:gd name="connsiteX2-1059" fmla="*/ 1292905 w 2585764"/>
              <a:gd name="connsiteY2-1060" fmla="*/ 0 h 2533100"/>
              <a:gd name="connsiteX3-1061" fmla="*/ 1292860 w 2585764"/>
              <a:gd name="connsiteY3-1062" fmla="*/ 36 h 2533100"/>
              <a:gd name="connsiteX4-1063" fmla="*/ 2585764 w 2585764"/>
              <a:gd name="connsiteY4-1064" fmla="*/ 1069335 h 2533100"/>
              <a:gd name="connsiteX5-1065" fmla="*/ 2585720 w 2585764"/>
              <a:gd name="connsiteY5-1066" fmla="*/ 1069298 h 2533100"/>
              <a:gd name="connsiteX6-1067" fmla="*/ 2585720 w 2585764"/>
              <a:gd name="connsiteY6-1068" fmla="*/ 1069298 h 2533100"/>
              <a:gd name="connsiteX7-1069" fmla="*/ 1939290 w 2585764"/>
              <a:gd name="connsiteY7-1070" fmla="*/ 1069298 h 2533100"/>
              <a:gd name="connsiteX8-1071" fmla="*/ 1939290 w 2585764"/>
              <a:gd name="connsiteY8-1072" fmla="*/ 1069298 h 2533100"/>
              <a:gd name="connsiteX9-1073" fmla="*/ 1939290 w 2585764"/>
              <a:gd name="connsiteY9-1074" fmla="*/ 2533100 h 2533100"/>
              <a:gd name="connsiteX10-1075" fmla="*/ 1939290 w 2585764"/>
              <a:gd name="connsiteY10-1076" fmla="*/ 2533051 h 2533100"/>
              <a:gd name="connsiteX11-1077" fmla="*/ 646430 w 2585764"/>
              <a:gd name="connsiteY11-1078" fmla="*/ 2533051 h 2533100"/>
              <a:gd name="connsiteX12-1079" fmla="*/ 646430 w 2585764"/>
              <a:gd name="connsiteY12-1080" fmla="*/ 2533051 h 2533100"/>
              <a:gd name="connsiteX13-1081" fmla="*/ 646430 w 2585764"/>
              <a:gd name="connsiteY13-1082" fmla="*/ 1069249 h 2533100"/>
              <a:gd name="connsiteX14-1083" fmla="*/ 646430 w 2585764"/>
              <a:gd name="connsiteY14-1084" fmla="*/ 1069298 h 2533100"/>
              <a:gd name="connsiteX15-1085" fmla="*/ 0 w 2585764"/>
              <a:gd name="connsiteY15-1086" fmla="*/ 1069298 h 2533100"/>
              <a:gd name="connsiteX16-1087" fmla="*/ 0 w 2585764"/>
              <a:gd name="connsiteY16-1088" fmla="*/ 1069299 h 2533100"/>
              <a:gd name="connsiteX0-1089" fmla="*/ 0 w 2585764"/>
              <a:gd name="connsiteY0-1090" fmla="*/ 1069299 h 2533100"/>
              <a:gd name="connsiteX1-1091" fmla="*/ 0 w 2585764"/>
              <a:gd name="connsiteY1-1092" fmla="*/ 1069299 h 2533100"/>
              <a:gd name="connsiteX2-1093" fmla="*/ 1292905 w 2585764"/>
              <a:gd name="connsiteY2-1094" fmla="*/ 0 h 2533100"/>
              <a:gd name="connsiteX3-1095" fmla="*/ 1292860 w 2585764"/>
              <a:gd name="connsiteY3-1096" fmla="*/ 36 h 2533100"/>
              <a:gd name="connsiteX4-1097" fmla="*/ 2585764 w 2585764"/>
              <a:gd name="connsiteY4-1098" fmla="*/ 1069335 h 2533100"/>
              <a:gd name="connsiteX5-1099" fmla="*/ 2585720 w 2585764"/>
              <a:gd name="connsiteY5-1100" fmla="*/ 1069298 h 2533100"/>
              <a:gd name="connsiteX6-1101" fmla="*/ 2585720 w 2585764"/>
              <a:gd name="connsiteY6-1102" fmla="*/ 1069298 h 2533100"/>
              <a:gd name="connsiteX7-1103" fmla="*/ 1939290 w 2585764"/>
              <a:gd name="connsiteY7-1104" fmla="*/ 1069298 h 2533100"/>
              <a:gd name="connsiteX8-1105" fmla="*/ 1939290 w 2585764"/>
              <a:gd name="connsiteY8-1106" fmla="*/ 1069298 h 2533100"/>
              <a:gd name="connsiteX9-1107" fmla="*/ 1939290 w 2585764"/>
              <a:gd name="connsiteY9-1108" fmla="*/ 2533100 h 2533100"/>
              <a:gd name="connsiteX10-1109" fmla="*/ 1939290 w 2585764"/>
              <a:gd name="connsiteY10-1110" fmla="*/ 2533051 h 2533100"/>
              <a:gd name="connsiteX11-1111" fmla="*/ 646430 w 2585764"/>
              <a:gd name="connsiteY11-1112" fmla="*/ 2533051 h 2533100"/>
              <a:gd name="connsiteX12-1113" fmla="*/ 646430 w 2585764"/>
              <a:gd name="connsiteY12-1114" fmla="*/ 2533051 h 2533100"/>
              <a:gd name="connsiteX13-1115" fmla="*/ 646430 w 2585764"/>
              <a:gd name="connsiteY13-1116" fmla="*/ 1069249 h 2533100"/>
              <a:gd name="connsiteX14-1117" fmla="*/ 646430 w 2585764"/>
              <a:gd name="connsiteY14-1118" fmla="*/ 1069298 h 2533100"/>
              <a:gd name="connsiteX15-1119" fmla="*/ 0 w 2585764"/>
              <a:gd name="connsiteY15-1120" fmla="*/ 1069298 h 2533100"/>
              <a:gd name="connsiteX16-1121" fmla="*/ 0 w 2585764"/>
              <a:gd name="connsiteY16-1122" fmla="*/ 1069299 h 2533100"/>
              <a:gd name="connsiteX0-1123" fmla="*/ 0 w 2585764"/>
              <a:gd name="connsiteY0-1124" fmla="*/ 1069299 h 2533100"/>
              <a:gd name="connsiteX1-1125" fmla="*/ 0 w 2585764"/>
              <a:gd name="connsiteY1-1126" fmla="*/ 1069299 h 2533100"/>
              <a:gd name="connsiteX2-1127" fmla="*/ 1292905 w 2585764"/>
              <a:gd name="connsiteY2-1128" fmla="*/ 0 h 2533100"/>
              <a:gd name="connsiteX3-1129" fmla="*/ 1292860 w 2585764"/>
              <a:gd name="connsiteY3-1130" fmla="*/ 36 h 2533100"/>
              <a:gd name="connsiteX4-1131" fmla="*/ 2585764 w 2585764"/>
              <a:gd name="connsiteY4-1132" fmla="*/ 1069335 h 2533100"/>
              <a:gd name="connsiteX5-1133" fmla="*/ 2585720 w 2585764"/>
              <a:gd name="connsiteY5-1134" fmla="*/ 1069298 h 2533100"/>
              <a:gd name="connsiteX6-1135" fmla="*/ 2585720 w 2585764"/>
              <a:gd name="connsiteY6-1136" fmla="*/ 1069298 h 2533100"/>
              <a:gd name="connsiteX7-1137" fmla="*/ 1939290 w 2585764"/>
              <a:gd name="connsiteY7-1138" fmla="*/ 1069298 h 2533100"/>
              <a:gd name="connsiteX8-1139" fmla="*/ 1939290 w 2585764"/>
              <a:gd name="connsiteY8-1140" fmla="*/ 1069298 h 2533100"/>
              <a:gd name="connsiteX9-1141" fmla="*/ 1939290 w 2585764"/>
              <a:gd name="connsiteY9-1142" fmla="*/ 2533100 h 2533100"/>
              <a:gd name="connsiteX10-1143" fmla="*/ 1939290 w 2585764"/>
              <a:gd name="connsiteY10-1144" fmla="*/ 2533051 h 2533100"/>
              <a:gd name="connsiteX11-1145" fmla="*/ 646430 w 2585764"/>
              <a:gd name="connsiteY11-1146" fmla="*/ 2533051 h 2533100"/>
              <a:gd name="connsiteX12-1147" fmla="*/ 646430 w 2585764"/>
              <a:gd name="connsiteY12-1148" fmla="*/ 2533051 h 2533100"/>
              <a:gd name="connsiteX13-1149" fmla="*/ 646430 w 2585764"/>
              <a:gd name="connsiteY13-1150" fmla="*/ 1069249 h 2533100"/>
              <a:gd name="connsiteX14-1151" fmla="*/ 646430 w 2585764"/>
              <a:gd name="connsiteY14-1152" fmla="*/ 1069298 h 2533100"/>
              <a:gd name="connsiteX15-1153" fmla="*/ 0 w 2585764"/>
              <a:gd name="connsiteY15-1154" fmla="*/ 1069298 h 2533100"/>
              <a:gd name="connsiteX16-1155" fmla="*/ 0 w 2585764"/>
              <a:gd name="connsiteY16-1156" fmla="*/ 1069299 h 2533100"/>
              <a:gd name="connsiteX0-1157" fmla="*/ 0 w 2585764"/>
              <a:gd name="connsiteY0-1158" fmla="*/ 1069299 h 2533100"/>
              <a:gd name="connsiteX1-1159" fmla="*/ 0 w 2585764"/>
              <a:gd name="connsiteY1-1160" fmla="*/ 1069299 h 2533100"/>
              <a:gd name="connsiteX2-1161" fmla="*/ 1292905 w 2585764"/>
              <a:gd name="connsiteY2-1162" fmla="*/ 0 h 2533100"/>
              <a:gd name="connsiteX3-1163" fmla="*/ 1292860 w 2585764"/>
              <a:gd name="connsiteY3-1164" fmla="*/ 36 h 2533100"/>
              <a:gd name="connsiteX4-1165" fmla="*/ 2585764 w 2585764"/>
              <a:gd name="connsiteY4-1166" fmla="*/ 1069335 h 2533100"/>
              <a:gd name="connsiteX5-1167" fmla="*/ 2585720 w 2585764"/>
              <a:gd name="connsiteY5-1168" fmla="*/ 1069298 h 2533100"/>
              <a:gd name="connsiteX6-1169" fmla="*/ 2585720 w 2585764"/>
              <a:gd name="connsiteY6-1170" fmla="*/ 1069298 h 2533100"/>
              <a:gd name="connsiteX7-1171" fmla="*/ 1939290 w 2585764"/>
              <a:gd name="connsiteY7-1172" fmla="*/ 1069298 h 2533100"/>
              <a:gd name="connsiteX8-1173" fmla="*/ 1939290 w 2585764"/>
              <a:gd name="connsiteY8-1174" fmla="*/ 1069298 h 2533100"/>
              <a:gd name="connsiteX9-1175" fmla="*/ 1939290 w 2585764"/>
              <a:gd name="connsiteY9-1176" fmla="*/ 2533100 h 2533100"/>
              <a:gd name="connsiteX10-1177" fmla="*/ 1939290 w 2585764"/>
              <a:gd name="connsiteY10-1178" fmla="*/ 2533051 h 2533100"/>
              <a:gd name="connsiteX11-1179" fmla="*/ 646430 w 2585764"/>
              <a:gd name="connsiteY11-1180" fmla="*/ 2533051 h 2533100"/>
              <a:gd name="connsiteX12-1181" fmla="*/ 646430 w 2585764"/>
              <a:gd name="connsiteY12-1182" fmla="*/ 2533051 h 2533100"/>
              <a:gd name="connsiteX13-1183" fmla="*/ 646430 w 2585764"/>
              <a:gd name="connsiteY13-1184" fmla="*/ 1069249 h 2533100"/>
              <a:gd name="connsiteX14-1185" fmla="*/ 646430 w 2585764"/>
              <a:gd name="connsiteY14-1186" fmla="*/ 1069298 h 2533100"/>
              <a:gd name="connsiteX15-1187" fmla="*/ 0 w 2585764"/>
              <a:gd name="connsiteY15-1188" fmla="*/ 1069298 h 2533100"/>
              <a:gd name="connsiteX16-1189" fmla="*/ 0 w 2585764"/>
              <a:gd name="connsiteY16-1190" fmla="*/ 1069299 h 2533100"/>
              <a:gd name="connsiteX0-1191" fmla="*/ 0 w 2585764"/>
              <a:gd name="connsiteY0-1192" fmla="*/ 1069299 h 2533100"/>
              <a:gd name="connsiteX1-1193" fmla="*/ 0 w 2585764"/>
              <a:gd name="connsiteY1-1194" fmla="*/ 1069299 h 2533100"/>
              <a:gd name="connsiteX2-1195" fmla="*/ 1292905 w 2585764"/>
              <a:gd name="connsiteY2-1196" fmla="*/ 0 h 2533100"/>
              <a:gd name="connsiteX3-1197" fmla="*/ 1292860 w 2585764"/>
              <a:gd name="connsiteY3-1198" fmla="*/ 36 h 2533100"/>
              <a:gd name="connsiteX4-1199" fmla="*/ 2585764 w 2585764"/>
              <a:gd name="connsiteY4-1200" fmla="*/ 1069335 h 2533100"/>
              <a:gd name="connsiteX5-1201" fmla="*/ 2585720 w 2585764"/>
              <a:gd name="connsiteY5-1202" fmla="*/ 1069298 h 2533100"/>
              <a:gd name="connsiteX6-1203" fmla="*/ 2585720 w 2585764"/>
              <a:gd name="connsiteY6-1204" fmla="*/ 1069298 h 2533100"/>
              <a:gd name="connsiteX7-1205" fmla="*/ 1939290 w 2585764"/>
              <a:gd name="connsiteY7-1206" fmla="*/ 1069298 h 2533100"/>
              <a:gd name="connsiteX8-1207" fmla="*/ 1939290 w 2585764"/>
              <a:gd name="connsiteY8-1208" fmla="*/ 1069298 h 2533100"/>
              <a:gd name="connsiteX9-1209" fmla="*/ 1939290 w 2585764"/>
              <a:gd name="connsiteY9-1210" fmla="*/ 2533100 h 2533100"/>
              <a:gd name="connsiteX10-1211" fmla="*/ 1939290 w 2585764"/>
              <a:gd name="connsiteY10-1212" fmla="*/ 2533051 h 2533100"/>
              <a:gd name="connsiteX11-1213" fmla="*/ 646430 w 2585764"/>
              <a:gd name="connsiteY11-1214" fmla="*/ 2533051 h 2533100"/>
              <a:gd name="connsiteX12-1215" fmla="*/ 646430 w 2585764"/>
              <a:gd name="connsiteY12-1216" fmla="*/ 2533051 h 2533100"/>
              <a:gd name="connsiteX13-1217" fmla="*/ 646430 w 2585764"/>
              <a:gd name="connsiteY13-1218" fmla="*/ 1069249 h 2533100"/>
              <a:gd name="connsiteX14-1219" fmla="*/ 646430 w 2585764"/>
              <a:gd name="connsiteY14-1220" fmla="*/ 1069298 h 2533100"/>
              <a:gd name="connsiteX15-1221" fmla="*/ 0 w 2585764"/>
              <a:gd name="connsiteY15-1222" fmla="*/ 1069298 h 2533100"/>
              <a:gd name="connsiteX16-1223" fmla="*/ 0 w 2585764"/>
              <a:gd name="connsiteY16-1224" fmla="*/ 1069299 h 2533100"/>
              <a:gd name="connsiteX0-1225" fmla="*/ 0 w 2585764"/>
              <a:gd name="connsiteY0-1226" fmla="*/ 1069299 h 2533100"/>
              <a:gd name="connsiteX1-1227" fmla="*/ 0 w 2585764"/>
              <a:gd name="connsiteY1-1228" fmla="*/ 1069299 h 2533100"/>
              <a:gd name="connsiteX2-1229" fmla="*/ 1292905 w 2585764"/>
              <a:gd name="connsiteY2-1230" fmla="*/ 0 h 2533100"/>
              <a:gd name="connsiteX3-1231" fmla="*/ 1292860 w 2585764"/>
              <a:gd name="connsiteY3-1232" fmla="*/ 36 h 2533100"/>
              <a:gd name="connsiteX4-1233" fmla="*/ 2585764 w 2585764"/>
              <a:gd name="connsiteY4-1234" fmla="*/ 1069335 h 2533100"/>
              <a:gd name="connsiteX5-1235" fmla="*/ 2585720 w 2585764"/>
              <a:gd name="connsiteY5-1236" fmla="*/ 1069298 h 2533100"/>
              <a:gd name="connsiteX6-1237" fmla="*/ 2585720 w 2585764"/>
              <a:gd name="connsiteY6-1238" fmla="*/ 1069298 h 2533100"/>
              <a:gd name="connsiteX7-1239" fmla="*/ 1939290 w 2585764"/>
              <a:gd name="connsiteY7-1240" fmla="*/ 1069298 h 2533100"/>
              <a:gd name="connsiteX8-1241" fmla="*/ 1939290 w 2585764"/>
              <a:gd name="connsiteY8-1242" fmla="*/ 1069298 h 2533100"/>
              <a:gd name="connsiteX9-1243" fmla="*/ 1939290 w 2585764"/>
              <a:gd name="connsiteY9-1244" fmla="*/ 2533100 h 2533100"/>
              <a:gd name="connsiteX10-1245" fmla="*/ 1939290 w 2585764"/>
              <a:gd name="connsiteY10-1246" fmla="*/ 2533051 h 2533100"/>
              <a:gd name="connsiteX11-1247" fmla="*/ 646430 w 2585764"/>
              <a:gd name="connsiteY11-1248" fmla="*/ 2533051 h 2533100"/>
              <a:gd name="connsiteX12-1249" fmla="*/ 646430 w 2585764"/>
              <a:gd name="connsiteY12-1250" fmla="*/ 2533051 h 2533100"/>
              <a:gd name="connsiteX13-1251" fmla="*/ 646430 w 2585764"/>
              <a:gd name="connsiteY13-1252" fmla="*/ 1069249 h 2533100"/>
              <a:gd name="connsiteX14-1253" fmla="*/ 646430 w 2585764"/>
              <a:gd name="connsiteY14-1254" fmla="*/ 1069298 h 2533100"/>
              <a:gd name="connsiteX15-1255" fmla="*/ 0 w 2585764"/>
              <a:gd name="connsiteY15-1256" fmla="*/ 1069298 h 2533100"/>
              <a:gd name="connsiteX16-1257" fmla="*/ 0 w 2585764"/>
              <a:gd name="connsiteY16-1258" fmla="*/ 1069299 h 2533100"/>
              <a:gd name="connsiteX0-1259" fmla="*/ 0 w 2585764"/>
              <a:gd name="connsiteY0-1260" fmla="*/ 1069299 h 2533100"/>
              <a:gd name="connsiteX1-1261" fmla="*/ 0 w 2585764"/>
              <a:gd name="connsiteY1-1262" fmla="*/ 1069299 h 2533100"/>
              <a:gd name="connsiteX2-1263" fmla="*/ 1292905 w 2585764"/>
              <a:gd name="connsiteY2-1264" fmla="*/ 0 h 2533100"/>
              <a:gd name="connsiteX3-1265" fmla="*/ 1292860 w 2585764"/>
              <a:gd name="connsiteY3-1266" fmla="*/ 36 h 2533100"/>
              <a:gd name="connsiteX4-1267" fmla="*/ 2585764 w 2585764"/>
              <a:gd name="connsiteY4-1268" fmla="*/ 1069335 h 2533100"/>
              <a:gd name="connsiteX5-1269" fmla="*/ 2585720 w 2585764"/>
              <a:gd name="connsiteY5-1270" fmla="*/ 1069298 h 2533100"/>
              <a:gd name="connsiteX6-1271" fmla="*/ 2585720 w 2585764"/>
              <a:gd name="connsiteY6-1272" fmla="*/ 1069298 h 2533100"/>
              <a:gd name="connsiteX7-1273" fmla="*/ 1939290 w 2585764"/>
              <a:gd name="connsiteY7-1274" fmla="*/ 1069298 h 2533100"/>
              <a:gd name="connsiteX8-1275" fmla="*/ 1939290 w 2585764"/>
              <a:gd name="connsiteY8-1276" fmla="*/ 1069298 h 2533100"/>
              <a:gd name="connsiteX9-1277" fmla="*/ 1939290 w 2585764"/>
              <a:gd name="connsiteY9-1278" fmla="*/ 2533100 h 2533100"/>
              <a:gd name="connsiteX10-1279" fmla="*/ 1939290 w 2585764"/>
              <a:gd name="connsiteY10-1280" fmla="*/ 2533051 h 2533100"/>
              <a:gd name="connsiteX11-1281" fmla="*/ 646430 w 2585764"/>
              <a:gd name="connsiteY11-1282" fmla="*/ 2533051 h 2533100"/>
              <a:gd name="connsiteX12-1283" fmla="*/ 646430 w 2585764"/>
              <a:gd name="connsiteY12-1284" fmla="*/ 2533051 h 2533100"/>
              <a:gd name="connsiteX13-1285" fmla="*/ 646430 w 2585764"/>
              <a:gd name="connsiteY13-1286" fmla="*/ 1069249 h 2533100"/>
              <a:gd name="connsiteX14-1287" fmla="*/ 646430 w 2585764"/>
              <a:gd name="connsiteY14-1288" fmla="*/ 1069298 h 2533100"/>
              <a:gd name="connsiteX15-1289" fmla="*/ 0 w 2585764"/>
              <a:gd name="connsiteY15-1290" fmla="*/ 1069298 h 2533100"/>
              <a:gd name="connsiteX16-1291" fmla="*/ 0 w 2585764"/>
              <a:gd name="connsiteY16-1292" fmla="*/ 1069299 h 2533100"/>
              <a:gd name="connsiteX0-1293" fmla="*/ 0 w 2585764"/>
              <a:gd name="connsiteY0-1294" fmla="*/ 1069299 h 2533100"/>
              <a:gd name="connsiteX1-1295" fmla="*/ 0 w 2585764"/>
              <a:gd name="connsiteY1-1296" fmla="*/ 1069299 h 2533100"/>
              <a:gd name="connsiteX2-1297" fmla="*/ 1292905 w 2585764"/>
              <a:gd name="connsiteY2-1298" fmla="*/ 0 h 2533100"/>
              <a:gd name="connsiteX3-1299" fmla="*/ 1292860 w 2585764"/>
              <a:gd name="connsiteY3-1300" fmla="*/ 36 h 2533100"/>
              <a:gd name="connsiteX4-1301" fmla="*/ 2585764 w 2585764"/>
              <a:gd name="connsiteY4-1302" fmla="*/ 1069335 h 2533100"/>
              <a:gd name="connsiteX5-1303" fmla="*/ 2585720 w 2585764"/>
              <a:gd name="connsiteY5-1304" fmla="*/ 1069298 h 2533100"/>
              <a:gd name="connsiteX6-1305" fmla="*/ 2585720 w 2585764"/>
              <a:gd name="connsiteY6-1306" fmla="*/ 1069298 h 2533100"/>
              <a:gd name="connsiteX7-1307" fmla="*/ 1939290 w 2585764"/>
              <a:gd name="connsiteY7-1308" fmla="*/ 1069298 h 2533100"/>
              <a:gd name="connsiteX8-1309" fmla="*/ 1939290 w 2585764"/>
              <a:gd name="connsiteY8-1310" fmla="*/ 1069298 h 2533100"/>
              <a:gd name="connsiteX9-1311" fmla="*/ 1939290 w 2585764"/>
              <a:gd name="connsiteY9-1312" fmla="*/ 2533100 h 2533100"/>
              <a:gd name="connsiteX10-1313" fmla="*/ 1939290 w 2585764"/>
              <a:gd name="connsiteY10-1314" fmla="*/ 2533051 h 2533100"/>
              <a:gd name="connsiteX11-1315" fmla="*/ 646430 w 2585764"/>
              <a:gd name="connsiteY11-1316" fmla="*/ 2533051 h 2533100"/>
              <a:gd name="connsiteX12-1317" fmla="*/ 646430 w 2585764"/>
              <a:gd name="connsiteY12-1318" fmla="*/ 2533051 h 2533100"/>
              <a:gd name="connsiteX13-1319" fmla="*/ 646430 w 2585764"/>
              <a:gd name="connsiteY13-1320" fmla="*/ 1069249 h 2533100"/>
              <a:gd name="connsiteX14-1321" fmla="*/ 646430 w 2585764"/>
              <a:gd name="connsiteY14-1322" fmla="*/ 1069298 h 2533100"/>
              <a:gd name="connsiteX15-1323" fmla="*/ 0 w 2585764"/>
              <a:gd name="connsiteY15-1324" fmla="*/ 1069298 h 2533100"/>
              <a:gd name="connsiteX16-1325" fmla="*/ 0 w 2585764"/>
              <a:gd name="connsiteY16-1326" fmla="*/ 1069299 h 2533100"/>
              <a:gd name="connsiteX0-1327" fmla="*/ 0 w 2585764"/>
              <a:gd name="connsiteY0-1328" fmla="*/ 1069299 h 2533100"/>
              <a:gd name="connsiteX1-1329" fmla="*/ 0 w 2585764"/>
              <a:gd name="connsiteY1-1330" fmla="*/ 1069299 h 2533100"/>
              <a:gd name="connsiteX2-1331" fmla="*/ 1292905 w 2585764"/>
              <a:gd name="connsiteY2-1332" fmla="*/ 0 h 2533100"/>
              <a:gd name="connsiteX3-1333" fmla="*/ 1292860 w 2585764"/>
              <a:gd name="connsiteY3-1334" fmla="*/ 36 h 2533100"/>
              <a:gd name="connsiteX4-1335" fmla="*/ 2585764 w 2585764"/>
              <a:gd name="connsiteY4-1336" fmla="*/ 1069335 h 2533100"/>
              <a:gd name="connsiteX5-1337" fmla="*/ 2585720 w 2585764"/>
              <a:gd name="connsiteY5-1338" fmla="*/ 1069298 h 2533100"/>
              <a:gd name="connsiteX6-1339" fmla="*/ 2585720 w 2585764"/>
              <a:gd name="connsiteY6-1340" fmla="*/ 1069298 h 2533100"/>
              <a:gd name="connsiteX7-1341" fmla="*/ 1939290 w 2585764"/>
              <a:gd name="connsiteY7-1342" fmla="*/ 1069298 h 2533100"/>
              <a:gd name="connsiteX8-1343" fmla="*/ 1939290 w 2585764"/>
              <a:gd name="connsiteY8-1344" fmla="*/ 1069298 h 2533100"/>
              <a:gd name="connsiteX9-1345" fmla="*/ 1939290 w 2585764"/>
              <a:gd name="connsiteY9-1346" fmla="*/ 2533100 h 2533100"/>
              <a:gd name="connsiteX10-1347" fmla="*/ 1939290 w 2585764"/>
              <a:gd name="connsiteY10-1348" fmla="*/ 2533051 h 2533100"/>
              <a:gd name="connsiteX11-1349" fmla="*/ 646430 w 2585764"/>
              <a:gd name="connsiteY11-1350" fmla="*/ 2533051 h 2533100"/>
              <a:gd name="connsiteX12-1351" fmla="*/ 646430 w 2585764"/>
              <a:gd name="connsiteY12-1352" fmla="*/ 2533051 h 2533100"/>
              <a:gd name="connsiteX13-1353" fmla="*/ 646430 w 2585764"/>
              <a:gd name="connsiteY13-1354" fmla="*/ 1069249 h 2533100"/>
              <a:gd name="connsiteX14-1355" fmla="*/ 646430 w 2585764"/>
              <a:gd name="connsiteY14-1356" fmla="*/ 1069298 h 2533100"/>
              <a:gd name="connsiteX15-1357" fmla="*/ 0 w 2585764"/>
              <a:gd name="connsiteY15-1358" fmla="*/ 1069298 h 2533100"/>
              <a:gd name="connsiteX16-1359" fmla="*/ 0 w 2585764"/>
              <a:gd name="connsiteY16-1360" fmla="*/ 1069299 h 2533100"/>
              <a:gd name="connsiteX0-1361" fmla="*/ 0 w 2585764"/>
              <a:gd name="connsiteY0-1362" fmla="*/ 1069299 h 2533100"/>
              <a:gd name="connsiteX1-1363" fmla="*/ 0 w 2585764"/>
              <a:gd name="connsiteY1-1364" fmla="*/ 1069299 h 2533100"/>
              <a:gd name="connsiteX2-1365" fmla="*/ 1292905 w 2585764"/>
              <a:gd name="connsiteY2-1366" fmla="*/ 0 h 2533100"/>
              <a:gd name="connsiteX3-1367" fmla="*/ 1292860 w 2585764"/>
              <a:gd name="connsiteY3-1368" fmla="*/ 36 h 2533100"/>
              <a:gd name="connsiteX4-1369" fmla="*/ 2585764 w 2585764"/>
              <a:gd name="connsiteY4-1370" fmla="*/ 1069335 h 2533100"/>
              <a:gd name="connsiteX5-1371" fmla="*/ 2585720 w 2585764"/>
              <a:gd name="connsiteY5-1372" fmla="*/ 1069298 h 2533100"/>
              <a:gd name="connsiteX6-1373" fmla="*/ 2585720 w 2585764"/>
              <a:gd name="connsiteY6-1374" fmla="*/ 1069298 h 2533100"/>
              <a:gd name="connsiteX7-1375" fmla="*/ 1939290 w 2585764"/>
              <a:gd name="connsiteY7-1376" fmla="*/ 1069298 h 2533100"/>
              <a:gd name="connsiteX8-1377" fmla="*/ 1939290 w 2585764"/>
              <a:gd name="connsiteY8-1378" fmla="*/ 1069298 h 2533100"/>
              <a:gd name="connsiteX9-1379" fmla="*/ 1939290 w 2585764"/>
              <a:gd name="connsiteY9-1380" fmla="*/ 2533100 h 2533100"/>
              <a:gd name="connsiteX10-1381" fmla="*/ 1939290 w 2585764"/>
              <a:gd name="connsiteY10-1382" fmla="*/ 2533051 h 2533100"/>
              <a:gd name="connsiteX11-1383" fmla="*/ 646430 w 2585764"/>
              <a:gd name="connsiteY11-1384" fmla="*/ 2533051 h 2533100"/>
              <a:gd name="connsiteX12-1385" fmla="*/ 646430 w 2585764"/>
              <a:gd name="connsiteY12-1386" fmla="*/ 2533051 h 2533100"/>
              <a:gd name="connsiteX13-1387" fmla="*/ 646430 w 2585764"/>
              <a:gd name="connsiteY13-1388" fmla="*/ 1069249 h 2533100"/>
              <a:gd name="connsiteX14-1389" fmla="*/ 646430 w 2585764"/>
              <a:gd name="connsiteY14-1390" fmla="*/ 1069298 h 2533100"/>
              <a:gd name="connsiteX15-1391" fmla="*/ 0 w 2585764"/>
              <a:gd name="connsiteY15-1392" fmla="*/ 1069298 h 2533100"/>
              <a:gd name="connsiteX16-1393" fmla="*/ 0 w 2585764"/>
              <a:gd name="connsiteY16-1394" fmla="*/ 1069299 h 2533100"/>
              <a:gd name="connsiteX0-1395" fmla="*/ 0 w 2585764"/>
              <a:gd name="connsiteY0-1396" fmla="*/ 1069299 h 2533100"/>
              <a:gd name="connsiteX1-1397" fmla="*/ 0 w 2585764"/>
              <a:gd name="connsiteY1-1398" fmla="*/ 1069299 h 2533100"/>
              <a:gd name="connsiteX2-1399" fmla="*/ 1292905 w 2585764"/>
              <a:gd name="connsiteY2-1400" fmla="*/ 0 h 2533100"/>
              <a:gd name="connsiteX3-1401" fmla="*/ 1292860 w 2585764"/>
              <a:gd name="connsiteY3-1402" fmla="*/ 36 h 2533100"/>
              <a:gd name="connsiteX4-1403" fmla="*/ 2585764 w 2585764"/>
              <a:gd name="connsiteY4-1404" fmla="*/ 1069335 h 2533100"/>
              <a:gd name="connsiteX5-1405" fmla="*/ 2585720 w 2585764"/>
              <a:gd name="connsiteY5-1406" fmla="*/ 1069298 h 2533100"/>
              <a:gd name="connsiteX6-1407" fmla="*/ 2585720 w 2585764"/>
              <a:gd name="connsiteY6-1408" fmla="*/ 1069298 h 2533100"/>
              <a:gd name="connsiteX7-1409" fmla="*/ 1939290 w 2585764"/>
              <a:gd name="connsiteY7-1410" fmla="*/ 1069298 h 2533100"/>
              <a:gd name="connsiteX8-1411" fmla="*/ 1939290 w 2585764"/>
              <a:gd name="connsiteY8-1412" fmla="*/ 1069298 h 2533100"/>
              <a:gd name="connsiteX9-1413" fmla="*/ 1939290 w 2585764"/>
              <a:gd name="connsiteY9-1414" fmla="*/ 2533100 h 2533100"/>
              <a:gd name="connsiteX10-1415" fmla="*/ 1939290 w 2585764"/>
              <a:gd name="connsiteY10-1416" fmla="*/ 2533051 h 2533100"/>
              <a:gd name="connsiteX11-1417" fmla="*/ 646430 w 2585764"/>
              <a:gd name="connsiteY11-1418" fmla="*/ 2533051 h 2533100"/>
              <a:gd name="connsiteX12-1419" fmla="*/ 646430 w 2585764"/>
              <a:gd name="connsiteY12-1420" fmla="*/ 2533051 h 2533100"/>
              <a:gd name="connsiteX13-1421" fmla="*/ 646430 w 2585764"/>
              <a:gd name="connsiteY13-1422" fmla="*/ 1069249 h 2533100"/>
              <a:gd name="connsiteX14-1423" fmla="*/ 646430 w 2585764"/>
              <a:gd name="connsiteY14-1424" fmla="*/ 1069298 h 2533100"/>
              <a:gd name="connsiteX15-1425" fmla="*/ 0 w 2585764"/>
              <a:gd name="connsiteY15-1426" fmla="*/ 1069298 h 2533100"/>
              <a:gd name="connsiteX16-1427" fmla="*/ 0 w 2585764"/>
              <a:gd name="connsiteY16-1428" fmla="*/ 1069299 h 2533100"/>
              <a:gd name="connsiteX0-1429" fmla="*/ 0 w 2585764"/>
              <a:gd name="connsiteY0-1430" fmla="*/ 1069299 h 2533100"/>
              <a:gd name="connsiteX1-1431" fmla="*/ 0 w 2585764"/>
              <a:gd name="connsiteY1-1432" fmla="*/ 1069299 h 2533100"/>
              <a:gd name="connsiteX2-1433" fmla="*/ 1292905 w 2585764"/>
              <a:gd name="connsiteY2-1434" fmla="*/ 0 h 2533100"/>
              <a:gd name="connsiteX3-1435" fmla="*/ 1292860 w 2585764"/>
              <a:gd name="connsiteY3-1436" fmla="*/ 36 h 2533100"/>
              <a:gd name="connsiteX4-1437" fmla="*/ 2585764 w 2585764"/>
              <a:gd name="connsiteY4-1438" fmla="*/ 1069335 h 2533100"/>
              <a:gd name="connsiteX5-1439" fmla="*/ 2585720 w 2585764"/>
              <a:gd name="connsiteY5-1440" fmla="*/ 1069298 h 2533100"/>
              <a:gd name="connsiteX6-1441" fmla="*/ 2585720 w 2585764"/>
              <a:gd name="connsiteY6-1442" fmla="*/ 1069298 h 2533100"/>
              <a:gd name="connsiteX7-1443" fmla="*/ 1939290 w 2585764"/>
              <a:gd name="connsiteY7-1444" fmla="*/ 1069298 h 2533100"/>
              <a:gd name="connsiteX8-1445" fmla="*/ 1939290 w 2585764"/>
              <a:gd name="connsiteY8-1446" fmla="*/ 1069298 h 2533100"/>
              <a:gd name="connsiteX9-1447" fmla="*/ 1939290 w 2585764"/>
              <a:gd name="connsiteY9-1448" fmla="*/ 2533100 h 2533100"/>
              <a:gd name="connsiteX10-1449" fmla="*/ 1939290 w 2585764"/>
              <a:gd name="connsiteY10-1450" fmla="*/ 2533051 h 2533100"/>
              <a:gd name="connsiteX11-1451" fmla="*/ 646430 w 2585764"/>
              <a:gd name="connsiteY11-1452" fmla="*/ 2533051 h 2533100"/>
              <a:gd name="connsiteX12-1453" fmla="*/ 646430 w 2585764"/>
              <a:gd name="connsiteY12-1454" fmla="*/ 2533051 h 2533100"/>
              <a:gd name="connsiteX13-1455" fmla="*/ 646430 w 2585764"/>
              <a:gd name="connsiteY13-1456" fmla="*/ 1069249 h 2533100"/>
              <a:gd name="connsiteX14-1457" fmla="*/ 646430 w 2585764"/>
              <a:gd name="connsiteY14-1458" fmla="*/ 1069298 h 2533100"/>
              <a:gd name="connsiteX15-1459" fmla="*/ 0 w 2585764"/>
              <a:gd name="connsiteY15-1460" fmla="*/ 1069298 h 2533100"/>
              <a:gd name="connsiteX16-1461" fmla="*/ 0 w 2585764"/>
              <a:gd name="connsiteY16-1462" fmla="*/ 1069299 h 2533100"/>
              <a:gd name="connsiteX0-1463" fmla="*/ 0 w 2585764"/>
              <a:gd name="connsiteY0-1464" fmla="*/ 1069299 h 2533100"/>
              <a:gd name="connsiteX1-1465" fmla="*/ 0 w 2585764"/>
              <a:gd name="connsiteY1-1466" fmla="*/ 1069299 h 2533100"/>
              <a:gd name="connsiteX2-1467" fmla="*/ 1292905 w 2585764"/>
              <a:gd name="connsiteY2-1468" fmla="*/ 0 h 2533100"/>
              <a:gd name="connsiteX3-1469" fmla="*/ 1292860 w 2585764"/>
              <a:gd name="connsiteY3-1470" fmla="*/ 36 h 2533100"/>
              <a:gd name="connsiteX4-1471" fmla="*/ 2585764 w 2585764"/>
              <a:gd name="connsiteY4-1472" fmla="*/ 1069335 h 2533100"/>
              <a:gd name="connsiteX5-1473" fmla="*/ 2585720 w 2585764"/>
              <a:gd name="connsiteY5-1474" fmla="*/ 1069298 h 2533100"/>
              <a:gd name="connsiteX6-1475" fmla="*/ 2585720 w 2585764"/>
              <a:gd name="connsiteY6-1476" fmla="*/ 1069298 h 2533100"/>
              <a:gd name="connsiteX7-1477" fmla="*/ 1939290 w 2585764"/>
              <a:gd name="connsiteY7-1478" fmla="*/ 1069298 h 2533100"/>
              <a:gd name="connsiteX8-1479" fmla="*/ 1939290 w 2585764"/>
              <a:gd name="connsiteY8-1480" fmla="*/ 1069298 h 2533100"/>
              <a:gd name="connsiteX9-1481" fmla="*/ 1939290 w 2585764"/>
              <a:gd name="connsiteY9-1482" fmla="*/ 2533100 h 2533100"/>
              <a:gd name="connsiteX10-1483" fmla="*/ 1939290 w 2585764"/>
              <a:gd name="connsiteY10-1484" fmla="*/ 2533051 h 2533100"/>
              <a:gd name="connsiteX11-1485" fmla="*/ 646430 w 2585764"/>
              <a:gd name="connsiteY11-1486" fmla="*/ 2533051 h 2533100"/>
              <a:gd name="connsiteX12-1487" fmla="*/ 646430 w 2585764"/>
              <a:gd name="connsiteY12-1488" fmla="*/ 2533051 h 2533100"/>
              <a:gd name="connsiteX13-1489" fmla="*/ 646430 w 2585764"/>
              <a:gd name="connsiteY13-1490" fmla="*/ 1069249 h 2533100"/>
              <a:gd name="connsiteX14-1491" fmla="*/ 646430 w 2585764"/>
              <a:gd name="connsiteY14-1492" fmla="*/ 1069298 h 2533100"/>
              <a:gd name="connsiteX15-1493" fmla="*/ 0 w 2585764"/>
              <a:gd name="connsiteY15-1494" fmla="*/ 1069298 h 2533100"/>
              <a:gd name="connsiteX16-1495" fmla="*/ 0 w 2585764"/>
              <a:gd name="connsiteY16-1496" fmla="*/ 1069299 h 2533100"/>
              <a:gd name="connsiteX0-1497" fmla="*/ 0 w 2585764"/>
              <a:gd name="connsiteY0-1498" fmla="*/ 1069299 h 2533100"/>
              <a:gd name="connsiteX1-1499" fmla="*/ 0 w 2585764"/>
              <a:gd name="connsiteY1-1500" fmla="*/ 1069299 h 2533100"/>
              <a:gd name="connsiteX2-1501" fmla="*/ 1292905 w 2585764"/>
              <a:gd name="connsiteY2-1502" fmla="*/ 0 h 2533100"/>
              <a:gd name="connsiteX3-1503" fmla="*/ 1292860 w 2585764"/>
              <a:gd name="connsiteY3-1504" fmla="*/ 36 h 2533100"/>
              <a:gd name="connsiteX4-1505" fmla="*/ 2585764 w 2585764"/>
              <a:gd name="connsiteY4-1506" fmla="*/ 1069335 h 2533100"/>
              <a:gd name="connsiteX5-1507" fmla="*/ 2585720 w 2585764"/>
              <a:gd name="connsiteY5-1508" fmla="*/ 1069298 h 2533100"/>
              <a:gd name="connsiteX6-1509" fmla="*/ 2585720 w 2585764"/>
              <a:gd name="connsiteY6-1510" fmla="*/ 1069298 h 2533100"/>
              <a:gd name="connsiteX7-1511" fmla="*/ 1939290 w 2585764"/>
              <a:gd name="connsiteY7-1512" fmla="*/ 1069298 h 2533100"/>
              <a:gd name="connsiteX8-1513" fmla="*/ 1939290 w 2585764"/>
              <a:gd name="connsiteY8-1514" fmla="*/ 1069298 h 2533100"/>
              <a:gd name="connsiteX9-1515" fmla="*/ 1939290 w 2585764"/>
              <a:gd name="connsiteY9-1516" fmla="*/ 2533100 h 2533100"/>
              <a:gd name="connsiteX10-1517" fmla="*/ 1939290 w 2585764"/>
              <a:gd name="connsiteY10-1518" fmla="*/ 2533051 h 2533100"/>
              <a:gd name="connsiteX11-1519" fmla="*/ 646430 w 2585764"/>
              <a:gd name="connsiteY11-1520" fmla="*/ 2533051 h 2533100"/>
              <a:gd name="connsiteX12-1521" fmla="*/ 646430 w 2585764"/>
              <a:gd name="connsiteY12-1522" fmla="*/ 2533051 h 2533100"/>
              <a:gd name="connsiteX13-1523" fmla="*/ 646430 w 2585764"/>
              <a:gd name="connsiteY13-1524" fmla="*/ 1069249 h 2533100"/>
              <a:gd name="connsiteX14-1525" fmla="*/ 646430 w 2585764"/>
              <a:gd name="connsiteY14-1526" fmla="*/ 1069298 h 2533100"/>
              <a:gd name="connsiteX15-1527" fmla="*/ 0 w 2585764"/>
              <a:gd name="connsiteY15-1528" fmla="*/ 1069298 h 2533100"/>
              <a:gd name="connsiteX16-1529" fmla="*/ 0 w 2585764"/>
              <a:gd name="connsiteY16-1530" fmla="*/ 1069299 h 2533100"/>
              <a:gd name="connsiteX0-1531" fmla="*/ 0 w 2585764"/>
              <a:gd name="connsiteY0-1532" fmla="*/ 1069299 h 2533100"/>
              <a:gd name="connsiteX1-1533" fmla="*/ 0 w 2585764"/>
              <a:gd name="connsiteY1-1534" fmla="*/ 1069299 h 2533100"/>
              <a:gd name="connsiteX2-1535" fmla="*/ 1292905 w 2585764"/>
              <a:gd name="connsiteY2-1536" fmla="*/ 0 h 2533100"/>
              <a:gd name="connsiteX3-1537" fmla="*/ 1292860 w 2585764"/>
              <a:gd name="connsiteY3-1538" fmla="*/ 36 h 2533100"/>
              <a:gd name="connsiteX4-1539" fmla="*/ 2585764 w 2585764"/>
              <a:gd name="connsiteY4-1540" fmla="*/ 1069335 h 2533100"/>
              <a:gd name="connsiteX5-1541" fmla="*/ 2585720 w 2585764"/>
              <a:gd name="connsiteY5-1542" fmla="*/ 1069298 h 2533100"/>
              <a:gd name="connsiteX6-1543" fmla="*/ 2585720 w 2585764"/>
              <a:gd name="connsiteY6-1544" fmla="*/ 1069298 h 2533100"/>
              <a:gd name="connsiteX7-1545" fmla="*/ 1939290 w 2585764"/>
              <a:gd name="connsiteY7-1546" fmla="*/ 1069298 h 2533100"/>
              <a:gd name="connsiteX8-1547" fmla="*/ 1939290 w 2585764"/>
              <a:gd name="connsiteY8-1548" fmla="*/ 1069298 h 2533100"/>
              <a:gd name="connsiteX9-1549" fmla="*/ 1939290 w 2585764"/>
              <a:gd name="connsiteY9-1550" fmla="*/ 2533100 h 2533100"/>
              <a:gd name="connsiteX10-1551" fmla="*/ 1939290 w 2585764"/>
              <a:gd name="connsiteY10-1552" fmla="*/ 2533051 h 2533100"/>
              <a:gd name="connsiteX11-1553" fmla="*/ 646430 w 2585764"/>
              <a:gd name="connsiteY11-1554" fmla="*/ 2533051 h 2533100"/>
              <a:gd name="connsiteX12-1555" fmla="*/ 646430 w 2585764"/>
              <a:gd name="connsiteY12-1556" fmla="*/ 2533051 h 2533100"/>
              <a:gd name="connsiteX13-1557" fmla="*/ 646430 w 2585764"/>
              <a:gd name="connsiteY13-1558" fmla="*/ 1069249 h 2533100"/>
              <a:gd name="connsiteX14-1559" fmla="*/ 646430 w 2585764"/>
              <a:gd name="connsiteY14-1560" fmla="*/ 1069298 h 2533100"/>
              <a:gd name="connsiteX15-1561" fmla="*/ 0 w 2585764"/>
              <a:gd name="connsiteY15-1562" fmla="*/ 1069298 h 2533100"/>
              <a:gd name="connsiteX16-1563" fmla="*/ 0 w 2585764"/>
              <a:gd name="connsiteY16-1564" fmla="*/ 1069299 h 2533100"/>
              <a:gd name="connsiteX0-1565" fmla="*/ 0 w 2585764"/>
              <a:gd name="connsiteY0-1566" fmla="*/ 1069299 h 2533100"/>
              <a:gd name="connsiteX1-1567" fmla="*/ 0 w 2585764"/>
              <a:gd name="connsiteY1-1568" fmla="*/ 1069299 h 2533100"/>
              <a:gd name="connsiteX2-1569" fmla="*/ 1292905 w 2585764"/>
              <a:gd name="connsiteY2-1570" fmla="*/ 0 h 2533100"/>
              <a:gd name="connsiteX3-1571" fmla="*/ 1292860 w 2585764"/>
              <a:gd name="connsiteY3-1572" fmla="*/ 36 h 2533100"/>
              <a:gd name="connsiteX4-1573" fmla="*/ 2585764 w 2585764"/>
              <a:gd name="connsiteY4-1574" fmla="*/ 1069335 h 2533100"/>
              <a:gd name="connsiteX5-1575" fmla="*/ 2585720 w 2585764"/>
              <a:gd name="connsiteY5-1576" fmla="*/ 1069298 h 2533100"/>
              <a:gd name="connsiteX6-1577" fmla="*/ 2585720 w 2585764"/>
              <a:gd name="connsiteY6-1578" fmla="*/ 1069298 h 2533100"/>
              <a:gd name="connsiteX7-1579" fmla="*/ 1939290 w 2585764"/>
              <a:gd name="connsiteY7-1580" fmla="*/ 1069298 h 2533100"/>
              <a:gd name="connsiteX8-1581" fmla="*/ 1939290 w 2585764"/>
              <a:gd name="connsiteY8-1582" fmla="*/ 1069298 h 2533100"/>
              <a:gd name="connsiteX9-1583" fmla="*/ 1939290 w 2585764"/>
              <a:gd name="connsiteY9-1584" fmla="*/ 2533100 h 2533100"/>
              <a:gd name="connsiteX10-1585" fmla="*/ 1939290 w 2585764"/>
              <a:gd name="connsiteY10-1586" fmla="*/ 2533051 h 2533100"/>
              <a:gd name="connsiteX11-1587" fmla="*/ 646430 w 2585764"/>
              <a:gd name="connsiteY11-1588" fmla="*/ 2533051 h 2533100"/>
              <a:gd name="connsiteX12-1589" fmla="*/ 646430 w 2585764"/>
              <a:gd name="connsiteY12-1590" fmla="*/ 2533051 h 2533100"/>
              <a:gd name="connsiteX13-1591" fmla="*/ 646430 w 2585764"/>
              <a:gd name="connsiteY13-1592" fmla="*/ 1069249 h 2533100"/>
              <a:gd name="connsiteX14-1593" fmla="*/ 646430 w 2585764"/>
              <a:gd name="connsiteY14-1594" fmla="*/ 1069298 h 2533100"/>
              <a:gd name="connsiteX15-1595" fmla="*/ 0 w 2585764"/>
              <a:gd name="connsiteY15-1596" fmla="*/ 1069298 h 2533100"/>
              <a:gd name="connsiteX16-1597" fmla="*/ 0 w 2585764"/>
              <a:gd name="connsiteY16-1598" fmla="*/ 1069299 h 2533100"/>
              <a:gd name="connsiteX0-1599" fmla="*/ 0 w 2585764"/>
              <a:gd name="connsiteY0-1600" fmla="*/ 1069299 h 2533100"/>
              <a:gd name="connsiteX1-1601" fmla="*/ 0 w 2585764"/>
              <a:gd name="connsiteY1-1602" fmla="*/ 1069299 h 2533100"/>
              <a:gd name="connsiteX2-1603" fmla="*/ 1292905 w 2585764"/>
              <a:gd name="connsiteY2-1604" fmla="*/ 0 h 2533100"/>
              <a:gd name="connsiteX3-1605" fmla="*/ 1292860 w 2585764"/>
              <a:gd name="connsiteY3-1606" fmla="*/ 36 h 2533100"/>
              <a:gd name="connsiteX4-1607" fmla="*/ 2585764 w 2585764"/>
              <a:gd name="connsiteY4-1608" fmla="*/ 1069335 h 2533100"/>
              <a:gd name="connsiteX5-1609" fmla="*/ 2585720 w 2585764"/>
              <a:gd name="connsiteY5-1610" fmla="*/ 1069298 h 2533100"/>
              <a:gd name="connsiteX6-1611" fmla="*/ 2585720 w 2585764"/>
              <a:gd name="connsiteY6-1612" fmla="*/ 1069298 h 2533100"/>
              <a:gd name="connsiteX7-1613" fmla="*/ 1939290 w 2585764"/>
              <a:gd name="connsiteY7-1614" fmla="*/ 1069298 h 2533100"/>
              <a:gd name="connsiteX8-1615" fmla="*/ 1939290 w 2585764"/>
              <a:gd name="connsiteY8-1616" fmla="*/ 1069298 h 2533100"/>
              <a:gd name="connsiteX9-1617" fmla="*/ 1939290 w 2585764"/>
              <a:gd name="connsiteY9-1618" fmla="*/ 2533100 h 2533100"/>
              <a:gd name="connsiteX10-1619" fmla="*/ 1939290 w 2585764"/>
              <a:gd name="connsiteY10-1620" fmla="*/ 2533051 h 2533100"/>
              <a:gd name="connsiteX11-1621" fmla="*/ 646430 w 2585764"/>
              <a:gd name="connsiteY11-1622" fmla="*/ 2533051 h 2533100"/>
              <a:gd name="connsiteX12-1623" fmla="*/ 646430 w 2585764"/>
              <a:gd name="connsiteY12-1624" fmla="*/ 2533051 h 2533100"/>
              <a:gd name="connsiteX13-1625" fmla="*/ 646430 w 2585764"/>
              <a:gd name="connsiteY13-1626" fmla="*/ 1069249 h 2533100"/>
              <a:gd name="connsiteX14-1627" fmla="*/ 646430 w 2585764"/>
              <a:gd name="connsiteY14-1628" fmla="*/ 1069298 h 2533100"/>
              <a:gd name="connsiteX15-1629" fmla="*/ 0 w 2585764"/>
              <a:gd name="connsiteY15-1630" fmla="*/ 1069298 h 2533100"/>
              <a:gd name="connsiteX16-1631" fmla="*/ 0 w 2585764"/>
              <a:gd name="connsiteY16-1632" fmla="*/ 1069299 h 2533100"/>
              <a:gd name="connsiteX0-1633" fmla="*/ 0 w 2585764"/>
              <a:gd name="connsiteY0-1634" fmla="*/ 1069299 h 2533100"/>
              <a:gd name="connsiteX1-1635" fmla="*/ 0 w 2585764"/>
              <a:gd name="connsiteY1-1636" fmla="*/ 1069299 h 2533100"/>
              <a:gd name="connsiteX2-1637" fmla="*/ 1292905 w 2585764"/>
              <a:gd name="connsiteY2-1638" fmla="*/ 0 h 2533100"/>
              <a:gd name="connsiteX3-1639" fmla="*/ 1292860 w 2585764"/>
              <a:gd name="connsiteY3-1640" fmla="*/ 36 h 2533100"/>
              <a:gd name="connsiteX4-1641" fmla="*/ 2585764 w 2585764"/>
              <a:gd name="connsiteY4-1642" fmla="*/ 1069335 h 2533100"/>
              <a:gd name="connsiteX5-1643" fmla="*/ 2585720 w 2585764"/>
              <a:gd name="connsiteY5-1644" fmla="*/ 1069298 h 2533100"/>
              <a:gd name="connsiteX6-1645" fmla="*/ 2585720 w 2585764"/>
              <a:gd name="connsiteY6-1646" fmla="*/ 1069298 h 2533100"/>
              <a:gd name="connsiteX7-1647" fmla="*/ 1939290 w 2585764"/>
              <a:gd name="connsiteY7-1648" fmla="*/ 1069298 h 2533100"/>
              <a:gd name="connsiteX8-1649" fmla="*/ 1939290 w 2585764"/>
              <a:gd name="connsiteY8-1650" fmla="*/ 1069298 h 2533100"/>
              <a:gd name="connsiteX9-1651" fmla="*/ 1939290 w 2585764"/>
              <a:gd name="connsiteY9-1652" fmla="*/ 2533100 h 2533100"/>
              <a:gd name="connsiteX10-1653" fmla="*/ 1939290 w 2585764"/>
              <a:gd name="connsiteY10-1654" fmla="*/ 2533051 h 2533100"/>
              <a:gd name="connsiteX11-1655" fmla="*/ 646430 w 2585764"/>
              <a:gd name="connsiteY11-1656" fmla="*/ 2533051 h 2533100"/>
              <a:gd name="connsiteX12-1657" fmla="*/ 646430 w 2585764"/>
              <a:gd name="connsiteY12-1658" fmla="*/ 2533051 h 2533100"/>
              <a:gd name="connsiteX13-1659" fmla="*/ 646430 w 2585764"/>
              <a:gd name="connsiteY13-1660" fmla="*/ 1069249 h 2533100"/>
              <a:gd name="connsiteX14-1661" fmla="*/ 646430 w 2585764"/>
              <a:gd name="connsiteY14-1662" fmla="*/ 1069298 h 2533100"/>
              <a:gd name="connsiteX15-1663" fmla="*/ 0 w 2585764"/>
              <a:gd name="connsiteY15-1664" fmla="*/ 1069298 h 2533100"/>
              <a:gd name="connsiteX16-1665" fmla="*/ 0 w 2585764"/>
              <a:gd name="connsiteY16-1666" fmla="*/ 1069299 h 2533100"/>
              <a:gd name="connsiteX0-1667" fmla="*/ 0 w 2585764"/>
              <a:gd name="connsiteY0-1668" fmla="*/ 1069299 h 2533100"/>
              <a:gd name="connsiteX1-1669" fmla="*/ 0 w 2585764"/>
              <a:gd name="connsiteY1-1670" fmla="*/ 1069299 h 2533100"/>
              <a:gd name="connsiteX2-1671" fmla="*/ 1292905 w 2585764"/>
              <a:gd name="connsiteY2-1672" fmla="*/ 0 h 2533100"/>
              <a:gd name="connsiteX3-1673" fmla="*/ 1292860 w 2585764"/>
              <a:gd name="connsiteY3-1674" fmla="*/ 36 h 2533100"/>
              <a:gd name="connsiteX4-1675" fmla="*/ 2585764 w 2585764"/>
              <a:gd name="connsiteY4-1676" fmla="*/ 1069335 h 2533100"/>
              <a:gd name="connsiteX5-1677" fmla="*/ 2585720 w 2585764"/>
              <a:gd name="connsiteY5-1678" fmla="*/ 1069298 h 2533100"/>
              <a:gd name="connsiteX6-1679" fmla="*/ 2585720 w 2585764"/>
              <a:gd name="connsiteY6-1680" fmla="*/ 1069298 h 2533100"/>
              <a:gd name="connsiteX7-1681" fmla="*/ 1939290 w 2585764"/>
              <a:gd name="connsiteY7-1682" fmla="*/ 1069298 h 2533100"/>
              <a:gd name="connsiteX8-1683" fmla="*/ 1939290 w 2585764"/>
              <a:gd name="connsiteY8-1684" fmla="*/ 1069298 h 2533100"/>
              <a:gd name="connsiteX9-1685" fmla="*/ 1939290 w 2585764"/>
              <a:gd name="connsiteY9-1686" fmla="*/ 2533100 h 2533100"/>
              <a:gd name="connsiteX10-1687" fmla="*/ 1939290 w 2585764"/>
              <a:gd name="connsiteY10-1688" fmla="*/ 2533051 h 2533100"/>
              <a:gd name="connsiteX11-1689" fmla="*/ 646430 w 2585764"/>
              <a:gd name="connsiteY11-1690" fmla="*/ 2533051 h 2533100"/>
              <a:gd name="connsiteX12-1691" fmla="*/ 646430 w 2585764"/>
              <a:gd name="connsiteY12-1692" fmla="*/ 2533051 h 2533100"/>
              <a:gd name="connsiteX13-1693" fmla="*/ 646430 w 2585764"/>
              <a:gd name="connsiteY13-1694" fmla="*/ 1069249 h 2533100"/>
              <a:gd name="connsiteX14-1695" fmla="*/ 646430 w 2585764"/>
              <a:gd name="connsiteY14-1696" fmla="*/ 1069298 h 2533100"/>
              <a:gd name="connsiteX15-1697" fmla="*/ 0 w 2585764"/>
              <a:gd name="connsiteY15-1698" fmla="*/ 1069298 h 2533100"/>
              <a:gd name="connsiteX16-1699" fmla="*/ 23342 w 2585764"/>
              <a:gd name="connsiteY16-1700" fmla="*/ 1060893 h 2533100"/>
              <a:gd name="connsiteX0-1701" fmla="*/ 23342 w 2585764"/>
              <a:gd name="connsiteY0-1702" fmla="*/ 1060893 h 2533100"/>
              <a:gd name="connsiteX1-1703" fmla="*/ 0 w 2585764"/>
              <a:gd name="connsiteY1-1704" fmla="*/ 1069299 h 2533100"/>
              <a:gd name="connsiteX2-1705" fmla="*/ 1292905 w 2585764"/>
              <a:gd name="connsiteY2-1706" fmla="*/ 0 h 2533100"/>
              <a:gd name="connsiteX3-1707" fmla="*/ 1292860 w 2585764"/>
              <a:gd name="connsiteY3-1708" fmla="*/ 36 h 2533100"/>
              <a:gd name="connsiteX4-1709" fmla="*/ 2585764 w 2585764"/>
              <a:gd name="connsiteY4-1710" fmla="*/ 1069335 h 2533100"/>
              <a:gd name="connsiteX5-1711" fmla="*/ 2585720 w 2585764"/>
              <a:gd name="connsiteY5-1712" fmla="*/ 1069298 h 2533100"/>
              <a:gd name="connsiteX6-1713" fmla="*/ 2585720 w 2585764"/>
              <a:gd name="connsiteY6-1714" fmla="*/ 1069298 h 2533100"/>
              <a:gd name="connsiteX7-1715" fmla="*/ 1939290 w 2585764"/>
              <a:gd name="connsiteY7-1716" fmla="*/ 1069298 h 2533100"/>
              <a:gd name="connsiteX8-1717" fmla="*/ 1939290 w 2585764"/>
              <a:gd name="connsiteY8-1718" fmla="*/ 1069298 h 2533100"/>
              <a:gd name="connsiteX9-1719" fmla="*/ 1939290 w 2585764"/>
              <a:gd name="connsiteY9-1720" fmla="*/ 2533100 h 2533100"/>
              <a:gd name="connsiteX10-1721" fmla="*/ 1939290 w 2585764"/>
              <a:gd name="connsiteY10-1722" fmla="*/ 2533051 h 2533100"/>
              <a:gd name="connsiteX11-1723" fmla="*/ 646430 w 2585764"/>
              <a:gd name="connsiteY11-1724" fmla="*/ 2533051 h 2533100"/>
              <a:gd name="connsiteX12-1725" fmla="*/ 646430 w 2585764"/>
              <a:gd name="connsiteY12-1726" fmla="*/ 2533051 h 2533100"/>
              <a:gd name="connsiteX13-1727" fmla="*/ 646430 w 2585764"/>
              <a:gd name="connsiteY13-1728" fmla="*/ 1069249 h 2533100"/>
              <a:gd name="connsiteX14-1729" fmla="*/ 646430 w 2585764"/>
              <a:gd name="connsiteY14-1730" fmla="*/ 1069298 h 2533100"/>
              <a:gd name="connsiteX15-1731" fmla="*/ 0 w 2585764"/>
              <a:gd name="connsiteY15-1732" fmla="*/ 1069298 h 2533100"/>
              <a:gd name="connsiteX16-1733" fmla="*/ 23342 w 2585764"/>
              <a:gd name="connsiteY16-1734" fmla="*/ 1060893 h 2533100"/>
              <a:gd name="connsiteX0-1735" fmla="*/ 23342 w 2585764"/>
              <a:gd name="connsiteY0-1736" fmla="*/ 1060893 h 2533100"/>
              <a:gd name="connsiteX1-1737" fmla="*/ 0 w 2585764"/>
              <a:gd name="connsiteY1-1738" fmla="*/ 1069299 h 2533100"/>
              <a:gd name="connsiteX2-1739" fmla="*/ 1292905 w 2585764"/>
              <a:gd name="connsiteY2-1740" fmla="*/ 0 h 2533100"/>
              <a:gd name="connsiteX3-1741" fmla="*/ 1292860 w 2585764"/>
              <a:gd name="connsiteY3-1742" fmla="*/ 36 h 2533100"/>
              <a:gd name="connsiteX4-1743" fmla="*/ 2585764 w 2585764"/>
              <a:gd name="connsiteY4-1744" fmla="*/ 1069335 h 2533100"/>
              <a:gd name="connsiteX5-1745" fmla="*/ 2585720 w 2585764"/>
              <a:gd name="connsiteY5-1746" fmla="*/ 1069298 h 2533100"/>
              <a:gd name="connsiteX6-1747" fmla="*/ 2585720 w 2585764"/>
              <a:gd name="connsiteY6-1748" fmla="*/ 1069298 h 2533100"/>
              <a:gd name="connsiteX7-1749" fmla="*/ 1939290 w 2585764"/>
              <a:gd name="connsiteY7-1750" fmla="*/ 1069298 h 2533100"/>
              <a:gd name="connsiteX8-1751" fmla="*/ 1939290 w 2585764"/>
              <a:gd name="connsiteY8-1752" fmla="*/ 1069298 h 2533100"/>
              <a:gd name="connsiteX9-1753" fmla="*/ 1939290 w 2585764"/>
              <a:gd name="connsiteY9-1754" fmla="*/ 2533100 h 2533100"/>
              <a:gd name="connsiteX10-1755" fmla="*/ 1939290 w 2585764"/>
              <a:gd name="connsiteY10-1756" fmla="*/ 2533051 h 2533100"/>
              <a:gd name="connsiteX11-1757" fmla="*/ 646430 w 2585764"/>
              <a:gd name="connsiteY11-1758" fmla="*/ 2533051 h 2533100"/>
              <a:gd name="connsiteX12-1759" fmla="*/ 646430 w 2585764"/>
              <a:gd name="connsiteY12-1760" fmla="*/ 2533051 h 2533100"/>
              <a:gd name="connsiteX13-1761" fmla="*/ 646430 w 2585764"/>
              <a:gd name="connsiteY13-1762" fmla="*/ 1069249 h 2533100"/>
              <a:gd name="connsiteX14-1763" fmla="*/ 646430 w 2585764"/>
              <a:gd name="connsiteY14-1764" fmla="*/ 1069298 h 2533100"/>
              <a:gd name="connsiteX15-1765" fmla="*/ 0 w 2585764"/>
              <a:gd name="connsiteY15-1766" fmla="*/ 1069298 h 2533100"/>
              <a:gd name="connsiteX16-1767" fmla="*/ 23342 w 2585764"/>
              <a:gd name="connsiteY16-1768" fmla="*/ 1060893 h 2533100"/>
              <a:gd name="connsiteX0-1769" fmla="*/ 23342 w 2585764"/>
              <a:gd name="connsiteY0-1770" fmla="*/ 1060893 h 2533100"/>
              <a:gd name="connsiteX1-1771" fmla="*/ 0 w 2585764"/>
              <a:gd name="connsiteY1-1772" fmla="*/ 1069299 h 2533100"/>
              <a:gd name="connsiteX2-1773" fmla="*/ 1292905 w 2585764"/>
              <a:gd name="connsiteY2-1774" fmla="*/ 0 h 2533100"/>
              <a:gd name="connsiteX3-1775" fmla="*/ 1292860 w 2585764"/>
              <a:gd name="connsiteY3-1776" fmla="*/ 36 h 2533100"/>
              <a:gd name="connsiteX4-1777" fmla="*/ 2585764 w 2585764"/>
              <a:gd name="connsiteY4-1778" fmla="*/ 1069335 h 2533100"/>
              <a:gd name="connsiteX5-1779" fmla="*/ 2585720 w 2585764"/>
              <a:gd name="connsiteY5-1780" fmla="*/ 1069298 h 2533100"/>
              <a:gd name="connsiteX6-1781" fmla="*/ 2585720 w 2585764"/>
              <a:gd name="connsiteY6-1782" fmla="*/ 1069298 h 2533100"/>
              <a:gd name="connsiteX7-1783" fmla="*/ 1939290 w 2585764"/>
              <a:gd name="connsiteY7-1784" fmla="*/ 1069298 h 2533100"/>
              <a:gd name="connsiteX8-1785" fmla="*/ 1939290 w 2585764"/>
              <a:gd name="connsiteY8-1786" fmla="*/ 1069298 h 2533100"/>
              <a:gd name="connsiteX9-1787" fmla="*/ 1939290 w 2585764"/>
              <a:gd name="connsiteY9-1788" fmla="*/ 2533100 h 2533100"/>
              <a:gd name="connsiteX10-1789" fmla="*/ 1939290 w 2585764"/>
              <a:gd name="connsiteY10-1790" fmla="*/ 2533051 h 2533100"/>
              <a:gd name="connsiteX11-1791" fmla="*/ 646430 w 2585764"/>
              <a:gd name="connsiteY11-1792" fmla="*/ 2533051 h 2533100"/>
              <a:gd name="connsiteX12-1793" fmla="*/ 646430 w 2585764"/>
              <a:gd name="connsiteY12-1794" fmla="*/ 2533051 h 2533100"/>
              <a:gd name="connsiteX13-1795" fmla="*/ 646430 w 2585764"/>
              <a:gd name="connsiteY13-1796" fmla="*/ 1069249 h 2533100"/>
              <a:gd name="connsiteX14-1797" fmla="*/ 646430 w 2585764"/>
              <a:gd name="connsiteY14-1798" fmla="*/ 1069298 h 2533100"/>
              <a:gd name="connsiteX15-1799" fmla="*/ 0 w 2585764"/>
              <a:gd name="connsiteY15-1800" fmla="*/ 1069298 h 2533100"/>
              <a:gd name="connsiteX16-1801" fmla="*/ 23342 w 2585764"/>
              <a:gd name="connsiteY16-1802" fmla="*/ 1060893 h 2533100"/>
              <a:gd name="connsiteX0-1803" fmla="*/ 23342 w 2585764"/>
              <a:gd name="connsiteY0-1804" fmla="*/ 1060893 h 2533100"/>
              <a:gd name="connsiteX1-1805" fmla="*/ 27197 w 2585764"/>
              <a:gd name="connsiteY1-1806" fmla="*/ 1046805 h 2533100"/>
              <a:gd name="connsiteX2-1807" fmla="*/ 1292905 w 2585764"/>
              <a:gd name="connsiteY2-1808" fmla="*/ 0 h 2533100"/>
              <a:gd name="connsiteX3-1809" fmla="*/ 1292860 w 2585764"/>
              <a:gd name="connsiteY3-1810" fmla="*/ 36 h 2533100"/>
              <a:gd name="connsiteX4-1811" fmla="*/ 2585764 w 2585764"/>
              <a:gd name="connsiteY4-1812" fmla="*/ 1069335 h 2533100"/>
              <a:gd name="connsiteX5-1813" fmla="*/ 2585720 w 2585764"/>
              <a:gd name="connsiteY5-1814" fmla="*/ 1069298 h 2533100"/>
              <a:gd name="connsiteX6-1815" fmla="*/ 2585720 w 2585764"/>
              <a:gd name="connsiteY6-1816" fmla="*/ 1069298 h 2533100"/>
              <a:gd name="connsiteX7-1817" fmla="*/ 1939290 w 2585764"/>
              <a:gd name="connsiteY7-1818" fmla="*/ 1069298 h 2533100"/>
              <a:gd name="connsiteX8-1819" fmla="*/ 1939290 w 2585764"/>
              <a:gd name="connsiteY8-1820" fmla="*/ 1069298 h 2533100"/>
              <a:gd name="connsiteX9-1821" fmla="*/ 1939290 w 2585764"/>
              <a:gd name="connsiteY9-1822" fmla="*/ 2533100 h 2533100"/>
              <a:gd name="connsiteX10-1823" fmla="*/ 1939290 w 2585764"/>
              <a:gd name="connsiteY10-1824" fmla="*/ 2533051 h 2533100"/>
              <a:gd name="connsiteX11-1825" fmla="*/ 646430 w 2585764"/>
              <a:gd name="connsiteY11-1826" fmla="*/ 2533051 h 2533100"/>
              <a:gd name="connsiteX12-1827" fmla="*/ 646430 w 2585764"/>
              <a:gd name="connsiteY12-1828" fmla="*/ 2533051 h 2533100"/>
              <a:gd name="connsiteX13-1829" fmla="*/ 646430 w 2585764"/>
              <a:gd name="connsiteY13-1830" fmla="*/ 1069249 h 2533100"/>
              <a:gd name="connsiteX14-1831" fmla="*/ 646430 w 2585764"/>
              <a:gd name="connsiteY14-1832" fmla="*/ 1069298 h 2533100"/>
              <a:gd name="connsiteX15-1833" fmla="*/ 0 w 2585764"/>
              <a:gd name="connsiteY15-1834" fmla="*/ 1069298 h 2533100"/>
              <a:gd name="connsiteX16-1835" fmla="*/ 23342 w 2585764"/>
              <a:gd name="connsiteY16-1836" fmla="*/ 1060893 h 2533100"/>
              <a:gd name="connsiteX0-1837" fmla="*/ 23342 w 2585764"/>
              <a:gd name="connsiteY0-1838" fmla="*/ 1060893 h 2533100"/>
              <a:gd name="connsiteX1-1839" fmla="*/ 27197 w 2585764"/>
              <a:gd name="connsiteY1-1840" fmla="*/ 1046805 h 2533100"/>
              <a:gd name="connsiteX2-1841" fmla="*/ 1292905 w 2585764"/>
              <a:gd name="connsiteY2-1842" fmla="*/ 0 h 2533100"/>
              <a:gd name="connsiteX3-1843" fmla="*/ 1292860 w 2585764"/>
              <a:gd name="connsiteY3-1844" fmla="*/ 36 h 2533100"/>
              <a:gd name="connsiteX4-1845" fmla="*/ 2585764 w 2585764"/>
              <a:gd name="connsiteY4-1846" fmla="*/ 1069335 h 2533100"/>
              <a:gd name="connsiteX5-1847" fmla="*/ 2585720 w 2585764"/>
              <a:gd name="connsiteY5-1848" fmla="*/ 1069298 h 2533100"/>
              <a:gd name="connsiteX6-1849" fmla="*/ 2585720 w 2585764"/>
              <a:gd name="connsiteY6-1850" fmla="*/ 1069298 h 2533100"/>
              <a:gd name="connsiteX7-1851" fmla="*/ 1939290 w 2585764"/>
              <a:gd name="connsiteY7-1852" fmla="*/ 1069298 h 2533100"/>
              <a:gd name="connsiteX8-1853" fmla="*/ 1939290 w 2585764"/>
              <a:gd name="connsiteY8-1854" fmla="*/ 1069298 h 2533100"/>
              <a:gd name="connsiteX9-1855" fmla="*/ 1939290 w 2585764"/>
              <a:gd name="connsiteY9-1856" fmla="*/ 2533100 h 2533100"/>
              <a:gd name="connsiteX10-1857" fmla="*/ 1939290 w 2585764"/>
              <a:gd name="connsiteY10-1858" fmla="*/ 2533051 h 2533100"/>
              <a:gd name="connsiteX11-1859" fmla="*/ 646430 w 2585764"/>
              <a:gd name="connsiteY11-1860" fmla="*/ 2533051 h 2533100"/>
              <a:gd name="connsiteX12-1861" fmla="*/ 646430 w 2585764"/>
              <a:gd name="connsiteY12-1862" fmla="*/ 2533051 h 2533100"/>
              <a:gd name="connsiteX13-1863" fmla="*/ 646430 w 2585764"/>
              <a:gd name="connsiteY13-1864" fmla="*/ 1069249 h 2533100"/>
              <a:gd name="connsiteX14-1865" fmla="*/ 646430 w 2585764"/>
              <a:gd name="connsiteY14-1866" fmla="*/ 1069298 h 2533100"/>
              <a:gd name="connsiteX15-1867" fmla="*/ 0 w 2585764"/>
              <a:gd name="connsiteY15-1868" fmla="*/ 1069298 h 2533100"/>
              <a:gd name="connsiteX16-1869" fmla="*/ 23342 w 2585764"/>
              <a:gd name="connsiteY16-1870" fmla="*/ 1060893 h 2533100"/>
              <a:gd name="connsiteX0-1871" fmla="*/ 23342 w 2585764"/>
              <a:gd name="connsiteY0-1872" fmla="*/ 1060893 h 2533100"/>
              <a:gd name="connsiteX1-1873" fmla="*/ 27197 w 2585764"/>
              <a:gd name="connsiteY1-1874" fmla="*/ 1046805 h 2533100"/>
              <a:gd name="connsiteX2-1875" fmla="*/ 1292905 w 2585764"/>
              <a:gd name="connsiteY2-1876" fmla="*/ 0 h 2533100"/>
              <a:gd name="connsiteX3-1877" fmla="*/ 1292860 w 2585764"/>
              <a:gd name="connsiteY3-1878" fmla="*/ 36 h 2533100"/>
              <a:gd name="connsiteX4-1879" fmla="*/ 2585764 w 2585764"/>
              <a:gd name="connsiteY4-1880" fmla="*/ 1069335 h 2533100"/>
              <a:gd name="connsiteX5-1881" fmla="*/ 2585720 w 2585764"/>
              <a:gd name="connsiteY5-1882" fmla="*/ 1069298 h 2533100"/>
              <a:gd name="connsiteX6-1883" fmla="*/ 2585720 w 2585764"/>
              <a:gd name="connsiteY6-1884" fmla="*/ 1069298 h 2533100"/>
              <a:gd name="connsiteX7-1885" fmla="*/ 1939290 w 2585764"/>
              <a:gd name="connsiteY7-1886" fmla="*/ 1069298 h 2533100"/>
              <a:gd name="connsiteX8-1887" fmla="*/ 1939290 w 2585764"/>
              <a:gd name="connsiteY8-1888" fmla="*/ 1069298 h 2533100"/>
              <a:gd name="connsiteX9-1889" fmla="*/ 1939290 w 2585764"/>
              <a:gd name="connsiteY9-1890" fmla="*/ 2533100 h 2533100"/>
              <a:gd name="connsiteX10-1891" fmla="*/ 1939290 w 2585764"/>
              <a:gd name="connsiteY10-1892" fmla="*/ 2533051 h 2533100"/>
              <a:gd name="connsiteX11-1893" fmla="*/ 646430 w 2585764"/>
              <a:gd name="connsiteY11-1894" fmla="*/ 2533051 h 2533100"/>
              <a:gd name="connsiteX12-1895" fmla="*/ 646430 w 2585764"/>
              <a:gd name="connsiteY12-1896" fmla="*/ 2533051 h 2533100"/>
              <a:gd name="connsiteX13-1897" fmla="*/ 646430 w 2585764"/>
              <a:gd name="connsiteY13-1898" fmla="*/ 1069249 h 2533100"/>
              <a:gd name="connsiteX14-1899" fmla="*/ 646430 w 2585764"/>
              <a:gd name="connsiteY14-1900" fmla="*/ 1069298 h 2533100"/>
              <a:gd name="connsiteX15-1901" fmla="*/ 0 w 2585764"/>
              <a:gd name="connsiteY15-1902" fmla="*/ 1069298 h 2533100"/>
              <a:gd name="connsiteX16-1903" fmla="*/ 23342 w 2585764"/>
              <a:gd name="connsiteY16-1904" fmla="*/ 1060893 h 2533100"/>
              <a:gd name="connsiteX0-1905" fmla="*/ 23342 w 2585764"/>
              <a:gd name="connsiteY0-1906" fmla="*/ 1060858 h 2533065"/>
              <a:gd name="connsiteX1-1907" fmla="*/ 27197 w 2585764"/>
              <a:gd name="connsiteY1-1908" fmla="*/ 1046770 h 2533065"/>
              <a:gd name="connsiteX2-1909" fmla="*/ 1284810 w 2585764"/>
              <a:gd name="connsiteY2-1910" fmla="*/ 6659 h 2533065"/>
              <a:gd name="connsiteX3-1911" fmla="*/ 1292860 w 2585764"/>
              <a:gd name="connsiteY3-1912" fmla="*/ 1 h 2533065"/>
              <a:gd name="connsiteX4-1913" fmla="*/ 2585764 w 2585764"/>
              <a:gd name="connsiteY4-1914" fmla="*/ 1069300 h 2533065"/>
              <a:gd name="connsiteX5-1915" fmla="*/ 2585720 w 2585764"/>
              <a:gd name="connsiteY5-1916" fmla="*/ 1069263 h 2533065"/>
              <a:gd name="connsiteX6-1917" fmla="*/ 2585720 w 2585764"/>
              <a:gd name="connsiteY6-1918" fmla="*/ 1069263 h 2533065"/>
              <a:gd name="connsiteX7-1919" fmla="*/ 1939290 w 2585764"/>
              <a:gd name="connsiteY7-1920" fmla="*/ 1069263 h 2533065"/>
              <a:gd name="connsiteX8-1921" fmla="*/ 1939290 w 2585764"/>
              <a:gd name="connsiteY8-1922" fmla="*/ 1069263 h 2533065"/>
              <a:gd name="connsiteX9-1923" fmla="*/ 1939290 w 2585764"/>
              <a:gd name="connsiteY9-1924" fmla="*/ 2533065 h 2533065"/>
              <a:gd name="connsiteX10-1925" fmla="*/ 1939290 w 2585764"/>
              <a:gd name="connsiteY10-1926" fmla="*/ 2533016 h 2533065"/>
              <a:gd name="connsiteX11-1927" fmla="*/ 646430 w 2585764"/>
              <a:gd name="connsiteY11-1928" fmla="*/ 2533016 h 2533065"/>
              <a:gd name="connsiteX12-1929" fmla="*/ 646430 w 2585764"/>
              <a:gd name="connsiteY12-1930" fmla="*/ 2533016 h 2533065"/>
              <a:gd name="connsiteX13-1931" fmla="*/ 646430 w 2585764"/>
              <a:gd name="connsiteY13-1932" fmla="*/ 1069214 h 2533065"/>
              <a:gd name="connsiteX14-1933" fmla="*/ 646430 w 2585764"/>
              <a:gd name="connsiteY14-1934" fmla="*/ 1069263 h 2533065"/>
              <a:gd name="connsiteX15-1935" fmla="*/ 0 w 2585764"/>
              <a:gd name="connsiteY15-1936" fmla="*/ 1069263 h 2533065"/>
              <a:gd name="connsiteX16-1937" fmla="*/ 23342 w 2585764"/>
              <a:gd name="connsiteY16-1938" fmla="*/ 1060858 h 2533065"/>
              <a:gd name="connsiteX0-1939" fmla="*/ 23342 w 2585764"/>
              <a:gd name="connsiteY0-1940" fmla="*/ 1060857 h 2533064"/>
              <a:gd name="connsiteX1-1941" fmla="*/ 27197 w 2585764"/>
              <a:gd name="connsiteY1-1942" fmla="*/ 1046769 h 2533064"/>
              <a:gd name="connsiteX2-1943" fmla="*/ 1284810 w 2585764"/>
              <a:gd name="connsiteY2-1944" fmla="*/ 6658 h 2533064"/>
              <a:gd name="connsiteX3-1945" fmla="*/ 1292860 w 2585764"/>
              <a:gd name="connsiteY3-1946" fmla="*/ 0 h 2533064"/>
              <a:gd name="connsiteX4-1947" fmla="*/ 2585764 w 2585764"/>
              <a:gd name="connsiteY4-1948" fmla="*/ 1069299 h 2533064"/>
              <a:gd name="connsiteX5-1949" fmla="*/ 2585720 w 2585764"/>
              <a:gd name="connsiteY5-1950" fmla="*/ 1069262 h 2533064"/>
              <a:gd name="connsiteX6-1951" fmla="*/ 2585720 w 2585764"/>
              <a:gd name="connsiteY6-1952" fmla="*/ 1069262 h 2533064"/>
              <a:gd name="connsiteX7-1953" fmla="*/ 1939290 w 2585764"/>
              <a:gd name="connsiteY7-1954" fmla="*/ 1069262 h 2533064"/>
              <a:gd name="connsiteX8-1955" fmla="*/ 1939290 w 2585764"/>
              <a:gd name="connsiteY8-1956" fmla="*/ 1069262 h 2533064"/>
              <a:gd name="connsiteX9-1957" fmla="*/ 1939290 w 2585764"/>
              <a:gd name="connsiteY9-1958" fmla="*/ 2533064 h 2533064"/>
              <a:gd name="connsiteX10-1959" fmla="*/ 1939290 w 2585764"/>
              <a:gd name="connsiteY10-1960" fmla="*/ 2533015 h 2533064"/>
              <a:gd name="connsiteX11-1961" fmla="*/ 646430 w 2585764"/>
              <a:gd name="connsiteY11-1962" fmla="*/ 2533015 h 2533064"/>
              <a:gd name="connsiteX12-1963" fmla="*/ 646430 w 2585764"/>
              <a:gd name="connsiteY12-1964" fmla="*/ 2533015 h 2533064"/>
              <a:gd name="connsiteX13-1965" fmla="*/ 646430 w 2585764"/>
              <a:gd name="connsiteY13-1966" fmla="*/ 1069213 h 2533064"/>
              <a:gd name="connsiteX14-1967" fmla="*/ 646430 w 2585764"/>
              <a:gd name="connsiteY14-1968" fmla="*/ 1069262 h 2533064"/>
              <a:gd name="connsiteX15-1969" fmla="*/ 0 w 2585764"/>
              <a:gd name="connsiteY15-1970" fmla="*/ 1069262 h 2533064"/>
              <a:gd name="connsiteX16-1971" fmla="*/ 23342 w 2585764"/>
              <a:gd name="connsiteY16-1972" fmla="*/ 1060857 h 2533064"/>
              <a:gd name="connsiteX0-1973" fmla="*/ 23342 w 2585764"/>
              <a:gd name="connsiteY0-1974" fmla="*/ 1060857 h 2533064"/>
              <a:gd name="connsiteX1-1975" fmla="*/ 27197 w 2585764"/>
              <a:gd name="connsiteY1-1976" fmla="*/ 1046769 h 2533064"/>
              <a:gd name="connsiteX2-1977" fmla="*/ 1284810 w 2585764"/>
              <a:gd name="connsiteY2-1978" fmla="*/ 6658 h 2533064"/>
              <a:gd name="connsiteX3-1979" fmla="*/ 1292860 w 2585764"/>
              <a:gd name="connsiteY3-1980" fmla="*/ 0 h 2533064"/>
              <a:gd name="connsiteX4-1981" fmla="*/ 2585764 w 2585764"/>
              <a:gd name="connsiteY4-1982" fmla="*/ 1069299 h 2533064"/>
              <a:gd name="connsiteX5-1983" fmla="*/ 2585720 w 2585764"/>
              <a:gd name="connsiteY5-1984" fmla="*/ 1069262 h 2533064"/>
              <a:gd name="connsiteX6-1985" fmla="*/ 2585720 w 2585764"/>
              <a:gd name="connsiteY6-1986" fmla="*/ 1069262 h 2533064"/>
              <a:gd name="connsiteX7-1987" fmla="*/ 1939290 w 2585764"/>
              <a:gd name="connsiteY7-1988" fmla="*/ 1069262 h 2533064"/>
              <a:gd name="connsiteX8-1989" fmla="*/ 1939290 w 2585764"/>
              <a:gd name="connsiteY8-1990" fmla="*/ 1069262 h 2533064"/>
              <a:gd name="connsiteX9-1991" fmla="*/ 1939290 w 2585764"/>
              <a:gd name="connsiteY9-1992" fmla="*/ 2533064 h 2533064"/>
              <a:gd name="connsiteX10-1993" fmla="*/ 1939290 w 2585764"/>
              <a:gd name="connsiteY10-1994" fmla="*/ 2533015 h 2533064"/>
              <a:gd name="connsiteX11-1995" fmla="*/ 646430 w 2585764"/>
              <a:gd name="connsiteY11-1996" fmla="*/ 2533015 h 2533064"/>
              <a:gd name="connsiteX12-1997" fmla="*/ 646430 w 2585764"/>
              <a:gd name="connsiteY12-1998" fmla="*/ 2533015 h 2533064"/>
              <a:gd name="connsiteX13-1999" fmla="*/ 646430 w 2585764"/>
              <a:gd name="connsiteY13-2000" fmla="*/ 1069213 h 2533064"/>
              <a:gd name="connsiteX14-2001" fmla="*/ 646430 w 2585764"/>
              <a:gd name="connsiteY14-2002" fmla="*/ 1069262 h 2533064"/>
              <a:gd name="connsiteX15-2003" fmla="*/ 0 w 2585764"/>
              <a:gd name="connsiteY15-2004" fmla="*/ 1069262 h 2533064"/>
              <a:gd name="connsiteX16-2005" fmla="*/ 23342 w 2585764"/>
              <a:gd name="connsiteY16-2006" fmla="*/ 1060857 h 2533064"/>
              <a:gd name="connsiteX0-2007" fmla="*/ 23342 w 2585764"/>
              <a:gd name="connsiteY0-2008" fmla="*/ 1057227 h 2529434"/>
              <a:gd name="connsiteX1-2009" fmla="*/ 27197 w 2585764"/>
              <a:gd name="connsiteY1-2010" fmla="*/ 1043139 h 2529434"/>
              <a:gd name="connsiteX2-2011" fmla="*/ 1284810 w 2585764"/>
              <a:gd name="connsiteY2-2012" fmla="*/ 3028 h 2529434"/>
              <a:gd name="connsiteX3-2013" fmla="*/ 1300955 w 2585764"/>
              <a:gd name="connsiteY3-2014" fmla="*/ 3064 h 2529434"/>
              <a:gd name="connsiteX4-2015" fmla="*/ 2585764 w 2585764"/>
              <a:gd name="connsiteY4-2016" fmla="*/ 1065669 h 2529434"/>
              <a:gd name="connsiteX5-2017" fmla="*/ 2585720 w 2585764"/>
              <a:gd name="connsiteY5-2018" fmla="*/ 1065632 h 2529434"/>
              <a:gd name="connsiteX6-2019" fmla="*/ 2585720 w 2585764"/>
              <a:gd name="connsiteY6-2020" fmla="*/ 1065632 h 2529434"/>
              <a:gd name="connsiteX7-2021" fmla="*/ 1939290 w 2585764"/>
              <a:gd name="connsiteY7-2022" fmla="*/ 1065632 h 2529434"/>
              <a:gd name="connsiteX8-2023" fmla="*/ 1939290 w 2585764"/>
              <a:gd name="connsiteY8-2024" fmla="*/ 1065632 h 2529434"/>
              <a:gd name="connsiteX9-2025" fmla="*/ 1939290 w 2585764"/>
              <a:gd name="connsiteY9-2026" fmla="*/ 2529434 h 2529434"/>
              <a:gd name="connsiteX10-2027" fmla="*/ 1939290 w 2585764"/>
              <a:gd name="connsiteY10-2028" fmla="*/ 2529385 h 2529434"/>
              <a:gd name="connsiteX11-2029" fmla="*/ 646430 w 2585764"/>
              <a:gd name="connsiteY11-2030" fmla="*/ 2529385 h 2529434"/>
              <a:gd name="connsiteX12-2031" fmla="*/ 646430 w 2585764"/>
              <a:gd name="connsiteY12-2032" fmla="*/ 2529385 h 2529434"/>
              <a:gd name="connsiteX13-2033" fmla="*/ 646430 w 2585764"/>
              <a:gd name="connsiteY13-2034" fmla="*/ 1065583 h 2529434"/>
              <a:gd name="connsiteX14-2035" fmla="*/ 646430 w 2585764"/>
              <a:gd name="connsiteY14-2036" fmla="*/ 1065632 h 2529434"/>
              <a:gd name="connsiteX15-2037" fmla="*/ 0 w 2585764"/>
              <a:gd name="connsiteY15-2038" fmla="*/ 1065632 h 2529434"/>
              <a:gd name="connsiteX16-2039" fmla="*/ 23342 w 2585764"/>
              <a:gd name="connsiteY16-2040" fmla="*/ 1057227 h 2529434"/>
              <a:gd name="connsiteX0-2041" fmla="*/ 23342 w 2585764"/>
              <a:gd name="connsiteY0-2042" fmla="*/ 1057227 h 2529434"/>
              <a:gd name="connsiteX1-2043" fmla="*/ 27197 w 2585764"/>
              <a:gd name="connsiteY1-2044" fmla="*/ 1043139 h 2529434"/>
              <a:gd name="connsiteX2-2045" fmla="*/ 1284810 w 2585764"/>
              <a:gd name="connsiteY2-2046" fmla="*/ 3028 h 2529434"/>
              <a:gd name="connsiteX3-2047" fmla="*/ 1300955 w 2585764"/>
              <a:gd name="connsiteY3-2048" fmla="*/ 3064 h 2529434"/>
              <a:gd name="connsiteX4-2049" fmla="*/ 2585764 w 2585764"/>
              <a:gd name="connsiteY4-2050" fmla="*/ 1065669 h 2529434"/>
              <a:gd name="connsiteX5-2051" fmla="*/ 2585720 w 2585764"/>
              <a:gd name="connsiteY5-2052" fmla="*/ 1065632 h 2529434"/>
              <a:gd name="connsiteX6-2053" fmla="*/ 2585720 w 2585764"/>
              <a:gd name="connsiteY6-2054" fmla="*/ 1065632 h 2529434"/>
              <a:gd name="connsiteX7-2055" fmla="*/ 1939290 w 2585764"/>
              <a:gd name="connsiteY7-2056" fmla="*/ 1065632 h 2529434"/>
              <a:gd name="connsiteX8-2057" fmla="*/ 1939290 w 2585764"/>
              <a:gd name="connsiteY8-2058" fmla="*/ 1065632 h 2529434"/>
              <a:gd name="connsiteX9-2059" fmla="*/ 1939290 w 2585764"/>
              <a:gd name="connsiteY9-2060" fmla="*/ 2529434 h 2529434"/>
              <a:gd name="connsiteX10-2061" fmla="*/ 1939290 w 2585764"/>
              <a:gd name="connsiteY10-2062" fmla="*/ 2529385 h 2529434"/>
              <a:gd name="connsiteX11-2063" fmla="*/ 646430 w 2585764"/>
              <a:gd name="connsiteY11-2064" fmla="*/ 2529385 h 2529434"/>
              <a:gd name="connsiteX12-2065" fmla="*/ 646430 w 2585764"/>
              <a:gd name="connsiteY12-2066" fmla="*/ 2529385 h 2529434"/>
              <a:gd name="connsiteX13-2067" fmla="*/ 646430 w 2585764"/>
              <a:gd name="connsiteY13-2068" fmla="*/ 1065583 h 2529434"/>
              <a:gd name="connsiteX14-2069" fmla="*/ 646430 w 2585764"/>
              <a:gd name="connsiteY14-2070" fmla="*/ 1065632 h 2529434"/>
              <a:gd name="connsiteX15-2071" fmla="*/ 0 w 2585764"/>
              <a:gd name="connsiteY15-2072" fmla="*/ 1065632 h 2529434"/>
              <a:gd name="connsiteX16-2073" fmla="*/ 23342 w 2585764"/>
              <a:gd name="connsiteY16-2074" fmla="*/ 1057227 h 2529434"/>
              <a:gd name="connsiteX0-2075" fmla="*/ 23342 w 2585764"/>
              <a:gd name="connsiteY0-2076" fmla="*/ 1057227 h 2529434"/>
              <a:gd name="connsiteX1-2077" fmla="*/ 27197 w 2585764"/>
              <a:gd name="connsiteY1-2078" fmla="*/ 1043139 h 2529434"/>
              <a:gd name="connsiteX2-2079" fmla="*/ 1284810 w 2585764"/>
              <a:gd name="connsiteY2-2080" fmla="*/ 3028 h 2529434"/>
              <a:gd name="connsiteX3-2081" fmla="*/ 1300955 w 2585764"/>
              <a:gd name="connsiteY3-2082" fmla="*/ 3064 h 2529434"/>
              <a:gd name="connsiteX4-2083" fmla="*/ 2585764 w 2585764"/>
              <a:gd name="connsiteY4-2084" fmla="*/ 1065669 h 2529434"/>
              <a:gd name="connsiteX5-2085" fmla="*/ 2585720 w 2585764"/>
              <a:gd name="connsiteY5-2086" fmla="*/ 1065632 h 2529434"/>
              <a:gd name="connsiteX6-2087" fmla="*/ 2585720 w 2585764"/>
              <a:gd name="connsiteY6-2088" fmla="*/ 1065632 h 2529434"/>
              <a:gd name="connsiteX7-2089" fmla="*/ 1939290 w 2585764"/>
              <a:gd name="connsiteY7-2090" fmla="*/ 1065632 h 2529434"/>
              <a:gd name="connsiteX8-2091" fmla="*/ 1939290 w 2585764"/>
              <a:gd name="connsiteY8-2092" fmla="*/ 1065632 h 2529434"/>
              <a:gd name="connsiteX9-2093" fmla="*/ 1939290 w 2585764"/>
              <a:gd name="connsiteY9-2094" fmla="*/ 2529434 h 2529434"/>
              <a:gd name="connsiteX10-2095" fmla="*/ 1939290 w 2585764"/>
              <a:gd name="connsiteY10-2096" fmla="*/ 2529385 h 2529434"/>
              <a:gd name="connsiteX11-2097" fmla="*/ 646430 w 2585764"/>
              <a:gd name="connsiteY11-2098" fmla="*/ 2529385 h 2529434"/>
              <a:gd name="connsiteX12-2099" fmla="*/ 646430 w 2585764"/>
              <a:gd name="connsiteY12-2100" fmla="*/ 2529385 h 2529434"/>
              <a:gd name="connsiteX13-2101" fmla="*/ 646430 w 2585764"/>
              <a:gd name="connsiteY13-2102" fmla="*/ 1065583 h 2529434"/>
              <a:gd name="connsiteX14-2103" fmla="*/ 646430 w 2585764"/>
              <a:gd name="connsiteY14-2104" fmla="*/ 1065632 h 2529434"/>
              <a:gd name="connsiteX15-2105" fmla="*/ 0 w 2585764"/>
              <a:gd name="connsiteY15-2106" fmla="*/ 1065632 h 2529434"/>
              <a:gd name="connsiteX16-2107" fmla="*/ 23342 w 2585764"/>
              <a:gd name="connsiteY16-2108" fmla="*/ 1057227 h 2529434"/>
              <a:gd name="connsiteX0-2109" fmla="*/ 23342 w 2585720"/>
              <a:gd name="connsiteY0-2110" fmla="*/ 1057227 h 2529434"/>
              <a:gd name="connsiteX1-2111" fmla="*/ 27197 w 2585720"/>
              <a:gd name="connsiteY1-2112" fmla="*/ 1043139 h 2529434"/>
              <a:gd name="connsiteX2-2113" fmla="*/ 1284810 w 2585720"/>
              <a:gd name="connsiteY2-2114" fmla="*/ 3028 h 2529434"/>
              <a:gd name="connsiteX3-2115" fmla="*/ 1300955 w 2585720"/>
              <a:gd name="connsiteY3-2116" fmla="*/ 3064 h 2529434"/>
              <a:gd name="connsiteX4-2117" fmla="*/ 2558568 w 2585720"/>
              <a:gd name="connsiteY4-2118" fmla="*/ 1043175 h 2529434"/>
              <a:gd name="connsiteX5-2119" fmla="*/ 2585720 w 2585720"/>
              <a:gd name="connsiteY5-2120" fmla="*/ 1065632 h 2529434"/>
              <a:gd name="connsiteX6-2121" fmla="*/ 2585720 w 2585720"/>
              <a:gd name="connsiteY6-2122" fmla="*/ 1065632 h 2529434"/>
              <a:gd name="connsiteX7-2123" fmla="*/ 1939290 w 2585720"/>
              <a:gd name="connsiteY7-2124" fmla="*/ 1065632 h 2529434"/>
              <a:gd name="connsiteX8-2125" fmla="*/ 1939290 w 2585720"/>
              <a:gd name="connsiteY8-2126" fmla="*/ 1065632 h 2529434"/>
              <a:gd name="connsiteX9-2127" fmla="*/ 1939290 w 2585720"/>
              <a:gd name="connsiteY9-2128" fmla="*/ 2529434 h 2529434"/>
              <a:gd name="connsiteX10-2129" fmla="*/ 1939290 w 2585720"/>
              <a:gd name="connsiteY10-2130" fmla="*/ 2529385 h 2529434"/>
              <a:gd name="connsiteX11-2131" fmla="*/ 646430 w 2585720"/>
              <a:gd name="connsiteY11-2132" fmla="*/ 2529385 h 2529434"/>
              <a:gd name="connsiteX12-2133" fmla="*/ 646430 w 2585720"/>
              <a:gd name="connsiteY12-2134" fmla="*/ 2529385 h 2529434"/>
              <a:gd name="connsiteX13-2135" fmla="*/ 646430 w 2585720"/>
              <a:gd name="connsiteY13-2136" fmla="*/ 1065583 h 2529434"/>
              <a:gd name="connsiteX14-2137" fmla="*/ 646430 w 2585720"/>
              <a:gd name="connsiteY14-2138" fmla="*/ 1065632 h 2529434"/>
              <a:gd name="connsiteX15-2139" fmla="*/ 0 w 2585720"/>
              <a:gd name="connsiteY15-2140" fmla="*/ 1065632 h 2529434"/>
              <a:gd name="connsiteX16-2141" fmla="*/ 23342 w 2585720"/>
              <a:gd name="connsiteY16-2142" fmla="*/ 1057227 h 2529434"/>
              <a:gd name="connsiteX0-2143" fmla="*/ 23342 w 2585720"/>
              <a:gd name="connsiteY0-2144" fmla="*/ 1057227 h 2529434"/>
              <a:gd name="connsiteX1-2145" fmla="*/ 27197 w 2585720"/>
              <a:gd name="connsiteY1-2146" fmla="*/ 1043139 h 2529434"/>
              <a:gd name="connsiteX2-2147" fmla="*/ 1284810 w 2585720"/>
              <a:gd name="connsiteY2-2148" fmla="*/ 3028 h 2529434"/>
              <a:gd name="connsiteX3-2149" fmla="*/ 1300955 w 2585720"/>
              <a:gd name="connsiteY3-2150" fmla="*/ 3064 h 2529434"/>
              <a:gd name="connsiteX4-2151" fmla="*/ 2558568 w 2585720"/>
              <a:gd name="connsiteY4-2152" fmla="*/ 1043175 h 2529434"/>
              <a:gd name="connsiteX5-2153" fmla="*/ 2585720 w 2585720"/>
              <a:gd name="connsiteY5-2154" fmla="*/ 1065632 h 2529434"/>
              <a:gd name="connsiteX6-2155" fmla="*/ 2585720 w 2585720"/>
              <a:gd name="connsiteY6-2156" fmla="*/ 1065632 h 2529434"/>
              <a:gd name="connsiteX7-2157" fmla="*/ 1939290 w 2585720"/>
              <a:gd name="connsiteY7-2158" fmla="*/ 1065632 h 2529434"/>
              <a:gd name="connsiteX8-2159" fmla="*/ 1939290 w 2585720"/>
              <a:gd name="connsiteY8-2160" fmla="*/ 1065632 h 2529434"/>
              <a:gd name="connsiteX9-2161" fmla="*/ 1939290 w 2585720"/>
              <a:gd name="connsiteY9-2162" fmla="*/ 2529434 h 2529434"/>
              <a:gd name="connsiteX10-2163" fmla="*/ 1939290 w 2585720"/>
              <a:gd name="connsiteY10-2164" fmla="*/ 2529385 h 2529434"/>
              <a:gd name="connsiteX11-2165" fmla="*/ 646430 w 2585720"/>
              <a:gd name="connsiteY11-2166" fmla="*/ 2529385 h 2529434"/>
              <a:gd name="connsiteX12-2167" fmla="*/ 646430 w 2585720"/>
              <a:gd name="connsiteY12-2168" fmla="*/ 2529385 h 2529434"/>
              <a:gd name="connsiteX13-2169" fmla="*/ 646430 w 2585720"/>
              <a:gd name="connsiteY13-2170" fmla="*/ 1065583 h 2529434"/>
              <a:gd name="connsiteX14-2171" fmla="*/ 646430 w 2585720"/>
              <a:gd name="connsiteY14-2172" fmla="*/ 1065632 h 2529434"/>
              <a:gd name="connsiteX15-2173" fmla="*/ 0 w 2585720"/>
              <a:gd name="connsiteY15-2174" fmla="*/ 1065632 h 2529434"/>
              <a:gd name="connsiteX16-2175" fmla="*/ 23342 w 2585720"/>
              <a:gd name="connsiteY16-2176" fmla="*/ 1057227 h 2529434"/>
              <a:gd name="connsiteX0-2177" fmla="*/ 23342 w 2585720"/>
              <a:gd name="connsiteY0-2178" fmla="*/ 1057227 h 2529434"/>
              <a:gd name="connsiteX1-2179" fmla="*/ 27197 w 2585720"/>
              <a:gd name="connsiteY1-2180" fmla="*/ 1043139 h 2529434"/>
              <a:gd name="connsiteX2-2181" fmla="*/ 1284810 w 2585720"/>
              <a:gd name="connsiteY2-2182" fmla="*/ 3028 h 2529434"/>
              <a:gd name="connsiteX3-2183" fmla="*/ 1300955 w 2585720"/>
              <a:gd name="connsiteY3-2184" fmla="*/ 3064 h 2529434"/>
              <a:gd name="connsiteX4-2185" fmla="*/ 2558568 w 2585720"/>
              <a:gd name="connsiteY4-2186" fmla="*/ 1043175 h 2529434"/>
              <a:gd name="connsiteX5-2187" fmla="*/ 2585720 w 2585720"/>
              <a:gd name="connsiteY5-2188" fmla="*/ 1065632 h 2529434"/>
              <a:gd name="connsiteX6-2189" fmla="*/ 2585720 w 2585720"/>
              <a:gd name="connsiteY6-2190" fmla="*/ 1065632 h 2529434"/>
              <a:gd name="connsiteX7-2191" fmla="*/ 1939290 w 2585720"/>
              <a:gd name="connsiteY7-2192" fmla="*/ 1065632 h 2529434"/>
              <a:gd name="connsiteX8-2193" fmla="*/ 1939290 w 2585720"/>
              <a:gd name="connsiteY8-2194" fmla="*/ 1065632 h 2529434"/>
              <a:gd name="connsiteX9-2195" fmla="*/ 1939290 w 2585720"/>
              <a:gd name="connsiteY9-2196" fmla="*/ 2529434 h 2529434"/>
              <a:gd name="connsiteX10-2197" fmla="*/ 1939290 w 2585720"/>
              <a:gd name="connsiteY10-2198" fmla="*/ 2529385 h 2529434"/>
              <a:gd name="connsiteX11-2199" fmla="*/ 646430 w 2585720"/>
              <a:gd name="connsiteY11-2200" fmla="*/ 2529385 h 2529434"/>
              <a:gd name="connsiteX12-2201" fmla="*/ 646430 w 2585720"/>
              <a:gd name="connsiteY12-2202" fmla="*/ 2529385 h 2529434"/>
              <a:gd name="connsiteX13-2203" fmla="*/ 646430 w 2585720"/>
              <a:gd name="connsiteY13-2204" fmla="*/ 1065583 h 2529434"/>
              <a:gd name="connsiteX14-2205" fmla="*/ 646430 w 2585720"/>
              <a:gd name="connsiteY14-2206" fmla="*/ 1065632 h 2529434"/>
              <a:gd name="connsiteX15-2207" fmla="*/ 0 w 2585720"/>
              <a:gd name="connsiteY15-2208" fmla="*/ 1065632 h 2529434"/>
              <a:gd name="connsiteX16-2209" fmla="*/ 23342 w 2585720"/>
              <a:gd name="connsiteY16-2210" fmla="*/ 1057227 h 2529434"/>
              <a:gd name="connsiteX0-2211" fmla="*/ 23342 w 2585720"/>
              <a:gd name="connsiteY0-2212" fmla="*/ 1057227 h 2529434"/>
              <a:gd name="connsiteX1-2213" fmla="*/ 27197 w 2585720"/>
              <a:gd name="connsiteY1-2214" fmla="*/ 1043139 h 2529434"/>
              <a:gd name="connsiteX2-2215" fmla="*/ 1284810 w 2585720"/>
              <a:gd name="connsiteY2-2216" fmla="*/ 3028 h 2529434"/>
              <a:gd name="connsiteX3-2217" fmla="*/ 1300955 w 2585720"/>
              <a:gd name="connsiteY3-2218" fmla="*/ 3064 h 2529434"/>
              <a:gd name="connsiteX4-2219" fmla="*/ 2558568 w 2585720"/>
              <a:gd name="connsiteY4-2220" fmla="*/ 1043175 h 2529434"/>
              <a:gd name="connsiteX5-2221" fmla="*/ 2562377 w 2585720"/>
              <a:gd name="connsiteY5-2222" fmla="*/ 1057231 h 2529434"/>
              <a:gd name="connsiteX6-2223" fmla="*/ 2585720 w 2585720"/>
              <a:gd name="connsiteY6-2224" fmla="*/ 1065632 h 2529434"/>
              <a:gd name="connsiteX7-2225" fmla="*/ 1939290 w 2585720"/>
              <a:gd name="connsiteY7-2226" fmla="*/ 1065632 h 2529434"/>
              <a:gd name="connsiteX8-2227" fmla="*/ 1939290 w 2585720"/>
              <a:gd name="connsiteY8-2228" fmla="*/ 1065632 h 2529434"/>
              <a:gd name="connsiteX9-2229" fmla="*/ 1939290 w 2585720"/>
              <a:gd name="connsiteY9-2230" fmla="*/ 2529434 h 2529434"/>
              <a:gd name="connsiteX10-2231" fmla="*/ 1939290 w 2585720"/>
              <a:gd name="connsiteY10-2232" fmla="*/ 2529385 h 2529434"/>
              <a:gd name="connsiteX11-2233" fmla="*/ 646430 w 2585720"/>
              <a:gd name="connsiteY11-2234" fmla="*/ 2529385 h 2529434"/>
              <a:gd name="connsiteX12-2235" fmla="*/ 646430 w 2585720"/>
              <a:gd name="connsiteY12-2236" fmla="*/ 2529385 h 2529434"/>
              <a:gd name="connsiteX13-2237" fmla="*/ 646430 w 2585720"/>
              <a:gd name="connsiteY13-2238" fmla="*/ 1065583 h 2529434"/>
              <a:gd name="connsiteX14-2239" fmla="*/ 646430 w 2585720"/>
              <a:gd name="connsiteY14-2240" fmla="*/ 1065632 h 2529434"/>
              <a:gd name="connsiteX15-2241" fmla="*/ 0 w 2585720"/>
              <a:gd name="connsiteY15-2242" fmla="*/ 1065632 h 2529434"/>
              <a:gd name="connsiteX16-2243" fmla="*/ 23342 w 2585720"/>
              <a:gd name="connsiteY16-2244" fmla="*/ 1057227 h 2529434"/>
              <a:gd name="connsiteX0-2245" fmla="*/ 23342 w 2585720"/>
              <a:gd name="connsiteY0-2246" fmla="*/ 1057227 h 2529434"/>
              <a:gd name="connsiteX1-2247" fmla="*/ 27197 w 2585720"/>
              <a:gd name="connsiteY1-2248" fmla="*/ 1043139 h 2529434"/>
              <a:gd name="connsiteX2-2249" fmla="*/ 1284810 w 2585720"/>
              <a:gd name="connsiteY2-2250" fmla="*/ 3028 h 2529434"/>
              <a:gd name="connsiteX3-2251" fmla="*/ 1300955 w 2585720"/>
              <a:gd name="connsiteY3-2252" fmla="*/ 3064 h 2529434"/>
              <a:gd name="connsiteX4-2253" fmla="*/ 2558568 w 2585720"/>
              <a:gd name="connsiteY4-2254" fmla="*/ 1043175 h 2529434"/>
              <a:gd name="connsiteX5-2255" fmla="*/ 2562377 w 2585720"/>
              <a:gd name="connsiteY5-2256" fmla="*/ 1057231 h 2529434"/>
              <a:gd name="connsiteX6-2257" fmla="*/ 2585720 w 2585720"/>
              <a:gd name="connsiteY6-2258" fmla="*/ 1065632 h 2529434"/>
              <a:gd name="connsiteX7-2259" fmla="*/ 1939290 w 2585720"/>
              <a:gd name="connsiteY7-2260" fmla="*/ 1065632 h 2529434"/>
              <a:gd name="connsiteX8-2261" fmla="*/ 1939290 w 2585720"/>
              <a:gd name="connsiteY8-2262" fmla="*/ 1065632 h 2529434"/>
              <a:gd name="connsiteX9-2263" fmla="*/ 1939290 w 2585720"/>
              <a:gd name="connsiteY9-2264" fmla="*/ 2529434 h 2529434"/>
              <a:gd name="connsiteX10-2265" fmla="*/ 1939290 w 2585720"/>
              <a:gd name="connsiteY10-2266" fmla="*/ 2529385 h 2529434"/>
              <a:gd name="connsiteX11-2267" fmla="*/ 646430 w 2585720"/>
              <a:gd name="connsiteY11-2268" fmla="*/ 2529385 h 2529434"/>
              <a:gd name="connsiteX12-2269" fmla="*/ 646430 w 2585720"/>
              <a:gd name="connsiteY12-2270" fmla="*/ 2529385 h 2529434"/>
              <a:gd name="connsiteX13-2271" fmla="*/ 646430 w 2585720"/>
              <a:gd name="connsiteY13-2272" fmla="*/ 1065583 h 2529434"/>
              <a:gd name="connsiteX14-2273" fmla="*/ 646430 w 2585720"/>
              <a:gd name="connsiteY14-2274" fmla="*/ 1065632 h 2529434"/>
              <a:gd name="connsiteX15-2275" fmla="*/ 0 w 2585720"/>
              <a:gd name="connsiteY15-2276" fmla="*/ 1065632 h 2529434"/>
              <a:gd name="connsiteX16-2277" fmla="*/ 23342 w 2585720"/>
              <a:gd name="connsiteY16-2278" fmla="*/ 1057227 h 2529434"/>
              <a:gd name="connsiteX0-2279" fmla="*/ 23342 w 2585720"/>
              <a:gd name="connsiteY0-2280" fmla="*/ 1057227 h 2529434"/>
              <a:gd name="connsiteX1-2281" fmla="*/ 27197 w 2585720"/>
              <a:gd name="connsiteY1-2282" fmla="*/ 1043139 h 2529434"/>
              <a:gd name="connsiteX2-2283" fmla="*/ 1284810 w 2585720"/>
              <a:gd name="connsiteY2-2284" fmla="*/ 3028 h 2529434"/>
              <a:gd name="connsiteX3-2285" fmla="*/ 1300955 w 2585720"/>
              <a:gd name="connsiteY3-2286" fmla="*/ 3064 h 2529434"/>
              <a:gd name="connsiteX4-2287" fmla="*/ 2558568 w 2585720"/>
              <a:gd name="connsiteY4-2288" fmla="*/ 1043175 h 2529434"/>
              <a:gd name="connsiteX5-2289" fmla="*/ 2562377 w 2585720"/>
              <a:gd name="connsiteY5-2290" fmla="*/ 1057231 h 2529434"/>
              <a:gd name="connsiteX6-2291" fmla="*/ 2585720 w 2585720"/>
              <a:gd name="connsiteY6-2292" fmla="*/ 1065632 h 2529434"/>
              <a:gd name="connsiteX7-2293" fmla="*/ 1939290 w 2585720"/>
              <a:gd name="connsiteY7-2294" fmla="*/ 1065632 h 2529434"/>
              <a:gd name="connsiteX8-2295" fmla="*/ 1939290 w 2585720"/>
              <a:gd name="connsiteY8-2296" fmla="*/ 1065632 h 2529434"/>
              <a:gd name="connsiteX9-2297" fmla="*/ 1939290 w 2585720"/>
              <a:gd name="connsiteY9-2298" fmla="*/ 2529434 h 2529434"/>
              <a:gd name="connsiteX10-2299" fmla="*/ 1939290 w 2585720"/>
              <a:gd name="connsiteY10-2300" fmla="*/ 2529385 h 2529434"/>
              <a:gd name="connsiteX11-2301" fmla="*/ 646430 w 2585720"/>
              <a:gd name="connsiteY11-2302" fmla="*/ 2529385 h 2529434"/>
              <a:gd name="connsiteX12-2303" fmla="*/ 646430 w 2585720"/>
              <a:gd name="connsiteY12-2304" fmla="*/ 2529385 h 2529434"/>
              <a:gd name="connsiteX13-2305" fmla="*/ 646430 w 2585720"/>
              <a:gd name="connsiteY13-2306" fmla="*/ 1065583 h 2529434"/>
              <a:gd name="connsiteX14-2307" fmla="*/ 646430 w 2585720"/>
              <a:gd name="connsiteY14-2308" fmla="*/ 1065632 h 2529434"/>
              <a:gd name="connsiteX15-2309" fmla="*/ 0 w 2585720"/>
              <a:gd name="connsiteY15-2310" fmla="*/ 1065632 h 2529434"/>
              <a:gd name="connsiteX16-2311" fmla="*/ 23342 w 2585720"/>
              <a:gd name="connsiteY16-2312" fmla="*/ 1057227 h 2529434"/>
              <a:gd name="connsiteX0-2313" fmla="*/ 23342 w 2563018"/>
              <a:gd name="connsiteY0-2314" fmla="*/ 1057227 h 2529434"/>
              <a:gd name="connsiteX1-2315" fmla="*/ 27197 w 2563018"/>
              <a:gd name="connsiteY1-2316" fmla="*/ 1043139 h 2529434"/>
              <a:gd name="connsiteX2-2317" fmla="*/ 1284810 w 2563018"/>
              <a:gd name="connsiteY2-2318" fmla="*/ 3028 h 2529434"/>
              <a:gd name="connsiteX3-2319" fmla="*/ 1300955 w 2563018"/>
              <a:gd name="connsiteY3-2320" fmla="*/ 3064 h 2529434"/>
              <a:gd name="connsiteX4-2321" fmla="*/ 2558568 w 2563018"/>
              <a:gd name="connsiteY4-2322" fmla="*/ 1043175 h 2529434"/>
              <a:gd name="connsiteX5-2323" fmla="*/ 2562377 w 2563018"/>
              <a:gd name="connsiteY5-2324" fmla="*/ 1057231 h 2529434"/>
              <a:gd name="connsiteX6-2325" fmla="*/ 2550427 w 2563018"/>
              <a:gd name="connsiteY6-2326" fmla="*/ 1065631 h 2529434"/>
              <a:gd name="connsiteX7-2327" fmla="*/ 1939290 w 2563018"/>
              <a:gd name="connsiteY7-2328" fmla="*/ 1065632 h 2529434"/>
              <a:gd name="connsiteX8-2329" fmla="*/ 1939290 w 2563018"/>
              <a:gd name="connsiteY8-2330" fmla="*/ 1065632 h 2529434"/>
              <a:gd name="connsiteX9-2331" fmla="*/ 1939290 w 2563018"/>
              <a:gd name="connsiteY9-2332" fmla="*/ 2529434 h 2529434"/>
              <a:gd name="connsiteX10-2333" fmla="*/ 1939290 w 2563018"/>
              <a:gd name="connsiteY10-2334" fmla="*/ 2529385 h 2529434"/>
              <a:gd name="connsiteX11-2335" fmla="*/ 646430 w 2563018"/>
              <a:gd name="connsiteY11-2336" fmla="*/ 2529385 h 2529434"/>
              <a:gd name="connsiteX12-2337" fmla="*/ 646430 w 2563018"/>
              <a:gd name="connsiteY12-2338" fmla="*/ 2529385 h 2529434"/>
              <a:gd name="connsiteX13-2339" fmla="*/ 646430 w 2563018"/>
              <a:gd name="connsiteY13-2340" fmla="*/ 1065583 h 2529434"/>
              <a:gd name="connsiteX14-2341" fmla="*/ 646430 w 2563018"/>
              <a:gd name="connsiteY14-2342" fmla="*/ 1065632 h 2529434"/>
              <a:gd name="connsiteX15-2343" fmla="*/ 0 w 2563018"/>
              <a:gd name="connsiteY15-2344" fmla="*/ 1065632 h 2529434"/>
              <a:gd name="connsiteX16-2345" fmla="*/ 23342 w 2563018"/>
              <a:gd name="connsiteY16-2346" fmla="*/ 1057227 h 2529434"/>
              <a:gd name="connsiteX0-2347" fmla="*/ 23342 w 2563018"/>
              <a:gd name="connsiteY0-2348" fmla="*/ 1057227 h 2529434"/>
              <a:gd name="connsiteX1-2349" fmla="*/ 27197 w 2563018"/>
              <a:gd name="connsiteY1-2350" fmla="*/ 1043139 h 2529434"/>
              <a:gd name="connsiteX2-2351" fmla="*/ 1284810 w 2563018"/>
              <a:gd name="connsiteY2-2352" fmla="*/ 3028 h 2529434"/>
              <a:gd name="connsiteX3-2353" fmla="*/ 1300955 w 2563018"/>
              <a:gd name="connsiteY3-2354" fmla="*/ 3064 h 2529434"/>
              <a:gd name="connsiteX4-2355" fmla="*/ 2558568 w 2563018"/>
              <a:gd name="connsiteY4-2356" fmla="*/ 1043175 h 2529434"/>
              <a:gd name="connsiteX5-2357" fmla="*/ 2562377 w 2563018"/>
              <a:gd name="connsiteY5-2358" fmla="*/ 1057231 h 2529434"/>
              <a:gd name="connsiteX6-2359" fmla="*/ 2550427 w 2563018"/>
              <a:gd name="connsiteY6-2360" fmla="*/ 1065631 h 2529434"/>
              <a:gd name="connsiteX7-2361" fmla="*/ 1939290 w 2563018"/>
              <a:gd name="connsiteY7-2362" fmla="*/ 1065632 h 2529434"/>
              <a:gd name="connsiteX8-2363" fmla="*/ 1939290 w 2563018"/>
              <a:gd name="connsiteY8-2364" fmla="*/ 1065632 h 2529434"/>
              <a:gd name="connsiteX9-2365" fmla="*/ 1939290 w 2563018"/>
              <a:gd name="connsiteY9-2366" fmla="*/ 2529434 h 2529434"/>
              <a:gd name="connsiteX10-2367" fmla="*/ 1939290 w 2563018"/>
              <a:gd name="connsiteY10-2368" fmla="*/ 2529385 h 2529434"/>
              <a:gd name="connsiteX11-2369" fmla="*/ 646430 w 2563018"/>
              <a:gd name="connsiteY11-2370" fmla="*/ 2529385 h 2529434"/>
              <a:gd name="connsiteX12-2371" fmla="*/ 646430 w 2563018"/>
              <a:gd name="connsiteY12-2372" fmla="*/ 2529385 h 2529434"/>
              <a:gd name="connsiteX13-2373" fmla="*/ 646430 w 2563018"/>
              <a:gd name="connsiteY13-2374" fmla="*/ 1065583 h 2529434"/>
              <a:gd name="connsiteX14-2375" fmla="*/ 646430 w 2563018"/>
              <a:gd name="connsiteY14-2376" fmla="*/ 1065632 h 2529434"/>
              <a:gd name="connsiteX15-2377" fmla="*/ 0 w 2563018"/>
              <a:gd name="connsiteY15-2378" fmla="*/ 1065632 h 2529434"/>
              <a:gd name="connsiteX16-2379" fmla="*/ 23342 w 2563018"/>
              <a:gd name="connsiteY16-2380" fmla="*/ 1057227 h 2529434"/>
              <a:gd name="connsiteX0-2381" fmla="*/ 23342 w 2563018"/>
              <a:gd name="connsiteY0-2382" fmla="*/ 1057227 h 2529434"/>
              <a:gd name="connsiteX1-2383" fmla="*/ 27197 w 2563018"/>
              <a:gd name="connsiteY1-2384" fmla="*/ 1043139 h 2529434"/>
              <a:gd name="connsiteX2-2385" fmla="*/ 1284810 w 2563018"/>
              <a:gd name="connsiteY2-2386" fmla="*/ 3028 h 2529434"/>
              <a:gd name="connsiteX3-2387" fmla="*/ 1300955 w 2563018"/>
              <a:gd name="connsiteY3-2388" fmla="*/ 3064 h 2529434"/>
              <a:gd name="connsiteX4-2389" fmla="*/ 2558568 w 2563018"/>
              <a:gd name="connsiteY4-2390" fmla="*/ 1043175 h 2529434"/>
              <a:gd name="connsiteX5-2391" fmla="*/ 2562377 w 2563018"/>
              <a:gd name="connsiteY5-2392" fmla="*/ 1057231 h 2529434"/>
              <a:gd name="connsiteX6-2393" fmla="*/ 2550427 w 2563018"/>
              <a:gd name="connsiteY6-2394" fmla="*/ 1065631 h 2529434"/>
              <a:gd name="connsiteX7-2395" fmla="*/ 1939290 w 2563018"/>
              <a:gd name="connsiteY7-2396" fmla="*/ 1065632 h 2529434"/>
              <a:gd name="connsiteX8-2397" fmla="*/ 1939290 w 2563018"/>
              <a:gd name="connsiteY8-2398" fmla="*/ 1065632 h 2529434"/>
              <a:gd name="connsiteX9-2399" fmla="*/ 1939290 w 2563018"/>
              <a:gd name="connsiteY9-2400" fmla="*/ 2529434 h 2529434"/>
              <a:gd name="connsiteX10-2401" fmla="*/ 1939290 w 2563018"/>
              <a:gd name="connsiteY10-2402" fmla="*/ 2529385 h 2529434"/>
              <a:gd name="connsiteX11-2403" fmla="*/ 646430 w 2563018"/>
              <a:gd name="connsiteY11-2404" fmla="*/ 2529385 h 2529434"/>
              <a:gd name="connsiteX12-2405" fmla="*/ 646430 w 2563018"/>
              <a:gd name="connsiteY12-2406" fmla="*/ 2529385 h 2529434"/>
              <a:gd name="connsiteX13-2407" fmla="*/ 646430 w 2563018"/>
              <a:gd name="connsiteY13-2408" fmla="*/ 1065583 h 2529434"/>
              <a:gd name="connsiteX14-2409" fmla="*/ 646430 w 2563018"/>
              <a:gd name="connsiteY14-2410" fmla="*/ 1065632 h 2529434"/>
              <a:gd name="connsiteX15-2411" fmla="*/ 0 w 2563018"/>
              <a:gd name="connsiteY15-2412" fmla="*/ 1065632 h 2529434"/>
              <a:gd name="connsiteX16-2413" fmla="*/ 23342 w 2563018"/>
              <a:gd name="connsiteY16-2414" fmla="*/ 1057227 h 2529434"/>
              <a:gd name="connsiteX0-2415" fmla="*/ 23342 w 2563018"/>
              <a:gd name="connsiteY0-2416" fmla="*/ 1057227 h 2529434"/>
              <a:gd name="connsiteX1-2417" fmla="*/ 27197 w 2563018"/>
              <a:gd name="connsiteY1-2418" fmla="*/ 1043139 h 2529434"/>
              <a:gd name="connsiteX2-2419" fmla="*/ 1284810 w 2563018"/>
              <a:gd name="connsiteY2-2420" fmla="*/ 3028 h 2529434"/>
              <a:gd name="connsiteX3-2421" fmla="*/ 1300955 w 2563018"/>
              <a:gd name="connsiteY3-2422" fmla="*/ 3064 h 2529434"/>
              <a:gd name="connsiteX4-2423" fmla="*/ 2558568 w 2563018"/>
              <a:gd name="connsiteY4-2424" fmla="*/ 1043175 h 2529434"/>
              <a:gd name="connsiteX5-2425" fmla="*/ 2562377 w 2563018"/>
              <a:gd name="connsiteY5-2426" fmla="*/ 1057231 h 2529434"/>
              <a:gd name="connsiteX6-2427" fmla="*/ 2550427 w 2563018"/>
              <a:gd name="connsiteY6-2428" fmla="*/ 1065631 h 2529434"/>
              <a:gd name="connsiteX7-2429" fmla="*/ 1951990 w 2563018"/>
              <a:gd name="connsiteY7-2430" fmla="*/ 1065631 h 2529434"/>
              <a:gd name="connsiteX8-2431" fmla="*/ 1939290 w 2563018"/>
              <a:gd name="connsiteY8-2432" fmla="*/ 1065632 h 2529434"/>
              <a:gd name="connsiteX9-2433" fmla="*/ 1939290 w 2563018"/>
              <a:gd name="connsiteY9-2434" fmla="*/ 2529434 h 2529434"/>
              <a:gd name="connsiteX10-2435" fmla="*/ 1939290 w 2563018"/>
              <a:gd name="connsiteY10-2436" fmla="*/ 2529385 h 2529434"/>
              <a:gd name="connsiteX11-2437" fmla="*/ 646430 w 2563018"/>
              <a:gd name="connsiteY11-2438" fmla="*/ 2529385 h 2529434"/>
              <a:gd name="connsiteX12-2439" fmla="*/ 646430 w 2563018"/>
              <a:gd name="connsiteY12-2440" fmla="*/ 2529385 h 2529434"/>
              <a:gd name="connsiteX13-2441" fmla="*/ 646430 w 2563018"/>
              <a:gd name="connsiteY13-2442" fmla="*/ 1065583 h 2529434"/>
              <a:gd name="connsiteX14-2443" fmla="*/ 646430 w 2563018"/>
              <a:gd name="connsiteY14-2444" fmla="*/ 1065632 h 2529434"/>
              <a:gd name="connsiteX15-2445" fmla="*/ 0 w 2563018"/>
              <a:gd name="connsiteY15-2446" fmla="*/ 1065632 h 2529434"/>
              <a:gd name="connsiteX16-2447" fmla="*/ 23342 w 2563018"/>
              <a:gd name="connsiteY16-2448" fmla="*/ 1057227 h 2529434"/>
              <a:gd name="connsiteX0-2449" fmla="*/ 23342 w 2563018"/>
              <a:gd name="connsiteY0-2450" fmla="*/ 1057227 h 2529434"/>
              <a:gd name="connsiteX1-2451" fmla="*/ 27197 w 2563018"/>
              <a:gd name="connsiteY1-2452" fmla="*/ 1043139 h 2529434"/>
              <a:gd name="connsiteX2-2453" fmla="*/ 1284810 w 2563018"/>
              <a:gd name="connsiteY2-2454" fmla="*/ 3028 h 2529434"/>
              <a:gd name="connsiteX3-2455" fmla="*/ 1300955 w 2563018"/>
              <a:gd name="connsiteY3-2456" fmla="*/ 3064 h 2529434"/>
              <a:gd name="connsiteX4-2457" fmla="*/ 2558568 w 2563018"/>
              <a:gd name="connsiteY4-2458" fmla="*/ 1043175 h 2529434"/>
              <a:gd name="connsiteX5-2459" fmla="*/ 2562377 w 2563018"/>
              <a:gd name="connsiteY5-2460" fmla="*/ 1057231 h 2529434"/>
              <a:gd name="connsiteX6-2461" fmla="*/ 2550427 w 2563018"/>
              <a:gd name="connsiteY6-2462" fmla="*/ 1065631 h 2529434"/>
              <a:gd name="connsiteX7-2463" fmla="*/ 1951990 w 2563018"/>
              <a:gd name="connsiteY7-2464" fmla="*/ 1065631 h 2529434"/>
              <a:gd name="connsiteX8-2465" fmla="*/ 1939290 w 2563018"/>
              <a:gd name="connsiteY8-2466" fmla="*/ 1065632 h 2529434"/>
              <a:gd name="connsiteX9-2467" fmla="*/ 1939290 w 2563018"/>
              <a:gd name="connsiteY9-2468" fmla="*/ 2529434 h 2529434"/>
              <a:gd name="connsiteX10-2469" fmla="*/ 1939290 w 2563018"/>
              <a:gd name="connsiteY10-2470" fmla="*/ 2529385 h 2529434"/>
              <a:gd name="connsiteX11-2471" fmla="*/ 646430 w 2563018"/>
              <a:gd name="connsiteY11-2472" fmla="*/ 2529385 h 2529434"/>
              <a:gd name="connsiteX12-2473" fmla="*/ 646430 w 2563018"/>
              <a:gd name="connsiteY12-2474" fmla="*/ 2529385 h 2529434"/>
              <a:gd name="connsiteX13-2475" fmla="*/ 646430 w 2563018"/>
              <a:gd name="connsiteY13-2476" fmla="*/ 1065583 h 2529434"/>
              <a:gd name="connsiteX14-2477" fmla="*/ 646430 w 2563018"/>
              <a:gd name="connsiteY14-2478" fmla="*/ 1065632 h 2529434"/>
              <a:gd name="connsiteX15-2479" fmla="*/ 0 w 2563018"/>
              <a:gd name="connsiteY15-2480" fmla="*/ 1065632 h 2529434"/>
              <a:gd name="connsiteX16-2481" fmla="*/ 23342 w 2563018"/>
              <a:gd name="connsiteY16-2482" fmla="*/ 1057227 h 2529434"/>
              <a:gd name="connsiteX0-2483" fmla="*/ 23342 w 2563018"/>
              <a:gd name="connsiteY0-2484" fmla="*/ 1057227 h 2529434"/>
              <a:gd name="connsiteX1-2485" fmla="*/ 27197 w 2563018"/>
              <a:gd name="connsiteY1-2486" fmla="*/ 1043139 h 2529434"/>
              <a:gd name="connsiteX2-2487" fmla="*/ 1284810 w 2563018"/>
              <a:gd name="connsiteY2-2488" fmla="*/ 3028 h 2529434"/>
              <a:gd name="connsiteX3-2489" fmla="*/ 1300955 w 2563018"/>
              <a:gd name="connsiteY3-2490" fmla="*/ 3064 h 2529434"/>
              <a:gd name="connsiteX4-2491" fmla="*/ 2558568 w 2563018"/>
              <a:gd name="connsiteY4-2492" fmla="*/ 1043175 h 2529434"/>
              <a:gd name="connsiteX5-2493" fmla="*/ 2562377 w 2563018"/>
              <a:gd name="connsiteY5-2494" fmla="*/ 1057231 h 2529434"/>
              <a:gd name="connsiteX6-2495" fmla="*/ 2550427 w 2563018"/>
              <a:gd name="connsiteY6-2496" fmla="*/ 1065631 h 2529434"/>
              <a:gd name="connsiteX7-2497" fmla="*/ 1951990 w 2563018"/>
              <a:gd name="connsiteY7-2498" fmla="*/ 1065631 h 2529434"/>
              <a:gd name="connsiteX8-2499" fmla="*/ 1939290 w 2563018"/>
              <a:gd name="connsiteY8-2500" fmla="*/ 1065632 h 2529434"/>
              <a:gd name="connsiteX9-2501" fmla="*/ 1939290 w 2563018"/>
              <a:gd name="connsiteY9-2502" fmla="*/ 2529434 h 2529434"/>
              <a:gd name="connsiteX10-2503" fmla="*/ 1939290 w 2563018"/>
              <a:gd name="connsiteY10-2504" fmla="*/ 2529385 h 2529434"/>
              <a:gd name="connsiteX11-2505" fmla="*/ 646430 w 2563018"/>
              <a:gd name="connsiteY11-2506" fmla="*/ 2529385 h 2529434"/>
              <a:gd name="connsiteX12-2507" fmla="*/ 646430 w 2563018"/>
              <a:gd name="connsiteY12-2508" fmla="*/ 2529385 h 2529434"/>
              <a:gd name="connsiteX13-2509" fmla="*/ 646430 w 2563018"/>
              <a:gd name="connsiteY13-2510" fmla="*/ 1065583 h 2529434"/>
              <a:gd name="connsiteX14-2511" fmla="*/ 646430 w 2563018"/>
              <a:gd name="connsiteY14-2512" fmla="*/ 1065632 h 2529434"/>
              <a:gd name="connsiteX15-2513" fmla="*/ 0 w 2563018"/>
              <a:gd name="connsiteY15-2514" fmla="*/ 1065632 h 2529434"/>
              <a:gd name="connsiteX16-2515" fmla="*/ 23342 w 2563018"/>
              <a:gd name="connsiteY16-2516" fmla="*/ 1057227 h 2529434"/>
              <a:gd name="connsiteX0-2517" fmla="*/ 23342 w 2563018"/>
              <a:gd name="connsiteY0-2518" fmla="*/ 1057227 h 2529434"/>
              <a:gd name="connsiteX1-2519" fmla="*/ 27197 w 2563018"/>
              <a:gd name="connsiteY1-2520" fmla="*/ 1043139 h 2529434"/>
              <a:gd name="connsiteX2-2521" fmla="*/ 1284810 w 2563018"/>
              <a:gd name="connsiteY2-2522" fmla="*/ 3028 h 2529434"/>
              <a:gd name="connsiteX3-2523" fmla="*/ 1300955 w 2563018"/>
              <a:gd name="connsiteY3-2524" fmla="*/ 3064 h 2529434"/>
              <a:gd name="connsiteX4-2525" fmla="*/ 2558568 w 2563018"/>
              <a:gd name="connsiteY4-2526" fmla="*/ 1043175 h 2529434"/>
              <a:gd name="connsiteX5-2527" fmla="*/ 2562377 w 2563018"/>
              <a:gd name="connsiteY5-2528" fmla="*/ 1057231 h 2529434"/>
              <a:gd name="connsiteX6-2529" fmla="*/ 2550427 w 2563018"/>
              <a:gd name="connsiteY6-2530" fmla="*/ 1065631 h 2529434"/>
              <a:gd name="connsiteX7-2531" fmla="*/ 1951990 w 2563018"/>
              <a:gd name="connsiteY7-2532" fmla="*/ 1065631 h 2529434"/>
              <a:gd name="connsiteX8-2533" fmla="*/ 1939290 w 2563018"/>
              <a:gd name="connsiteY8-2534" fmla="*/ 1078331 h 2529434"/>
              <a:gd name="connsiteX9-2535" fmla="*/ 1939290 w 2563018"/>
              <a:gd name="connsiteY9-2536" fmla="*/ 2529434 h 2529434"/>
              <a:gd name="connsiteX10-2537" fmla="*/ 1939290 w 2563018"/>
              <a:gd name="connsiteY10-2538" fmla="*/ 2529385 h 2529434"/>
              <a:gd name="connsiteX11-2539" fmla="*/ 646430 w 2563018"/>
              <a:gd name="connsiteY11-2540" fmla="*/ 2529385 h 2529434"/>
              <a:gd name="connsiteX12-2541" fmla="*/ 646430 w 2563018"/>
              <a:gd name="connsiteY12-2542" fmla="*/ 2529385 h 2529434"/>
              <a:gd name="connsiteX13-2543" fmla="*/ 646430 w 2563018"/>
              <a:gd name="connsiteY13-2544" fmla="*/ 1065583 h 2529434"/>
              <a:gd name="connsiteX14-2545" fmla="*/ 646430 w 2563018"/>
              <a:gd name="connsiteY14-2546" fmla="*/ 1065632 h 2529434"/>
              <a:gd name="connsiteX15-2547" fmla="*/ 0 w 2563018"/>
              <a:gd name="connsiteY15-2548" fmla="*/ 1065632 h 2529434"/>
              <a:gd name="connsiteX16-2549" fmla="*/ 23342 w 2563018"/>
              <a:gd name="connsiteY16-2550" fmla="*/ 1057227 h 2529434"/>
              <a:gd name="connsiteX0-2551" fmla="*/ 23342 w 2563018"/>
              <a:gd name="connsiteY0-2552" fmla="*/ 1057227 h 2529434"/>
              <a:gd name="connsiteX1-2553" fmla="*/ 27197 w 2563018"/>
              <a:gd name="connsiteY1-2554" fmla="*/ 1043139 h 2529434"/>
              <a:gd name="connsiteX2-2555" fmla="*/ 1284810 w 2563018"/>
              <a:gd name="connsiteY2-2556" fmla="*/ 3028 h 2529434"/>
              <a:gd name="connsiteX3-2557" fmla="*/ 1300955 w 2563018"/>
              <a:gd name="connsiteY3-2558" fmla="*/ 3064 h 2529434"/>
              <a:gd name="connsiteX4-2559" fmla="*/ 2558568 w 2563018"/>
              <a:gd name="connsiteY4-2560" fmla="*/ 1043175 h 2529434"/>
              <a:gd name="connsiteX5-2561" fmla="*/ 2562377 w 2563018"/>
              <a:gd name="connsiteY5-2562" fmla="*/ 1057231 h 2529434"/>
              <a:gd name="connsiteX6-2563" fmla="*/ 2550427 w 2563018"/>
              <a:gd name="connsiteY6-2564" fmla="*/ 1065631 h 2529434"/>
              <a:gd name="connsiteX7-2565" fmla="*/ 1951990 w 2563018"/>
              <a:gd name="connsiteY7-2566" fmla="*/ 1065631 h 2529434"/>
              <a:gd name="connsiteX8-2567" fmla="*/ 1939290 w 2563018"/>
              <a:gd name="connsiteY8-2568" fmla="*/ 1078331 h 2529434"/>
              <a:gd name="connsiteX9-2569" fmla="*/ 1939290 w 2563018"/>
              <a:gd name="connsiteY9-2570" fmla="*/ 2529434 h 2529434"/>
              <a:gd name="connsiteX10-2571" fmla="*/ 1939290 w 2563018"/>
              <a:gd name="connsiteY10-2572" fmla="*/ 2529385 h 2529434"/>
              <a:gd name="connsiteX11-2573" fmla="*/ 646430 w 2563018"/>
              <a:gd name="connsiteY11-2574" fmla="*/ 2529385 h 2529434"/>
              <a:gd name="connsiteX12-2575" fmla="*/ 646430 w 2563018"/>
              <a:gd name="connsiteY12-2576" fmla="*/ 2529385 h 2529434"/>
              <a:gd name="connsiteX13-2577" fmla="*/ 646430 w 2563018"/>
              <a:gd name="connsiteY13-2578" fmla="*/ 1065583 h 2529434"/>
              <a:gd name="connsiteX14-2579" fmla="*/ 646430 w 2563018"/>
              <a:gd name="connsiteY14-2580" fmla="*/ 1065632 h 2529434"/>
              <a:gd name="connsiteX15-2581" fmla="*/ 0 w 2563018"/>
              <a:gd name="connsiteY15-2582" fmla="*/ 1065632 h 2529434"/>
              <a:gd name="connsiteX16-2583" fmla="*/ 23342 w 2563018"/>
              <a:gd name="connsiteY16-2584" fmla="*/ 1057227 h 2529434"/>
              <a:gd name="connsiteX0-2585" fmla="*/ 23342 w 2563018"/>
              <a:gd name="connsiteY0-2586" fmla="*/ 1057227 h 2529434"/>
              <a:gd name="connsiteX1-2587" fmla="*/ 27197 w 2563018"/>
              <a:gd name="connsiteY1-2588" fmla="*/ 1043139 h 2529434"/>
              <a:gd name="connsiteX2-2589" fmla="*/ 1284810 w 2563018"/>
              <a:gd name="connsiteY2-2590" fmla="*/ 3028 h 2529434"/>
              <a:gd name="connsiteX3-2591" fmla="*/ 1300955 w 2563018"/>
              <a:gd name="connsiteY3-2592" fmla="*/ 3064 h 2529434"/>
              <a:gd name="connsiteX4-2593" fmla="*/ 2558568 w 2563018"/>
              <a:gd name="connsiteY4-2594" fmla="*/ 1043175 h 2529434"/>
              <a:gd name="connsiteX5-2595" fmla="*/ 2562377 w 2563018"/>
              <a:gd name="connsiteY5-2596" fmla="*/ 1057231 h 2529434"/>
              <a:gd name="connsiteX6-2597" fmla="*/ 2550427 w 2563018"/>
              <a:gd name="connsiteY6-2598" fmla="*/ 1065631 h 2529434"/>
              <a:gd name="connsiteX7-2599" fmla="*/ 1951990 w 2563018"/>
              <a:gd name="connsiteY7-2600" fmla="*/ 1065631 h 2529434"/>
              <a:gd name="connsiteX8-2601" fmla="*/ 1939290 w 2563018"/>
              <a:gd name="connsiteY8-2602" fmla="*/ 1078331 h 2529434"/>
              <a:gd name="connsiteX9-2603" fmla="*/ 1939290 w 2563018"/>
              <a:gd name="connsiteY9-2604" fmla="*/ 2529434 h 2529434"/>
              <a:gd name="connsiteX10-2605" fmla="*/ 1939290 w 2563018"/>
              <a:gd name="connsiteY10-2606" fmla="*/ 2529385 h 2529434"/>
              <a:gd name="connsiteX11-2607" fmla="*/ 646430 w 2563018"/>
              <a:gd name="connsiteY11-2608" fmla="*/ 2529385 h 2529434"/>
              <a:gd name="connsiteX12-2609" fmla="*/ 646430 w 2563018"/>
              <a:gd name="connsiteY12-2610" fmla="*/ 2529385 h 2529434"/>
              <a:gd name="connsiteX13-2611" fmla="*/ 646430 w 2563018"/>
              <a:gd name="connsiteY13-2612" fmla="*/ 1065583 h 2529434"/>
              <a:gd name="connsiteX14-2613" fmla="*/ 646430 w 2563018"/>
              <a:gd name="connsiteY14-2614" fmla="*/ 1065632 h 2529434"/>
              <a:gd name="connsiteX15-2615" fmla="*/ 0 w 2563018"/>
              <a:gd name="connsiteY15-2616" fmla="*/ 1065632 h 2529434"/>
              <a:gd name="connsiteX16-2617" fmla="*/ 23342 w 2563018"/>
              <a:gd name="connsiteY16-2618" fmla="*/ 1057227 h 2529434"/>
              <a:gd name="connsiteX0-2619" fmla="*/ 23342 w 2563018"/>
              <a:gd name="connsiteY0-2620" fmla="*/ 1057227 h 2529385"/>
              <a:gd name="connsiteX1-2621" fmla="*/ 27197 w 2563018"/>
              <a:gd name="connsiteY1-2622" fmla="*/ 1043139 h 2529385"/>
              <a:gd name="connsiteX2-2623" fmla="*/ 1284810 w 2563018"/>
              <a:gd name="connsiteY2-2624" fmla="*/ 3028 h 2529385"/>
              <a:gd name="connsiteX3-2625" fmla="*/ 1300955 w 2563018"/>
              <a:gd name="connsiteY3-2626" fmla="*/ 3064 h 2529385"/>
              <a:gd name="connsiteX4-2627" fmla="*/ 2558568 w 2563018"/>
              <a:gd name="connsiteY4-2628" fmla="*/ 1043175 h 2529385"/>
              <a:gd name="connsiteX5-2629" fmla="*/ 2562377 w 2563018"/>
              <a:gd name="connsiteY5-2630" fmla="*/ 1057231 h 2529385"/>
              <a:gd name="connsiteX6-2631" fmla="*/ 2550427 w 2563018"/>
              <a:gd name="connsiteY6-2632" fmla="*/ 1065631 h 2529385"/>
              <a:gd name="connsiteX7-2633" fmla="*/ 1951990 w 2563018"/>
              <a:gd name="connsiteY7-2634" fmla="*/ 1065631 h 2529385"/>
              <a:gd name="connsiteX8-2635" fmla="*/ 1939290 w 2563018"/>
              <a:gd name="connsiteY8-2636" fmla="*/ 1078331 h 2529385"/>
              <a:gd name="connsiteX9-2637" fmla="*/ 1939290 w 2563018"/>
              <a:gd name="connsiteY9-2638" fmla="*/ 2516733 h 2529385"/>
              <a:gd name="connsiteX10-2639" fmla="*/ 1939290 w 2563018"/>
              <a:gd name="connsiteY10-2640" fmla="*/ 2529385 h 2529385"/>
              <a:gd name="connsiteX11-2641" fmla="*/ 646430 w 2563018"/>
              <a:gd name="connsiteY11-2642" fmla="*/ 2529385 h 2529385"/>
              <a:gd name="connsiteX12-2643" fmla="*/ 646430 w 2563018"/>
              <a:gd name="connsiteY12-2644" fmla="*/ 2529385 h 2529385"/>
              <a:gd name="connsiteX13-2645" fmla="*/ 646430 w 2563018"/>
              <a:gd name="connsiteY13-2646" fmla="*/ 1065583 h 2529385"/>
              <a:gd name="connsiteX14-2647" fmla="*/ 646430 w 2563018"/>
              <a:gd name="connsiteY14-2648" fmla="*/ 1065632 h 2529385"/>
              <a:gd name="connsiteX15-2649" fmla="*/ 0 w 2563018"/>
              <a:gd name="connsiteY15-2650" fmla="*/ 1065632 h 2529385"/>
              <a:gd name="connsiteX16-2651" fmla="*/ 23342 w 2563018"/>
              <a:gd name="connsiteY16-2652" fmla="*/ 1057227 h 2529385"/>
              <a:gd name="connsiteX0-2653" fmla="*/ 23342 w 2563018"/>
              <a:gd name="connsiteY0-2654" fmla="*/ 1057227 h 2529385"/>
              <a:gd name="connsiteX1-2655" fmla="*/ 27197 w 2563018"/>
              <a:gd name="connsiteY1-2656" fmla="*/ 1043139 h 2529385"/>
              <a:gd name="connsiteX2-2657" fmla="*/ 1284810 w 2563018"/>
              <a:gd name="connsiteY2-2658" fmla="*/ 3028 h 2529385"/>
              <a:gd name="connsiteX3-2659" fmla="*/ 1300955 w 2563018"/>
              <a:gd name="connsiteY3-2660" fmla="*/ 3064 h 2529385"/>
              <a:gd name="connsiteX4-2661" fmla="*/ 2558568 w 2563018"/>
              <a:gd name="connsiteY4-2662" fmla="*/ 1043175 h 2529385"/>
              <a:gd name="connsiteX5-2663" fmla="*/ 2562377 w 2563018"/>
              <a:gd name="connsiteY5-2664" fmla="*/ 1057231 h 2529385"/>
              <a:gd name="connsiteX6-2665" fmla="*/ 2550427 w 2563018"/>
              <a:gd name="connsiteY6-2666" fmla="*/ 1065631 h 2529385"/>
              <a:gd name="connsiteX7-2667" fmla="*/ 1951990 w 2563018"/>
              <a:gd name="connsiteY7-2668" fmla="*/ 1065631 h 2529385"/>
              <a:gd name="connsiteX8-2669" fmla="*/ 1939290 w 2563018"/>
              <a:gd name="connsiteY8-2670" fmla="*/ 1078331 h 2529385"/>
              <a:gd name="connsiteX9-2671" fmla="*/ 1939290 w 2563018"/>
              <a:gd name="connsiteY9-2672" fmla="*/ 2516733 h 2529385"/>
              <a:gd name="connsiteX10-2673" fmla="*/ 1939290 w 2563018"/>
              <a:gd name="connsiteY10-2674" fmla="*/ 2529385 h 2529385"/>
              <a:gd name="connsiteX11-2675" fmla="*/ 646430 w 2563018"/>
              <a:gd name="connsiteY11-2676" fmla="*/ 2529385 h 2529385"/>
              <a:gd name="connsiteX12-2677" fmla="*/ 646430 w 2563018"/>
              <a:gd name="connsiteY12-2678" fmla="*/ 2529385 h 2529385"/>
              <a:gd name="connsiteX13-2679" fmla="*/ 646430 w 2563018"/>
              <a:gd name="connsiteY13-2680" fmla="*/ 1065583 h 2529385"/>
              <a:gd name="connsiteX14-2681" fmla="*/ 646430 w 2563018"/>
              <a:gd name="connsiteY14-2682" fmla="*/ 1065632 h 2529385"/>
              <a:gd name="connsiteX15-2683" fmla="*/ 0 w 2563018"/>
              <a:gd name="connsiteY15-2684" fmla="*/ 1065632 h 2529385"/>
              <a:gd name="connsiteX16-2685" fmla="*/ 23342 w 2563018"/>
              <a:gd name="connsiteY16-2686" fmla="*/ 1057227 h 2529385"/>
              <a:gd name="connsiteX0-2687" fmla="*/ 23342 w 2563018"/>
              <a:gd name="connsiteY0-2688" fmla="*/ 1057227 h 2529385"/>
              <a:gd name="connsiteX1-2689" fmla="*/ 27197 w 2563018"/>
              <a:gd name="connsiteY1-2690" fmla="*/ 1043139 h 2529385"/>
              <a:gd name="connsiteX2-2691" fmla="*/ 1284810 w 2563018"/>
              <a:gd name="connsiteY2-2692" fmla="*/ 3028 h 2529385"/>
              <a:gd name="connsiteX3-2693" fmla="*/ 1300955 w 2563018"/>
              <a:gd name="connsiteY3-2694" fmla="*/ 3064 h 2529385"/>
              <a:gd name="connsiteX4-2695" fmla="*/ 2558568 w 2563018"/>
              <a:gd name="connsiteY4-2696" fmla="*/ 1043175 h 2529385"/>
              <a:gd name="connsiteX5-2697" fmla="*/ 2562377 w 2563018"/>
              <a:gd name="connsiteY5-2698" fmla="*/ 1057231 h 2529385"/>
              <a:gd name="connsiteX6-2699" fmla="*/ 2550427 w 2563018"/>
              <a:gd name="connsiteY6-2700" fmla="*/ 1065631 h 2529385"/>
              <a:gd name="connsiteX7-2701" fmla="*/ 1951990 w 2563018"/>
              <a:gd name="connsiteY7-2702" fmla="*/ 1065631 h 2529385"/>
              <a:gd name="connsiteX8-2703" fmla="*/ 1939290 w 2563018"/>
              <a:gd name="connsiteY8-2704" fmla="*/ 1078331 h 2529385"/>
              <a:gd name="connsiteX9-2705" fmla="*/ 1939290 w 2563018"/>
              <a:gd name="connsiteY9-2706" fmla="*/ 2516733 h 2529385"/>
              <a:gd name="connsiteX10-2707" fmla="*/ 1939290 w 2563018"/>
              <a:gd name="connsiteY10-2708" fmla="*/ 2529385 h 2529385"/>
              <a:gd name="connsiteX11-2709" fmla="*/ 646430 w 2563018"/>
              <a:gd name="connsiteY11-2710" fmla="*/ 2529385 h 2529385"/>
              <a:gd name="connsiteX12-2711" fmla="*/ 646430 w 2563018"/>
              <a:gd name="connsiteY12-2712" fmla="*/ 2529385 h 2529385"/>
              <a:gd name="connsiteX13-2713" fmla="*/ 646430 w 2563018"/>
              <a:gd name="connsiteY13-2714" fmla="*/ 1065583 h 2529385"/>
              <a:gd name="connsiteX14-2715" fmla="*/ 646430 w 2563018"/>
              <a:gd name="connsiteY14-2716" fmla="*/ 1065632 h 2529385"/>
              <a:gd name="connsiteX15-2717" fmla="*/ 0 w 2563018"/>
              <a:gd name="connsiteY15-2718" fmla="*/ 1065632 h 2529385"/>
              <a:gd name="connsiteX16-2719" fmla="*/ 23342 w 2563018"/>
              <a:gd name="connsiteY16-2720" fmla="*/ 1057227 h 2529385"/>
              <a:gd name="connsiteX0-2721" fmla="*/ 23342 w 2563018"/>
              <a:gd name="connsiteY0-2722" fmla="*/ 1057227 h 2529385"/>
              <a:gd name="connsiteX1-2723" fmla="*/ 27197 w 2563018"/>
              <a:gd name="connsiteY1-2724" fmla="*/ 1043139 h 2529385"/>
              <a:gd name="connsiteX2-2725" fmla="*/ 1284810 w 2563018"/>
              <a:gd name="connsiteY2-2726" fmla="*/ 3028 h 2529385"/>
              <a:gd name="connsiteX3-2727" fmla="*/ 1300955 w 2563018"/>
              <a:gd name="connsiteY3-2728" fmla="*/ 3064 h 2529385"/>
              <a:gd name="connsiteX4-2729" fmla="*/ 2558568 w 2563018"/>
              <a:gd name="connsiteY4-2730" fmla="*/ 1043175 h 2529385"/>
              <a:gd name="connsiteX5-2731" fmla="*/ 2562377 w 2563018"/>
              <a:gd name="connsiteY5-2732" fmla="*/ 1057231 h 2529385"/>
              <a:gd name="connsiteX6-2733" fmla="*/ 2550427 w 2563018"/>
              <a:gd name="connsiteY6-2734" fmla="*/ 1065631 h 2529385"/>
              <a:gd name="connsiteX7-2735" fmla="*/ 1951990 w 2563018"/>
              <a:gd name="connsiteY7-2736" fmla="*/ 1065631 h 2529385"/>
              <a:gd name="connsiteX8-2737" fmla="*/ 1939290 w 2563018"/>
              <a:gd name="connsiteY8-2738" fmla="*/ 1078331 h 2529385"/>
              <a:gd name="connsiteX9-2739" fmla="*/ 1939290 w 2563018"/>
              <a:gd name="connsiteY9-2740" fmla="*/ 2516733 h 2529385"/>
              <a:gd name="connsiteX10-2741" fmla="*/ 1926590 w 2563018"/>
              <a:gd name="connsiteY10-2742" fmla="*/ 2529385 h 2529385"/>
              <a:gd name="connsiteX11-2743" fmla="*/ 646430 w 2563018"/>
              <a:gd name="connsiteY11-2744" fmla="*/ 2529385 h 2529385"/>
              <a:gd name="connsiteX12-2745" fmla="*/ 646430 w 2563018"/>
              <a:gd name="connsiteY12-2746" fmla="*/ 2529385 h 2529385"/>
              <a:gd name="connsiteX13-2747" fmla="*/ 646430 w 2563018"/>
              <a:gd name="connsiteY13-2748" fmla="*/ 1065583 h 2529385"/>
              <a:gd name="connsiteX14-2749" fmla="*/ 646430 w 2563018"/>
              <a:gd name="connsiteY14-2750" fmla="*/ 1065632 h 2529385"/>
              <a:gd name="connsiteX15-2751" fmla="*/ 0 w 2563018"/>
              <a:gd name="connsiteY15-2752" fmla="*/ 1065632 h 2529385"/>
              <a:gd name="connsiteX16-2753" fmla="*/ 23342 w 2563018"/>
              <a:gd name="connsiteY16-2754" fmla="*/ 1057227 h 2529385"/>
              <a:gd name="connsiteX0-2755" fmla="*/ 23342 w 2563018"/>
              <a:gd name="connsiteY0-2756" fmla="*/ 1057227 h 2529385"/>
              <a:gd name="connsiteX1-2757" fmla="*/ 27197 w 2563018"/>
              <a:gd name="connsiteY1-2758" fmla="*/ 1043139 h 2529385"/>
              <a:gd name="connsiteX2-2759" fmla="*/ 1284810 w 2563018"/>
              <a:gd name="connsiteY2-2760" fmla="*/ 3028 h 2529385"/>
              <a:gd name="connsiteX3-2761" fmla="*/ 1300955 w 2563018"/>
              <a:gd name="connsiteY3-2762" fmla="*/ 3064 h 2529385"/>
              <a:gd name="connsiteX4-2763" fmla="*/ 2558568 w 2563018"/>
              <a:gd name="connsiteY4-2764" fmla="*/ 1043175 h 2529385"/>
              <a:gd name="connsiteX5-2765" fmla="*/ 2562377 w 2563018"/>
              <a:gd name="connsiteY5-2766" fmla="*/ 1057231 h 2529385"/>
              <a:gd name="connsiteX6-2767" fmla="*/ 2550427 w 2563018"/>
              <a:gd name="connsiteY6-2768" fmla="*/ 1065631 h 2529385"/>
              <a:gd name="connsiteX7-2769" fmla="*/ 1951990 w 2563018"/>
              <a:gd name="connsiteY7-2770" fmla="*/ 1065631 h 2529385"/>
              <a:gd name="connsiteX8-2771" fmla="*/ 1939290 w 2563018"/>
              <a:gd name="connsiteY8-2772" fmla="*/ 1078331 h 2529385"/>
              <a:gd name="connsiteX9-2773" fmla="*/ 1939290 w 2563018"/>
              <a:gd name="connsiteY9-2774" fmla="*/ 2516733 h 2529385"/>
              <a:gd name="connsiteX10-2775" fmla="*/ 1926590 w 2563018"/>
              <a:gd name="connsiteY10-2776" fmla="*/ 2529385 h 2529385"/>
              <a:gd name="connsiteX11-2777" fmla="*/ 646430 w 2563018"/>
              <a:gd name="connsiteY11-2778" fmla="*/ 2529385 h 2529385"/>
              <a:gd name="connsiteX12-2779" fmla="*/ 646430 w 2563018"/>
              <a:gd name="connsiteY12-2780" fmla="*/ 2529385 h 2529385"/>
              <a:gd name="connsiteX13-2781" fmla="*/ 646430 w 2563018"/>
              <a:gd name="connsiteY13-2782" fmla="*/ 1065583 h 2529385"/>
              <a:gd name="connsiteX14-2783" fmla="*/ 646430 w 2563018"/>
              <a:gd name="connsiteY14-2784" fmla="*/ 1065632 h 2529385"/>
              <a:gd name="connsiteX15-2785" fmla="*/ 0 w 2563018"/>
              <a:gd name="connsiteY15-2786" fmla="*/ 1065632 h 2529385"/>
              <a:gd name="connsiteX16-2787" fmla="*/ 23342 w 2563018"/>
              <a:gd name="connsiteY16-2788" fmla="*/ 1057227 h 2529385"/>
              <a:gd name="connsiteX0-2789" fmla="*/ 23342 w 2563018"/>
              <a:gd name="connsiteY0-2790" fmla="*/ 1057227 h 2529385"/>
              <a:gd name="connsiteX1-2791" fmla="*/ 27197 w 2563018"/>
              <a:gd name="connsiteY1-2792" fmla="*/ 1043139 h 2529385"/>
              <a:gd name="connsiteX2-2793" fmla="*/ 1284810 w 2563018"/>
              <a:gd name="connsiteY2-2794" fmla="*/ 3028 h 2529385"/>
              <a:gd name="connsiteX3-2795" fmla="*/ 1300955 w 2563018"/>
              <a:gd name="connsiteY3-2796" fmla="*/ 3064 h 2529385"/>
              <a:gd name="connsiteX4-2797" fmla="*/ 2558568 w 2563018"/>
              <a:gd name="connsiteY4-2798" fmla="*/ 1043175 h 2529385"/>
              <a:gd name="connsiteX5-2799" fmla="*/ 2562377 w 2563018"/>
              <a:gd name="connsiteY5-2800" fmla="*/ 1057231 h 2529385"/>
              <a:gd name="connsiteX6-2801" fmla="*/ 2550427 w 2563018"/>
              <a:gd name="connsiteY6-2802" fmla="*/ 1065631 h 2529385"/>
              <a:gd name="connsiteX7-2803" fmla="*/ 1951990 w 2563018"/>
              <a:gd name="connsiteY7-2804" fmla="*/ 1065631 h 2529385"/>
              <a:gd name="connsiteX8-2805" fmla="*/ 1939290 w 2563018"/>
              <a:gd name="connsiteY8-2806" fmla="*/ 1078331 h 2529385"/>
              <a:gd name="connsiteX9-2807" fmla="*/ 1939290 w 2563018"/>
              <a:gd name="connsiteY9-2808" fmla="*/ 2516733 h 2529385"/>
              <a:gd name="connsiteX10-2809" fmla="*/ 1926590 w 2563018"/>
              <a:gd name="connsiteY10-2810" fmla="*/ 2529385 h 2529385"/>
              <a:gd name="connsiteX11-2811" fmla="*/ 646430 w 2563018"/>
              <a:gd name="connsiteY11-2812" fmla="*/ 2529385 h 2529385"/>
              <a:gd name="connsiteX12-2813" fmla="*/ 646430 w 2563018"/>
              <a:gd name="connsiteY12-2814" fmla="*/ 2529385 h 2529385"/>
              <a:gd name="connsiteX13-2815" fmla="*/ 646430 w 2563018"/>
              <a:gd name="connsiteY13-2816" fmla="*/ 1065583 h 2529385"/>
              <a:gd name="connsiteX14-2817" fmla="*/ 646430 w 2563018"/>
              <a:gd name="connsiteY14-2818" fmla="*/ 1065632 h 2529385"/>
              <a:gd name="connsiteX15-2819" fmla="*/ 0 w 2563018"/>
              <a:gd name="connsiteY15-2820" fmla="*/ 1065632 h 2529385"/>
              <a:gd name="connsiteX16-2821" fmla="*/ 23342 w 2563018"/>
              <a:gd name="connsiteY16-2822" fmla="*/ 1057227 h 2529385"/>
              <a:gd name="connsiteX0-2823" fmla="*/ 23342 w 2563018"/>
              <a:gd name="connsiteY0-2824" fmla="*/ 1057227 h 2529385"/>
              <a:gd name="connsiteX1-2825" fmla="*/ 27197 w 2563018"/>
              <a:gd name="connsiteY1-2826" fmla="*/ 1043139 h 2529385"/>
              <a:gd name="connsiteX2-2827" fmla="*/ 1284810 w 2563018"/>
              <a:gd name="connsiteY2-2828" fmla="*/ 3028 h 2529385"/>
              <a:gd name="connsiteX3-2829" fmla="*/ 1300955 w 2563018"/>
              <a:gd name="connsiteY3-2830" fmla="*/ 3064 h 2529385"/>
              <a:gd name="connsiteX4-2831" fmla="*/ 2558568 w 2563018"/>
              <a:gd name="connsiteY4-2832" fmla="*/ 1043175 h 2529385"/>
              <a:gd name="connsiteX5-2833" fmla="*/ 2562377 w 2563018"/>
              <a:gd name="connsiteY5-2834" fmla="*/ 1057231 h 2529385"/>
              <a:gd name="connsiteX6-2835" fmla="*/ 2550427 w 2563018"/>
              <a:gd name="connsiteY6-2836" fmla="*/ 1065631 h 2529385"/>
              <a:gd name="connsiteX7-2837" fmla="*/ 1951990 w 2563018"/>
              <a:gd name="connsiteY7-2838" fmla="*/ 1065631 h 2529385"/>
              <a:gd name="connsiteX8-2839" fmla="*/ 1939290 w 2563018"/>
              <a:gd name="connsiteY8-2840" fmla="*/ 1078331 h 2529385"/>
              <a:gd name="connsiteX9-2841" fmla="*/ 1939290 w 2563018"/>
              <a:gd name="connsiteY9-2842" fmla="*/ 2516733 h 2529385"/>
              <a:gd name="connsiteX10-2843" fmla="*/ 1926590 w 2563018"/>
              <a:gd name="connsiteY10-2844" fmla="*/ 2529385 h 2529385"/>
              <a:gd name="connsiteX11-2845" fmla="*/ 659130 w 2563018"/>
              <a:gd name="connsiteY11-2846" fmla="*/ 2529385 h 2529385"/>
              <a:gd name="connsiteX12-2847" fmla="*/ 646430 w 2563018"/>
              <a:gd name="connsiteY12-2848" fmla="*/ 2529385 h 2529385"/>
              <a:gd name="connsiteX13-2849" fmla="*/ 646430 w 2563018"/>
              <a:gd name="connsiteY13-2850" fmla="*/ 1065583 h 2529385"/>
              <a:gd name="connsiteX14-2851" fmla="*/ 646430 w 2563018"/>
              <a:gd name="connsiteY14-2852" fmla="*/ 1065632 h 2529385"/>
              <a:gd name="connsiteX15-2853" fmla="*/ 0 w 2563018"/>
              <a:gd name="connsiteY15-2854" fmla="*/ 1065632 h 2529385"/>
              <a:gd name="connsiteX16-2855" fmla="*/ 23342 w 2563018"/>
              <a:gd name="connsiteY16-2856" fmla="*/ 1057227 h 2529385"/>
              <a:gd name="connsiteX0-2857" fmla="*/ 23342 w 2563018"/>
              <a:gd name="connsiteY0-2858" fmla="*/ 1057227 h 2529385"/>
              <a:gd name="connsiteX1-2859" fmla="*/ 27197 w 2563018"/>
              <a:gd name="connsiteY1-2860" fmla="*/ 1043139 h 2529385"/>
              <a:gd name="connsiteX2-2861" fmla="*/ 1284810 w 2563018"/>
              <a:gd name="connsiteY2-2862" fmla="*/ 3028 h 2529385"/>
              <a:gd name="connsiteX3-2863" fmla="*/ 1300955 w 2563018"/>
              <a:gd name="connsiteY3-2864" fmla="*/ 3064 h 2529385"/>
              <a:gd name="connsiteX4-2865" fmla="*/ 2558568 w 2563018"/>
              <a:gd name="connsiteY4-2866" fmla="*/ 1043175 h 2529385"/>
              <a:gd name="connsiteX5-2867" fmla="*/ 2562377 w 2563018"/>
              <a:gd name="connsiteY5-2868" fmla="*/ 1057231 h 2529385"/>
              <a:gd name="connsiteX6-2869" fmla="*/ 2550427 w 2563018"/>
              <a:gd name="connsiteY6-2870" fmla="*/ 1065631 h 2529385"/>
              <a:gd name="connsiteX7-2871" fmla="*/ 1951990 w 2563018"/>
              <a:gd name="connsiteY7-2872" fmla="*/ 1065631 h 2529385"/>
              <a:gd name="connsiteX8-2873" fmla="*/ 1939290 w 2563018"/>
              <a:gd name="connsiteY8-2874" fmla="*/ 1078331 h 2529385"/>
              <a:gd name="connsiteX9-2875" fmla="*/ 1939290 w 2563018"/>
              <a:gd name="connsiteY9-2876" fmla="*/ 2516733 h 2529385"/>
              <a:gd name="connsiteX10-2877" fmla="*/ 1926590 w 2563018"/>
              <a:gd name="connsiteY10-2878" fmla="*/ 2529385 h 2529385"/>
              <a:gd name="connsiteX11-2879" fmla="*/ 659130 w 2563018"/>
              <a:gd name="connsiteY11-2880" fmla="*/ 2529385 h 2529385"/>
              <a:gd name="connsiteX12-2881" fmla="*/ 646430 w 2563018"/>
              <a:gd name="connsiteY12-2882" fmla="*/ 2529385 h 2529385"/>
              <a:gd name="connsiteX13-2883" fmla="*/ 646430 w 2563018"/>
              <a:gd name="connsiteY13-2884" fmla="*/ 1065583 h 2529385"/>
              <a:gd name="connsiteX14-2885" fmla="*/ 646430 w 2563018"/>
              <a:gd name="connsiteY14-2886" fmla="*/ 1065632 h 2529385"/>
              <a:gd name="connsiteX15-2887" fmla="*/ 0 w 2563018"/>
              <a:gd name="connsiteY15-2888" fmla="*/ 1065632 h 2529385"/>
              <a:gd name="connsiteX16-2889" fmla="*/ 23342 w 2563018"/>
              <a:gd name="connsiteY16-2890" fmla="*/ 1057227 h 2529385"/>
              <a:gd name="connsiteX0-2891" fmla="*/ 23342 w 2563018"/>
              <a:gd name="connsiteY0-2892" fmla="*/ 1057227 h 2529385"/>
              <a:gd name="connsiteX1-2893" fmla="*/ 27197 w 2563018"/>
              <a:gd name="connsiteY1-2894" fmla="*/ 1043139 h 2529385"/>
              <a:gd name="connsiteX2-2895" fmla="*/ 1284810 w 2563018"/>
              <a:gd name="connsiteY2-2896" fmla="*/ 3028 h 2529385"/>
              <a:gd name="connsiteX3-2897" fmla="*/ 1300955 w 2563018"/>
              <a:gd name="connsiteY3-2898" fmla="*/ 3064 h 2529385"/>
              <a:gd name="connsiteX4-2899" fmla="*/ 2558568 w 2563018"/>
              <a:gd name="connsiteY4-2900" fmla="*/ 1043175 h 2529385"/>
              <a:gd name="connsiteX5-2901" fmla="*/ 2562377 w 2563018"/>
              <a:gd name="connsiteY5-2902" fmla="*/ 1057231 h 2529385"/>
              <a:gd name="connsiteX6-2903" fmla="*/ 2550427 w 2563018"/>
              <a:gd name="connsiteY6-2904" fmla="*/ 1065631 h 2529385"/>
              <a:gd name="connsiteX7-2905" fmla="*/ 1951990 w 2563018"/>
              <a:gd name="connsiteY7-2906" fmla="*/ 1065631 h 2529385"/>
              <a:gd name="connsiteX8-2907" fmla="*/ 1939290 w 2563018"/>
              <a:gd name="connsiteY8-2908" fmla="*/ 1078331 h 2529385"/>
              <a:gd name="connsiteX9-2909" fmla="*/ 1939290 w 2563018"/>
              <a:gd name="connsiteY9-2910" fmla="*/ 2516733 h 2529385"/>
              <a:gd name="connsiteX10-2911" fmla="*/ 1926590 w 2563018"/>
              <a:gd name="connsiteY10-2912" fmla="*/ 2529385 h 2529385"/>
              <a:gd name="connsiteX11-2913" fmla="*/ 659130 w 2563018"/>
              <a:gd name="connsiteY11-2914" fmla="*/ 2529385 h 2529385"/>
              <a:gd name="connsiteX12-2915" fmla="*/ 646430 w 2563018"/>
              <a:gd name="connsiteY12-2916" fmla="*/ 2529385 h 2529385"/>
              <a:gd name="connsiteX13-2917" fmla="*/ 646430 w 2563018"/>
              <a:gd name="connsiteY13-2918" fmla="*/ 1065583 h 2529385"/>
              <a:gd name="connsiteX14-2919" fmla="*/ 646430 w 2563018"/>
              <a:gd name="connsiteY14-2920" fmla="*/ 1065632 h 2529385"/>
              <a:gd name="connsiteX15-2921" fmla="*/ 0 w 2563018"/>
              <a:gd name="connsiteY15-2922" fmla="*/ 1065632 h 2529385"/>
              <a:gd name="connsiteX16-2923" fmla="*/ 23342 w 2563018"/>
              <a:gd name="connsiteY16-2924" fmla="*/ 1057227 h 2529385"/>
              <a:gd name="connsiteX0-2925" fmla="*/ 23342 w 2563018"/>
              <a:gd name="connsiteY0-2926" fmla="*/ 1057227 h 2529385"/>
              <a:gd name="connsiteX1-2927" fmla="*/ 27197 w 2563018"/>
              <a:gd name="connsiteY1-2928" fmla="*/ 1043139 h 2529385"/>
              <a:gd name="connsiteX2-2929" fmla="*/ 1284810 w 2563018"/>
              <a:gd name="connsiteY2-2930" fmla="*/ 3028 h 2529385"/>
              <a:gd name="connsiteX3-2931" fmla="*/ 1300955 w 2563018"/>
              <a:gd name="connsiteY3-2932" fmla="*/ 3064 h 2529385"/>
              <a:gd name="connsiteX4-2933" fmla="*/ 2558568 w 2563018"/>
              <a:gd name="connsiteY4-2934" fmla="*/ 1043175 h 2529385"/>
              <a:gd name="connsiteX5-2935" fmla="*/ 2562377 w 2563018"/>
              <a:gd name="connsiteY5-2936" fmla="*/ 1057231 h 2529385"/>
              <a:gd name="connsiteX6-2937" fmla="*/ 2550427 w 2563018"/>
              <a:gd name="connsiteY6-2938" fmla="*/ 1065631 h 2529385"/>
              <a:gd name="connsiteX7-2939" fmla="*/ 1951990 w 2563018"/>
              <a:gd name="connsiteY7-2940" fmla="*/ 1065631 h 2529385"/>
              <a:gd name="connsiteX8-2941" fmla="*/ 1939290 w 2563018"/>
              <a:gd name="connsiteY8-2942" fmla="*/ 1078331 h 2529385"/>
              <a:gd name="connsiteX9-2943" fmla="*/ 1939290 w 2563018"/>
              <a:gd name="connsiteY9-2944" fmla="*/ 2516733 h 2529385"/>
              <a:gd name="connsiteX10-2945" fmla="*/ 1926590 w 2563018"/>
              <a:gd name="connsiteY10-2946" fmla="*/ 2529385 h 2529385"/>
              <a:gd name="connsiteX11-2947" fmla="*/ 659130 w 2563018"/>
              <a:gd name="connsiteY11-2948" fmla="*/ 2529385 h 2529385"/>
              <a:gd name="connsiteX12-2949" fmla="*/ 646430 w 2563018"/>
              <a:gd name="connsiteY12-2950" fmla="*/ 2516685 h 2529385"/>
              <a:gd name="connsiteX13-2951" fmla="*/ 646430 w 2563018"/>
              <a:gd name="connsiteY13-2952" fmla="*/ 1065583 h 2529385"/>
              <a:gd name="connsiteX14-2953" fmla="*/ 646430 w 2563018"/>
              <a:gd name="connsiteY14-2954" fmla="*/ 1065632 h 2529385"/>
              <a:gd name="connsiteX15-2955" fmla="*/ 0 w 2563018"/>
              <a:gd name="connsiteY15-2956" fmla="*/ 1065632 h 2529385"/>
              <a:gd name="connsiteX16-2957" fmla="*/ 23342 w 2563018"/>
              <a:gd name="connsiteY16-2958" fmla="*/ 1057227 h 2529385"/>
              <a:gd name="connsiteX0-2959" fmla="*/ 23342 w 2563018"/>
              <a:gd name="connsiteY0-2960" fmla="*/ 1057227 h 2529385"/>
              <a:gd name="connsiteX1-2961" fmla="*/ 27197 w 2563018"/>
              <a:gd name="connsiteY1-2962" fmla="*/ 1043139 h 2529385"/>
              <a:gd name="connsiteX2-2963" fmla="*/ 1284810 w 2563018"/>
              <a:gd name="connsiteY2-2964" fmla="*/ 3028 h 2529385"/>
              <a:gd name="connsiteX3-2965" fmla="*/ 1300955 w 2563018"/>
              <a:gd name="connsiteY3-2966" fmla="*/ 3064 h 2529385"/>
              <a:gd name="connsiteX4-2967" fmla="*/ 2558568 w 2563018"/>
              <a:gd name="connsiteY4-2968" fmla="*/ 1043175 h 2529385"/>
              <a:gd name="connsiteX5-2969" fmla="*/ 2562377 w 2563018"/>
              <a:gd name="connsiteY5-2970" fmla="*/ 1057231 h 2529385"/>
              <a:gd name="connsiteX6-2971" fmla="*/ 2550427 w 2563018"/>
              <a:gd name="connsiteY6-2972" fmla="*/ 1065631 h 2529385"/>
              <a:gd name="connsiteX7-2973" fmla="*/ 1951990 w 2563018"/>
              <a:gd name="connsiteY7-2974" fmla="*/ 1065631 h 2529385"/>
              <a:gd name="connsiteX8-2975" fmla="*/ 1939290 w 2563018"/>
              <a:gd name="connsiteY8-2976" fmla="*/ 1078331 h 2529385"/>
              <a:gd name="connsiteX9-2977" fmla="*/ 1939290 w 2563018"/>
              <a:gd name="connsiteY9-2978" fmla="*/ 2516733 h 2529385"/>
              <a:gd name="connsiteX10-2979" fmla="*/ 1926590 w 2563018"/>
              <a:gd name="connsiteY10-2980" fmla="*/ 2529385 h 2529385"/>
              <a:gd name="connsiteX11-2981" fmla="*/ 659130 w 2563018"/>
              <a:gd name="connsiteY11-2982" fmla="*/ 2529385 h 2529385"/>
              <a:gd name="connsiteX12-2983" fmla="*/ 646430 w 2563018"/>
              <a:gd name="connsiteY12-2984" fmla="*/ 2516685 h 2529385"/>
              <a:gd name="connsiteX13-2985" fmla="*/ 646430 w 2563018"/>
              <a:gd name="connsiteY13-2986" fmla="*/ 1065583 h 2529385"/>
              <a:gd name="connsiteX14-2987" fmla="*/ 646430 w 2563018"/>
              <a:gd name="connsiteY14-2988" fmla="*/ 1065632 h 2529385"/>
              <a:gd name="connsiteX15-2989" fmla="*/ 0 w 2563018"/>
              <a:gd name="connsiteY15-2990" fmla="*/ 1065632 h 2529385"/>
              <a:gd name="connsiteX16-2991" fmla="*/ 23342 w 2563018"/>
              <a:gd name="connsiteY16-2992" fmla="*/ 1057227 h 2529385"/>
              <a:gd name="connsiteX0-2993" fmla="*/ 23342 w 2563018"/>
              <a:gd name="connsiteY0-2994" fmla="*/ 1057227 h 2529385"/>
              <a:gd name="connsiteX1-2995" fmla="*/ 27197 w 2563018"/>
              <a:gd name="connsiteY1-2996" fmla="*/ 1043139 h 2529385"/>
              <a:gd name="connsiteX2-2997" fmla="*/ 1284810 w 2563018"/>
              <a:gd name="connsiteY2-2998" fmla="*/ 3028 h 2529385"/>
              <a:gd name="connsiteX3-2999" fmla="*/ 1300955 w 2563018"/>
              <a:gd name="connsiteY3-3000" fmla="*/ 3064 h 2529385"/>
              <a:gd name="connsiteX4-3001" fmla="*/ 2558568 w 2563018"/>
              <a:gd name="connsiteY4-3002" fmla="*/ 1043175 h 2529385"/>
              <a:gd name="connsiteX5-3003" fmla="*/ 2562377 w 2563018"/>
              <a:gd name="connsiteY5-3004" fmla="*/ 1057231 h 2529385"/>
              <a:gd name="connsiteX6-3005" fmla="*/ 2550427 w 2563018"/>
              <a:gd name="connsiteY6-3006" fmla="*/ 1065631 h 2529385"/>
              <a:gd name="connsiteX7-3007" fmla="*/ 1951990 w 2563018"/>
              <a:gd name="connsiteY7-3008" fmla="*/ 1065631 h 2529385"/>
              <a:gd name="connsiteX8-3009" fmla="*/ 1939290 w 2563018"/>
              <a:gd name="connsiteY8-3010" fmla="*/ 1078331 h 2529385"/>
              <a:gd name="connsiteX9-3011" fmla="*/ 1939290 w 2563018"/>
              <a:gd name="connsiteY9-3012" fmla="*/ 2516733 h 2529385"/>
              <a:gd name="connsiteX10-3013" fmla="*/ 1926590 w 2563018"/>
              <a:gd name="connsiteY10-3014" fmla="*/ 2529385 h 2529385"/>
              <a:gd name="connsiteX11-3015" fmla="*/ 659130 w 2563018"/>
              <a:gd name="connsiteY11-3016" fmla="*/ 2529385 h 2529385"/>
              <a:gd name="connsiteX12-3017" fmla="*/ 646430 w 2563018"/>
              <a:gd name="connsiteY12-3018" fmla="*/ 2516685 h 2529385"/>
              <a:gd name="connsiteX13-3019" fmla="*/ 646430 w 2563018"/>
              <a:gd name="connsiteY13-3020" fmla="*/ 1065583 h 2529385"/>
              <a:gd name="connsiteX14-3021" fmla="*/ 646430 w 2563018"/>
              <a:gd name="connsiteY14-3022" fmla="*/ 1065632 h 2529385"/>
              <a:gd name="connsiteX15-3023" fmla="*/ 0 w 2563018"/>
              <a:gd name="connsiteY15-3024" fmla="*/ 1065632 h 2529385"/>
              <a:gd name="connsiteX16-3025" fmla="*/ 23342 w 2563018"/>
              <a:gd name="connsiteY16-3026" fmla="*/ 1057227 h 2529385"/>
              <a:gd name="connsiteX0-3027" fmla="*/ 23342 w 2563018"/>
              <a:gd name="connsiteY0-3028" fmla="*/ 1057227 h 2529385"/>
              <a:gd name="connsiteX1-3029" fmla="*/ 27197 w 2563018"/>
              <a:gd name="connsiteY1-3030" fmla="*/ 1043139 h 2529385"/>
              <a:gd name="connsiteX2-3031" fmla="*/ 1284810 w 2563018"/>
              <a:gd name="connsiteY2-3032" fmla="*/ 3028 h 2529385"/>
              <a:gd name="connsiteX3-3033" fmla="*/ 1300955 w 2563018"/>
              <a:gd name="connsiteY3-3034" fmla="*/ 3064 h 2529385"/>
              <a:gd name="connsiteX4-3035" fmla="*/ 2558568 w 2563018"/>
              <a:gd name="connsiteY4-3036" fmla="*/ 1043175 h 2529385"/>
              <a:gd name="connsiteX5-3037" fmla="*/ 2562377 w 2563018"/>
              <a:gd name="connsiteY5-3038" fmla="*/ 1057231 h 2529385"/>
              <a:gd name="connsiteX6-3039" fmla="*/ 2550427 w 2563018"/>
              <a:gd name="connsiteY6-3040" fmla="*/ 1065631 h 2529385"/>
              <a:gd name="connsiteX7-3041" fmla="*/ 1951990 w 2563018"/>
              <a:gd name="connsiteY7-3042" fmla="*/ 1065631 h 2529385"/>
              <a:gd name="connsiteX8-3043" fmla="*/ 1939290 w 2563018"/>
              <a:gd name="connsiteY8-3044" fmla="*/ 1078331 h 2529385"/>
              <a:gd name="connsiteX9-3045" fmla="*/ 1939290 w 2563018"/>
              <a:gd name="connsiteY9-3046" fmla="*/ 2516733 h 2529385"/>
              <a:gd name="connsiteX10-3047" fmla="*/ 1926590 w 2563018"/>
              <a:gd name="connsiteY10-3048" fmla="*/ 2529385 h 2529385"/>
              <a:gd name="connsiteX11-3049" fmla="*/ 659130 w 2563018"/>
              <a:gd name="connsiteY11-3050" fmla="*/ 2529385 h 2529385"/>
              <a:gd name="connsiteX12-3051" fmla="*/ 646430 w 2563018"/>
              <a:gd name="connsiteY12-3052" fmla="*/ 2516685 h 2529385"/>
              <a:gd name="connsiteX13-3053" fmla="*/ 646430 w 2563018"/>
              <a:gd name="connsiteY13-3054" fmla="*/ 1078282 h 2529385"/>
              <a:gd name="connsiteX14-3055" fmla="*/ 646430 w 2563018"/>
              <a:gd name="connsiteY14-3056" fmla="*/ 1065632 h 2529385"/>
              <a:gd name="connsiteX15-3057" fmla="*/ 0 w 2563018"/>
              <a:gd name="connsiteY15-3058" fmla="*/ 1065632 h 2529385"/>
              <a:gd name="connsiteX16-3059" fmla="*/ 23342 w 2563018"/>
              <a:gd name="connsiteY16-3060" fmla="*/ 1057227 h 2529385"/>
              <a:gd name="connsiteX0-3061" fmla="*/ 23342 w 2563018"/>
              <a:gd name="connsiteY0-3062" fmla="*/ 1057227 h 2529385"/>
              <a:gd name="connsiteX1-3063" fmla="*/ 27197 w 2563018"/>
              <a:gd name="connsiteY1-3064" fmla="*/ 1043139 h 2529385"/>
              <a:gd name="connsiteX2-3065" fmla="*/ 1284810 w 2563018"/>
              <a:gd name="connsiteY2-3066" fmla="*/ 3028 h 2529385"/>
              <a:gd name="connsiteX3-3067" fmla="*/ 1300955 w 2563018"/>
              <a:gd name="connsiteY3-3068" fmla="*/ 3064 h 2529385"/>
              <a:gd name="connsiteX4-3069" fmla="*/ 2558568 w 2563018"/>
              <a:gd name="connsiteY4-3070" fmla="*/ 1043175 h 2529385"/>
              <a:gd name="connsiteX5-3071" fmla="*/ 2562377 w 2563018"/>
              <a:gd name="connsiteY5-3072" fmla="*/ 1057231 h 2529385"/>
              <a:gd name="connsiteX6-3073" fmla="*/ 2550427 w 2563018"/>
              <a:gd name="connsiteY6-3074" fmla="*/ 1065631 h 2529385"/>
              <a:gd name="connsiteX7-3075" fmla="*/ 1951990 w 2563018"/>
              <a:gd name="connsiteY7-3076" fmla="*/ 1065631 h 2529385"/>
              <a:gd name="connsiteX8-3077" fmla="*/ 1939290 w 2563018"/>
              <a:gd name="connsiteY8-3078" fmla="*/ 1078331 h 2529385"/>
              <a:gd name="connsiteX9-3079" fmla="*/ 1939290 w 2563018"/>
              <a:gd name="connsiteY9-3080" fmla="*/ 2516733 h 2529385"/>
              <a:gd name="connsiteX10-3081" fmla="*/ 1926590 w 2563018"/>
              <a:gd name="connsiteY10-3082" fmla="*/ 2529385 h 2529385"/>
              <a:gd name="connsiteX11-3083" fmla="*/ 659130 w 2563018"/>
              <a:gd name="connsiteY11-3084" fmla="*/ 2529385 h 2529385"/>
              <a:gd name="connsiteX12-3085" fmla="*/ 646430 w 2563018"/>
              <a:gd name="connsiteY12-3086" fmla="*/ 2516685 h 2529385"/>
              <a:gd name="connsiteX13-3087" fmla="*/ 646430 w 2563018"/>
              <a:gd name="connsiteY13-3088" fmla="*/ 1078282 h 2529385"/>
              <a:gd name="connsiteX14-3089" fmla="*/ 646430 w 2563018"/>
              <a:gd name="connsiteY14-3090" fmla="*/ 1065632 h 2529385"/>
              <a:gd name="connsiteX15-3091" fmla="*/ 0 w 2563018"/>
              <a:gd name="connsiteY15-3092" fmla="*/ 1065632 h 2529385"/>
              <a:gd name="connsiteX16-3093" fmla="*/ 23342 w 2563018"/>
              <a:gd name="connsiteY16-3094" fmla="*/ 1057227 h 2529385"/>
              <a:gd name="connsiteX0-3095" fmla="*/ 23342 w 2563018"/>
              <a:gd name="connsiteY0-3096" fmla="*/ 1057227 h 2529385"/>
              <a:gd name="connsiteX1-3097" fmla="*/ 27197 w 2563018"/>
              <a:gd name="connsiteY1-3098" fmla="*/ 1043139 h 2529385"/>
              <a:gd name="connsiteX2-3099" fmla="*/ 1284810 w 2563018"/>
              <a:gd name="connsiteY2-3100" fmla="*/ 3028 h 2529385"/>
              <a:gd name="connsiteX3-3101" fmla="*/ 1300955 w 2563018"/>
              <a:gd name="connsiteY3-3102" fmla="*/ 3064 h 2529385"/>
              <a:gd name="connsiteX4-3103" fmla="*/ 2558568 w 2563018"/>
              <a:gd name="connsiteY4-3104" fmla="*/ 1043175 h 2529385"/>
              <a:gd name="connsiteX5-3105" fmla="*/ 2562377 w 2563018"/>
              <a:gd name="connsiteY5-3106" fmla="*/ 1057231 h 2529385"/>
              <a:gd name="connsiteX6-3107" fmla="*/ 2550427 w 2563018"/>
              <a:gd name="connsiteY6-3108" fmla="*/ 1065631 h 2529385"/>
              <a:gd name="connsiteX7-3109" fmla="*/ 1951990 w 2563018"/>
              <a:gd name="connsiteY7-3110" fmla="*/ 1065631 h 2529385"/>
              <a:gd name="connsiteX8-3111" fmla="*/ 1939290 w 2563018"/>
              <a:gd name="connsiteY8-3112" fmla="*/ 1078331 h 2529385"/>
              <a:gd name="connsiteX9-3113" fmla="*/ 1939290 w 2563018"/>
              <a:gd name="connsiteY9-3114" fmla="*/ 2516733 h 2529385"/>
              <a:gd name="connsiteX10-3115" fmla="*/ 1926590 w 2563018"/>
              <a:gd name="connsiteY10-3116" fmla="*/ 2529385 h 2529385"/>
              <a:gd name="connsiteX11-3117" fmla="*/ 659130 w 2563018"/>
              <a:gd name="connsiteY11-3118" fmla="*/ 2529385 h 2529385"/>
              <a:gd name="connsiteX12-3119" fmla="*/ 646430 w 2563018"/>
              <a:gd name="connsiteY12-3120" fmla="*/ 2516685 h 2529385"/>
              <a:gd name="connsiteX13-3121" fmla="*/ 646430 w 2563018"/>
              <a:gd name="connsiteY13-3122" fmla="*/ 1078282 h 2529385"/>
              <a:gd name="connsiteX14-3123" fmla="*/ 646430 w 2563018"/>
              <a:gd name="connsiteY14-3124" fmla="*/ 1065632 h 2529385"/>
              <a:gd name="connsiteX15-3125" fmla="*/ 0 w 2563018"/>
              <a:gd name="connsiteY15-3126" fmla="*/ 1065632 h 2529385"/>
              <a:gd name="connsiteX16-3127" fmla="*/ 23342 w 2563018"/>
              <a:gd name="connsiteY16-3128" fmla="*/ 1057227 h 2529385"/>
              <a:gd name="connsiteX0-3129" fmla="*/ 23342 w 2563018"/>
              <a:gd name="connsiteY0-3130" fmla="*/ 1057227 h 2529385"/>
              <a:gd name="connsiteX1-3131" fmla="*/ 27197 w 2563018"/>
              <a:gd name="connsiteY1-3132" fmla="*/ 1043139 h 2529385"/>
              <a:gd name="connsiteX2-3133" fmla="*/ 1284810 w 2563018"/>
              <a:gd name="connsiteY2-3134" fmla="*/ 3028 h 2529385"/>
              <a:gd name="connsiteX3-3135" fmla="*/ 1300955 w 2563018"/>
              <a:gd name="connsiteY3-3136" fmla="*/ 3064 h 2529385"/>
              <a:gd name="connsiteX4-3137" fmla="*/ 2558568 w 2563018"/>
              <a:gd name="connsiteY4-3138" fmla="*/ 1043175 h 2529385"/>
              <a:gd name="connsiteX5-3139" fmla="*/ 2562377 w 2563018"/>
              <a:gd name="connsiteY5-3140" fmla="*/ 1057231 h 2529385"/>
              <a:gd name="connsiteX6-3141" fmla="*/ 2550427 w 2563018"/>
              <a:gd name="connsiteY6-3142" fmla="*/ 1065631 h 2529385"/>
              <a:gd name="connsiteX7-3143" fmla="*/ 1951990 w 2563018"/>
              <a:gd name="connsiteY7-3144" fmla="*/ 1065631 h 2529385"/>
              <a:gd name="connsiteX8-3145" fmla="*/ 1939290 w 2563018"/>
              <a:gd name="connsiteY8-3146" fmla="*/ 1078331 h 2529385"/>
              <a:gd name="connsiteX9-3147" fmla="*/ 1939290 w 2563018"/>
              <a:gd name="connsiteY9-3148" fmla="*/ 2516733 h 2529385"/>
              <a:gd name="connsiteX10-3149" fmla="*/ 1926590 w 2563018"/>
              <a:gd name="connsiteY10-3150" fmla="*/ 2529385 h 2529385"/>
              <a:gd name="connsiteX11-3151" fmla="*/ 659130 w 2563018"/>
              <a:gd name="connsiteY11-3152" fmla="*/ 2529385 h 2529385"/>
              <a:gd name="connsiteX12-3153" fmla="*/ 646430 w 2563018"/>
              <a:gd name="connsiteY12-3154" fmla="*/ 2516685 h 2529385"/>
              <a:gd name="connsiteX13-3155" fmla="*/ 646430 w 2563018"/>
              <a:gd name="connsiteY13-3156" fmla="*/ 1078282 h 2529385"/>
              <a:gd name="connsiteX14-3157" fmla="*/ 633730 w 2563018"/>
              <a:gd name="connsiteY14-3158" fmla="*/ 1065632 h 2529385"/>
              <a:gd name="connsiteX15-3159" fmla="*/ 0 w 2563018"/>
              <a:gd name="connsiteY15-3160" fmla="*/ 1065632 h 2529385"/>
              <a:gd name="connsiteX16-3161" fmla="*/ 23342 w 2563018"/>
              <a:gd name="connsiteY16-3162" fmla="*/ 1057227 h 2529385"/>
              <a:gd name="connsiteX0-3163" fmla="*/ 23342 w 2563018"/>
              <a:gd name="connsiteY0-3164" fmla="*/ 1057227 h 2529385"/>
              <a:gd name="connsiteX1-3165" fmla="*/ 27197 w 2563018"/>
              <a:gd name="connsiteY1-3166" fmla="*/ 1043139 h 2529385"/>
              <a:gd name="connsiteX2-3167" fmla="*/ 1284810 w 2563018"/>
              <a:gd name="connsiteY2-3168" fmla="*/ 3028 h 2529385"/>
              <a:gd name="connsiteX3-3169" fmla="*/ 1300955 w 2563018"/>
              <a:gd name="connsiteY3-3170" fmla="*/ 3064 h 2529385"/>
              <a:gd name="connsiteX4-3171" fmla="*/ 2558568 w 2563018"/>
              <a:gd name="connsiteY4-3172" fmla="*/ 1043175 h 2529385"/>
              <a:gd name="connsiteX5-3173" fmla="*/ 2562377 w 2563018"/>
              <a:gd name="connsiteY5-3174" fmla="*/ 1057231 h 2529385"/>
              <a:gd name="connsiteX6-3175" fmla="*/ 2550427 w 2563018"/>
              <a:gd name="connsiteY6-3176" fmla="*/ 1065631 h 2529385"/>
              <a:gd name="connsiteX7-3177" fmla="*/ 1951990 w 2563018"/>
              <a:gd name="connsiteY7-3178" fmla="*/ 1065631 h 2529385"/>
              <a:gd name="connsiteX8-3179" fmla="*/ 1939290 w 2563018"/>
              <a:gd name="connsiteY8-3180" fmla="*/ 1078331 h 2529385"/>
              <a:gd name="connsiteX9-3181" fmla="*/ 1939290 w 2563018"/>
              <a:gd name="connsiteY9-3182" fmla="*/ 2516733 h 2529385"/>
              <a:gd name="connsiteX10-3183" fmla="*/ 1926590 w 2563018"/>
              <a:gd name="connsiteY10-3184" fmla="*/ 2529385 h 2529385"/>
              <a:gd name="connsiteX11-3185" fmla="*/ 659130 w 2563018"/>
              <a:gd name="connsiteY11-3186" fmla="*/ 2529385 h 2529385"/>
              <a:gd name="connsiteX12-3187" fmla="*/ 646430 w 2563018"/>
              <a:gd name="connsiteY12-3188" fmla="*/ 2516685 h 2529385"/>
              <a:gd name="connsiteX13-3189" fmla="*/ 646430 w 2563018"/>
              <a:gd name="connsiteY13-3190" fmla="*/ 1078282 h 2529385"/>
              <a:gd name="connsiteX14-3191" fmla="*/ 633730 w 2563018"/>
              <a:gd name="connsiteY14-3192" fmla="*/ 1065632 h 2529385"/>
              <a:gd name="connsiteX15-3193" fmla="*/ 0 w 2563018"/>
              <a:gd name="connsiteY15-3194" fmla="*/ 1065632 h 2529385"/>
              <a:gd name="connsiteX16-3195" fmla="*/ 23342 w 2563018"/>
              <a:gd name="connsiteY16-3196" fmla="*/ 1057227 h 2529385"/>
              <a:gd name="connsiteX0-3197" fmla="*/ 23342 w 2563018"/>
              <a:gd name="connsiteY0-3198" fmla="*/ 1057227 h 2529385"/>
              <a:gd name="connsiteX1-3199" fmla="*/ 27197 w 2563018"/>
              <a:gd name="connsiteY1-3200" fmla="*/ 1043139 h 2529385"/>
              <a:gd name="connsiteX2-3201" fmla="*/ 1284810 w 2563018"/>
              <a:gd name="connsiteY2-3202" fmla="*/ 3028 h 2529385"/>
              <a:gd name="connsiteX3-3203" fmla="*/ 1300955 w 2563018"/>
              <a:gd name="connsiteY3-3204" fmla="*/ 3064 h 2529385"/>
              <a:gd name="connsiteX4-3205" fmla="*/ 2558568 w 2563018"/>
              <a:gd name="connsiteY4-3206" fmla="*/ 1043175 h 2529385"/>
              <a:gd name="connsiteX5-3207" fmla="*/ 2562377 w 2563018"/>
              <a:gd name="connsiteY5-3208" fmla="*/ 1057231 h 2529385"/>
              <a:gd name="connsiteX6-3209" fmla="*/ 2550427 w 2563018"/>
              <a:gd name="connsiteY6-3210" fmla="*/ 1065631 h 2529385"/>
              <a:gd name="connsiteX7-3211" fmla="*/ 1951990 w 2563018"/>
              <a:gd name="connsiteY7-3212" fmla="*/ 1065631 h 2529385"/>
              <a:gd name="connsiteX8-3213" fmla="*/ 1939290 w 2563018"/>
              <a:gd name="connsiteY8-3214" fmla="*/ 1078331 h 2529385"/>
              <a:gd name="connsiteX9-3215" fmla="*/ 1939290 w 2563018"/>
              <a:gd name="connsiteY9-3216" fmla="*/ 2516733 h 2529385"/>
              <a:gd name="connsiteX10-3217" fmla="*/ 1926590 w 2563018"/>
              <a:gd name="connsiteY10-3218" fmla="*/ 2529385 h 2529385"/>
              <a:gd name="connsiteX11-3219" fmla="*/ 659130 w 2563018"/>
              <a:gd name="connsiteY11-3220" fmla="*/ 2529385 h 2529385"/>
              <a:gd name="connsiteX12-3221" fmla="*/ 646430 w 2563018"/>
              <a:gd name="connsiteY12-3222" fmla="*/ 2516685 h 2529385"/>
              <a:gd name="connsiteX13-3223" fmla="*/ 646430 w 2563018"/>
              <a:gd name="connsiteY13-3224" fmla="*/ 1078282 h 2529385"/>
              <a:gd name="connsiteX14-3225" fmla="*/ 633730 w 2563018"/>
              <a:gd name="connsiteY14-3226" fmla="*/ 1065632 h 2529385"/>
              <a:gd name="connsiteX15-3227" fmla="*/ 0 w 2563018"/>
              <a:gd name="connsiteY15-3228" fmla="*/ 1065632 h 2529385"/>
              <a:gd name="connsiteX16-3229" fmla="*/ 23342 w 2563018"/>
              <a:gd name="connsiteY16-3230" fmla="*/ 1057227 h 2529385"/>
              <a:gd name="connsiteX0-3231" fmla="*/ 7051 w 2546727"/>
              <a:gd name="connsiteY0-3232" fmla="*/ 1057227 h 2529385"/>
              <a:gd name="connsiteX1-3233" fmla="*/ 10906 w 2546727"/>
              <a:gd name="connsiteY1-3234" fmla="*/ 1043139 h 2529385"/>
              <a:gd name="connsiteX2-3235" fmla="*/ 1268519 w 2546727"/>
              <a:gd name="connsiteY2-3236" fmla="*/ 3028 h 2529385"/>
              <a:gd name="connsiteX3-3237" fmla="*/ 1284664 w 2546727"/>
              <a:gd name="connsiteY3-3238" fmla="*/ 3064 h 2529385"/>
              <a:gd name="connsiteX4-3239" fmla="*/ 2542277 w 2546727"/>
              <a:gd name="connsiteY4-3240" fmla="*/ 1043175 h 2529385"/>
              <a:gd name="connsiteX5-3241" fmla="*/ 2546086 w 2546727"/>
              <a:gd name="connsiteY5-3242" fmla="*/ 1057231 h 2529385"/>
              <a:gd name="connsiteX6-3243" fmla="*/ 2534136 w 2546727"/>
              <a:gd name="connsiteY6-3244" fmla="*/ 1065631 h 2529385"/>
              <a:gd name="connsiteX7-3245" fmla="*/ 1935699 w 2546727"/>
              <a:gd name="connsiteY7-3246" fmla="*/ 1065631 h 2529385"/>
              <a:gd name="connsiteX8-3247" fmla="*/ 1922999 w 2546727"/>
              <a:gd name="connsiteY8-3248" fmla="*/ 1078331 h 2529385"/>
              <a:gd name="connsiteX9-3249" fmla="*/ 1922999 w 2546727"/>
              <a:gd name="connsiteY9-3250" fmla="*/ 2516733 h 2529385"/>
              <a:gd name="connsiteX10-3251" fmla="*/ 1910299 w 2546727"/>
              <a:gd name="connsiteY10-3252" fmla="*/ 2529385 h 2529385"/>
              <a:gd name="connsiteX11-3253" fmla="*/ 642839 w 2546727"/>
              <a:gd name="connsiteY11-3254" fmla="*/ 2529385 h 2529385"/>
              <a:gd name="connsiteX12-3255" fmla="*/ 630139 w 2546727"/>
              <a:gd name="connsiteY12-3256" fmla="*/ 2516685 h 2529385"/>
              <a:gd name="connsiteX13-3257" fmla="*/ 630139 w 2546727"/>
              <a:gd name="connsiteY13-3258" fmla="*/ 1078282 h 2529385"/>
              <a:gd name="connsiteX14-3259" fmla="*/ 617439 w 2546727"/>
              <a:gd name="connsiteY14-3260" fmla="*/ 1065632 h 2529385"/>
              <a:gd name="connsiteX15-3261" fmla="*/ 19002 w 2546727"/>
              <a:gd name="connsiteY15-3262" fmla="*/ 1065632 h 2529385"/>
              <a:gd name="connsiteX16-3263" fmla="*/ 7051 w 2546727"/>
              <a:gd name="connsiteY16-3264" fmla="*/ 1057227 h 2529385"/>
              <a:gd name="connsiteX0-3265" fmla="*/ 634 w 2540310"/>
              <a:gd name="connsiteY0-3266" fmla="*/ 1057227 h 2529385"/>
              <a:gd name="connsiteX1-3267" fmla="*/ 4489 w 2540310"/>
              <a:gd name="connsiteY1-3268" fmla="*/ 1043139 h 2529385"/>
              <a:gd name="connsiteX2-3269" fmla="*/ 1262102 w 2540310"/>
              <a:gd name="connsiteY2-3270" fmla="*/ 3028 h 2529385"/>
              <a:gd name="connsiteX3-3271" fmla="*/ 1278247 w 2540310"/>
              <a:gd name="connsiteY3-3272" fmla="*/ 3064 h 2529385"/>
              <a:gd name="connsiteX4-3273" fmla="*/ 2535860 w 2540310"/>
              <a:gd name="connsiteY4-3274" fmla="*/ 1043175 h 2529385"/>
              <a:gd name="connsiteX5-3275" fmla="*/ 2539669 w 2540310"/>
              <a:gd name="connsiteY5-3276" fmla="*/ 1057231 h 2529385"/>
              <a:gd name="connsiteX6-3277" fmla="*/ 2527719 w 2540310"/>
              <a:gd name="connsiteY6-3278" fmla="*/ 1065631 h 2529385"/>
              <a:gd name="connsiteX7-3279" fmla="*/ 1929282 w 2540310"/>
              <a:gd name="connsiteY7-3280" fmla="*/ 1065631 h 2529385"/>
              <a:gd name="connsiteX8-3281" fmla="*/ 1916582 w 2540310"/>
              <a:gd name="connsiteY8-3282" fmla="*/ 1078331 h 2529385"/>
              <a:gd name="connsiteX9-3283" fmla="*/ 1916582 w 2540310"/>
              <a:gd name="connsiteY9-3284" fmla="*/ 2516733 h 2529385"/>
              <a:gd name="connsiteX10-3285" fmla="*/ 1903882 w 2540310"/>
              <a:gd name="connsiteY10-3286" fmla="*/ 2529385 h 2529385"/>
              <a:gd name="connsiteX11-3287" fmla="*/ 636422 w 2540310"/>
              <a:gd name="connsiteY11-3288" fmla="*/ 2529385 h 2529385"/>
              <a:gd name="connsiteX12-3289" fmla="*/ 623722 w 2540310"/>
              <a:gd name="connsiteY12-3290" fmla="*/ 2516685 h 2529385"/>
              <a:gd name="connsiteX13-3291" fmla="*/ 623722 w 2540310"/>
              <a:gd name="connsiteY13-3292" fmla="*/ 1078282 h 2529385"/>
              <a:gd name="connsiteX14-3293" fmla="*/ 611022 w 2540310"/>
              <a:gd name="connsiteY14-3294" fmla="*/ 1065632 h 2529385"/>
              <a:gd name="connsiteX15-3295" fmla="*/ 12585 w 2540310"/>
              <a:gd name="connsiteY15-3296" fmla="*/ 1065632 h 2529385"/>
              <a:gd name="connsiteX16-3297" fmla="*/ 634 w 2540310"/>
              <a:gd name="connsiteY16-3298" fmla="*/ 1057227 h 2529385"/>
              <a:gd name="connsiteX0-3299" fmla="*/ 634 w 2540310"/>
              <a:gd name="connsiteY0-3300" fmla="*/ 1057227 h 2529385"/>
              <a:gd name="connsiteX1-3301" fmla="*/ 4489 w 2540310"/>
              <a:gd name="connsiteY1-3302" fmla="*/ 1043139 h 2529385"/>
              <a:gd name="connsiteX2-3303" fmla="*/ 1262102 w 2540310"/>
              <a:gd name="connsiteY2-3304" fmla="*/ 3028 h 2529385"/>
              <a:gd name="connsiteX3-3305" fmla="*/ 1278247 w 2540310"/>
              <a:gd name="connsiteY3-3306" fmla="*/ 3064 h 2529385"/>
              <a:gd name="connsiteX4-3307" fmla="*/ 2535860 w 2540310"/>
              <a:gd name="connsiteY4-3308" fmla="*/ 1043175 h 2529385"/>
              <a:gd name="connsiteX5-3309" fmla="*/ 2539669 w 2540310"/>
              <a:gd name="connsiteY5-3310" fmla="*/ 1057231 h 2529385"/>
              <a:gd name="connsiteX6-3311" fmla="*/ 2527719 w 2540310"/>
              <a:gd name="connsiteY6-3312" fmla="*/ 1065631 h 2529385"/>
              <a:gd name="connsiteX7-3313" fmla="*/ 1929282 w 2540310"/>
              <a:gd name="connsiteY7-3314" fmla="*/ 1065631 h 2529385"/>
              <a:gd name="connsiteX8-3315" fmla="*/ 1916582 w 2540310"/>
              <a:gd name="connsiteY8-3316" fmla="*/ 1078331 h 2529385"/>
              <a:gd name="connsiteX9-3317" fmla="*/ 1916582 w 2540310"/>
              <a:gd name="connsiteY9-3318" fmla="*/ 2516733 h 2529385"/>
              <a:gd name="connsiteX10-3319" fmla="*/ 1903882 w 2540310"/>
              <a:gd name="connsiteY10-3320" fmla="*/ 2529385 h 2529385"/>
              <a:gd name="connsiteX11-3321" fmla="*/ 636422 w 2540310"/>
              <a:gd name="connsiteY11-3322" fmla="*/ 2529385 h 2529385"/>
              <a:gd name="connsiteX12-3323" fmla="*/ 623722 w 2540310"/>
              <a:gd name="connsiteY12-3324" fmla="*/ 2516685 h 2529385"/>
              <a:gd name="connsiteX13-3325" fmla="*/ 623722 w 2540310"/>
              <a:gd name="connsiteY13-3326" fmla="*/ 1078282 h 2529385"/>
              <a:gd name="connsiteX14-3327" fmla="*/ 611022 w 2540310"/>
              <a:gd name="connsiteY14-3328" fmla="*/ 1065632 h 2529385"/>
              <a:gd name="connsiteX15-3329" fmla="*/ 12585 w 2540310"/>
              <a:gd name="connsiteY15-3330" fmla="*/ 1065632 h 2529385"/>
              <a:gd name="connsiteX16-3331" fmla="*/ 634 w 2540310"/>
              <a:gd name="connsiteY16-3332" fmla="*/ 1057227 h 2529385"/>
              <a:gd name="connsiteX0-3333" fmla="*/ 634 w 2540310"/>
              <a:gd name="connsiteY0-3334" fmla="*/ 1057227 h 2529385"/>
              <a:gd name="connsiteX1-3335" fmla="*/ 4489 w 2540310"/>
              <a:gd name="connsiteY1-3336" fmla="*/ 1043139 h 2529385"/>
              <a:gd name="connsiteX2-3337" fmla="*/ 1262102 w 2540310"/>
              <a:gd name="connsiteY2-3338" fmla="*/ 3028 h 2529385"/>
              <a:gd name="connsiteX3-3339" fmla="*/ 1278247 w 2540310"/>
              <a:gd name="connsiteY3-3340" fmla="*/ 3064 h 2529385"/>
              <a:gd name="connsiteX4-3341" fmla="*/ 2535860 w 2540310"/>
              <a:gd name="connsiteY4-3342" fmla="*/ 1043175 h 2529385"/>
              <a:gd name="connsiteX5-3343" fmla="*/ 2539669 w 2540310"/>
              <a:gd name="connsiteY5-3344" fmla="*/ 1057231 h 2529385"/>
              <a:gd name="connsiteX6-3345" fmla="*/ 2527719 w 2540310"/>
              <a:gd name="connsiteY6-3346" fmla="*/ 1065631 h 2529385"/>
              <a:gd name="connsiteX7-3347" fmla="*/ 1929282 w 2540310"/>
              <a:gd name="connsiteY7-3348" fmla="*/ 1065631 h 2529385"/>
              <a:gd name="connsiteX8-3349" fmla="*/ 1916582 w 2540310"/>
              <a:gd name="connsiteY8-3350" fmla="*/ 1078331 h 2529385"/>
              <a:gd name="connsiteX9-3351" fmla="*/ 1916582 w 2540310"/>
              <a:gd name="connsiteY9-3352" fmla="*/ 2516733 h 2529385"/>
              <a:gd name="connsiteX10-3353" fmla="*/ 1903882 w 2540310"/>
              <a:gd name="connsiteY10-3354" fmla="*/ 2529385 h 2529385"/>
              <a:gd name="connsiteX11-3355" fmla="*/ 636422 w 2540310"/>
              <a:gd name="connsiteY11-3356" fmla="*/ 2529385 h 2529385"/>
              <a:gd name="connsiteX12-3357" fmla="*/ 623722 w 2540310"/>
              <a:gd name="connsiteY12-3358" fmla="*/ 2516685 h 2529385"/>
              <a:gd name="connsiteX13-3359" fmla="*/ 623722 w 2540310"/>
              <a:gd name="connsiteY13-3360" fmla="*/ 1078282 h 2529385"/>
              <a:gd name="connsiteX14-3361" fmla="*/ 611022 w 2540310"/>
              <a:gd name="connsiteY14-3362" fmla="*/ 1065632 h 2529385"/>
              <a:gd name="connsiteX15-3363" fmla="*/ 12585 w 2540310"/>
              <a:gd name="connsiteY15-3364" fmla="*/ 1065632 h 2529385"/>
              <a:gd name="connsiteX16-3365" fmla="*/ 23975 w 2540310"/>
              <a:gd name="connsiteY16-3366" fmla="*/ 1048823 h 2529385"/>
              <a:gd name="connsiteX0-3367" fmla="*/ 21683 w 2538018"/>
              <a:gd name="connsiteY0-3368" fmla="*/ 1048823 h 2529385"/>
              <a:gd name="connsiteX1-3369" fmla="*/ 2197 w 2538018"/>
              <a:gd name="connsiteY1-3370" fmla="*/ 1043139 h 2529385"/>
              <a:gd name="connsiteX2-3371" fmla="*/ 1259810 w 2538018"/>
              <a:gd name="connsiteY2-3372" fmla="*/ 3028 h 2529385"/>
              <a:gd name="connsiteX3-3373" fmla="*/ 1275955 w 2538018"/>
              <a:gd name="connsiteY3-3374" fmla="*/ 3064 h 2529385"/>
              <a:gd name="connsiteX4-3375" fmla="*/ 2533568 w 2538018"/>
              <a:gd name="connsiteY4-3376" fmla="*/ 1043175 h 2529385"/>
              <a:gd name="connsiteX5-3377" fmla="*/ 2537377 w 2538018"/>
              <a:gd name="connsiteY5-3378" fmla="*/ 1057231 h 2529385"/>
              <a:gd name="connsiteX6-3379" fmla="*/ 2525427 w 2538018"/>
              <a:gd name="connsiteY6-3380" fmla="*/ 1065631 h 2529385"/>
              <a:gd name="connsiteX7-3381" fmla="*/ 1926990 w 2538018"/>
              <a:gd name="connsiteY7-3382" fmla="*/ 1065631 h 2529385"/>
              <a:gd name="connsiteX8-3383" fmla="*/ 1914290 w 2538018"/>
              <a:gd name="connsiteY8-3384" fmla="*/ 1078331 h 2529385"/>
              <a:gd name="connsiteX9-3385" fmla="*/ 1914290 w 2538018"/>
              <a:gd name="connsiteY9-3386" fmla="*/ 2516733 h 2529385"/>
              <a:gd name="connsiteX10-3387" fmla="*/ 1901590 w 2538018"/>
              <a:gd name="connsiteY10-3388" fmla="*/ 2529385 h 2529385"/>
              <a:gd name="connsiteX11-3389" fmla="*/ 634130 w 2538018"/>
              <a:gd name="connsiteY11-3390" fmla="*/ 2529385 h 2529385"/>
              <a:gd name="connsiteX12-3391" fmla="*/ 621430 w 2538018"/>
              <a:gd name="connsiteY12-3392" fmla="*/ 2516685 h 2529385"/>
              <a:gd name="connsiteX13-3393" fmla="*/ 621430 w 2538018"/>
              <a:gd name="connsiteY13-3394" fmla="*/ 1078282 h 2529385"/>
              <a:gd name="connsiteX14-3395" fmla="*/ 608730 w 2538018"/>
              <a:gd name="connsiteY14-3396" fmla="*/ 1065632 h 2529385"/>
              <a:gd name="connsiteX15-3397" fmla="*/ 10293 w 2538018"/>
              <a:gd name="connsiteY15-3398" fmla="*/ 1065632 h 2529385"/>
              <a:gd name="connsiteX16-3399" fmla="*/ 21683 w 2538018"/>
              <a:gd name="connsiteY16-3400" fmla="*/ 1048823 h 2529385"/>
              <a:gd name="connsiteX0-3401" fmla="*/ 19963 w 2536298"/>
              <a:gd name="connsiteY0-3402" fmla="*/ 1048823 h 2529385"/>
              <a:gd name="connsiteX1-3403" fmla="*/ 477 w 2536298"/>
              <a:gd name="connsiteY1-3404" fmla="*/ 1043139 h 2529385"/>
              <a:gd name="connsiteX2-3405" fmla="*/ 1258090 w 2536298"/>
              <a:gd name="connsiteY2-3406" fmla="*/ 3028 h 2529385"/>
              <a:gd name="connsiteX3-3407" fmla="*/ 1274235 w 2536298"/>
              <a:gd name="connsiteY3-3408" fmla="*/ 3064 h 2529385"/>
              <a:gd name="connsiteX4-3409" fmla="*/ 2531848 w 2536298"/>
              <a:gd name="connsiteY4-3410" fmla="*/ 1043175 h 2529385"/>
              <a:gd name="connsiteX5-3411" fmla="*/ 2535657 w 2536298"/>
              <a:gd name="connsiteY5-3412" fmla="*/ 1057231 h 2529385"/>
              <a:gd name="connsiteX6-3413" fmla="*/ 2523707 w 2536298"/>
              <a:gd name="connsiteY6-3414" fmla="*/ 1065631 h 2529385"/>
              <a:gd name="connsiteX7-3415" fmla="*/ 1925270 w 2536298"/>
              <a:gd name="connsiteY7-3416" fmla="*/ 1065631 h 2529385"/>
              <a:gd name="connsiteX8-3417" fmla="*/ 1912570 w 2536298"/>
              <a:gd name="connsiteY8-3418" fmla="*/ 1078331 h 2529385"/>
              <a:gd name="connsiteX9-3419" fmla="*/ 1912570 w 2536298"/>
              <a:gd name="connsiteY9-3420" fmla="*/ 2516733 h 2529385"/>
              <a:gd name="connsiteX10-3421" fmla="*/ 1899870 w 2536298"/>
              <a:gd name="connsiteY10-3422" fmla="*/ 2529385 h 2529385"/>
              <a:gd name="connsiteX11-3423" fmla="*/ 632410 w 2536298"/>
              <a:gd name="connsiteY11-3424" fmla="*/ 2529385 h 2529385"/>
              <a:gd name="connsiteX12-3425" fmla="*/ 619710 w 2536298"/>
              <a:gd name="connsiteY12-3426" fmla="*/ 2516685 h 2529385"/>
              <a:gd name="connsiteX13-3427" fmla="*/ 619710 w 2536298"/>
              <a:gd name="connsiteY13-3428" fmla="*/ 1078282 h 2529385"/>
              <a:gd name="connsiteX14-3429" fmla="*/ 607010 w 2536298"/>
              <a:gd name="connsiteY14-3430" fmla="*/ 1065632 h 2529385"/>
              <a:gd name="connsiteX15-3431" fmla="*/ 8573 w 2536298"/>
              <a:gd name="connsiteY15-3432" fmla="*/ 1065632 h 2529385"/>
              <a:gd name="connsiteX16-3433" fmla="*/ 19963 w 2536298"/>
              <a:gd name="connsiteY16-3434" fmla="*/ 1048823 h 2529385"/>
              <a:gd name="connsiteX0-3435" fmla="*/ 19486 w 2535821"/>
              <a:gd name="connsiteY0-3436" fmla="*/ 1048823 h 2529385"/>
              <a:gd name="connsiteX1-3437" fmla="*/ 0 w 2535821"/>
              <a:gd name="connsiteY1-3438" fmla="*/ 1043139 h 2529385"/>
              <a:gd name="connsiteX2-3439" fmla="*/ 1257613 w 2535821"/>
              <a:gd name="connsiteY2-3440" fmla="*/ 3028 h 2529385"/>
              <a:gd name="connsiteX3-3441" fmla="*/ 1273758 w 2535821"/>
              <a:gd name="connsiteY3-3442" fmla="*/ 3064 h 2529385"/>
              <a:gd name="connsiteX4-3443" fmla="*/ 2531371 w 2535821"/>
              <a:gd name="connsiteY4-3444" fmla="*/ 1043175 h 2529385"/>
              <a:gd name="connsiteX5-3445" fmla="*/ 2535180 w 2535821"/>
              <a:gd name="connsiteY5-3446" fmla="*/ 1057231 h 2529385"/>
              <a:gd name="connsiteX6-3447" fmla="*/ 2523230 w 2535821"/>
              <a:gd name="connsiteY6-3448" fmla="*/ 1065631 h 2529385"/>
              <a:gd name="connsiteX7-3449" fmla="*/ 1924793 w 2535821"/>
              <a:gd name="connsiteY7-3450" fmla="*/ 1065631 h 2529385"/>
              <a:gd name="connsiteX8-3451" fmla="*/ 1912093 w 2535821"/>
              <a:gd name="connsiteY8-3452" fmla="*/ 1078331 h 2529385"/>
              <a:gd name="connsiteX9-3453" fmla="*/ 1912093 w 2535821"/>
              <a:gd name="connsiteY9-3454" fmla="*/ 2516733 h 2529385"/>
              <a:gd name="connsiteX10-3455" fmla="*/ 1899393 w 2535821"/>
              <a:gd name="connsiteY10-3456" fmla="*/ 2529385 h 2529385"/>
              <a:gd name="connsiteX11-3457" fmla="*/ 631933 w 2535821"/>
              <a:gd name="connsiteY11-3458" fmla="*/ 2529385 h 2529385"/>
              <a:gd name="connsiteX12-3459" fmla="*/ 619233 w 2535821"/>
              <a:gd name="connsiteY12-3460" fmla="*/ 2516685 h 2529385"/>
              <a:gd name="connsiteX13-3461" fmla="*/ 619233 w 2535821"/>
              <a:gd name="connsiteY13-3462" fmla="*/ 1078282 h 2529385"/>
              <a:gd name="connsiteX14-3463" fmla="*/ 606533 w 2535821"/>
              <a:gd name="connsiteY14-3464" fmla="*/ 1065632 h 2529385"/>
              <a:gd name="connsiteX15-3465" fmla="*/ 8096 w 2535821"/>
              <a:gd name="connsiteY15-3466" fmla="*/ 1065632 h 2529385"/>
              <a:gd name="connsiteX16-3467" fmla="*/ 19486 w 2535821"/>
              <a:gd name="connsiteY16-3468" fmla="*/ 1048823 h 2529385"/>
              <a:gd name="connsiteX0-3469" fmla="*/ 12185 w 2528520"/>
              <a:gd name="connsiteY0-3470" fmla="*/ 1048823 h 2529385"/>
              <a:gd name="connsiteX1-3471" fmla="*/ 19895 w 2528520"/>
              <a:gd name="connsiteY1-3472" fmla="*/ 1020645 h 2529385"/>
              <a:gd name="connsiteX2-3473" fmla="*/ 1250312 w 2528520"/>
              <a:gd name="connsiteY2-3474" fmla="*/ 3028 h 2529385"/>
              <a:gd name="connsiteX3-3475" fmla="*/ 1266457 w 2528520"/>
              <a:gd name="connsiteY3-3476" fmla="*/ 3064 h 2529385"/>
              <a:gd name="connsiteX4-3477" fmla="*/ 2524070 w 2528520"/>
              <a:gd name="connsiteY4-3478" fmla="*/ 1043175 h 2529385"/>
              <a:gd name="connsiteX5-3479" fmla="*/ 2527879 w 2528520"/>
              <a:gd name="connsiteY5-3480" fmla="*/ 1057231 h 2529385"/>
              <a:gd name="connsiteX6-3481" fmla="*/ 2515929 w 2528520"/>
              <a:gd name="connsiteY6-3482" fmla="*/ 1065631 h 2529385"/>
              <a:gd name="connsiteX7-3483" fmla="*/ 1917492 w 2528520"/>
              <a:gd name="connsiteY7-3484" fmla="*/ 1065631 h 2529385"/>
              <a:gd name="connsiteX8-3485" fmla="*/ 1904792 w 2528520"/>
              <a:gd name="connsiteY8-3486" fmla="*/ 1078331 h 2529385"/>
              <a:gd name="connsiteX9-3487" fmla="*/ 1904792 w 2528520"/>
              <a:gd name="connsiteY9-3488" fmla="*/ 2516733 h 2529385"/>
              <a:gd name="connsiteX10-3489" fmla="*/ 1892092 w 2528520"/>
              <a:gd name="connsiteY10-3490" fmla="*/ 2529385 h 2529385"/>
              <a:gd name="connsiteX11-3491" fmla="*/ 624632 w 2528520"/>
              <a:gd name="connsiteY11-3492" fmla="*/ 2529385 h 2529385"/>
              <a:gd name="connsiteX12-3493" fmla="*/ 611932 w 2528520"/>
              <a:gd name="connsiteY12-3494" fmla="*/ 2516685 h 2529385"/>
              <a:gd name="connsiteX13-3495" fmla="*/ 611932 w 2528520"/>
              <a:gd name="connsiteY13-3496" fmla="*/ 1078282 h 2529385"/>
              <a:gd name="connsiteX14-3497" fmla="*/ 599232 w 2528520"/>
              <a:gd name="connsiteY14-3498" fmla="*/ 1065632 h 2529385"/>
              <a:gd name="connsiteX15-3499" fmla="*/ 795 w 2528520"/>
              <a:gd name="connsiteY15-3500" fmla="*/ 1065632 h 2529385"/>
              <a:gd name="connsiteX16-3501" fmla="*/ 12185 w 2528520"/>
              <a:gd name="connsiteY16-3502" fmla="*/ 1048823 h 2529385"/>
              <a:gd name="connsiteX0-3503" fmla="*/ 12185 w 2528520"/>
              <a:gd name="connsiteY0-3504" fmla="*/ 1048823 h 2529385"/>
              <a:gd name="connsiteX1-3505" fmla="*/ 19895 w 2528520"/>
              <a:gd name="connsiteY1-3506" fmla="*/ 1020645 h 2529385"/>
              <a:gd name="connsiteX2-3507" fmla="*/ 1250312 w 2528520"/>
              <a:gd name="connsiteY2-3508" fmla="*/ 3028 h 2529385"/>
              <a:gd name="connsiteX3-3509" fmla="*/ 1266457 w 2528520"/>
              <a:gd name="connsiteY3-3510" fmla="*/ 3064 h 2529385"/>
              <a:gd name="connsiteX4-3511" fmla="*/ 2524070 w 2528520"/>
              <a:gd name="connsiteY4-3512" fmla="*/ 1043175 h 2529385"/>
              <a:gd name="connsiteX5-3513" fmla="*/ 2527879 w 2528520"/>
              <a:gd name="connsiteY5-3514" fmla="*/ 1057231 h 2529385"/>
              <a:gd name="connsiteX6-3515" fmla="*/ 2515929 w 2528520"/>
              <a:gd name="connsiteY6-3516" fmla="*/ 1065631 h 2529385"/>
              <a:gd name="connsiteX7-3517" fmla="*/ 1917492 w 2528520"/>
              <a:gd name="connsiteY7-3518" fmla="*/ 1065631 h 2529385"/>
              <a:gd name="connsiteX8-3519" fmla="*/ 1904792 w 2528520"/>
              <a:gd name="connsiteY8-3520" fmla="*/ 1078331 h 2529385"/>
              <a:gd name="connsiteX9-3521" fmla="*/ 1904792 w 2528520"/>
              <a:gd name="connsiteY9-3522" fmla="*/ 2516733 h 2529385"/>
              <a:gd name="connsiteX10-3523" fmla="*/ 1892092 w 2528520"/>
              <a:gd name="connsiteY10-3524" fmla="*/ 2529385 h 2529385"/>
              <a:gd name="connsiteX11-3525" fmla="*/ 624632 w 2528520"/>
              <a:gd name="connsiteY11-3526" fmla="*/ 2529385 h 2529385"/>
              <a:gd name="connsiteX12-3527" fmla="*/ 611932 w 2528520"/>
              <a:gd name="connsiteY12-3528" fmla="*/ 2516685 h 2529385"/>
              <a:gd name="connsiteX13-3529" fmla="*/ 611932 w 2528520"/>
              <a:gd name="connsiteY13-3530" fmla="*/ 1078282 h 2529385"/>
              <a:gd name="connsiteX14-3531" fmla="*/ 599232 w 2528520"/>
              <a:gd name="connsiteY14-3532" fmla="*/ 1065632 h 2529385"/>
              <a:gd name="connsiteX15-3533" fmla="*/ 795 w 2528520"/>
              <a:gd name="connsiteY15-3534" fmla="*/ 1065632 h 2529385"/>
              <a:gd name="connsiteX16-3535" fmla="*/ 12185 w 2528520"/>
              <a:gd name="connsiteY16-3536" fmla="*/ 1048823 h 2529385"/>
              <a:gd name="connsiteX0-3537" fmla="*/ 12185 w 2528520"/>
              <a:gd name="connsiteY0-3538" fmla="*/ 1048823 h 2529385"/>
              <a:gd name="connsiteX1-3539" fmla="*/ 19895 w 2528520"/>
              <a:gd name="connsiteY1-3540" fmla="*/ 1020645 h 2529385"/>
              <a:gd name="connsiteX2-3541" fmla="*/ 1250312 w 2528520"/>
              <a:gd name="connsiteY2-3542" fmla="*/ 3028 h 2529385"/>
              <a:gd name="connsiteX3-3543" fmla="*/ 1266457 w 2528520"/>
              <a:gd name="connsiteY3-3544" fmla="*/ 3064 h 2529385"/>
              <a:gd name="connsiteX4-3545" fmla="*/ 2524070 w 2528520"/>
              <a:gd name="connsiteY4-3546" fmla="*/ 1043175 h 2529385"/>
              <a:gd name="connsiteX5-3547" fmla="*/ 2527879 w 2528520"/>
              <a:gd name="connsiteY5-3548" fmla="*/ 1057231 h 2529385"/>
              <a:gd name="connsiteX6-3549" fmla="*/ 2515929 w 2528520"/>
              <a:gd name="connsiteY6-3550" fmla="*/ 1065631 h 2529385"/>
              <a:gd name="connsiteX7-3551" fmla="*/ 1917492 w 2528520"/>
              <a:gd name="connsiteY7-3552" fmla="*/ 1065631 h 2529385"/>
              <a:gd name="connsiteX8-3553" fmla="*/ 1904792 w 2528520"/>
              <a:gd name="connsiteY8-3554" fmla="*/ 1078331 h 2529385"/>
              <a:gd name="connsiteX9-3555" fmla="*/ 1904792 w 2528520"/>
              <a:gd name="connsiteY9-3556" fmla="*/ 2516733 h 2529385"/>
              <a:gd name="connsiteX10-3557" fmla="*/ 1892092 w 2528520"/>
              <a:gd name="connsiteY10-3558" fmla="*/ 2529385 h 2529385"/>
              <a:gd name="connsiteX11-3559" fmla="*/ 624632 w 2528520"/>
              <a:gd name="connsiteY11-3560" fmla="*/ 2529385 h 2529385"/>
              <a:gd name="connsiteX12-3561" fmla="*/ 611932 w 2528520"/>
              <a:gd name="connsiteY12-3562" fmla="*/ 2516685 h 2529385"/>
              <a:gd name="connsiteX13-3563" fmla="*/ 611932 w 2528520"/>
              <a:gd name="connsiteY13-3564" fmla="*/ 1078282 h 2529385"/>
              <a:gd name="connsiteX14-3565" fmla="*/ 599232 w 2528520"/>
              <a:gd name="connsiteY14-3566" fmla="*/ 1065632 h 2529385"/>
              <a:gd name="connsiteX15-3567" fmla="*/ 795 w 2528520"/>
              <a:gd name="connsiteY15-3568" fmla="*/ 1065632 h 2529385"/>
              <a:gd name="connsiteX16-3569" fmla="*/ 12185 w 2528520"/>
              <a:gd name="connsiteY16-3570" fmla="*/ 1048823 h 2529385"/>
              <a:gd name="connsiteX0-3571" fmla="*/ 12185 w 2528520"/>
              <a:gd name="connsiteY0-3572" fmla="*/ 1048274 h 2528836"/>
              <a:gd name="connsiteX1-3573" fmla="*/ 19895 w 2528520"/>
              <a:gd name="connsiteY1-3574" fmla="*/ 1020096 h 2528836"/>
              <a:gd name="connsiteX2-3575" fmla="*/ 1242215 w 2528520"/>
              <a:gd name="connsiteY2-3576" fmla="*/ 9173 h 2528836"/>
              <a:gd name="connsiteX3-3577" fmla="*/ 1266457 w 2528520"/>
              <a:gd name="connsiteY3-3578" fmla="*/ 2515 h 2528836"/>
              <a:gd name="connsiteX4-3579" fmla="*/ 2524070 w 2528520"/>
              <a:gd name="connsiteY4-3580" fmla="*/ 1042626 h 2528836"/>
              <a:gd name="connsiteX5-3581" fmla="*/ 2527879 w 2528520"/>
              <a:gd name="connsiteY5-3582" fmla="*/ 1056682 h 2528836"/>
              <a:gd name="connsiteX6-3583" fmla="*/ 2515929 w 2528520"/>
              <a:gd name="connsiteY6-3584" fmla="*/ 1065082 h 2528836"/>
              <a:gd name="connsiteX7-3585" fmla="*/ 1917492 w 2528520"/>
              <a:gd name="connsiteY7-3586" fmla="*/ 1065082 h 2528836"/>
              <a:gd name="connsiteX8-3587" fmla="*/ 1904792 w 2528520"/>
              <a:gd name="connsiteY8-3588" fmla="*/ 1077782 h 2528836"/>
              <a:gd name="connsiteX9-3589" fmla="*/ 1904792 w 2528520"/>
              <a:gd name="connsiteY9-3590" fmla="*/ 2516184 h 2528836"/>
              <a:gd name="connsiteX10-3591" fmla="*/ 1892092 w 2528520"/>
              <a:gd name="connsiteY10-3592" fmla="*/ 2528836 h 2528836"/>
              <a:gd name="connsiteX11-3593" fmla="*/ 624632 w 2528520"/>
              <a:gd name="connsiteY11-3594" fmla="*/ 2528836 h 2528836"/>
              <a:gd name="connsiteX12-3595" fmla="*/ 611932 w 2528520"/>
              <a:gd name="connsiteY12-3596" fmla="*/ 2516136 h 2528836"/>
              <a:gd name="connsiteX13-3597" fmla="*/ 611932 w 2528520"/>
              <a:gd name="connsiteY13-3598" fmla="*/ 1077733 h 2528836"/>
              <a:gd name="connsiteX14-3599" fmla="*/ 599232 w 2528520"/>
              <a:gd name="connsiteY14-3600" fmla="*/ 1065083 h 2528836"/>
              <a:gd name="connsiteX15-3601" fmla="*/ 795 w 2528520"/>
              <a:gd name="connsiteY15-3602" fmla="*/ 1065083 h 2528836"/>
              <a:gd name="connsiteX16-3603" fmla="*/ 12185 w 2528520"/>
              <a:gd name="connsiteY16-3604" fmla="*/ 1048274 h 2528836"/>
              <a:gd name="connsiteX0-3605" fmla="*/ 12185 w 2528520"/>
              <a:gd name="connsiteY0-3606" fmla="*/ 1047650 h 2528212"/>
              <a:gd name="connsiteX1-3607" fmla="*/ 19895 w 2528520"/>
              <a:gd name="connsiteY1-3608" fmla="*/ 1019472 h 2528212"/>
              <a:gd name="connsiteX2-3609" fmla="*/ 1242215 w 2528520"/>
              <a:gd name="connsiteY2-3610" fmla="*/ 8549 h 2528212"/>
              <a:gd name="connsiteX3-3611" fmla="*/ 1266457 w 2528520"/>
              <a:gd name="connsiteY3-3612" fmla="*/ 1891 h 2528212"/>
              <a:gd name="connsiteX4-3613" fmla="*/ 2524070 w 2528520"/>
              <a:gd name="connsiteY4-3614" fmla="*/ 1042002 h 2528212"/>
              <a:gd name="connsiteX5-3615" fmla="*/ 2527879 w 2528520"/>
              <a:gd name="connsiteY5-3616" fmla="*/ 1056058 h 2528212"/>
              <a:gd name="connsiteX6-3617" fmla="*/ 2515929 w 2528520"/>
              <a:gd name="connsiteY6-3618" fmla="*/ 1064458 h 2528212"/>
              <a:gd name="connsiteX7-3619" fmla="*/ 1917492 w 2528520"/>
              <a:gd name="connsiteY7-3620" fmla="*/ 1064458 h 2528212"/>
              <a:gd name="connsiteX8-3621" fmla="*/ 1904792 w 2528520"/>
              <a:gd name="connsiteY8-3622" fmla="*/ 1077158 h 2528212"/>
              <a:gd name="connsiteX9-3623" fmla="*/ 1904792 w 2528520"/>
              <a:gd name="connsiteY9-3624" fmla="*/ 2515560 h 2528212"/>
              <a:gd name="connsiteX10-3625" fmla="*/ 1892092 w 2528520"/>
              <a:gd name="connsiteY10-3626" fmla="*/ 2528212 h 2528212"/>
              <a:gd name="connsiteX11-3627" fmla="*/ 624632 w 2528520"/>
              <a:gd name="connsiteY11-3628" fmla="*/ 2528212 h 2528212"/>
              <a:gd name="connsiteX12-3629" fmla="*/ 611932 w 2528520"/>
              <a:gd name="connsiteY12-3630" fmla="*/ 2515512 h 2528212"/>
              <a:gd name="connsiteX13-3631" fmla="*/ 611932 w 2528520"/>
              <a:gd name="connsiteY13-3632" fmla="*/ 1077109 h 2528212"/>
              <a:gd name="connsiteX14-3633" fmla="*/ 599232 w 2528520"/>
              <a:gd name="connsiteY14-3634" fmla="*/ 1064459 h 2528212"/>
              <a:gd name="connsiteX15-3635" fmla="*/ 795 w 2528520"/>
              <a:gd name="connsiteY15-3636" fmla="*/ 1064459 h 2528212"/>
              <a:gd name="connsiteX16-3637" fmla="*/ 12185 w 2528520"/>
              <a:gd name="connsiteY16-3638" fmla="*/ 1047650 h 2528212"/>
              <a:gd name="connsiteX0-3639" fmla="*/ 12185 w 2528520"/>
              <a:gd name="connsiteY0-3640" fmla="*/ 1046485 h 2527047"/>
              <a:gd name="connsiteX1-3641" fmla="*/ 19895 w 2528520"/>
              <a:gd name="connsiteY1-3642" fmla="*/ 1018307 h 2527047"/>
              <a:gd name="connsiteX2-3643" fmla="*/ 1242215 w 2528520"/>
              <a:gd name="connsiteY2-3644" fmla="*/ 7384 h 2527047"/>
              <a:gd name="connsiteX3-3645" fmla="*/ 1266457 w 2528520"/>
              <a:gd name="connsiteY3-3646" fmla="*/ 726 h 2527047"/>
              <a:gd name="connsiteX4-3647" fmla="*/ 2524070 w 2528520"/>
              <a:gd name="connsiteY4-3648" fmla="*/ 1040837 h 2527047"/>
              <a:gd name="connsiteX5-3649" fmla="*/ 2527879 w 2528520"/>
              <a:gd name="connsiteY5-3650" fmla="*/ 1054893 h 2527047"/>
              <a:gd name="connsiteX6-3651" fmla="*/ 2515929 w 2528520"/>
              <a:gd name="connsiteY6-3652" fmla="*/ 1063293 h 2527047"/>
              <a:gd name="connsiteX7-3653" fmla="*/ 1917492 w 2528520"/>
              <a:gd name="connsiteY7-3654" fmla="*/ 1063293 h 2527047"/>
              <a:gd name="connsiteX8-3655" fmla="*/ 1904792 w 2528520"/>
              <a:gd name="connsiteY8-3656" fmla="*/ 1075993 h 2527047"/>
              <a:gd name="connsiteX9-3657" fmla="*/ 1904792 w 2528520"/>
              <a:gd name="connsiteY9-3658" fmla="*/ 2514395 h 2527047"/>
              <a:gd name="connsiteX10-3659" fmla="*/ 1892092 w 2528520"/>
              <a:gd name="connsiteY10-3660" fmla="*/ 2527047 h 2527047"/>
              <a:gd name="connsiteX11-3661" fmla="*/ 624632 w 2528520"/>
              <a:gd name="connsiteY11-3662" fmla="*/ 2527047 h 2527047"/>
              <a:gd name="connsiteX12-3663" fmla="*/ 611932 w 2528520"/>
              <a:gd name="connsiteY12-3664" fmla="*/ 2514347 h 2527047"/>
              <a:gd name="connsiteX13-3665" fmla="*/ 611932 w 2528520"/>
              <a:gd name="connsiteY13-3666" fmla="*/ 1075944 h 2527047"/>
              <a:gd name="connsiteX14-3667" fmla="*/ 599232 w 2528520"/>
              <a:gd name="connsiteY14-3668" fmla="*/ 1063294 h 2527047"/>
              <a:gd name="connsiteX15-3669" fmla="*/ 795 w 2528520"/>
              <a:gd name="connsiteY15-3670" fmla="*/ 1063294 h 2527047"/>
              <a:gd name="connsiteX16-3671" fmla="*/ 12185 w 2528520"/>
              <a:gd name="connsiteY16-3672" fmla="*/ 1046485 h 2527047"/>
              <a:gd name="connsiteX0-3673" fmla="*/ 12185 w 2528520"/>
              <a:gd name="connsiteY0-3674" fmla="*/ 1045174 h 2525736"/>
              <a:gd name="connsiteX1-3675" fmla="*/ 19895 w 2528520"/>
              <a:gd name="connsiteY1-3676" fmla="*/ 1016996 h 2525736"/>
              <a:gd name="connsiteX2-3677" fmla="*/ 1242215 w 2528520"/>
              <a:gd name="connsiteY2-3678" fmla="*/ 6073 h 2525736"/>
              <a:gd name="connsiteX3-3679" fmla="*/ 1274549 w 2528520"/>
              <a:gd name="connsiteY3-3680" fmla="*/ 6109 h 2525736"/>
              <a:gd name="connsiteX4-3681" fmla="*/ 2524070 w 2528520"/>
              <a:gd name="connsiteY4-3682" fmla="*/ 1039526 h 2525736"/>
              <a:gd name="connsiteX5-3683" fmla="*/ 2527879 w 2528520"/>
              <a:gd name="connsiteY5-3684" fmla="*/ 1053582 h 2525736"/>
              <a:gd name="connsiteX6-3685" fmla="*/ 2515929 w 2528520"/>
              <a:gd name="connsiteY6-3686" fmla="*/ 1061982 h 2525736"/>
              <a:gd name="connsiteX7-3687" fmla="*/ 1917492 w 2528520"/>
              <a:gd name="connsiteY7-3688" fmla="*/ 1061982 h 2525736"/>
              <a:gd name="connsiteX8-3689" fmla="*/ 1904792 w 2528520"/>
              <a:gd name="connsiteY8-3690" fmla="*/ 1074682 h 2525736"/>
              <a:gd name="connsiteX9-3691" fmla="*/ 1904792 w 2528520"/>
              <a:gd name="connsiteY9-3692" fmla="*/ 2513084 h 2525736"/>
              <a:gd name="connsiteX10-3693" fmla="*/ 1892092 w 2528520"/>
              <a:gd name="connsiteY10-3694" fmla="*/ 2525736 h 2525736"/>
              <a:gd name="connsiteX11-3695" fmla="*/ 624632 w 2528520"/>
              <a:gd name="connsiteY11-3696" fmla="*/ 2525736 h 2525736"/>
              <a:gd name="connsiteX12-3697" fmla="*/ 611932 w 2528520"/>
              <a:gd name="connsiteY12-3698" fmla="*/ 2513036 h 2525736"/>
              <a:gd name="connsiteX13-3699" fmla="*/ 611932 w 2528520"/>
              <a:gd name="connsiteY13-3700" fmla="*/ 1074633 h 2525736"/>
              <a:gd name="connsiteX14-3701" fmla="*/ 599232 w 2528520"/>
              <a:gd name="connsiteY14-3702" fmla="*/ 1061983 h 2525736"/>
              <a:gd name="connsiteX15-3703" fmla="*/ 795 w 2528520"/>
              <a:gd name="connsiteY15-3704" fmla="*/ 1061983 h 2525736"/>
              <a:gd name="connsiteX16-3705" fmla="*/ 12185 w 2528520"/>
              <a:gd name="connsiteY16-3706" fmla="*/ 1045174 h 2525736"/>
              <a:gd name="connsiteX0-3707" fmla="*/ 12185 w 2528520"/>
              <a:gd name="connsiteY0-3708" fmla="*/ 1045174 h 2525736"/>
              <a:gd name="connsiteX1-3709" fmla="*/ 19895 w 2528520"/>
              <a:gd name="connsiteY1-3710" fmla="*/ 1016996 h 2525736"/>
              <a:gd name="connsiteX2-3711" fmla="*/ 1242215 w 2528520"/>
              <a:gd name="connsiteY2-3712" fmla="*/ 6073 h 2525736"/>
              <a:gd name="connsiteX3-3713" fmla="*/ 1274549 w 2528520"/>
              <a:gd name="connsiteY3-3714" fmla="*/ 6109 h 2525736"/>
              <a:gd name="connsiteX4-3715" fmla="*/ 2524070 w 2528520"/>
              <a:gd name="connsiteY4-3716" fmla="*/ 1039526 h 2525736"/>
              <a:gd name="connsiteX5-3717" fmla="*/ 2527879 w 2528520"/>
              <a:gd name="connsiteY5-3718" fmla="*/ 1053582 h 2525736"/>
              <a:gd name="connsiteX6-3719" fmla="*/ 2515929 w 2528520"/>
              <a:gd name="connsiteY6-3720" fmla="*/ 1061982 h 2525736"/>
              <a:gd name="connsiteX7-3721" fmla="*/ 1917492 w 2528520"/>
              <a:gd name="connsiteY7-3722" fmla="*/ 1061982 h 2525736"/>
              <a:gd name="connsiteX8-3723" fmla="*/ 1904792 w 2528520"/>
              <a:gd name="connsiteY8-3724" fmla="*/ 1074682 h 2525736"/>
              <a:gd name="connsiteX9-3725" fmla="*/ 1904792 w 2528520"/>
              <a:gd name="connsiteY9-3726" fmla="*/ 2513084 h 2525736"/>
              <a:gd name="connsiteX10-3727" fmla="*/ 1892092 w 2528520"/>
              <a:gd name="connsiteY10-3728" fmla="*/ 2525736 h 2525736"/>
              <a:gd name="connsiteX11-3729" fmla="*/ 624632 w 2528520"/>
              <a:gd name="connsiteY11-3730" fmla="*/ 2525736 h 2525736"/>
              <a:gd name="connsiteX12-3731" fmla="*/ 611932 w 2528520"/>
              <a:gd name="connsiteY12-3732" fmla="*/ 2513036 h 2525736"/>
              <a:gd name="connsiteX13-3733" fmla="*/ 611932 w 2528520"/>
              <a:gd name="connsiteY13-3734" fmla="*/ 1074633 h 2525736"/>
              <a:gd name="connsiteX14-3735" fmla="*/ 599232 w 2528520"/>
              <a:gd name="connsiteY14-3736" fmla="*/ 1061983 h 2525736"/>
              <a:gd name="connsiteX15-3737" fmla="*/ 795 w 2528520"/>
              <a:gd name="connsiteY15-3738" fmla="*/ 1061983 h 2525736"/>
              <a:gd name="connsiteX16-3739" fmla="*/ 12185 w 2528520"/>
              <a:gd name="connsiteY16-3740" fmla="*/ 1045174 h 2525736"/>
              <a:gd name="connsiteX0-3741" fmla="*/ 12185 w 2528520"/>
              <a:gd name="connsiteY0-3742" fmla="*/ 1045174 h 2525736"/>
              <a:gd name="connsiteX1-3743" fmla="*/ 19895 w 2528520"/>
              <a:gd name="connsiteY1-3744" fmla="*/ 1016996 h 2525736"/>
              <a:gd name="connsiteX2-3745" fmla="*/ 1242215 w 2528520"/>
              <a:gd name="connsiteY2-3746" fmla="*/ 6073 h 2525736"/>
              <a:gd name="connsiteX3-3747" fmla="*/ 1274549 w 2528520"/>
              <a:gd name="connsiteY3-3748" fmla="*/ 6109 h 2525736"/>
              <a:gd name="connsiteX4-3749" fmla="*/ 2524070 w 2528520"/>
              <a:gd name="connsiteY4-3750" fmla="*/ 1039526 h 2525736"/>
              <a:gd name="connsiteX5-3751" fmla="*/ 2527879 w 2528520"/>
              <a:gd name="connsiteY5-3752" fmla="*/ 1053582 h 2525736"/>
              <a:gd name="connsiteX6-3753" fmla="*/ 2515929 w 2528520"/>
              <a:gd name="connsiteY6-3754" fmla="*/ 1061982 h 2525736"/>
              <a:gd name="connsiteX7-3755" fmla="*/ 1917492 w 2528520"/>
              <a:gd name="connsiteY7-3756" fmla="*/ 1061982 h 2525736"/>
              <a:gd name="connsiteX8-3757" fmla="*/ 1904792 w 2528520"/>
              <a:gd name="connsiteY8-3758" fmla="*/ 1074682 h 2525736"/>
              <a:gd name="connsiteX9-3759" fmla="*/ 1904792 w 2528520"/>
              <a:gd name="connsiteY9-3760" fmla="*/ 2513084 h 2525736"/>
              <a:gd name="connsiteX10-3761" fmla="*/ 1892092 w 2528520"/>
              <a:gd name="connsiteY10-3762" fmla="*/ 2525736 h 2525736"/>
              <a:gd name="connsiteX11-3763" fmla="*/ 624632 w 2528520"/>
              <a:gd name="connsiteY11-3764" fmla="*/ 2525736 h 2525736"/>
              <a:gd name="connsiteX12-3765" fmla="*/ 611932 w 2528520"/>
              <a:gd name="connsiteY12-3766" fmla="*/ 2513036 h 2525736"/>
              <a:gd name="connsiteX13-3767" fmla="*/ 611932 w 2528520"/>
              <a:gd name="connsiteY13-3768" fmla="*/ 1074633 h 2525736"/>
              <a:gd name="connsiteX14-3769" fmla="*/ 599232 w 2528520"/>
              <a:gd name="connsiteY14-3770" fmla="*/ 1061983 h 2525736"/>
              <a:gd name="connsiteX15-3771" fmla="*/ 795 w 2528520"/>
              <a:gd name="connsiteY15-3772" fmla="*/ 1061983 h 2525736"/>
              <a:gd name="connsiteX16-3773" fmla="*/ 12185 w 2528520"/>
              <a:gd name="connsiteY16-3774" fmla="*/ 1045174 h 2525736"/>
              <a:gd name="connsiteX0-3775" fmla="*/ 12185 w 2528315"/>
              <a:gd name="connsiteY0-3776" fmla="*/ 1045174 h 2525736"/>
              <a:gd name="connsiteX1-3777" fmla="*/ 19895 w 2528315"/>
              <a:gd name="connsiteY1-3778" fmla="*/ 1016996 h 2525736"/>
              <a:gd name="connsiteX2-3779" fmla="*/ 1242215 w 2528315"/>
              <a:gd name="connsiteY2-3780" fmla="*/ 6073 h 2525736"/>
              <a:gd name="connsiteX3-3781" fmla="*/ 1274549 w 2528315"/>
              <a:gd name="connsiteY3-3782" fmla="*/ 6109 h 2525736"/>
              <a:gd name="connsiteX4-3783" fmla="*/ 2496871 w 2528315"/>
              <a:gd name="connsiteY4-3784" fmla="*/ 1017031 h 2525736"/>
              <a:gd name="connsiteX5-3785" fmla="*/ 2527879 w 2528315"/>
              <a:gd name="connsiteY5-3786" fmla="*/ 1053582 h 2525736"/>
              <a:gd name="connsiteX6-3787" fmla="*/ 2515929 w 2528315"/>
              <a:gd name="connsiteY6-3788" fmla="*/ 1061982 h 2525736"/>
              <a:gd name="connsiteX7-3789" fmla="*/ 1917492 w 2528315"/>
              <a:gd name="connsiteY7-3790" fmla="*/ 1061982 h 2525736"/>
              <a:gd name="connsiteX8-3791" fmla="*/ 1904792 w 2528315"/>
              <a:gd name="connsiteY8-3792" fmla="*/ 1074682 h 2525736"/>
              <a:gd name="connsiteX9-3793" fmla="*/ 1904792 w 2528315"/>
              <a:gd name="connsiteY9-3794" fmla="*/ 2513084 h 2525736"/>
              <a:gd name="connsiteX10-3795" fmla="*/ 1892092 w 2528315"/>
              <a:gd name="connsiteY10-3796" fmla="*/ 2525736 h 2525736"/>
              <a:gd name="connsiteX11-3797" fmla="*/ 624632 w 2528315"/>
              <a:gd name="connsiteY11-3798" fmla="*/ 2525736 h 2525736"/>
              <a:gd name="connsiteX12-3799" fmla="*/ 611932 w 2528315"/>
              <a:gd name="connsiteY12-3800" fmla="*/ 2513036 h 2525736"/>
              <a:gd name="connsiteX13-3801" fmla="*/ 611932 w 2528315"/>
              <a:gd name="connsiteY13-3802" fmla="*/ 1074633 h 2525736"/>
              <a:gd name="connsiteX14-3803" fmla="*/ 599232 w 2528315"/>
              <a:gd name="connsiteY14-3804" fmla="*/ 1061983 h 2525736"/>
              <a:gd name="connsiteX15-3805" fmla="*/ 795 w 2528315"/>
              <a:gd name="connsiteY15-3806" fmla="*/ 1061983 h 2525736"/>
              <a:gd name="connsiteX16-3807" fmla="*/ 12185 w 2528315"/>
              <a:gd name="connsiteY16-3808" fmla="*/ 1045174 h 2525736"/>
              <a:gd name="connsiteX0-3809" fmla="*/ 12185 w 2527958"/>
              <a:gd name="connsiteY0-3810" fmla="*/ 1045174 h 2525736"/>
              <a:gd name="connsiteX1-3811" fmla="*/ 19895 w 2527958"/>
              <a:gd name="connsiteY1-3812" fmla="*/ 1016996 h 2525736"/>
              <a:gd name="connsiteX2-3813" fmla="*/ 1242215 w 2527958"/>
              <a:gd name="connsiteY2-3814" fmla="*/ 6073 h 2525736"/>
              <a:gd name="connsiteX3-3815" fmla="*/ 1274549 w 2527958"/>
              <a:gd name="connsiteY3-3816" fmla="*/ 6109 h 2525736"/>
              <a:gd name="connsiteX4-3817" fmla="*/ 2496871 w 2527958"/>
              <a:gd name="connsiteY4-3818" fmla="*/ 1017031 h 2525736"/>
              <a:gd name="connsiteX5-3819" fmla="*/ 2527879 w 2527958"/>
              <a:gd name="connsiteY5-3820" fmla="*/ 1053582 h 2525736"/>
              <a:gd name="connsiteX6-3821" fmla="*/ 2515929 w 2527958"/>
              <a:gd name="connsiteY6-3822" fmla="*/ 1061982 h 2525736"/>
              <a:gd name="connsiteX7-3823" fmla="*/ 1917492 w 2527958"/>
              <a:gd name="connsiteY7-3824" fmla="*/ 1061982 h 2525736"/>
              <a:gd name="connsiteX8-3825" fmla="*/ 1904792 w 2527958"/>
              <a:gd name="connsiteY8-3826" fmla="*/ 1074682 h 2525736"/>
              <a:gd name="connsiteX9-3827" fmla="*/ 1904792 w 2527958"/>
              <a:gd name="connsiteY9-3828" fmla="*/ 2513084 h 2525736"/>
              <a:gd name="connsiteX10-3829" fmla="*/ 1892092 w 2527958"/>
              <a:gd name="connsiteY10-3830" fmla="*/ 2525736 h 2525736"/>
              <a:gd name="connsiteX11-3831" fmla="*/ 624632 w 2527958"/>
              <a:gd name="connsiteY11-3832" fmla="*/ 2525736 h 2525736"/>
              <a:gd name="connsiteX12-3833" fmla="*/ 611932 w 2527958"/>
              <a:gd name="connsiteY12-3834" fmla="*/ 2513036 h 2525736"/>
              <a:gd name="connsiteX13-3835" fmla="*/ 611932 w 2527958"/>
              <a:gd name="connsiteY13-3836" fmla="*/ 1074633 h 2525736"/>
              <a:gd name="connsiteX14-3837" fmla="*/ 599232 w 2527958"/>
              <a:gd name="connsiteY14-3838" fmla="*/ 1061983 h 2525736"/>
              <a:gd name="connsiteX15-3839" fmla="*/ 795 w 2527958"/>
              <a:gd name="connsiteY15-3840" fmla="*/ 1061983 h 2525736"/>
              <a:gd name="connsiteX16-3841" fmla="*/ 12185 w 2527958"/>
              <a:gd name="connsiteY16-3842" fmla="*/ 1045174 h 2525736"/>
              <a:gd name="connsiteX0-3843" fmla="*/ 12185 w 2527879"/>
              <a:gd name="connsiteY0-3844" fmla="*/ 1045174 h 2525736"/>
              <a:gd name="connsiteX1-3845" fmla="*/ 19895 w 2527879"/>
              <a:gd name="connsiteY1-3846" fmla="*/ 1016996 h 2525736"/>
              <a:gd name="connsiteX2-3847" fmla="*/ 1242215 w 2527879"/>
              <a:gd name="connsiteY2-3848" fmla="*/ 6073 h 2525736"/>
              <a:gd name="connsiteX3-3849" fmla="*/ 1274549 w 2527879"/>
              <a:gd name="connsiteY3-3850" fmla="*/ 6109 h 2525736"/>
              <a:gd name="connsiteX4-3851" fmla="*/ 2496871 w 2527879"/>
              <a:gd name="connsiteY4-3852" fmla="*/ 1017031 h 2525736"/>
              <a:gd name="connsiteX5-3853" fmla="*/ 2527879 w 2527879"/>
              <a:gd name="connsiteY5-3854" fmla="*/ 1053582 h 2525736"/>
              <a:gd name="connsiteX6-3855" fmla="*/ 2515929 w 2527879"/>
              <a:gd name="connsiteY6-3856" fmla="*/ 1061982 h 2525736"/>
              <a:gd name="connsiteX7-3857" fmla="*/ 1917492 w 2527879"/>
              <a:gd name="connsiteY7-3858" fmla="*/ 1061982 h 2525736"/>
              <a:gd name="connsiteX8-3859" fmla="*/ 1904792 w 2527879"/>
              <a:gd name="connsiteY8-3860" fmla="*/ 1074682 h 2525736"/>
              <a:gd name="connsiteX9-3861" fmla="*/ 1904792 w 2527879"/>
              <a:gd name="connsiteY9-3862" fmla="*/ 2513084 h 2525736"/>
              <a:gd name="connsiteX10-3863" fmla="*/ 1892092 w 2527879"/>
              <a:gd name="connsiteY10-3864" fmla="*/ 2525736 h 2525736"/>
              <a:gd name="connsiteX11-3865" fmla="*/ 624632 w 2527879"/>
              <a:gd name="connsiteY11-3866" fmla="*/ 2525736 h 2525736"/>
              <a:gd name="connsiteX12-3867" fmla="*/ 611932 w 2527879"/>
              <a:gd name="connsiteY12-3868" fmla="*/ 2513036 h 2525736"/>
              <a:gd name="connsiteX13-3869" fmla="*/ 611932 w 2527879"/>
              <a:gd name="connsiteY13-3870" fmla="*/ 1074633 h 2525736"/>
              <a:gd name="connsiteX14-3871" fmla="*/ 599232 w 2527879"/>
              <a:gd name="connsiteY14-3872" fmla="*/ 1061983 h 2525736"/>
              <a:gd name="connsiteX15-3873" fmla="*/ 795 w 2527879"/>
              <a:gd name="connsiteY15-3874" fmla="*/ 1061983 h 2525736"/>
              <a:gd name="connsiteX16-3875" fmla="*/ 12185 w 2527879"/>
              <a:gd name="connsiteY16-3876" fmla="*/ 1045174 h 2525736"/>
              <a:gd name="connsiteX0-3877" fmla="*/ 12185 w 2520339"/>
              <a:gd name="connsiteY0-3878" fmla="*/ 1045174 h 2525736"/>
              <a:gd name="connsiteX1-3879" fmla="*/ 19895 w 2520339"/>
              <a:gd name="connsiteY1-3880" fmla="*/ 1016996 h 2525736"/>
              <a:gd name="connsiteX2-3881" fmla="*/ 1242215 w 2520339"/>
              <a:gd name="connsiteY2-3882" fmla="*/ 6073 h 2525736"/>
              <a:gd name="connsiteX3-3883" fmla="*/ 1274549 w 2520339"/>
              <a:gd name="connsiteY3-3884" fmla="*/ 6109 h 2525736"/>
              <a:gd name="connsiteX4-3885" fmla="*/ 2496871 w 2520339"/>
              <a:gd name="connsiteY4-3886" fmla="*/ 1017031 h 2525736"/>
              <a:gd name="connsiteX5-3887" fmla="*/ 2504535 w 2520339"/>
              <a:gd name="connsiteY5-3888" fmla="*/ 1045181 h 2525736"/>
              <a:gd name="connsiteX6-3889" fmla="*/ 2515929 w 2520339"/>
              <a:gd name="connsiteY6-3890" fmla="*/ 1061982 h 2525736"/>
              <a:gd name="connsiteX7-3891" fmla="*/ 1917492 w 2520339"/>
              <a:gd name="connsiteY7-3892" fmla="*/ 1061982 h 2525736"/>
              <a:gd name="connsiteX8-3893" fmla="*/ 1904792 w 2520339"/>
              <a:gd name="connsiteY8-3894" fmla="*/ 1074682 h 2525736"/>
              <a:gd name="connsiteX9-3895" fmla="*/ 1904792 w 2520339"/>
              <a:gd name="connsiteY9-3896" fmla="*/ 2513084 h 2525736"/>
              <a:gd name="connsiteX10-3897" fmla="*/ 1892092 w 2520339"/>
              <a:gd name="connsiteY10-3898" fmla="*/ 2525736 h 2525736"/>
              <a:gd name="connsiteX11-3899" fmla="*/ 624632 w 2520339"/>
              <a:gd name="connsiteY11-3900" fmla="*/ 2525736 h 2525736"/>
              <a:gd name="connsiteX12-3901" fmla="*/ 611932 w 2520339"/>
              <a:gd name="connsiteY12-3902" fmla="*/ 2513036 h 2525736"/>
              <a:gd name="connsiteX13-3903" fmla="*/ 611932 w 2520339"/>
              <a:gd name="connsiteY13-3904" fmla="*/ 1074633 h 2525736"/>
              <a:gd name="connsiteX14-3905" fmla="*/ 599232 w 2520339"/>
              <a:gd name="connsiteY14-3906" fmla="*/ 1061983 h 2525736"/>
              <a:gd name="connsiteX15-3907" fmla="*/ 795 w 2520339"/>
              <a:gd name="connsiteY15-3908" fmla="*/ 1061983 h 2525736"/>
              <a:gd name="connsiteX16-3909" fmla="*/ 12185 w 2520339"/>
              <a:gd name="connsiteY16-3910" fmla="*/ 1045174 h 2525736"/>
              <a:gd name="connsiteX0-3911" fmla="*/ 12185 w 2516723"/>
              <a:gd name="connsiteY0-3912" fmla="*/ 1045174 h 2525736"/>
              <a:gd name="connsiteX1-3913" fmla="*/ 19895 w 2516723"/>
              <a:gd name="connsiteY1-3914" fmla="*/ 1016996 h 2525736"/>
              <a:gd name="connsiteX2-3915" fmla="*/ 1242215 w 2516723"/>
              <a:gd name="connsiteY2-3916" fmla="*/ 6073 h 2525736"/>
              <a:gd name="connsiteX3-3917" fmla="*/ 1274549 w 2516723"/>
              <a:gd name="connsiteY3-3918" fmla="*/ 6109 h 2525736"/>
              <a:gd name="connsiteX4-3919" fmla="*/ 2496871 w 2516723"/>
              <a:gd name="connsiteY4-3920" fmla="*/ 1017031 h 2525736"/>
              <a:gd name="connsiteX5-3921" fmla="*/ 2504535 w 2516723"/>
              <a:gd name="connsiteY5-3922" fmla="*/ 1045181 h 2525736"/>
              <a:gd name="connsiteX6-3923" fmla="*/ 2515929 w 2516723"/>
              <a:gd name="connsiteY6-3924" fmla="*/ 1061982 h 2525736"/>
              <a:gd name="connsiteX7-3925" fmla="*/ 1917492 w 2516723"/>
              <a:gd name="connsiteY7-3926" fmla="*/ 1061982 h 2525736"/>
              <a:gd name="connsiteX8-3927" fmla="*/ 1904792 w 2516723"/>
              <a:gd name="connsiteY8-3928" fmla="*/ 1074682 h 2525736"/>
              <a:gd name="connsiteX9-3929" fmla="*/ 1904792 w 2516723"/>
              <a:gd name="connsiteY9-3930" fmla="*/ 2513084 h 2525736"/>
              <a:gd name="connsiteX10-3931" fmla="*/ 1892092 w 2516723"/>
              <a:gd name="connsiteY10-3932" fmla="*/ 2525736 h 2525736"/>
              <a:gd name="connsiteX11-3933" fmla="*/ 624632 w 2516723"/>
              <a:gd name="connsiteY11-3934" fmla="*/ 2525736 h 2525736"/>
              <a:gd name="connsiteX12-3935" fmla="*/ 611932 w 2516723"/>
              <a:gd name="connsiteY12-3936" fmla="*/ 2513036 h 2525736"/>
              <a:gd name="connsiteX13-3937" fmla="*/ 611932 w 2516723"/>
              <a:gd name="connsiteY13-3938" fmla="*/ 1074633 h 2525736"/>
              <a:gd name="connsiteX14-3939" fmla="*/ 599232 w 2516723"/>
              <a:gd name="connsiteY14-3940" fmla="*/ 1061983 h 2525736"/>
              <a:gd name="connsiteX15-3941" fmla="*/ 795 w 2516723"/>
              <a:gd name="connsiteY15-3942" fmla="*/ 1061983 h 2525736"/>
              <a:gd name="connsiteX16-3943" fmla="*/ 12185 w 2516723"/>
              <a:gd name="connsiteY16-3944" fmla="*/ 1045174 h 2525736"/>
              <a:gd name="connsiteX0-3945" fmla="*/ 12185 w 2515929"/>
              <a:gd name="connsiteY0-3946" fmla="*/ 1045174 h 2525736"/>
              <a:gd name="connsiteX1-3947" fmla="*/ 19895 w 2515929"/>
              <a:gd name="connsiteY1-3948" fmla="*/ 1016996 h 2525736"/>
              <a:gd name="connsiteX2-3949" fmla="*/ 1242215 w 2515929"/>
              <a:gd name="connsiteY2-3950" fmla="*/ 6073 h 2525736"/>
              <a:gd name="connsiteX3-3951" fmla="*/ 1274549 w 2515929"/>
              <a:gd name="connsiteY3-3952" fmla="*/ 6109 h 2525736"/>
              <a:gd name="connsiteX4-3953" fmla="*/ 2496871 w 2515929"/>
              <a:gd name="connsiteY4-3954" fmla="*/ 1017031 h 2525736"/>
              <a:gd name="connsiteX5-3955" fmla="*/ 2504535 w 2515929"/>
              <a:gd name="connsiteY5-3956" fmla="*/ 1045181 h 2525736"/>
              <a:gd name="connsiteX6-3957" fmla="*/ 2515929 w 2515929"/>
              <a:gd name="connsiteY6-3958" fmla="*/ 1061982 h 2525736"/>
              <a:gd name="connsiteX7-3959" fmla="*/ 1917492 w 2515929"/>
              <a:gd name="connsiteY7-3960" fmla="*/ 1061982 h 2525736"/>
              <a:gd name="connsiteX8-3961" fmla="*/ 1904792 w 2515929"/>
              <a:gd name="connsiteY8-3962" fmla="*/ 1074682 h 2525736"/>
              <a:gd name="connsiteX9-3963" fmla="*/ 1904792 w 2515929"/>
              <a:gd name="connsiteY9-3964" fmla="*/ 2513084 h 2525736"/>
              <a:gd name="connsiteX10-3965" fmla="*/ 1892092 w 2515929"/>
              <a:gd name="connsiteY10-3966" fmla="*/ 2525736 h 2525736"/>
              <a:gd name="connsiteX11-3967" fmla="*/ 624632 w 2515929"/>
              <a:gd name="connsiteY11-3968" fmla="*/ 2525736 h 2525736"/>
              <a:gd name="connsiteX12-3969" fmla="*/ 611932 w 2515929"/>
              <a:gd name="connsiteY12-3970" fmla="*/ 2513036 h 2525736"/>
              <a:gd name="connsiteX13-3971" fmla="*/ 611932 w 2515929"/>
              <a:gd name="connsiteY13-3972" fmla="*/ 1074633 h 2525736"/>
              <a:gd name="connsiteX14-3973" fmla="*/ 599232 w 2515929"/>
              <a:gd name="connsiteY14-3974" fmla="*/ 1061983 h 2525736"/>
              <a:gd name="connsiteX15-3975" fmla="*/ 795 w 2515929"/>
              <a:gd name="connsiteY15-3976" fmla="*/ 1061983 h 2525736"/>
              <a:gd name="connsiteX16-3977" fmla="*/ 12185 w 2515929"/>
              <a:gd name="connsiteY16-3978" fmla="*/ 1045174 h 2525736"/>
              <a:gd name="connsiteX0-3979" fmla="*/ 12185 w 2505809"/>
              <a:gd name="connsiteY0-3980" fmla="*/ 1045174 h 2525736"/>
              <a:gd name="connsiteX1-3981" fmla="*/ 19895 w 2505809"/>
              <a:gd name="connsiteY1-3982" fmla="*/ 1016996 h 2525736"/>
              <a:gd name="connsiteX2-3983" fmla="*/ 1242215 w 2505809"/>
              <a:gd name="connsiteY2-3984" fmla="*/ 6073 h 2525736"/>
              <a:gd name="connsiteX3-3985" fmla="*/ 1274549 w 2505809"/>
              <a:gd name="connsiteY3-3986" fmla="*/ 6109 h 2525736"/>
              <a:gd name="connsiteX4-3987" fmla="*/ 2496871 w 2505809"/>
              <a:gd name="connsiteY4-3988" fmla="*/ 1017031 h 2525736"/>
              <a:gd name="connsiteX5-3989" fmla="*/ 2504535 w 2505809"/>
              <a:gd name="connsiteY5-3990" fmla="*/ 1045181 h 2525736"/>
              <a:gd name="connsiteX6-3991" fmla="*/ 2480635 w 2505809"/>
              <a:gd name="connsiteY6-3992" fmla="*/ 1061981 h 2525736"/>
              <a:gd name="connsiteX7-3993" fmla="*/ 1917492 w 2505809"/>
              <a:gd name="connsiteY7-3994" fmla="*/ 1061982 h 2525736"/>
              <a:gd name="connsiteX8-3995" fmla="*/ 1904792 w 2505809"/>
              <a:gd name="connsiteY8-3996" fmla="*/ 1074682 h 2525736"/>
              <a:gd name="connsiteX9-3997" fmla="*/ 1904792 w 2505809"/>
              <a:gd name="connsiteY9-3998" fmla="*/ 2513084 h 2525736"/>
              <a:gd name="connsiteX10-3999" fmla="*/ 1892092 w 2505809"/>
              <a:gd name="connsiteY10-4000" fmla="*/ 2525736 h 2525736"/>
              <a:gd name="connsiteX11-4001" fmla="*/ 624632 w 2505809"/>
              <a:gd name="connsiteY11-4002" fmla="*/ 2525736 h 2525736"/>
              <a:gd name="connsiteX12-4003" fmla="*/ 611932 w 2505809"/>
              <a:gd name="connsiteY12-4004" fmla="*/ 2513036 h 2525736"/>
              <a:gd name="connsiteX13-4005" fmla="*/ 611932 w 2505809"/>
              <a:gd name="connsiteY13-4006" fmla="*/ 1074633 h 2525736"/>
              <a:gd name="connsiteX14-4007" fmla="*/ 599232 w 2505809"/>
              <a:gd name="connsiteY14-4008" fmla="*/ 1061983 h 2525736"/>
              <a:gd name="connsiteX15-4009" fmla="*/ 795 w 2505809"/>
              <a:gd name="connsiteY15-4010" fmla="*/ 1061983 h 2525736"/>
              <a:gd name="connsiteX16-4011" fmla="*/ 12185 w 2505809"/>
              <a:gd name="connsiteY16-4012" fmla="*/ 1045174 h 2525736"/>
              <a:gd name="connsiteX0-4013" fmla="*/ 12185 w 2505809"/>
              <a:gd name="connsiteY0-4014" fmla="*/ 1045174 h 2525736"/>
              <a:gd name="connsiteX1-4015" fmla="*/ 19895 w 2505809"/>
              <a:gd name="connsiteY1-4016" fmla="*/ 1016996 h 2525736"/>
              <a:gd name="connsiteX2-4017" fmla="*/ 1242215 w 2505809"/>
              <a:gd name="connsiteY2-4018" fmla="*/ 6073 h 2525736"/>
              <a:gd name="connsiteX3-4019" fmla="*/ 1274549 w 2505809"/>
              <a:gd name="connsiteY3-4020" fmla="*/ 6109 h 2525736"/>
              <a:gd name="connsiteX4-4021" fmla="*/ 2496871 w 2505809"/>
              <a:gd name="connsiteY4-4022" fmla="*/ 1017031 h 2525736"/>
              <a:gd name="connsiteX5-4023" fmla="*/ 2504535 w 2505809"/>
              <a:gd name="connsiteY5-4024" fmla="*/ 1045181 h 2525736"/>
              <a:gd name="connsiteX6-4025" fmla="*/ 2480635 w 2505809"/>
              <a:gd name="connsiteY6-4026" fmla="*/ 1061981 h 2525736"/>
              <a:gd name="connsiteX7-4027" fmla="*/ 1917492 w 2505809"/>
              <a:gd name="connsiteY7-4028" fmla="*/ 1061982 h 2525736"/>
              <a:gd name="connsiteX8-4029" fmla="*/ 1904792 w 2505809"/>
              <a:gd name="connsiteY8-4030" fmla="*/ 1074682 h 2525736"/>
              <a:gd name="connsiteX9-4031" fmla="*/ 1904792 w 2505809"/>
              <a:gd name="connsiteY9-4032" fmla="*/ 2513084 h 2525736"/>
              <a:gd name="connsiteX10-4033" fmla="*/ 1892092 w 2505809"/>
              <a:gd name="connsiteY10-4034" fmla="*/ 2525736 h 2525736"/>
              <a:gd name="connsiteX11-4035" fmla="*/ 624632 w 2505809"/>
              <a:gd name="connsiteY11-4036" fmla="*/ 2525736 h 2525736"/>
              <a:gd name="connsiteX12-4037" fmla="*/ 611932 w 2505809"/>
              <a:gd name="connsiteY12-4038" fmla="*/ 2513036 h 2525736"/>
              <a:gd name="connsiteX13-4039" fmla="*/ 611932 w 2505809"/>
              <a:gd name="connsiteY13-4040" fmla="*/ 1074633 h 2525736"/>
              <a:gd name="connsiteX14-4041" fmla="*/ 599232 w 2505809"/>
              <a:gd name="connsiteY14-4042" fmla="*/ 1061983 h 2525736"/>
              <a:gd name="connsiteX15-4043" fmla="*/ 795 w 2505809"/>
              <a:gd name="connsiteY15-4044" fmla="*/ 1061983 h 2525736"/>
              <a:gd name="connsiteX16-4045" fmla="*/ 12185 w 2505809"/>
              <a:gd name="connsiteY16-4046" fmla="*/ 1045174 h 2525736"/>
              <a:gd name="connsiteX0-4047" fmla="*/ 12185 w 2505809"/>
              <a:gd name="connsiteY0-4048" fmla="*/ 1045174 h 2525736"/>
              <a:gd name="connsiteX1-4049" fmla="*/ 19895 w 2505809"/>
              <a:gd name="connsiteY1-4050" fmla="*/ 1016996 h 2525736"/>
              <a:gd name="connsiteX2-4051" fmla="*/ 1242215 w 2505809"/>
              <a:gd name="connsiteY2-4052" fmla="*/ 6073 h 2525736"/>
              <a:gd name="connsiteX3-4053" fmla="*/ 1274549 w 2505809"/>
              <a:gd name="connsiteY3-4054" fmla="*/ 6109 h 2525736"/>
              <a:gd name="connsiteX4-4055" fmla="*/ 2496871 w 2505809"/>
              <a:gd name="connsiteY4-4056" fmla="*/ 1017031 h 2525736"/>
              <a:gd name="connsiteX5-4057" fmla="*/ 2504535 w 2505809"/>
              <a:gd name="connsiteY5-4058" fmla="*/ 1045181 h 2525736"/>
              <a:gd name="connsiteX6-4059" fmla="*/ 2480635 w 2505809"/>
              <a:gd name="connsiteY6-4060" fmla="*/ 1061981 h 2525736"/>
              <a:gd name="connsiteX7-4061" fmla="*/ 1917492 w 2505809"/>
              <a:gd name="connsiteY7-4062" fmla="*/ 1061982 h 2525736"/>
              <a:gd name="connsiteX8-4063" fmla="*/ 1904792 w 2505809"/>
              <a:gd name="connsiteY8-4064" fmla="*/ 1074682 h 2525736"/>
              <a:gd name="connsiteX9-4065" fmla="*/ 1904792 w 2505809"/>
              <a:gd name="connsiteY9-4066" fmla="*/ 2513084 h 2525736"/>
              <a:gd name="connsiteX10-4067" fmla="*/ 1892092 w 2505809"/>
              <a:gd name="connsiteY10-4068" fmla="*/ 2525736 h 2525736"/>
              <a:gd name="connsiteX11-4069" fmla="*/ 624632 w 2505809"/>
              <a:gd name="connsiteY11-4070" fmla="*/ 2525736 h 2525736"/>
              <a:gd name="connsiteX12-4071" fmla="*/ 611932 w 2505809"/>
              <a:gd name="connsiteY12-4072" fmla="*/ 2513036 h 2525736"/>
              <a:gd name="connsiteX13-4073" fmla="*/ 611932 w 2505809"/>
              <a:gd name="connsiteY13-4074" fmla="*/ 1074633 h 2525736"/>
              <a:gd name="connsiteX14-4075" fmla="*/ 599232 w 2505809"/>
              <a:gd name="connsiteY14-4076" fmla="*/ 1061983 h 2525736"/>
              <a:gd name="connsiteX15-4077" fmla="*/ 795 w 2505809"/>
              <a:gd name="connsiteY15-4078" fmla="*/ 1061983 h 2525736"/>
              <a:gd name="connsiteX16-4079" fmla="*/ 12185 w 2505809"/>
              <a:gd name="connsiteY16-4080" fmla="*/ 1045174 h 2525736"/>
              <a:gd name="connsiteX0-4081" fmla="*/ 12185 w 2505809"/>
              <a:gd name="connsiteY0-4082" fmla="*/ 1045174 h 2525736"/>
              <a:gd name="connsiteX1-4083" fmla="*/ 19895 w 2505809"/>
              <a:gd name="connsiteY1-4084" fmla="*/ 1016996 h 2525736"/>
              <a:gd name="connsiteX2-4085" fmla="*/ 1242215 w 2505809"/>
              <a:gd name="connsiteY2-4086" fmla="*/ 6073 h 2525736"/>
              <a:gd name="connsiteX3-4087" fmla="*/ 1274549 w 2505809"/>
              <a:gd name="connsiteY3-4088" fmla="*/ 6109 h 2525736"/>
              <a:gd name="connsiteX4-4089" fmla="*/ 2496871 w 2505809"/>
              <a:gd name="connsiteY4-4090" fmla="*/ 1017031 h 2525736"/>
              <a:gd name="connsiteX5-4091" fmla="*/ 2504535 w 2505809"/>
              <a:gd name="connsiteY5-4092" fmla="*/ 1045181 h 2525736"/>
              <a:gd name="connsiteX6-4093" fmla="*/ 2480635 w 2505809"/>
              <a:gd name="connsiteY6-4094" fmla="*/ 1061981 h 2525736"/>
              <a:gd name="connsiteX7-4095" fmla="*/ 1930192 w 2505809"/>
              <a:gd name="connsiteY7-4096" fmla="*/ 1061981 h 2525736"/>
              <a:gd name="connsiteX8-4097" fmla="*/ 1904792 w 2505809"/>
              <a:gd name="connsiteY8-4098" fmla="*/ 1074682 h 2525736"/>
              <a:gd name="connsiteX9-4099" fmla="*/ 1904792 w 2505809"/>
              <a:gd name="connsiteY9-4100" fmla="*/ 2513084 h 2525736"/>
              <a:gd name="connsiteX10-4101" fmla="*/ 1892092 w 2505809"/>
              <a:gd name="connsiteY10-4102" fmla="*/ 2525736 h 2525736"/>
              <a:gd name="connsiteX11-4103" fmla="*/ 624632 w 2505809"/>
              <a:gd name="connsiteY11-4104" fmla="*/ 2525736 h 2525736"/>
              <a:gd name="connsiteX12-4105" fmla="*/ 611932 w 2505809"/>
              <a:gd name="connsiteY12-4106" fmla="*/ 2513036 h 2525736"/>
              <a:gd name="connsiteX13-4107" fmla="*/ 611932 w 2505809"/>
              <a:gd name="connsiteY13-4108" fmla="*/ 1074633 h 2525736"/>
              <a:gd name="connsiteX14-4109" fmla="*/ 599232 w 2505809"/>
              <a:gd name="connsiteY14-4110" fmla="*/ 1061983 h 2525736"/>
              <a:gd name="connsiteX15-4111" fmla="*/ 795 w 2505809"/>
              <a:gd name="connsiteY15-4112" fmla="*/ 1061983 h 2525736"/>
              <a:gd name="connsiteX16-4113" fmla="*/ 12185 w 2505809"/>
              <a:gd name="connsiteY16-4114" fmla="*/ 1045174 h 2525736"/>
              <a:gd name="connsiteX0-4115" fmla="*/ 12185 w 2505809"/>
              <a:gd name="connsiteY0-4116" fmla="*/ 1045174 h 2525736"/>
              <a:gd name="connsiteX1-4117" fmla="*/ 19895 w 2505809"/>
              <a:gd name="connsiteY1-4118" fmla="*/ 1016996 h 2525736"/>
              <a:gd name="connsiteX2-4119" fmla="*/ 1242215 w 2505809"/>
              <a:gd name="connsiteY2-4120" fmla="*/ 6073 h 2525736"/>
              <a:gd name="connsiteX3-4121" fmla="*/ 1274549 w 2505809"/>
              <a:gd name="connsiteY3-4122" fmla="*/ 6109 h 2525736"/>
              <a:gd name="connsiteX4-4123" fmla="*/ 2496871 w 2505809"/>
              <a:gd name="connsiteY4-4124" fmla="*/ 1017031 h 2525736"/>
              <a:gd name="connsiteX5-4125" fmla="*/ 2504535 w 2505809"/>
              <a:gd name="connsiteY5-4126" fmla="*/ 1045181 h 2525736"/>
              <a:gd name="connsiteX6-4127" fmla="*/ 2480635 w 2505809"/>
              <a:gd name="connsiteY6-4128" fmla="*/ 1061981 h 2525736"/>
              <a:gd name="connsiteX7-4129" fmla="*/ 1930192 w 2505809"/>
              <a:gd name="connsiteY7-4130" fmla="*/ 1061981 h 2525736"/>
              <a:gd name="connsiteX8-4131" fmla="*/ 1904792 w 2505809"/>
              <a:gd name="connsiteY8-4132" fmla="*/ 1074682 h 2525736"/>
              <a:gd name="connsiteX9-4133" fmla="*/ 1904792 w 2505809"/>
              <a:gd name="connsiteY9-4134" fmla="*/ 2513084 h 2525736"/>
              <a:gd name="connsiteX10-4135" fmla="*/ 1892092 w 2505809"/>
              <a:gd name="connsiteY10-4136" fmla="*/ 2525736 h 2525736"/>
              <a:gd name="connsiteX11-4137" fmla="*/ 624632 w 2505809"/>
              <a:gd name="connsiteY11-4138" fmla="*/ 2525736 h 2525736"/>
              <a:gd name="connsiteX12-4139" fmla="*/ 611932 w 2505809"/>
              <a:gd name="connsiteY12-4140" fmla="*/ 2513036 h 2525736"/>
              <a:gd name="connsiteX13-4141" fmla="*/ 611932 w 2505809"/>
              <a:gd name="connsiteY13-4142" fmla="*/ 1074633 h 2525736"/>
              <a:gd name="connsiteX14-4143" fmla="*/ 599232 w 2505809"/>
              <a:gd name="connsiteY14-4144" fmla="*/ 1061983 h 2525736"/>
              <a:gd name="connsiteX15-4145" fmla="*/ 795 w 2505809"/>
              <a:gd name="connsiteY15-4146" fmla="*/ 1061983 h 2525736"/>
              <a:gd name="connsiteX16-4147" fmla="*/ 12185 w 2505809"/>
              <a:gd name="connsiteY16-4148" fmla="*/ 1045174 h 2525736"/>
              <a:gd name="connsiteX0-4149" fmla="*/ 12185 w 2505809"/>
              <a:gd name="connsiteY0-4150" fmla="*/ 1045174 h 2525736"/>
              <a:gd name="connsiteX1-4151" fmla="*/ 19895 w 2505809"/>
              <a:gd name="connsiteY1-4152" fmla="*/ 1016996 h 2525736"/>
              <a:gd name="connsiteX2-4153" fmla="*/ 1242215 w 2505809"/>
              <a:gd name="connsiteY2-4154" fmla="*/ 6073 h 2525736"/>
              <a:gd name="connsiteX3-4155" fmla="*/ 1274549 w 2505809"/>
              <a:gd name="connsiteY3-4156" fmla="*/ 6109 h 2525736"/>
              <a:gd name="connsiteX4-4157" fmla="*/ 2496871 w 2505809"/>
              <a:gd name="connsiteY4-4158" fmla="*/ 1017031 h 2525736"/>
              <a:gd name="connsiteX5-4159" fmla="*/ 2504535 w 2505809"/>
              <a:gd name="connsiteY5-4160" fmla="*/ 1045181 h 2525736"/>
              <a:gd name="connsiteX6-4161" fmla="*/ 2480635 w 2505809"/>
              <a:gd name="connsiteY6-4162" fmla="*/ 1061981 h 2525736"/>
              <a:gd name="connsiteX7-4163" fmla="*/ 1930192 w 2505809"/>
              <a:gd name="connsiteY7-4164" fmla="*/ 1061981 h 2525736"/>
              <a:gd name="connsiteX8-4165" fmla="*/ 1904792 w 2505809"/>
              <a:gd name="connsiteY8-4166" fmla="*/ 1074682 h 2525736"/>
              <a:gd name="connsiteX9-4167" fmla="*/ 1904792 w 2505809"/>
              <a:gd name="connsiteY9-4168" fmla="*/ 2513084 h 2525736"/>
              <a:gd name="connsiteX10-4169" fmla="*/ 1892092 w 2505809"/>
              <a:gd name="connsiteY10-4170" fmla="*/ 2525736 h 2525736"/>
              <a:gd name="connsiteX11-4171" fmla="*/ 624632 w 2505809"/>
              <a:gd name="connsiteY11-4172" fmla="*/ 2525736 h 2525736"/>
              <a:gd name="connsiteX12-4173" fmla="*/ 611932 w 2505809"/>
              <a:gd name="connsiteY12-4174" fmla="*/ 2513036 h 2525736"/>
              <a:gd name="connsiteX13-4175" fmla="*/ 611932 w 2505809"/>
              <a:gd name="connsiteY13-4176" fmla="*/ 1074633 h 2525736"/>
              <a:gd name="connsiteX14-4177" fmla="*/ 599232 w 2505809"/>
              <a:gd name="connsiteY14-4178" fmla="*/ 1061983 h 2525736"/>
              <a:gd name="connsiteX15-4179" fmla="*/ 795 w 2505809"/>
              <a:gd name="connsiteY15-4180" fmla="*/ 1061983 h 2525736"/>
              <a:gd name="connsiteX16-4181" fmla="*/ 12185 w 2505809"/>
              <a:gd name="connsiteY16-4182" fmla="*/ 1045174 h 2525736"/>
              <a:gd name="connsiteX0-4183" fmla="*/ 12185 w 2505809"/>
              <a:gd name="connsiteY0-4184" fmla="*/ 1045174 h 2525736"/>
              <a:gd name="connsiteX1-4185" fmla="*/ 19895 w 2505809"/>
              <a:gd name="connsiteY1-4186" fmla="*/ 1016996 h 2525736"/>
              <a:gd name="connsiteX2-4187" fmla="*/ 1242215 w 2505809"/>
              <a:gd name="connsiteY2-4188" fmla="*/ 6073 h 2525736"/>
              <a:gd name="connsiteX3-4189" fmla="*/ 1274549 w 2505809"/>
              <a:gd name="connsiteY3-4190" fmla="*/ 6109 h 2525736"/>
              <a:gd name="connsiteX4-4191" fmla="*/ 2496871 w 2505809"/>
              <a:gd name="connsiteY4-4192" fmla="*/ 1017031 h 2525736"/>
              <a:gd name="connsiteX5-4193" fmla="*/ 2504535 w 2505809"/>
              <a:gd name="connsiteY5-4194" fmla="*/ 1045181 h 2525736"/>
              <a:gd name="connsiteX6-4195" fmla="*/ 2480635 w 2505809"/>
              <a:gd name="connsiteY6-4196" fmla="*/ 1061981 h 2525736"/>
              <a:gd name="connsiteX7-4197" fmla="*/ 1930192 w 2505809"/>
              <a:gd name="connsiteY7-4198" fmla="*/ 1061981 h 2525736"/>
              <a:gd name="connsiteX8-4199" fmla="*/ 1904792 w 2505809"/>
              <a:gd name="connsiteY8-4200" fmla="*/ 1087380 h 2525736"/>
              <a:gd name="connsiteX9-4201" fmla="*/ 1904792 w 2505809"/>
              <a:gd name="connsiteY9-4202" fmla="*/ 2513084 h 2525736"/>
              <a:gd name="connsiteX10-4203" fmla="*/ 1892092 w 2505809"/>
              <a:gd name="connsiteY10-4204" fmla="*/ 2525736 h 2525736"/>
              <a:gd name="connsiteX11-4205" fmla="*/ 624632 w 2505809"/>
              <a:gd name="connsiteY11-4206" fmla="*/ 2525736 h 2525736"/>
              <a:gd name="connsiteX12-4207" fmla="*/ 611932 w 2505809"/>
              <a:gd name="connsiteY12-4208" fmla="*/ 2513036 h 2525736"/>
              <a:gd name="connsiteX13-4209" fmla="*/ 611932 w 2505809"/>
              <a:gd name="connsiteY13-4210" fmla="*/ 1074633 h 2525736"/>
              <a:gd name="connsiteX14-4211" fmla="*/ 599232 w 2505809"/>
              <a:gd name="connsiteY14-4212" fmla="*/ 1061983 h 2525736"/>
              <a:gd name="connsiteX15-4213" fmla="*/ 795 w 2505809"/>
              <a:gd name="connsiteY15-4214" fmla="*/ 1061983 h 2525736"/>
              <a:gd name="connsiteX16-4215" fmla="*/ 12185 w 2505809"/>
              <a:gd name="connsiteY16-4216" fmla="*/ 1045174 h 2525736"/>
              <a:gd name="connsiteX0-4217" fmla="*/ 12185 w 2505809"/>
              <a:gd name="connsiteY0-4218" fmla="*/ 1045174 h 2525736"/>
              <a:gd name="connsiteX1-4219" fmla="*/ 19895 w 2505809"/>
              <a:gd name="connsiteY1-4220" fmla="*/ 1016996 h 2525736"/>
              <a:gd name="connsiteX2-4221" fmla="*/ 1242215 w 2505809"/>
              <a:gd name="connsiteY2-4222" fmla="*/ 6073 h 2525736"/>
              <a:gd name="connsiteX3-4223" fmla="*/ 1274549 w 2505809"/>
              <a:gd name="connsiteY3-4224" fmla="*/ 6109 h 2525736"/>
              <a:gd name="connsiteX4-4225" fmla="*/ 2496871 w 2505809"/>
              <a:gd name="connsiteY4-4226" fmla="*/ 1017031 h 2525736"/>
              <a:gd name="connsiteX5-4227" fmla="*/ 2504535 w 2505809"/>
              <a:gd name="connsiteY5-4228" fmla="*/ 1045181 h 2525736"/>
              <a:gd name="connsiteX6-4229" fmla="*/ 2480635 w 2505809"/>
              <a:gd name="connsiteY6-4230" fmla="*/ 1061981 h 2525736"/>
              <a:gd name="connsiteX7-4231" fmla="*/ 1930192 w 2505809"/>
              <a:gd name="connsiteY7-4232" fmla="*/ 1061981 h 2525736"/>
              <a:gd name="connsiteX8-4233" fmla="*/ 1904792 w 2505809"/>
              <a:gd name="connsiteY8-4234" fmla="*/ 1087380 h 2525736"/>
              <a:gd name="connsiteX9-4235" fmla="*/ 1904792 w 2505809"/>
              <a:gd name="connsiteY9-4236" fmla="*/ 2513084 h 2525736"/>
              <a:gd name="connsiteX10-4237" fmla="*/ 1892092 w 2505809"/>
              <a:gd name="connsiteY10-4238" fmla="*/ 2525736 h 2525736"/>
              <a:gd name="connsiteX11-4239" fmla="*/ 624632 w 2505809"/>
              <a:gd name="connsiteY11-4240" fmla="*/ 2525736 h 2525736"/>
              <a:gd name="connsiteX12-4241" fmla="*/ 611932 w 2505809"/>
              <a:gd name="connsiteY12-4242" fmla="*/ 2513036 h 2525736"/>
              <a:gd name="connsiteX13-4243" fmla="*/ 611932 w 2505809"/>
              <a:gd name="connsiteY13-4244" fmla="*/ 1074633 h 2525736"/>
              <a:gd name="connsiteX14-4245" fmla="*/ 599232 w 2505809"/>
              <a:gd name="connsiteY14-4246" fmla="*/ 1061983 h 2525736"/>
              <a:gd name="connsiteX15-4247" fmla="*/ 795 w 2505809"/>
              <a:gd name="connsiteY15-4248" fmla="*/ 1061983 h 2525736"/>
              <a:gd name="connsiteX16-4249" fmla="*/ 12185 w 2505809"/>
              <a:gd name="connsiteY16-4250" fmla="*/ 1045174 h 2525736"/>
              <a:gd name="connsiteX0-4251" fmla="*/ 12185 w 2505809"/>
              <a:gd name="connsiteY0-4252" fmla="*/ 1045174 h 2525736"/>
              <a:gd name="connsiteX1-4253" fmla="*/ 19895 w 2505809"/>
              <a:gd name="connsiteY1-4254" fmla="*/ 1016996 h 2525736"/>
              <a:gd name="connsiteX2-4255" fmla="*/ 1242215 w 2505809"/>
              <a:gd name="connsiteY2-4256" fmla="*/ 6073 h 2525736"/>
              <a:gd name="connsiteX3-4257" fmla="*/ 1274549 w 2505809"/>
              <a:gd name="connsiteY3-4258" fmla="*/ 6109 h 2525736"/>
              <a:gd name="connsiteX4-4259" fmla="*/ 2496871 w 2505809"/>
              <a:gd name="connsiteY4-4260" fmla="*/ 1017031 h 2525736"/>
              <a:gd name="connsiteX5-4261" fmla="*/ 2504535 w 2505809"/>
              <a:gd name="connsiteY5-4262" fmla="*/ 1045181 h 2525736"/>
              <a:gd name="connsiteX6-4263" fmla="*/ 2480635 w 2505809"/>
              <a:gd name="connsiteY6-4264" fmla="*/ 1061981 h 2525736"/>
              <a:gd name="connsiteX7-4265" fmla="*/ 1930192 w 2505809"/>
              <a:gd name="connsiteY7-4266" fmla="*/ 1061981 h 2525736"/>
              <a:gd name="connsiteX8-4267" fmla="*/ 1904792 w 2505809"/>
              <a:gd name="connsiteY8-4268" fmla="*/ 1087380 h 2525736"/>
              <a:gd name="connsiteX9-4269" fmla="*/ 1904792 w 2505809"/>
              <a:gd name="connsiteY9-4270" fmla="*/ 2513084 h 2525736"/>
              <a:gd name="connsiteX10-4271" fmla="*/ 1892092 w 2505809"/>
              <a:gd name="connsiteY10-4272" fmla="*/ 2525736 h 2525736"/>
              <a:gd name="connsiteX11-4273" fmla="*/ 624632 w 2505809"/>
              <a:gd name="connsiteY11-4274" fmla="*/ 2525736 h 2525736"/>
              <a:gd name="connsiteX12-4275" fmla="*/ 611932 w 2505809"/>
              <a:gd name="connsiteY12-4276" fmla="*/ 2513036 h 2525736"/>
              <a:gd name="connsiteX13-4277" fmla="*/ 611932 w 2505809"/>
              <a:gd name="connsiteY13-4278" fmla="*/ 1074633 h 2525736"/>
              <a:gd name="connsiteX14-4279" fmla="*/ 599232 w 2505809"/>
              <a:gd name="connsiteY14-4280" fmla="*/ 1061983 h 2525736"/>
              <a:gd name="connsiteX15-4281" fmla="*/ 795 w 2505809"/>
              <a:gd name="connsiteY15-4282" fmla="*/ 1061983 h 2525736"/>
              <a:gd name="connsiteX16-4283" fmla="*/ 12185 w 2505809"/>
              <a:gd name="connsiteY16-4284" fmla="*/ 1045174 h 2525736"/>
              <a:gd name="connsiteX0-4285" fmla="*/ 12185 w 2505809"/>
              <a:gd name="connsiteY0-4286" fmla="*/ 1045174 h 2525736"/>
              <a:gd name="connsiteX1-4287" fmla="*/ 19895 w 2505809"/>
              <a:gd name="connsiteY1-4288" fmla="*/ 1016996 h 2525736"/>
              <a:gd name="connsiteX2-4289" fmla="*/ 1242215 w 2505809"/>
              <a:gd name="connsiteY2-4290" fmla="*/ 6073 h 2525736"/>
              <a:gd name="connsiteX3-4291" fmla="*/ 1274549 w 2505809"/>
              <a:gd name="connsiteY3-4292" fmla="*/ 6109 h 2525736"/>
              <a:gd name="connsiteX4-4293" fmla="*/ 2496871 w 2505809"/>
              <a:gd name="connsiteY4-4294" fmla="*/ 1017031 h 2525736"/>
              <a:gd name="connsiteX5-4295" fmla="*/ 2504535 w 2505809"/>
              <a:gd name="connsiteY5-4296" fmla="*/ 1045181 h 2525736"/>
              <a:gd name="connsiteX6-4297" fmla="*/ 2480635 w 2505809"/>
              <a:gd name="connsiteY6-4298" fmla="*/ 1061981 h 2525736"/>
              <a:gd name="connsiteX7-4299" fmla="*/ 1930192 w 2505809"/>
              <a:gd name="connsiteY7-4300" fmla="*/ 1061981 h 2525736"/>
              <a:gd name="connsiteX8-4301" fmla="*/ 1904792 w 2505809"/>
              <a:gd name="connsiteY8-4302" fmla="*/ 1087380 h 2525736"/>
              <a:gd name="connsiteX9-4303" fmla="*/ 1904792 w 2505809"/>
              <a:gd name="connsiteY9-4304" fmla="*/ 2500383 h 2525736"/>
              <a:gd name="connsiteX10-4305" fmla="*/ 1892092 w 2505809"/>
              <a:gd name="connsiteY10-4306" fmla="*/ 2525736 h 2525736"/>
              <a:gd name="connsiteX11-4307" fmla="*/ 624632 w 2505809"/>
              <a:gd name="connsiteY11-4308" fmla="*/ 2525736 h 2525736"/>
              <a:gd name="connsiteX12-4309" fmla="*/ 611932 w 2505809"/>
              <a:gd name="connsiteY12-4310" fmla="*/ 2513036 h 2525736"/>
              <a:gd name="connsiteX13-4311" fmla="*/ 611932 w 2505809"/>
              <a:gd name="connsiteY13-4312" fmla="*/ 1074633 h 2525736"/>
              <a:gd name="connsiteX14-4313" fmla="*/ 599232 w 2505809"/>
              <a:gd name="connsiteY14-4314" fmla="*/ 1061983 h 2525736"/>
              <a:gd name="connsiteX15-4315" fmla="*/ 795 w 2505809"/>
              <a:gd name="connsiteY15-4316" fmla="*/ 1061983 h 2525736"/>
              <a:gd name="connsiteX16-4317" fmla="*/ 12185 w 2505809"/>
              <a:gd name="connsiteY16-4318" fmla="*/ 1045174 h 2525736"/>
              <a:gd name="connsiteX0-4319" fmla="*/ 12185 w 2505809"/>
              <a:gd name="connsiteY0-4320" fmla="*/ 1045174 h 2525736"/>
              <a:gd name="connsiteX1-4321" fmla="*/ 19895 w 2505809"/>
              <a:gd name="connsiteY1-4322" fmla="*/ 1016996 h 2525736"/>
              <a:gd name="connsiteX2-4323" fmla="*/ 1242215 w 2505809"/>
              <a:gd name="connsiteY2-4324" fmla="*/ 6073 h 2525736"/>
              <a:gd name="connsiteX3-4325" fmla="*/ 1274549 w 2505809"/>
              <a:gd name="connsiteY3-4326" fmla="*/ 6109 h 2525736"/>
              <a:gd name="connsiteX4-4327" fmla="*/ 2496871 w 2505809"/>
              <a:gd name="connsiteY4-4328" fmla="*/ 1017031 h 2525736"/>
              <a:gd name="connsiteX5-4329" fmla="*/ 2504535 w 2505809"/>
              <a:gd name="connsiteY5-4330" fmla="*/ 1045181 h 2525736"/>
              <a:gd name="connsiteX6-4331" fmla="*/ 2480635 w 2505809"/>
              <a:gd name="connsiteY6-4332" fmla="*/ 1061981 h 2525736"/>
              <a:gd name="connsiteX7-4333" fmla="*/ 1930192 w 2505809"/>
              <a:gd name="connsiteY7-4334" fmla="*/ 1061981 h 2525736"/>
              <a:gd name="connsiteX8-4335" fmla="*/ 1904792 w 2505809"/>
              <a:gd name="connsiteY8-4336" fmla="*/ 1087380 h 2525736"/>
              <a:gd name="connsiteX9-4337" fmla="*/ 1904792 w 2505809"/>
              <a:gd name="connsiteY9-4338" fmla="*/ 2500383 h 2525736"/>
              <a:gd name="connsiteX10-4339" fmla="*/ 1892092 w 2505809"/>
              <a:gd name="connsiteY10-4340" fmla="*/ 2525736 h 2525736"/>
              <a:gd name="connsiteX11-4341" fmla="*/ 624632 w 2505809"/>
              <a:gd name="connsiteY11-4342" fmla="*/ 2525736 h 2525736"/>
              <a:gd name="connsiteX12-4343" fmla="*/ 611932 w 2505809"/>
              <a:gd name="connsiteY12-4344" fmla="*/ 2513036 h 2525736"/>
              <a:gd name="connsiteX13-4345" fmla="*/ 611932 w 2505809"/>
              <a:gd name="connsiteY13-4346" fmla="*/ 1074633 h 2525736"/>
              <a:gd name="connsiteX14-4347" fmla="*/ 599232 w 2505809"/>
              <a:gd name="connsiteY14-4348" fmla="*/ 1061983 h 2525736"/>
              <a:gd name="connsiteX15-4349" fmla="*/ 795 w 2505809"/>
              <a:gd name="connsiteY15-4350" fmla="*/ 1061983 h 2525736"/>
              <a:gd name="connsiteX16-4351" fmla="*/ 12185 w 2505809"/>
              <a:gd name="connsiteY16-4352" fmla="*/ 1045174 h 2525736"/>
              <a:gd name="connsiteX0-4353" fmla="*/ 12185 w 2505809"/>
              <a:gd name="connsiteY0-4354" fmla="*/ 1045174 h 2525736"/>
              <a:gd name="connsiteX1-4355" fmla="*/ 19895 w 2505809"/>
              <a:gd name="connsiteY1-4356" fmla="*/ 1016996 h 2525736"/>
              <a:gd name="connsiteX2-4357" fmla="*/ 1242215 w 2505809"/>
              <a:gd name="connsiteY2-4358" fmla="*/ 6073 h 2525736"/>
              <a:gd name="connsiteX3-4359" fmla="*/ 1274549 w 2505809"/>
              <a:gd name="connsiteY3-4360" fmla="*/ 6109 h 2525736"/>
              <a:gd name="connsiteX4-4361" fmla="*/ 2496871 w 2505809"/>
              <a:gd name="connsiteY4-4362" fmla="*/ 1017031 h 2525736"/>
              <a:gd name="connsiteX5-4363" fmla="*/ 2504535 w 2505809"/>
              <a:gd name="connsiteY5-4364" fmla="*/ 1045181 h 2525736"/>
              <a:gd name="connsiteX6-4365" fmla="*/ 2480635 w 2505809"/>
              <a:gd name="connsiteY6-4366" fmla="*/ 1061981 h 2525736"/>
              <a:gd name="connsiteX7-4367" fmla="*/ 1930192 w 2505809"/>
              <a:gd name="connsiteY7-4368" fmla="*/ 1061981 h 2525736"/>
              <a:gd name="connsiteX8-4369" fmla="*/ 1904792 w 2505809"/>
              <a:gd name="connsiteY8-4370" fmla="*/ 1087380 h 2525736"/>
              <a:gd name="connsiteX9-4371" fmla="*/ 1904792 w 2505809"/>
              <a:gd name="connsiteY9-4372" fmla="*/ 2500383 h 2525736"/>
              <a:gd name="connsiteX10-4373" fmla="*/ 1892092 w 2505809"/>
              <a:gd name="connsiteY10-4374" fmla="*/ 2525736 h 2525736"/>
              <a:gd name="connsiteX11-4375" fmla="*/ 624632 w 2505809"/>
              <a:gd name="connsiteY11-4376" fmla="*/ 2525736 h 2525736"/>
              <a:gd name="connsiteX12-4377" fmla="*/ 611932 w 2505809"/>
              <a:gd name="connsiteY12-4378" fmla="*/ 2513036 h 2525736"/>
              <a:gd name="connsiteX13-4379" fmla="*/ 611932 w 2505809"/>
              <a:gd name="connsiteY13-4380" fmla="*/ 1074633 h 2525736"/>
              <a:gd name="connsiteX14-4381" fmla="*/ 599232 w 2505809"/>
              <a:gd name="connsiteY14-4382" fmla="*/ 1061983 h 2525736"/>
              <a:gd name="connsiteX15-4383" fmla="*/ 795 w 2505809"/>
              <a:gd name="connsiteY15-4384" fmla="*/ 1061983 h 2525736"/>
              <a:gd name="connsiteX16-4385" fmla="*/ 12185 w 2505809"/>
              <a:gd name="connsiteY16-4386" fmla="*/ 1045174 h 2525736"/>
              <a:gd name="connsiteX0-4387" fmla="*/ 12185 w 2505809"/>
              <a:gd name="connsiteY0-4388" fmla="*/ 1045174 h 2525736"/>
              <a:gd name="connsiteX1-4389" fmla="*/ 19895 w 2505809"/>
              <a:gd name="connsiteY1-4390" fmla="*/ 1016996 h 2525736"/>
              <a:gd name="connsiteX2-4391" fmla="*/ 1242215 w 2505809"/>
              <a:gd name="connsiteY2-4392" fmla="*/ 6073 h 2525736"/>
              <a:gd name="connsiteX3-4393" fmla="*/ 1274549 w 2505809"/>
              <a:gd name="connsiteY3-4394" fmla="*/ 6109 h 2525736"/>
              <a:gd name="connsiteX4-4395" fmla="*/ 2496871 w 2505809"/>
              <a:gd name="connsiteY4-4396" fmla="*/ 1017031 h 2525736"/>
              <a:gd name="connsiteX5-4397" fmla="*/ 2504535 w 2505809"/>
              <a:gd name="connsiteY5-4398" fmla="*/ 1045181 h 2525736"/>
              <a:gd name="connsiteX6-4399" fmla="*/ 2480635 w 2505809"/>
              <a:gd name="connsiteY6-4400" fmla="*/ 1061981 h 2525736"/>
              <a:gd name="connsiteX7-4401" fmla="*/ 1930192 w 2505809"/>
              <a:gd name="connsiteY7-4402" fmla="*/ 1061981 h 2525736"/>
              <a:gd name="connsiteX8-4403" fmla="*/ 1904792 w 2505809"/>
              <a:gd name="connsiteY8-4404" fmla="*/ 1087380 h 2525736"/>
              <a:gd name="connsiteX9-4405" fmla="*/ 1904792 w 2505809"/>
              <a:gd name="connsiteY9-4406" fmla="*/ 2500383 h 2525736"/>
              <a:gd name="connsiteX10-4407" fmla="*/ 1879392 w 2505809"/>
              <a:gd name="connsiteY10-4408" fmla="*/ 2525734 h 2525736"/>
              <a:gd name="connsiteX11-4409" fmla="*/ 624632 w 2505809"/>
              <a:gd name="connsiteY11-4410" fmla="*/ 2525736 h 2525736"/>
              <a:gd name="connsiteX12-4411" fmla="*/ 611932 w 2505809"/>
              <a:gd name="connsiteY12-4412" fmla="*/ 2513036 h 2525736"/>
              <a:gd name="connsiteX13-4413" fmla="*/ 611932 w 2505809"/>
              <a:gd name="connsiteY13-4414" fmla="*/ 1074633 h 2525736"/>
              <a:gd name="connsiteX14-4415" fmla="*/ 599232 w 2505809"/>
              <a:gd name="connsiteY14-4416" fmla="*/ 1061983 h 2525736"/>
              <a:gd name="connsiteX15-4417" fmla="*/ 795 w 2505809"/>
              <a:gd name="connsiteY15-4418" fmla="*/ 1061983 h 2525736"/>
              <a:gd name="connsiteX16-4419" fmla="*/ 12185 w 2505809"/>
              <a:gd name="connsiteY16-4420" fmla="*/ 1045174 h 2525736"/>
              <a:gd name="connsiteX0-4421" fmla="*/ 12185 w 2505809"/>
              <a:gd name="connsiteY0-4422" fmla="*/ 1045174 h 2525736"/>
              <a:gd name="connsiteX1-4423" fmla="*/ 19895 w 2505809"/>
              <a:gd name="connsiteY1-4424" fmla="*/ 1016996 h 2525736"/>
              <a:gd name="connsiteX2-4425" fmla="*/ 1242215 w 2505809"/>
              <a:gd name="connsiteY2-4426" fmla="*/ 6073 h 2525736"/>
              <a:gd name="connsiteX3-4427" fmla="*/ 1274549 w 2505809"/>
              <a:gd name="connsiteY3-4428" fmla="*/ 6109 h 2525736"/>
              <a:gd name="connsiteX4-4429" fmla="*/ 2496871 w 2505809"/>
              <a:gd name="connsiteY4-4430" fmla="*/ 1017031 h 2525736"/>
              <a:gd name="connsiteX5-4431" fmla="*/ 2504535 w 2505809"/>
              <a:gd name="connsiteY5-4432" fmla="*/ 1045181 h 2525736"/>
              <a:gd name="connsiteX6-4433" fmla="*/ 2480635 w 2505809"/>
              <a:gd name="connsiteY6-4434" fmla="*/ 1061981 h 2525736"/>
              <a:gd name="connsiteX7-4435" fmla="*/ 1930192 w 2505809"/>
              <a:gd name="connsiteY7-4436" fmla="*/ 1061981 h 2525736"/>
              <a:gd name="connsiteX8-4437" fmla="*/ 1904792 w 2505809"/>
              <a:gd name="connsiteY8-4438" fmla="*/ 1087380 h 2525736"/>
              <a:gd name="connsiteX9-4439" fmla="*/ 1904792 w 2505809"/>
              <a:gd name="connsiteY9-4440" fmla="*/ 2500383 h 2525736"/>
              <a:gd name="connsiteX10-4441" fmla="*/ 1879392 w 2505809"/>
              <a:gd name="connsiteY10-4442" fmla="*/ 2525734 h 2525736"/>
              <a:gd name="connsiteX11-4443" fmla="*/ 624632 w 2505809"/>
              <a:gd name="connsiteY11-4444" fmla="*/ 2525736 h 2525736"/>
              <a:gd name="connsiteX12-4445" fmla="*/ 611932 w 2505809"/>
              <a:gd name="connsiteY12-4446" fmla="*/ 2513036 h 2525736"/>
              <a:gd name="connsiteX13-4447" fmla="*/ 611932 w 2505809"/>
              <a:gd name="connsiteY13-4448" fmla="*/ 1074633 h 2525736"/>
              <a:gd name="connsiteX14-4449" fmla="*/ 599232 w 2505809"/>
              <a:gd name="connsiteY14-4450" fmla="*/ 1061983 h 2525736"/>
              <a:gd name="connsiteX15-4451" fmla="*/ 795 w 2505809"/>
              <a:gd name="connsiteY15-4452" fmla="*/ 1061983 h 2525736"/>
              <a:gd name="connsiteX16-4453" fmla="*/ 12185 w 2505809"/>
              <a:gd name="connsiteY16-4454" fmla="*/ 1045174 h 2525736"/>
              <a:gd name="connsiteX0-4455" fmla="*/ 12185 w 2505809"/>
              <a:gd name="connsiteY0-4456" fmla="*/ 1045174 h 2525736"/>
              <a:gd name="connsiteX1-4457" fmla="*/ 19895 w 2505809"/>
              <a:gd name="connsiteY1-4458" fmla="*/ 1016996 h 2525736"/>
              <a:gd name="connsiteX2-4459" fmla="*/ 1242215 w 2505809"/>
              <a:gd name="connsiteY2-4460" fmla="*/ 6073 h 2525736"/>
              <a:gd name="connsiteX3-4461" fmla="*/ 1274549 w 2505809"/>
              <a:gd name="connsiteY3-4462" fmla="*/ 6109 h 2525736"/>
              <a:gd name="connsiteX4-4463" fmla="*/ 2496871 w 2505809"/>
              <a:gd name="connsiteY4-4464" fmla="*/ 1017031 h 2525736"/>
              <a:gd name="connsiteX5-4465" fmla="*/ 2504535 w 2505809"/>
              <a:gd name="connsiteY5-4466" fmla="*/ 1045181 h 2525736"/>
              <a:gd name="connsiteX6-4467" fmla="*/ 2480635 w 2505809"/>
              <a:gd name="connsiteY6-4468" fmla="*/ 1061981 h 2525736"/>
              <a:gd name="connsiteX7-4469" fmla="*/ 1930192 w 2505809"/>
              <a:gd name="connsiteY7-4470" fmla="*/ 1061981 h 2525736"/>
              <a:gd name="connsiteX8-4471" fmla="*/ 1904792 w 2505809"/>
              <a:gd name="connsiteY8-4472" fmla="*/ 1087380 h 2525736"/>
              <a:gd name="connsiteX9-4473" fmla="*/ 1904792 w 2505809"/>
              <a:gd name="connsiteY9-4474" fmla="*/ 2500383 h 2525736"/>
              <a:gd name="connsiteX10-4475" fmla="*/ 1879392 w 2505809"/>
              <a:gd name="connsiteY10-4476" fmla="*/ 2525734 h 2525736"/>
              <a:gd name="connsiteX11-4477" fmla="*/ 624632 w 2505809"/>
              <a:gd name="connsiteY11-4478" fmla="*/ 2525736 h 2525736"/>
              <a:gd name="connsiteX12-4479" fmla="*/ 611932 w 2505809"/>
              <a:gd name="connsiteY12-4480" fmla="*/ 2513036 h 2525736"/>
              <a:gd name="connsiteX13-4481" fmla="*/ 611932 w 2505809"/>
              <a:gd name="connsiteY13-4482" fmla="*/ 1074633 h 2525736"/>
              <a:gd name="connsiteX14-4483" fmla="*/ 599232 w 2505809"/>
              <a:gd name="connsiteY14-4484" fmla="*/ 1061983 h 2525736"/>
              <a:gd name="connsiteX15-4485" fmla="*/ 795 w 2505809"/>
              <a:gd name="connsiteY15-4486" fmla="*/ 1061983 h 2525736"/>
              <a:gd name="connsiteX16-4487" fmla="*/ 12185 w 2505809"/>
              <a:gd name="connsiteY16-4488" fmla="*/ 1045174 h 2525736"/>
              <a:gd name="connsiteX0-4489" fmla="*/ 12185 w 2505809"/>
              <a:gd name="connsiteY0-4490" fmla="*/ 1045174 h 2525734"/>
              <a:gd name="connsiteX1-4491" fmla="*/ 19895 w 2505809"/>
              <a:gd name="connsiteY1-4492" fmla="*/ 1016996 h 2525734"/>
              <a:gd name="connsiteX2-4493" fmla="*/ 1242215 w 2505809"/>
              <a:gd name="connsiteY2-4494" fmla="*/ 6073 h 2525734"/>
              <a:gd name="connsiteX3-4495" fmla="*/ 1274549 w 2505809"/>
              <a:gd name="connsiteY3-4496" fmla="*/ 6109 h 2525734"/>
              <a:gd name="connsiteX4-4497" fmla="*/ 2496871 w 2505809"/>
              <a:gd name="connsiteY4-4498" fmla="*/ 1017031 h 2525734"/>
              <a:gd name="connsiteX5-4499" fmla="*/ 2504535 w 2505809"/>
              <a:gd name="connsiteY5-4500" fmla="*/ 1045181 h 2525734"/>
              <a:gd name="connsiteX6-4501" fmla="*/ 2480635 w 2505809"/>
              <a:gd name="connsiteY6-4502" fmla="*/ 1061981 h 2525734"/>
              <a:gd name="connsiteX7-4503" fmla="*/ 1930192 w 2505809"/>
              <a:gd name="connsiteY7-4504" fmla="*/ 1061981 h 2525734"/>
              <a:gd name="connsiteX8-4505" fmla="*/ 1904792 w 2505809"/>
              <a:gd name="connsiteY8-4506" fmla="*/ 1087380 h 2525734"/>
              <a:gd name="connsiteX9-4507" fmla="*/ 1904792 w 2505809"/>
              <a:gd name="connsiteY9-4508" fmla="*/ 2500383 h 2525734"/>
              <a:gd name="connsiteX10-4509" fmla="*/ 1879392 w 2505809"/>
              <a:gd name="connsiteY10-4510" fmla="*/ 2525734 h 2525734"/>
              <a:gd name="connsiteX11-4511" fmla="*/ 637332 w 2505809"/>
              <a:gd name="connsiteY11-4512" fmla="*/ 2525734 h 2525734"/>
              <a:gd name="connsiteX12-4513" fmla="*/ 611932 w 2505809"/>
              <a:gd name="connsiteY12-4514" fmla="*/ 2513036 h 2525734"/>
              <a:gd name="connsiteX13-4515" fmla="*/ 611932 w 2505809"/>
              <a:gd name="connsiteY13-4516" fmla="*/ 1074633 h 2525734"/>
              <a:gd name="connsiteX14-4517" fmla="*/ 599232 w 2505809"/>
              <a:gd name="connsiteY14-4518" fmla="*/ 1061983 h 2525734"/>
              <a:gd name="connsiteX15-4519" fmla="*/ 795 w 2505809"/>
              <a:gd name="connsiteY15-4520" fmla="*/ 1061983 h 2525734"/>
              <a:gd name="connsiteX16-4521" fmla="*/ 12185 w 2505809"/>
              <a:gd name="connsiteY16-4522" fmla="*/ 1045174 h 2525734"/>
              <a:gd name="connsiteX0-4523" fmla="*/ 12185 w 2505809"/>
              <a:gd name="connsiteY0-4524" fmla="*/ 1045174 h 2525734"/>
              <a:gd name="connsiteX1-4525" fmla="*/ 19895 w 2505809"/>
              <a:gd name="connsiteY1-4526" fmla="*/ 1016996 h 2525734"/>
              <a:gd name="connsiteX2-4527" fmla="*/ 1242215 w 2505809"/>
              <a:gd name="connsiteY2-4528" fmla="*/ 6073 h 2525734"/>
              <a:gd name="connsiteX3-4529" fmla="*/ 1274549 w 2505809"/>
              <a:gd name="connsiteY3-4530" fmla="*/ 6109 h 2525734"/>
              <a:gd name="connsiteX4-4531" fmla="*/ 2496871 w 2505809"/>
              <a:gd name="connsiteY4-4532" fmla="*/ 1017031 h 2525734"/>
              <a:gd name="connsiteX5-4533" fmla="*/ 2504535 w 2505809"/>
              <a:gd name="connsiteY5-4534" fmla="*/ 1045181 h 2525734"/>
              <a:gd name="connsiteX6-4535" fmla="*/ 2480635 w 2505809"/>
              <a:gd name="connsiteY6-4536" fmla="*/ 1061981 h 2525734"/>
              <a:gd name="connsiteX7-4537" fmla="*/ 1930192 w 2505809"/>
              <a:gd name="connsiteY7-4538" fmla="*/ 1061981 h 2525734"/>
              <a:gd name="connsiteX8-4539" fmla="*/ 1904792 w 2505809"/>
              <a:gd name="connsiteY8-4540" fmla="*/ 1087380 h 2525734"/>
              <a:gd name="connsiteX9-4541" fmla="*/ 1904792 w 2505809"/>
              <a:gd name="connsiteY9-4542" fmla="*/ 2500383 h 2525734"/>
              <a:gd name="connsiteX10-4543" fmla="*/ 1879392 w 2505809"/>
              <a:gd name="connsiteY10-4544" fmla="*/ 2525734 h 2525734"/>
              <a:gd name="connsiteX11-4545" fmla="*/ 637332 w 2505809"/>
              <a:gd name="connsiteY11-4546" fmla="*/ 2525734 h 2525734"/>
              <a:gd name="connsiteX12-4547" fmla="*/ 611932 w 2505809"/>
              <a:gd name="connsiteY12-4548" fmla="*/ 2513036 h 2525734"/>
              <a:gd name="connsiteX13-4549" fmla="*/ 611932 w 2505809"/>
              <a:gd name="connsiteY13-4550" fmla="*/ 1074633 h 2525734"/>
              <a:gd name="connsiteX14-4551" fmla="*/ 599232 w 2505809"/>
              <a:gd name="connsiteY14-4552" fmla="*/ 1061983 h 2525734"/>
              <a:gd name="connsiteX15-4553" fmla="*/ 795 w 2505809"/>
              <a:gd name="connsiteY15-4554" fmla="*/ 1061983 h 2525734"/>
              <a:gd name="connsiteX16-4555" fmla="*/ 12185 w 2505809"/>
              <a:gd name="connsiteY16-4556" fmla="*/ 1045174 h 2525734"/>
              <a:gd name="connsiteX0-4557" fmla="*/ 12185 w 2505809"/>
              <a:gd name="connsiteY0-4558" fmla="*/ 1045174 h 2525734"/>
              <a:gd name="connsiteX1-4559" fmla="*/ 19895 w 2505809"/>
              <a:gd name="connsiteY1-4560" fmla="*/ 1016996 h 2525734"/>
              <a:gd name="connsiteX2-4561" fmla="*/ 1242215 w 2505809"/>
              <a:gd name="connsiteY2-4562" fmla="*/ 6073 h 2525734"/>
              <a:gd name="connsiteX3-4563" fmla="*/ 1274549 w 2505809"/>
              <a:gd name="connsiteY3-4564" fmla="*/ 6109 h 2525734"/>
              <a:gd name="connsiteX4-4565" fmla="*/ 2496871 w 2505809"/>
              <a:gd name="connsiteY4-4566" fmla="*/ 1017031 h 2525734"/>
              <a:gd name="connsiteX5-4567" fmla="*/ 2504535 w 2505809"/>
              <a:gd name="connsiteY5-4568" fmla="*/ 1045181 h 2525734"/>
              <a:gd name="connsiteX6-4569" fmla="*/ 2480635 w 2505809"/>
              <a:gd name="connsiteY6-4570" fmla="*/ 1061981 h 2525734"/>
              <a:gd name="connsiteX7-4571" fmla="*/ 1930192 w 2505809"/>
              <a:gd name="connsiteY7-4572" fmla="*/ 1061981 h 2525734"/>
              <a:gd name="connsiteX8-4573" fmla="*/ 1904792 w 2505809"/>
              <a:gd name="connsiteY8-4574" fmla="*/ 1087380 h 2525734"/>
              <a:gd name="connsiteX9-4575" fmla="*/ 1904792 w 2505809"/>
              <a:gd name="connsiteY9-4576" fmla="*/ 2500383 h 2525734"/>
              <a:gd name="connsiteX10-4577" fmla="*/ 1879392 w 2505809"/>
              <a:gd name="connsiteY10-4578" fmla="*/ 2525734 h 2525734"/>
              <a:gd name="connsiteX11-4579" fmla="*/ 637332 w 2505809"/>
              <a:gd name="connsiteY11-4580" fmla="*/ 2525734 h 2525734"/>
              <a:gd name="connsiteX12-4581" fmla="*/ 611932 w 2505809"/>
              <a:gd name="connsiteY12-4582" fmla="*/ 2513036 h 2525734"/>
              <a:gd name="connsiteX13-4583" fmla="*/ 611932 w 2505809"/>
              <a:gd name="connsiteY13-4584" fmla="*/ 1074633 h 2525734"/>
              <a:gd name="connsiteX14-4585" fmla="*/ 599232 w 2505809"/>
              <a:gd name="connsiteY14-4586" fmla="*/ 1061983 h 2525734"/>
              <a:gd name="connsiteX15-4587" fmla="*/ 795 w 2505809"/>
              <a:gd name="connsiteY15-4588" fmla="*/ 1061983 h 2525734"/>
              <a:gd name="connsiteX16-4589" fmla="*/ 12185 w 2505809"/>
              <a:gd name="connsiteY16-4590" fmla="*/ 1045174 h 2525734"/>
              <a:gd name="connsiteX0-4591" fmla="*/ 12185 w 2505809"/>
              <a:gd name="connsiteY0-4592" fmla="*/ 1045174 h 2525734"/>
              <a:gd name="connsiteX1-4593" fmla="*/ 19895 w 2505809"/>
              <a:gd name="connsiteY1-4594" fmla="*/ 1016996 h 2525734"/>
              <a:gd name="connsiteX2-4595" fmla="*/ 1242215 w 2505809"/>
              <a:gd name="connsiteY2-4596" fmla="*/ 6073 h 2525734"/>
              <a:gd name="connsiteX3-4597" fmla="*/ 1274549 w 2505809"/>
              <a:gd name="connsiteY3-4598" fmla="*/ 6109 h 2525734"/>
              <a:gd name="connsiteX4-4599" fmla="*/ 2496871 w 2505809"/>
              <a:gd name="connsiteY4-4600" fmla="*/ 1017031 h 2525734"/>
              <a:gd name="connsiteX5-4601" fmla="*/ 2504535 w 2505809"/>
              <a:gd name="connsiteY5-4602" fmla="*/ 1045181 h 2525734"/>
              <a:gd name="connsiteX6-4603" fmla="*/ 2480635 w 2505809"/>
              <a:gd name="connsiteY6-4604" fmla="*/ 1061981 h 2525734"/>
              <a:gd name="connsiteX7-4605" fmla="*/ 1930192 w 2505809"/>
              <a:gd name="connsiteY7-4606" fmla="*/ 1061981 h 2525734"/>
              <a:gd name="connsiteX8-4607" fmla="*/ 1904792 w 2505809"/>
              <a:gd name="connsiteY8-4608" fmla="*/ 1087380 h 2525734"/>
              <a:gd name="connsiteX9-4609" fmla="*/ 1904792 w 2505809"/>
              <a:gd name="connsiteY9-4610" fmla="*/ 2500383 h 2525734"/>
              <a:gd name="connsiteX10-4611" fmla="*/ 1879392 w 2505809"/>
              <a:gd name="connsiteY10-4612" fmla="*/ 2525734 h 2525734"/>
              <a:gd name="connsiteX11-4613" fmla="*/ 637332 w 2505809"/>
              <a:gd name="connsiteY11-4614" fmla="*/ 2525734 h 2525734"/>
              <a:gd name="connsiteX12-4615" fmla="*/ 611932 w 2505809"/>
              <a:gd name="connsiteY12-4616" fmla="*/ 2500334 h 2525734"/>
              <a:gd name="connsiteX13-4617" fmla="*/ 611932 w 2505809"/>
              <a:gd name="connsiteY13-4618" fmla="*/ 1074633 h 2525734"/>
              <a:gd name="connsiteX14-4619" fmla="*/ 599232 w 2505809"/>
              <a:gd name="connsiteY14-4620" fmla="*/ 1061983 h 2525734"/>
              <a:gd name="connsiteX15-4621" fmla="*/ 795 w 2505809"/>
              <a:gd name="connsiteY15-4622" fmla="*/ 1061983 h 2525734"/>
              <a:gd name="connsiteX16-4623" fmla="*/ 12185 w 2505809"/>
              <a:gd name="connsiteY16-4624" fmla="*/ 1045174 h 2525734"/>
              <a:gd name="connsiteX0-4625" fmla="*/ 12185 w 2505809"/>
              <a:gd name="connsiteY0-4626" fmla="*/ 1045174 h 2525734"/>
              <a:gd name="connsiteX1-4627" fmla="*/ 19895 w 2505809"/>
              <a:gd name="connsiteY1-4628" fmla="*/ 1016996 h 2525734"/>
              <a:gd name="connsiteX2-4629" fmla="*/ 1242215 w 2505809"/>
              <a:gd name="connsiteY2-4630" fmla="*/ 6073 h 2525734"/>
              <a:gd name="connsiteX3-4631" fmla="*/ 1274549 w 2505809"/>
              <a:gd name="connsiteY3-4632" fmla="*/ 6109 h 2525734"/>
              <a:gd name="connsiteX4-4633" fmla="*/ 2496871 w 2505809"/>
              <a:gd name="connsiteY4-4634" fmla="*/ 1017031 h 2525734"/>
              <a:gd name="connsiteX5-4635" fmla="*/ 2504535 w 2505809"/>
              <a:gd name="connsiteY5-4636" fmla="*/ 1045181 h 2525734"/>
              <a:gd name="connsiteX6-4637" fmla="*/ 2480635 w 2505809"/>
              <a:gd name="connsiteY6-4638" fmla="*/ 1061981 h 2525734"/>
              <a:gd name="connsiteX7-4639" fmla="*/ 1930192 w 2505809"/>
              <a:gd name="connsiteY7-4640" fmla="*/ 1061981 h 2525734"/>
              <a:gd name="connsiteX8-4641" fmla="*/ 1904792 w 2505809"/>
              <a:gd name="connsiteY8-4642" fmla="*/ 1087380 h 2525734"/>
              <a:gd name="connsiteX9-4643" fmla="*/ 1904792 w 2505809"/>
              <a:gd name="connsiteY9-4644" fmla="*/ 2500383 h 2525734"/>
              <a:gd name="connsiteX10-4645" fmla="*/ 1879392 w 2505809"/>
              <a:gd name="connsiteY10-4646" fmla="*/ 2525734 h 2525734"/>
              <a:gd name="connsiteX11-4647" fmla="*/ 637332 w 2505809"/>
              <a:gd name="connsiteY11-4648" fmla="*/ 2525734 h 2525734"/>
              <a:gd name="connsiteX12-4649" fmla="*/ 611932 w 2505809"/>
              <a:gd name="connsiteY12-4650" fmla="*/ 2500334 h 2525734"/>
              <a:gd name="connsiteX13-4651" fmla="*/ 611932 w 2505809"/>
              <a:gd name="connsiteY13-4652" fmla="*/ 1074633 h 2525734"/>
              <a:gd name="connsiteX14-4653" fmla="*/ 599232 w 2505809"/>
              <a:gd name="connsiteY14-4654" fmla="*/ 1061983 h 2525734"/>
              <a:gd name="connsiteX15-4655" fmla="*/ 795 w 2505809"/>
              <a:gd name="connsiteY15-4656" fmla="*/ 1061983 h 2525734"/>
              <a:gd name="connsiteX16-4657" fmla="*/ 12185 w 2505809"/>
              <a:gd name="connsiteY16-4658" fmla="*/ 1045174 h 2525734"/>
              <a:gd name="connsiteX0-4659" fmla="*/ 12185 w 2505809"/>
              <a:gd name="connsiteY0-4660" fmla="*/ 1045174 h 2525734"/>
              <a:gd name="connsiteX1-4661" fmla="*/ 19895 w 2505809"/>
              <a:gd name="connsiteY1-4662" fmla="*/ 1016996 h 2525734"/>
              <a:gd name="connsiteX2-4663" fmla="*/ 1242215 w 2505809"/>
              <a:gd name="connsiteY2-4664" fmla="*/ 6073 h 2525734"/>
              <a:gd name="connsiteX3-4665" fmla="*/ 1274549 w 2505809"/>
              <a:gd name="connsiteY3-4666" fmla="*/ 6109 h 2525734"/>
              <a:gd name="connsiteX4-4667" fmla="*/ 2496871 w 2505809"/>
              <a:gd name="connsiteY4-4668" fmla="*/ 1017031 h 2525734"/>
              <a:gd name="connsiteX5-4669" fmla="*/ 2504535 w 2505809"/>
              <a:gd name="connsiteY5-4670" fmla="*/ 1045181 h 2525734"/>
              <a:gd name="connsiteX6-4671" fmla="*/ 2480635 w 2505809"/>
              <a:gd name="connsiteY6-4672" fmla="*/ 1061981 h 2525734"/>
              <a:gd name="connsiteX7-4673" fmla="*/ 1930192 w 2505809"/>
              <a:gd name="connsiteY7-4674" fmla="*/ 1061981 h 2525734"/>
              <a:gd name="connsiteX8-4675" fmla="*/ 1904792 w 2505809"/>
              <a:gd name="connsiteY8-4676" fmla="*/ 1087380 h 2525734"/>
              <a:gd name="connsiteX9-4677" fmla="*/ 1904792 w 2505809"/>
              <a:gd name="connsiteY9-4678" fmla="*/ 2500383 h 2525734"/>
              <a:gd name="connsiteX10-4679" fmla="*/ 1879392 w 2505809"/>
              <a:gd name="connsiteY10-4680" fmla="*/ 2525734 h 2525734"/>
              <a:gd name="connsiteX11-4681" fmla="*/ 637332 w 2505809"/>
              <a:gd name="connsiteY11-4682" fmla="*/ 2525734 h 2525734"/>
              <a:gd name="connsiteX12-4683" fmla="*/ 611932 w 2505809"/>
              <a:gd name="connsiteY12-4684" fmla="*/ 2500334 h 2525734"/>
              <a:gd name="connsiteX13-4685" fmla="*/ 611932 w 2505809"/>
              <a:gd name="connsiteY13-4686" fmla="*/ 1074633 h 2525734"/>
              <a:gd name="connsiteX14-4687" fmla="*/ 599232 w 2505809"/>
              <a:gd name="connsiteY14-4688" fmla="*/ 1061983 h 2525734"/>
              <a:gd name="connsiteX15-4689" fmla="*/ 795 w 2505809"/>
              <a:gd name="connsiteY15-4690" fmla="*/ 1061983 h 2525734"/>
              <a:gd name="connsiteX16-4691" fmla="*/ 12185 w 2505809"/>
              <a:gd name="connsiteY16-4692" fmla="*/ 1045174 h 2525734"/>
              <a:gd name="connsiteX0-4693" fmla="*/ 12185 w 2505809"/>
              <a:gd name="connsiteY0-4694" fmla="*/ 1045174 h 2525734"/>
              <a:gd name="connsiteX1-4695" fmla="*/ 19895 w 2505809"/>
              <a:gd name="connsiteY1-4696" fmla="*/ 1016996 h 2525734"/>
              <a:gd name="connsiteX2-4697" fmla="*/ 1242215 w 2505809"/>
              <a:gd name="connsiteY2-4698" fmla="*/ 6073 h 2525734"/>
              <a:gd name="connsiteX3-4699" fmla="*/ 1274549 w 2505809"/>
              <a:gd name="connsiteY3-4700" fmla="*/ 6109 h 2525734"/>
              <a:gd name="connsiteX4-4701" fmla="*/ 2496871 w 2505809"/>
              <a:gd name="connsiteY4-4702" fmla="*/ 1017031 h 2525734"/>
              <a:gd name="connsiteX5-4703" fmla="*/ 2504535 w 2505809"/>
              <a:gd name="connsiteY5-4704" fmla="*/ 1045181 h 2525734"/>
              <a:gd name="connsiteX6-4705" fmla="*/ 2480635 w 2505809"/>
              <a:gd name="connsiteY6-4706" fmla="*/ 1061981 h 2525734"/>
              <a:gd name="connsiteX7-4707" fmla="*/ 1930192 w 2505809"/>
              <a:gd name="connsiteY7-4708" fmla="*/ 1061981 h 2525734"/>
              <a:gd name="connsiteX8-4709" fmla="*/ 1904792 w 2505809"/>
              <a:gd name="connsiteY8-4710" fmla="*/ 1087380 h 2525734"/>
              <a:gd name="connsiteX9-4711" fmla="*/ 1904792 w 2505809"/>
              <a:gd name="connsiteY9-4712" fmla="*/ 2500383 h 2525734"/>
              <a:gd name="connsiteX10-4713" fmla="*/ 1879392 w 2505809"/>
              <a:gd name="connsiteY10-4714" fmla="*/ 2525734 h 2525734"/>
              <a:gd name="connsiteX11-4715" fmla="*/ 637332 w 2505809"/>
              <a:gd name="connsiteY11-4716" fmla="*/ 2525734 h 2525734"/>
              <a:gd name="connsiteX12-4717" fmla="*/ 611932 w 2505809"/>
              <a:gd name="connsiteY12-4718" fmla="*/ 2500334 h 2525734"/>
              <a:gd name="connsiteX13-4719" fmla="*/ 611932 w 2505809"/>
              <a:gd name="connsiteY13-4720" fmla="*/ 1087331 h 2525734"/>
              <a:gd name="connsiteX14-4721" fmla="*/ 599232 w 2505809"/>
              <a:gd name="connsiteY14-4722" fmla="*/ 1061983 h 2525734"/>
              <a:gd name="connsiteX15-4723" fmla="*/ 795 w 2505809"/>
              <a:gd name="connsiteY15-4724" fmla="*/ 1061983 h 2525734"/>
              <a:gd name="connsiteX16-4725" fmla="*/ 12185 w 2505809"/>
              <a:gd name="connsiteY16-4726" fmla="*/ 1045174 h 2525734"/>
              <a:gd name="connsiteX0-4727" fmla="*/ 12185 w 2505809"/>
              <a:gd name="connsiteY0-4728" fmla="*/ 1045174 h 2525734"/>
              <a:gd name="connsiteX1-4729" fmla="*/ 19895 w 2505809"/>
              <a:gd name="connsiteY1-4730" fmla="*/ 1016996 h 2525734"/>
              <a:gd name="connsiteX2-4731" fmla="*/ 1242215 w 2505809"/>
              <a:gd name="connsiteY2-4732" fmla="*/ 6073 h 2525734"/>
              <a:gd name="connsiteX3-4733" fmla="*/ 1274549 w 2505809"/>
              <a:gd name="connsiteY3-4734" fmla="*/ 6109 h 2525734"/>
              <a:gd name="connsiteX4-4735" fmla="*/ 2496871 w 2505809"/>
              <a:gd name="connsiteY4-4736" fmla="*/ 1017031 h 2525734"/>
              <a:gd name="connsiteX5-4737" fmla="*/ 2504535 w 2505809"/>
              <a:gd name="connsiteY5-4738" fmla="*/ 1045181 h 2525734"/>
              <a:gd name="connsiteX6-4739" fmla="*/ 2480635 w 2505809"/>
              <a:gd name="connsiteY6-4740" fmla="*/ 1061981 h 2525734"/>
              <a:gd name="connsiteX7-4741" fmla="*/ 1930192 w 2505809"/>
              <a:gd name="connsiteY7-4742" fmla="*/ 1061981 h 2525734"/>
              <a:gd name="connsiteX8-4743" fmla="*/ 1904792 w 2505809"/>
              <a:gd name="connsiteY8-4744" fmla="*/ 1087380 h 2525734"/>
              <a:gd name="connsiteX9-4745" fmla="*/ 1904792 w 2505809"/>
              <a:gd name="connsiteY9-4746" fmla="*/ 2500383 h 2525734"/>
              <a:gd name="connsiteX10-4747" fmla="*/ 1879392 w 2505809"/>
              <a:gd name="connsiteY10-4748" fmla="*/ 2525734 h 2525734"/>
              <a:gd name="connsiteX11-4749" fmla="*/ 637332 w 2505809"/>
              <a:gd name="connsiteY11-4750" fmla="*/ 2525734 h 2525734"/>
              <a:gd name="connsiteX12-4751" fmla="*/ 611932 w 2505809"/>
              <a:gd name="connsiteY12-4752" fmla="*/ 2500334 h 2525734"/>
              <a:gd name="connsiteX13-4753" fmla="*/ 611932 w 2505809"/>
              <a:gd name="connsiteY13-4754" fmla="*/ 1087331 h 2525734"/>
              <a:gd name="connsiteX14-4755" fmla="*/ 599232 w 2505809"/>
              <a:gd name="connsiteY14-4756" fmla="*/ 1061983 h 2525734"/>
              <a:gd name="connsiteX15-4757" fmla="*/ 795 w 2505809"/>
              <a:gd name="connsiteY15-4758" fmla="*/ 1061983 h 2525734"/>
              <a:gd name="connsiteX16-4759" fmla="*/ 12185 w 2505809"/>
              <a:gd name="connsiteY16-4760" fmla="*/ 1045174 h 2525734"/>
              <a:gd name="connsiteX0-4761" fmla="*/ 12185 w 2505809"/>
              <a:gd name="connsiteY0-4762" fmla="*/ 1045174 h 2525734"/>
              <a:gd name="connsiteX1-4763" fmla="*/ 19895 w 2505809"/>
              <a:gd name="connsiteY1-4764" fmla="*/ 1016996 h 2525734"/>
              <a:gd name="connsiteX2-4765" fmla="*/ 1242215 w 2505809"/>
              <a:gd name="connsiteY2-4766" fmla="*/ 6073 h 2525734"/>
              <a:gd name="connsiteX3-4767" fmla="*/ 1274549 w 2505809"/>
              <a:gd name="connsiteY3-4768" fmla="*/ 6109 h 2525734"/>
              <a:gd name="connsiteX4-4769" fmla="*/ 2496871 w 2505809"/>
              <a:gd name="connsiteY4-4770" fmla="*/ 1017031 h 2525734"/>
              <a:gd name="connsiteX5-4771" fmla="*/ 2504535 w 2505809"/>
              <a:gd name="connsiteY5-4772" fmla="*/ 1045181 h 2525734"/>
              <a:gd name="connsiteX6-4773" fmla="*/ 2480635 w 2505809"/>
              <a:gd name="connsiteY6-4774" fmla="*/ 1061981 h 2525734"/>
              <a:gd name="connsiteX7-4775" fmla="*/ 1930192 w 2505809"/>
              <a:gd name="connsiteY7-4776" fmla="*/ 1061981 h 2525734"/>
              <a:gd name="connsiteX8-4777" fmla="*/ 1904792 w 2505809"/>
              <a:gd name="connsiteY8-4778" fmla="*/ 1087380 h 2525734"/>
              <a:gd name="connsiteX9-4779" fmla="*/ 1904792 w 2505809"/>
              <a:gd name="connsiteY9-4780" fmla="*/ 2500383 h 2525734"/>
              <a:gd name="connsiteX10-4781" fmla="*/ 1879392 w 2505809"/>
              <a:gd name="connsiteY10-4782" fmla="*/ 2525734 h 2525734"/>
              <a:gd name="connsiteX11-4783" fmla="*/ 637332 w 2505809"/>
              <a:gd name="connsiteY11-4784" fmla="*/ 2525734 h 2525734"/>
              <a:gd name="connsiteX12-4785" fmla="*/ 611932 w 2505809"/>
              <a:gd name="connsiteY12-4786" fmla="*/ 2500334 h 2525734"/>
              <a:gd name="connsiteX13-4787" fmla="*/ 611932 w 2505809"/>
              <a:gd name="connsiteY13-4788" fmla="*/ 1087331 h 2525734"/>
              <a:gd name="connsiteX14-4789" fmla="*/ 599232 w 2505809"/>
              <a:gd name="connsiteY14-4790" fmla="*/ 1061983 h 2525734"/>
              <a:gd name="connsiteX15-4791" fmla="*/ 795 w 2505809"/>
              <a:gd name="connsiteY15-4792" fmla="*/ 1061983 h 2525734"/>
              <a:gd name="connsiteX16-4793" fmla="*/ 12185 w 2505809"/>
              <a:gd name="connsiteY16-4794" fmla="*/ 1045174 h 2525734"/>
              <a:gd name="connsiteX0-4795" fmla="*/ 12185 w 2505809"/>
              <a:gd name="connsiteY0-4796" fmla="*/ 1045174 h 2525734"/>
              <a:gd name="connsiteX1-4797" fmla="*/ 19895 w 2505809"/>
              <a:gd name="connsiteY1-4798" fmla="*/ 1016996 h 2525734"/>
              <a:gd name="connsiteX2-4799" fmla="*/ 1242215 w 2505809"/>
              <a:gd name="connsiteY2-4800" fmla="*/ 6073 h 2525734"/>
              <a:gd name="connsiteX3-4801" fmla="*/ 1274549 w 2505809"/>
              <a:gd name="connsiteY3-4802" fmla="*/ 6109 h 2525734"/>
              <a:gd name="connsiteX4-4803" fmla="*/ 2496871 w 2505809"/>
              <a:gd name="connsiteY4-4804" fmla="*/ 1017031 h 2525734"/>
              <a:gd name="connsiteX5-4805" fmla="*/ 2504535 w 2505809"/>
              <a:gd name="connsiteY5-4806" fmla="*/ 1045181 h 2525734"/>
              <a:gd name="connsiteX6-4807" fmla="*/ 2480635 w 2505809"/>
              <a:gd name="connsiteY6-4808" fmla="*/ 1061981 h 2525734"/>
              <a:gd name="connsiteX7-4809" fmla="*/ 1930192 w 2505809"/>
              <a:gd name="connsiteY7-4810" fmla="*/ 1061981 h 2525734"/>
              <a:gd name="connsiteX8-4811" fmla="*/ 1904792 w 2505809"/>
              <a:gd name="connsiteY8-4812" fmla="*/ 1087380 h 2525734"/>
              <a:gd name="connsiteX9-4813" fmla="*/ 1904792 w 2505809"/>
              <a:gd name="connsiteY9-4814" fmla="*/ 2500383 h 2525734"/>
              <a:gd name="connsiteX10-4815" fmla="*/ 1879392 w 2505809"/>
              <a:gd name="connsiteY10-4816" fmla="*/ 2525734 h 2525734"/>
              <a:gd name="connsiteX11-4817" fmla="*/ 637332 w 2505809"/>
              <a:gd name="connsiteY11-4818" fmla="*/ 2525734 h 2525734"/>
              <a:gd name="connsiteX12-4819" fmla="*/ 611932 w 2505809"/>
              <a:gd name="connsiteY12-4820" fmla="*/ 2500334 h 2525734"/>
              <a:gd name="connsiteX13-4821" fmla="*/ 611932 w 2505809"/>
              <a:gd name="connsiteY13-4822" fmla="*/ 1087331 h 2525734"/>
              <a:gd name="connsiteX14-4823" fmla="*/ 586533 w 2505809"/>
              <a:gd name="connsiteY14-4824" fmla="*/ 1061981 h 2525734"/>
              <a:gd name="connsiteX15-4825" fmla="*/ 795 w 2505809"/>
              <a:gd name="connsiteY15-4826" fmla="*/ 1061983 h 2525734"/>
              <a:gd name="connsiteX16-4827" fmla="*/ 12185 w 2505809"/>
              <a:gd name="connsiteY16-4828" fmla="*/ 1045174 h 2525734"/>
              <a:gd name="connsiteX0-4829" fmla="*/ 12185 w 2505809"/>
              <a:gd name="connsiteY0-4830" fmla="*/ 1045174 h 2525734"/>
              <a:gd name="connsiteX1-4831" fmla="*/ 19895 w 2505809"/>
              <a:gd name="connsiteY1-4832" fmla="*/ 1016996 h 2525734"/>
              <a:gd name="connsiteX2-4833" fmla="*/ 1242215 w 2505809"/>
              <a:gd name="connsiteY2-4834" fmla="*/ 6073 h 2525734"/>
              <a:gd name="connsiteX3-4835" fmla="*/ 1274549 w 2505809"/>
              <a:gd name="connsiteY3-4836" fmla="*/ 6109 h 2525734"/>
              <a:gd name="connsiteX4-4837" fmla="*/ 2496871 w 2505809"/>
              <a:gd name="connsiteY4-4838" fmla="*/ 1017031 h 2525734"/>
              <a:gd name="connsiteX5-4839" fmla="*/ 2504535 w 2505809"/>
              <a:gd name="connsiteY5-4840" fmla="*/ 1045181 h 2525734"/>
              <a:gd name="connsiteX6-4841" fmla="*/ 2480635 w 2505809"/>
              <a:gd name="connsiteY6-4842" fmla="*/ 1061981 h 2525734"/>
              <a:gd name="connsiteX7-4843" fmla="*/ 1930192 w 2505809"/>
              <a:gd name="connsiteY7-4844" fmla="*/ 1061981 h 2525734"/>
              <a:gd name="connsiteX8-4845" fmla="*/ 1904792 w 2505809"/>
              <a:gd name="connsiteY8-4846" fmla="*/ 1087380 h 2525734"/>
              <a:gd name="connsiteX9-4847" fmla="*/ 1904792 w 2505809"/>
              <a:gd name="connsiteY9-4848" fmla="*/ 2500383 h 2525734"/>
              <a:gd name="connsiteX10-4849" fmla="*/ 1879392 w 2505809"/>
              <a:gd name="connsiteY10-4850" fmla="*/ 2525734 h 2525734"/>
              <a:gd name="connsiteX11-4851" fmla="*/ 637332 w 2505809"/>
              <a:gd name="connsiteY11-4852" fmla="*/ 2525734 h 2525734"/>
              <a:gd name="connsiteX12-4853" fmla="*/ 611932 w 2505809"/>
              <a:gd name="connsiteY12-4854" fmla="*/ 2500334 h 2525734"/>
              <a:gd name="connsiteX13-4855" fmla="*/ 611932 w 2505809"/>
              <a:gd name="connsiteY13-4856" fmla="*/ 1087331 h 2525734"/>
              <a:gd name="connsiteX14-4857" fmla="*/ 586533 w 2505809"/>
              <a:gd name="connsiteY14-4858" fmla="*/ 1061981 h 2525734"/>
              <a:gd name="connsiteX15-4859" fmla="*/ 795 w 2505809"/>
              <a:gd name="connsiteY15-4860" fmla="*/ 1061983 h 2525734"/>
              <a:gd name="connsiteX16-4861" fmla="*/ 12185 w 2505809"/>
              <a:gd name="connsiteY16-4862" fmla="*/ 1045174 h 2525734"/>
              <a:gd name="connsiteX0-4863" fmla="*/ 12185 w 2505809"/>
              <a:gd name="connsiteY0-4864" fmla="*/ 1045174 h 2525734"/>
              <a:gd name="connsiteX1-4865" fmla="*/ 19895 w 2505809"/>
              <a:gd name="connsiteY1-4866" fmla="*/ 1016996 h 2525734"/>
              <a:gd name="connsiteX2-4867" fmla="*/ 1242215 w 2505809"/>
              <a:gd name="connsiteY2-4868" fmla="*/ 6073 h 2525734"/>
              <a:gd name="connsiteX3-4869" fmla="*/ 1274549 w 2505809"/>
              <a:gd name="connsiteY3-4870" fmla="*/ 6109 h 2525734"/>
              <a:gd name="connsiteX4-4871" fmla="*/ 2496871 w 2505809"/>
              <a:gd name="connsiteY4-4872" fmla="*/ 1017031 h 2525734"/>
              <a:gd name="connsiteX5-4873" fmla="*/ 2504535 w 2505809"/>
              <a:gd name="connsiteY5-4874" fmla="*/ 1045181 h 2525734"/>
              <a:gd name="connsiteX6-4875" fmla="*/ 2480635 w 2505809"/>
              <a:gd name="connsiteY6-4876" fmla="*/ 1061981 h 2525734"/>
              <a:gd name="connsiteX7-4877" fmla="*/ 1930192 w 2505809"/>
              <a:gd name="connsiteY7-4878" fmla="*/ 1061981 h 2525734"/>
              <a:gd name="connsiteX8-4879" fmla="*/ 1904792 w 2505809"/>
              <a:gd name="connsiteY8-4880" fmla="*/ 1087380 h 2525734"/>
              <a:gd name="connsiteX9-4881" fmla="*/ 1904792 w 2505809"/>
              <a:gd name="connsiteY9-4882" fmla="*/ 2500383 h 2525734"/>
              <a:gd name="connsiteX10-4883" fmla="*/ 1879392 w 2505809"/>
              <a:gd name="connsiteY10-4884" fmla="*/ 2525734 h 2525734"/>
              <a:gd name="connsiteX11-4885" fmla="*/ 637332 w 2505809"/>
              <a:gd name="connsiteY11-4886" fmla="*/ 2525734 h 2525734"/>
              <a:gd name="connsiteX12-4887" fmla="*/ 611932 w 2505809"/>
              <a:gd name="connsiteY12-4888" fmla="*/ 2500334 h 2525734"/>
              <a:gd name="connsiteX13-4889" fmla="*/ 611932 w 2505809"/>
              <a:gd name="connsiteY13-4890" fmla="*/ 1087331 h 2525734"/>
              <a:gd name="connsiteX14-4891" fmla="*/ 586533 w 2505809"/>
              <a:gd name="connsiteY14-4892" fmla="*/ 1061981 h 2525734"/>
              <a:gd name="connsiteX15-4893" fmla="*/ 795 w 2505809"/>
              <a:gd name="connsiteY15-4894" fmla="*/ 1061983 h 2525734"/>
              <a:gd name="connsiteX16-4895" fmla="*/ 12185 w 2505809"/>
              <a:gd name="connsiteY16-4896" fmla="*/ 1045174 h 2525734"/>
              <a:gd name="connsiteX0-4897" fmla="*/ 1927 w 2495551"/>
              <a:gd name="connsiteY0-4898" fmla="*/ 1045174 h 2525734"/>
              <a:gd name="connsiteX1-4899" fmla="*/ 9637 w 2495551"/>
              <a:gd name="connsiteY1-4900" fmla="*/ 1016996 h 2525734"/>
              <a:gd name="connsiteX2-4901" fmla="*/ 1231957 w 2495551"/>
              <a:gd name="connsiteY2-4902" fmla="*/ 6073 h 2525734"/>
              <a:gd name="connsiteX3-4903" fmla="*/ 1264291 w 2495551"/>
              <a:gd name="connsiteY3-4904" fmla="*/ 6109 h 2525734"/>
              <a:gd name="connsiteX4-4905" fmla="*/ 2486613 w 2495551"/>
              <a:gd name="connsiteY4-4906" fmla="*/ 1017031 h 2525734"/>
              <a:gd name="connsiteX5-4907" fmla="*/ 2494277 w 2495551"/>
              <a:gd name="connsiteY5-4908" fmla="*/ 1045181 h 2525734"/>
              <a:gd name="connsiteX6-4909" fmla="*/ 2470377 w 2495551"/>
              <a:gd name="connsiteY6-4910" fmla="*/ 1061981 h 2525734"/>
              <a:gd name="connsiteX7-4911" fmla="*/ 1919934 w 2495551"/>
              <a:gd name="connsiteY7-4912" fmla="*/ 1061981 h 2525734"/>
              <a:gd name="connsiteX8-4913" fmla="*/ 1894534 w 2495551"/>
              <a:gd name="connsiteY8-4914" fmla="*/ 1087380 h 2525734"/>
              <a:gd name="connsiteX9-4915" fmla="*/ 1894534 w 2495551"/>
              <a:gd name="connsiteY9-4916" fmla="*/ 2500383 h 2525734"/>
              <a:gd name="connsiteX10-4917" fmla="*/ 1869134 w 2495551"/>
              <a:gd name="connsiteY10-4918" fmla="*/ 2525734 h 2525734"/>
              <a:gd name="connsiteX11-4919" fmla="*/ 627074 w 2495551"/>
              <a:gd name="connsiteY11-4920" fmla="*/ 2525734 h 2525734"/>
              <a:gd name="connsiteX12-4921" fmla="*/ 601674 w 2495551"/>
              <a:gd name="connsiteY12-4922" fmla="*/ 2500334 h 2525734"/>
              <a:gd name="connsiteX13-4923" fmla="*/ 601674 w 2495551"/>
              <a:gd name="connsiteY13-4924" fmla="*/ 1087331 h 2525734"/>
              <a:gd name="connsiteX14-4925" fmla="*/ 576275 w 2495551"/>
              <a:gd name="connsiteY14-4926" fmla="*/ 1061981 h 2525734"/>
              <a:gd name="connsiteX15-4927" fmla="*/ 25831 w 2495551"/>
              <a:gd name="connsiteY15-4928" fmla="*/ 1061981 h 2525734"/>
              <a:gd name="connsiteX16-4929" fmla="*/ 1927 w 2495551"/>
              <a:gd name="connsiteY16-4930" fmla="*/ 1045174 h 2525734"/>
              <a:gd name="connsiteX0-4931" fmla="*/ 1269 w 2494893"/>
              <a:gd name="connsiteY0-4932" fmla="*/ 1045174 h 2525734"/>
              <a:gd name="connsiteX1-4933" fmla="*/ 8979 w 2494893"/>
              <a:gd name="connsiteY1-4934" fmla="*/ 1016996 h 2525734"/>
              <a:gd name="connsiteX2-4935" fmla="*/ 1231299 w 2494893"/>
              <a:gd name="connsiteY2-4936" fmla="*/ 6073 h 2525734"/>
              <a:gd name="connsiteX3-4937" fmla="*/ 1263633 w 2494893"/>
              <a:gd name="connsiteY3-4938" fmla="*/ 6109 h 2525734"/>
              <a:gd name="connsiteX4-4939" fmla="*/ 2485955 w 2494893"/>
              <a:gd name="connsiteY4-4940" fmla="*/ 1017031 h 2525734"/>
              <a:gd name="connsiteX5-4941" fmla="*/ 2493619 w 2494893"/>
              <a:gd name="connsiteY5-4942" fmla="*/ 1045181 h 2525734"/>
              <a:gd name="connsiteX6-4943" fmla="*/ 2469719 w 2494893"/>
              <a:gd name="connsiteY6-4944" fmla="*/ 1061981 h 2525734"/>
              <a:gd name="connsiteX7-4945" fmla="*/ 1919276 w 2494893"/>
              <a:gd name="connsiteY7-4946" fmla="*/ 1061981 h 2525734"/>
              <a:gd name="connsiteX8-4947" fmla="*/ 1893876 w 2494893"/>
              <a:gd name="connsiteY8-4948" fmla="*/ 1087380 h 2525734"/>
              <a:gd name="connsiteX9-4949" fmla="*/ 1893876 w 2494893"/>
              <a:gd name="connsiteY9-4950" fmla="*/ 2500383 h 2525734"/>
              <a:gd name="connsiteX10-4951" fmla="*/ 1868476 w 2494893"/>
              <a:gd name="connsiteY10-4952" fmla="*/ 2525734 h 2525734"/>
              <a:gd name="connsiteX11-4953" fmla="*/ 626416 w 2494893"/>
              <a:gd name="connsiteY11-4954" fmla="*/ 2525734 h 2525734"/>
              <a:gd name="connsiteX12-4955" fmla="*/ 601016 w 2494893"/>
              <a:gd name="connsiteY12-4956" fmla="*/ 2500334 h 2525734"/>
              <a:gd name="connsiteX13-4957" fmla="*/ 601016 w 2494893"/>
              <a:gd name="connsiteY13-4958" fmla="*/ 1087331 h 2525734"/>
              <a:gd name="connsiteX14-4959" fmla="*/ 575617 w 2494893"/>
              <a:gd name="connsiteY14-4960" fmla="*/ 1061981 h 2525734"/>
              <a:gd name="connsiteX15-4961" fmla="*/ 25173 w 2494893"/>
              <a:gd name="connsiteY15-4962" fmla="*/ 1061981 h 2525734"/>
              <a:gd name="connsiteX16-4963" fmla="*/ 1269 w 2494893"/>
              <a:gd name="connsiteY16-4964" fmla="*/ 1045174 h 2525734"/>
              <a:gd name="connsiteX0-4965" fmla="*/ 1269 w 2494893"/>
              <a:gd name="connsiteY0-4966" fmla="*/ 1045174 h 2525734"/>
              <a:gd name="connsiteX1-4967" fmla="*/ 8979 w 2494893"/>
              <a:gd name="connsiteY1-4968" fmla="*/ 1016996 h 2525734"/>
              <a:gd name="connsiteX2-4969" fmla="*/ 1231299 w 2494893"/>
              <a:gd name="connsiteY2-4970" fmla="*/ 6073 h 2525734"/>
              <a:gd name="connsiteX3-4971" fmla="*/ 1263633 w 2494893"/>
              <a:gd name="connsiteY3-4972" fmla="*/ 6109 h 2525734"/>
              <a:gd name="connsiteX4-4973" fmla="*/ 2485955 w 2494893"/>
              <a:gd name="connsiteY4-4974" fmla="*/ 1017031 h 2525734"/>
              <a:gd name="connsiteX5-4975" fmla="*/ 2493619 w 2494893"/>
              <a:gd name="connsiteY5-4976" fmla="*/ 1045181 h 2525734"/>
              <a:gd name="connsiteX6-4977" fmla="*/ 2469719 w 2494893"/>
              <a:gd name="connsiteY6-4978" fmla="*/ 1061981 h 2525734"/>
              <a:gd name="connsiteX7-4979" fmla="*/ 1919276 w 2494893"/>
              <a:gd name="connsiteY7-4980" fmla="*/ 1061981 h 2525734"/>
              <a:gd name="connsiteX8-4981" fmla="*/ 1893876 w 2494893"/>
              <a:gd name="connsiteY8-4982" fmla="*/ 1087380 h 2525734"/>
              <a:gd name="connsiteX9-4983" fmla="*/ 1893876 w 2494893"/>
              <a:gd name="connsiteY9-4984" fmla="*/ 2500383 h 2525734"/>
              <a:gd name="connsiteX10-4985" fmla="*/ 1868476 w 2494893"/>
              <a:gd name="connsiteY10-4986" fmla="*/ 2525734 h 2525734"/>
              <a:gd name="connsiteX11-4987" fmla="*/ 626416 w 2494893"/>
              <a:gd name="connsiteY11-4988" fmla="*/ 2525734 h 2525734"/>
              <a:gd name="connsiteX12-4989" fmla="*/ 601016 w 2494893"/>
              <a:gd name="connsiteY12-4990" fmla="*/ 2500334 h 2525734"/>
              <a:gd name="connsiteX13-4991" fmla="*/ 601016 w 2494893"/>
              <a:gd name="connsiteY13-4992" fmla="*/ 1087331 h 2525734"/>
              <a:gd name="connsiteX14-4993" fmla="*/ 575617 w 2494893"/>
              <a:gd name="connsiteY14-4994" fmla="*/ 1061981 h 2525734"/>
              <a:gd name="connsiteX15-4995" fmla="*/ 25173 w 2494893"/>
              <a:gd name="connsiteY15-4996" fmla="*/ 1061981 h 2525734"/>
              <a:gd name="connsiteX16-4997" fmla="*/ 1269 w 2494893"/>
              <a:gd name="connsiteY16-4998" fmla="*/ 1045174 h 2525734"/>
              <a:gd name="connsiteX0-4999" fmla="*/ 1269 w 2494893"/>
              <a:gd name="connsiteY0-5000" fmla="*/ 1045174 h 2525734"/>
              <a:gd name="connsiteX1-5001" fmla="*/ 8979 w 2494893"/>
              <a:gd name="connsiteY1-5002" fmla="*/ 1016996 h 2525734"/>
              <a:gd name="connsiteX2-5003" fmla="*/ 1231299 w 2494893"/>
              <a:gd name="connsiteY2-5004" fmla="*/ 6073 h 2525734"/>
              <a:gd name="connsiteX3-5005" fmla="*/ 1263633 w 2494893"/>
              <a:gd name="connsiteY3-5006" fmla="*/ 6109 h 2525734"/>
              <a:gd name="connsiteX4-5007" fmla="*/ 2485955 w 2494893"/>
              <a:gd name="connsiteY4-5008" fmla="*/ 1017031 h 2525734"/>
              <a:gd name="connsiteX5-5009" fmla="*/ 2493619 w 2494893"/>
              <a:gd name="connsiteY5-5010" fmla="*/ 1045181 h 2525734"/>
              <a:gd name="connsiteX6-5011" fmla="*/ 2469719 w 2494893"/>
              <a:gd name="connsiteY6-5012" fmla="*/ 1061981 h 2525734"/>
              <a:gd name="connsiteX7-5013" fmla="*/ 1919276 w 2494893"/>
              <a:gd name="connsiteY7-5014" fmla="*/ 1061981 h 2525734"/>
              <a:gd name="connsiteX8-5015" fmla="*/ 1893876 w 2494893"/>
              <a:gd name="connsiteY8-5016" fmla="*/ 1087380 h 2525734"/>
              <a:gd name="connsiteX9-5017" fmla="*/ 1893876 w 2494893"/>
              <a:gd name="connsiteY9-5018" fmla="*/ 2500383 h 2525734"/>
              <a:gd name="connsiteX10-5019" fmla="*/ 1868476 w 2494893"/>
              <a:gd name="connsiteY10-5020" fmla="*/ 2525734 h 2525734"/>
              <a:gd name="connsiteX11-5021" fmla="*/ 626416 w 2494893"/>
              <a:gd name="connsiteY11-5022" fmla="*/ 2525734 h 2525734"/>
              <a:gd name="connsiteX12-5023" fmla="*/ 601016 w 2494893"/>
              <a:gd name="connsiteY12-5024" fmla="*/ 2500334 h 2525734"/>
              <a:gd name="connsiteX13-5025" fmla="*/ 601016 w 2494893"/>
              <a:gd name="connsiteY13-5026" fmla="*/ 1087331 h 2525734"/>
              <a:gd name="connsiteX14-5027" fmla="*/ 575617 w 2494893"/>
              <a:gd name="connsiteY14-5028" fmla="*/ 1061981 h 2525734"/>
              <a:gd name="connsiteX15-5029" fmla="*/ 25173 w 2494893"/>
              <a:gd name="connsiteY15-5030" fmla="*/ 1061981 h 2525734"/>
              <a:gd name="connsiteX16-5031" fmla="*/ 24612 w 2494893"/>
              <a:gd name="connsiteY16-5032" fmla="*/ 1036768 h 2525734"/>
              <a:gd name="connsiteX0-5033" fmla="*/ 21088 w 2491369"/>
              <a:gd name="connsiteY0-5034" fmla="*/ 1036768 h 2525734"/>
              <a:gd name="connsiteX1-5035" fmla="*/ 5455 w 2491369"/>
              <a:gd name="connsiteY1-5036" fmla="*/ 1016996 h 2525734"/>
              <a:gd name="connsiteX2-5037" fmla="*/ 1227775 w 2491369"/>
              <a:gd name="connsiteY2-5038" fmla="*/ 6073 h 2525734"/>
              <a:gd name="connsiteX3-5039" fmla="*/ 1260109 w 2491369"/>
              <a:gd name="connsiteY3-5040" fmla="*/ 6109 h 2525734"/>
              <a:gd name="connsiteX4-5041" fmla="*/ 2482431 w 2491369"/>
              <a:gd name="connsiteY4-5042" fmla="*/ 1017031 h 2525734"/>
              <a:gd name="connsiteX5-5043" fmla="*/ 2490095 w 2491369"/>
              <a:gd name="connsiteY5-5044" fmla="*/ 1045181 h 2525734"/>
              <a:gd name="connsiteX6-5045" fmla="*/ 2466195 w 2491369"/>
              <a:gd name="connsiteY6-5046" fmla="*/ 1061981 h 2525734"/>
              <a:gd name="connsiteX7-5047" fmla="*/ 1915752 w 2491369"/>
              <a:gd name="connsiteY7-5048" fmla="*/ 1061981 h 2525734"/>
              <a:gd name="connsiteX8-5049" fmla="*/ 1890352 w 2491369"/>
              <a:gd name="connsiteY8-5050" fmla="*/ 1087380 h 2525734"/>
              <a:gd name="connsiteX9-5051" fmla="*/ 1890352 w 2491369"/>
              <a:gd name="connsiteY9-5052" fmla="*/ 2500383 h 2525734"/>
              <a:gd name="connsiteX10-5053" fmla="*/ 1864952 w 2491369"/>
              <a:gd name="connsiteY10-5054" fmla="*/ 2525734 h 2525734"/>
              <a:gd name="connsiteX11-5055" fmla="*/ 622892 w 2491369"/>
              <a:gd name="connsiteY11-5056" fmla="*/ 2525734 h 2525734"/>
              <a:gd name="connsiteX12-5057" fmla="*/ 597492 w 2491369"/>
              <a:gd name="connsiteY12-5058" fmla="*/ 2500334 h 2525734"/>
              <a:gd name="connsiteX13-5059" fmla="*/ 597492 w 2491369"/>
              <a:gd name="connsiteY13-5060" fmla="*/ 1087331 h 2525734"/>
              <a:gd name="connsiteX14-5061" fmla="*/ 572093 w 2491369"/>
              <a:gd name="connsiteY14-5062" fmla="*/ 1061981 h 2525734"/>
              <a:gd name="connsiteX15-5063" fmla="*/ 21649 w 2491369"/>
              <a:gd name="connsiteY15-5064" fmla="*/ 1061981 h 2525734"/>
              <a:gd name="connsiteX16-5065" fmla="*/ 21088 w 2491369"/>
              <a:gd name="connsiteY16-5066" fmla="*/ 1036768 h 2525734"/>
              <a:gd name="connsiteX0-5067" fmla="*/ 17454 w 2487735"/>
              <a:gd name="connsiteY0-5068" fmla="*/ 1036768 h 2525734"/>
              <a:gd name="connsiteX1-5069" fmla="*/ 1821 w 2487735"/>
              <a:gd name="connsiteY1-5070" fmla="*/ 1016996 h 2525734"/>
              <a:gd name="connsiteX2-5071" fmla="*/ 1224141 w 2487735"/>
              <a:gd name="connsiteY2-5072" fmla="*/ 6073 h 2525734"/>
              <a:gd name="connsiteX3-5073" fmla="*/ 1256475 w 2487735"/>
              <a:gd name="connsiteY3-5074" fmla="*/ 6109 h 2525734"/>
              <a:gd name="connsiteX4-5075" fmla="*/ 2478797 w 2487735"/>
              <a:gd name="connsiteY4-5076" fmla="*/ 1017031 h 2525734"/>
              <a:gd name="connsiteX5-5077" fmla="*/ 2486461 w 2487735"/>
              <a:gd name="connsiteY5-5078" fmla="*/ 1045181 h 2525734"/>
              <a:gd name="connsiteX6-5079" fmla="*/ 2462561 w 2487735"/>
              <a:gd name="connsiteY6-5080" fmla="*/ 1061981 h 2525734"/>
              <a:gd name="connsiteX7-5081" fmla="*/ 1912118 w 2487735"/>
              <a:gd name="connsiteY7-5082" fmla="*/ 1061981 h 2525734"/>
              <a:gd name="connsiteX8-5083" fmla="*/ 1886718 w 2487735"/>
              <a:gd name="connsiteY8-5084" fmla="*/ 1087380 h 2525734"/>
              <a:gd name="connsiteX9-5085" fmla="*/ 1886718 w 2487735"/>
              <a:gd name="connsiteY9-5086" fmla="*/ 2500383 h 2525734"/>
              <a:gd name="connsiteX10-5087" fmla="*/ 1861318 w 2487735"/>
              <a:gd name="connsiteY10-5088" fmla="*/ 2525734 h 2525734"/>
              <a:gd name="connsiteX11-5089" fmla="*/ 619258 w 2487735"/>
              <a:gd name="connsiteY11-5090" fmla="*/ 2525734 h 2525734"/>
              <a:gd name="connsiteX12-5091" fmla="*/ 593858 w 2487735"/>
              <a:gd name="connsiteY12-5092" fmla="*/ 2500334 h 2525734"/>
              <a:gd name="connsiteX13-5093" fmla="*/ 593858 w 2487735"/>
              <a:gd name="connsiteY13-5094" fmla="*/ 1087331 h 2525734"/>
              <a:gd name="connsiteX14-5095" fmla="*/ 568459 w 2487735"/>
              <a:gd name="connsiteY14-5096" fmla="*/ 1061981 h 2525734"/>
              <a:gd name="connsiteX15-5097" fmla="*/ 18015 w 2487735"/>
              <a:gd name="connsiteY15-5098" fmla="*/ 1061981 h 2525734"/>
              <a:gd name="connsiteX16-5099" fmla="*/ 17454 w 2487735"/>
              <a:gd name="connsiteY16-5100" fmla="*/ 1036768 h 2525734"/>
              <a:gd name="connsiteX0-5101" fmla="*/ 15634 w 2485915"/>
              <a:gd name="connsiteY0-5102" fmla="*/ 1036768 h 2525734"/>
              <a:gd name="connsiteX1-5103" fmla="*/ 1 w 2485915"/>
              <a:gd name="connsiteY1-5104" fmla="*/ 1016996 h 2525734"/>
              <a:gd name="connsiteX2-5105" fmla="*/ 1222321 w 2485915"/>
              <a:gd name="connsiteY2-5106" fmla="*/ 6073 h 2525734"/>
              <a:gd name="connsiteX3-5107" fmla="*/ 1254655 w 2485915"/>
              <a:gd name="connsiteY3-5108" fmla="*/ 6109 h 2525734"/>
              <a:gd name="connsiteX4-5109" fmla="*/ 2476977 w 2485915"/>
              <a:gd name="connsiteY4-5110" fmla="*/ 1017031 h 2525734"/>
              <a:gd name="connsiteX5-5111" fmla="*/ 2484641 w 2485915"/>
              <a:gd name="connsiteY5-5112" fmla="*/ 1045181 h 2525734"/>
              <a:gd name="connsiteX6-5113" fmla="*/ 2460741 w 2485915"/>
              <a:gd name="connsiteY6-5114" fmla="*/ 1061981 h 2525734"/>
              <a:gd name="connsiteX7-5115" fmla="*/ 1910298 w 2485915"/>
              <a:gd name="connsiteY7-5116" fmla="*/ 1061981 h 2525734"/>
              <a:gd name="connsiteX8-5117" fmla="*/ 1884898 w 2485915"/>
              <a:gd name="connsiteY8-5118" fmla="*/ 1087380 h 2525734"/>
              <a:gd name="connsiteX9-5119" fmla="*/ 1884898 w 2485915"/>
              <a:gd name="connsiteY9-5120" fmla="*/ 2500383 h 2525734"/>
              <a:gd name="connsiteX10-5121" fmla="*/ 1859498 w 2485915"/>
              <a:gd name="connsiteY10-5122" fmla="*/ 2525734 h 2525734"/>
              <a:gd name="connsiteX11-5123" fmla="*/ 617438 w 2485915"/>
              <a:gd name="connsiteY11-5124" fmla="*/ 2525734 h 2525734"/>
              <a:gd name="connsiteX12-5125" fmla="*/ 592038 w 2485915"/>
              <a:gd name="connsiteY12-5126" fmla="*/ 2500334 h 2525734"/>
              <a:gd name="connsiteX13-5127" fmla="*/ 592038 w 2485915"/>
              <a:gd name="connsiteY13-5128" fmla="*/ 1087331 h 2525734"/>
              <a:gd name="connsiteX14-5129" fmla="*/ 566639 w 2485915"/>
              <a:gd name="connsiteY14-5130" fmla="*/ 1061981 h 2525734"/>
              <a:gd name="connsiteX15-5131" fmla="*/ 16195 w 2485915"/>
              <a:gd name="connsiteY15-5132" fmla="*/ 1061981 h 2525734"/>
              <a:gd name="connsiteX16-5133" fmla="*/ 15634 w 2485915"/>
              <a:gd name="connsiteY16-5134" fmla="*/ 1036768 h 2525734"/>
              <a:gd name="connsiteX0-5135" fmla="*/ 2988 w 2473269"/>
              <a:gd name="connsiteY0-5136" fmla="*/ 1036768 h 2525734"/>
              <a:gd name="connsiteX1-5137" fmla="*/ 14553 w 2473269"/>
              <a:gd name="connsiteY1-5138" fmla="*/ 994501 h 2525734"/>
              <a:gd name="connsiteX2-5139" fmla="*/ 1209675 w 2473269"/>
              <a:gd name="connsiteY2-5140" fmla="*/ 6073 h 2525734"/>
              <a:gd name="connsiteX3-5141" fmla="*/ 1242009 w 2473269"/>
              <a:gd name="connsiteY3-5142" fmla="*/ 6109 h 2525734"/>
              <a:gd name="connsiteX4-5143" fmla="*/ 2464331 w 2473269"/>
              <a:gd name="connsiteY4-5144" fmla="*/ 1017031 h 2525734"/>
              <a:gd name="connsiteX5-5145" fmla="*/ 2471995 w 2473269"/>
              <a:gd name="connsiteY5-5146" fmla="*/ 1045181 h 2525734"/>
              <a:gd name="connsiteX6-5147" fmla="*/ 2448095 w 2473269"/>
              <a:gd name="connsiteY6-5148" fmla="*/ 1061981 h 2525734"/>
              <a:gd name="connsiteX7-5149" fmla="*/ 1897652 w 2473269"/>
              <a:gd name="connsiteY7-5150" fmla="*/ 1061981 h 2525734"/>
              <a:gd name="connsiteX8-5151" fmla="*/ 1872252 w 2473269"/>
              <a:gd name="connsiteY8-5152" fmla="*/ 1087380 h 2525734"/>
              <a:gd name="connsiteX9-5153" fmla="*/ 1872252 w 2473269"/>
              <a:gd name="connsiteY9-5154" fmla="*/ 2500383 h 2525734"/>
              <a:gd name="connsiteX10-5155" fmla="*/ 1846852 w 2473269"/>
              <a:gd name="connsiteY10-5156" fmla="*/ 2525734 h 2525734"/>
              <a:gd name="connsiteX11-5157" fmla="*/ 604792 w 2473269"/>
              <a:gd name="connsiteY11-5158" fmla="*/ 2525734 h 2525734"/>
              <a:gd name="connsiteX12-5159" fmla="*/ 579392 w 2473269"/>
              <a:gd name="connsiteY12-5160" fmla="*/ 2500334 h 2525734"/>
              <a:gd name="connsiteX13-5161" fmla="*/ 579392 w 2473269"/>
              <a:gd name="connsiteY13-5162" fmla="*/ 1087331 h 2525734"/>
              <a:gd name="connsiteX14-5163" fmla="*/ 553993 w 2473269"/>
              <a:gd name="connsiteY14-5164" fmla="*/ 1061981 h 2525734"/>
              <a:gd name="connsiteX15-5165" fmla="*/ 3549 w 2473269"/>
              <a:gd name="connsiteY15-5166" fmla="*/ 1061981 h 2525734"/>
              <a:gd name="connsiteX16-5167" fmla="*/ 2988 w 2473269"/>
              <a:gd name="connsiteY16-5168" fmla="*/ 1036768 h 2525734"/>
              <a:gd name="connsiteX0-5169" fmla="*/ 2988 w 2473269"/>
              <a:gd name="connsiteY0-5170" fmla="*/ 1036768 h 2525734"/>
              <a:gd name="connsiteX1-5171" fmla="*/ 14553 w 2473269"/>
              <a:gd name="connsiteY1-5172" fmla="*/ 994501 h 2525734"/>
              <a:gd name="connsiteX2-5173" fmla="*/ 1209675 w 2473269"/>
              <a:gd name="connsiteY2-5174" fmla="*/ 6073 h 2525734"/>
              <a:gd name="connsiteX3-5175" fmla="*/ 1242009 w 2473269"/>
              <a:gd name="connsiteY3-5176" fmla="*/ 6109 h 2525734"/>
              <a:gd name="connsiteX4-5177" fmla="*/ 2464331 w 2473269"/>
              <a:gd name="connsiteY4-5178" fmla="*/ 1017031 h 2525734"/>
              <a:gd name="connsiteX5-5179" fmla="*/ 2471995 w 2473269"/>
              <a:gd name="connsiteY5-5180" fmla="*/ 1045181 h 2525734"/>
              <a:gd name="connsiteX6-5181" fmla="*/ 2448095 w 2473269"/>
              <a:gd name="connsiteY6-5182" fmla="*/ 1061981 h 2525734"/>
              <a:gd name="connsiteX7-5183" fmla="*/ 1897652 w 2473269"/>
              <a:gd name="connsiteY7-5184" fmla="*/ 1061981 h 2525734"/>
              <a:gd name="connsiteX8-5185" fmla="*/ 1872252 w 2473269"/>
              <a:gd name="connsiteY8-5186" fmla="*/ 1087380 h 2525734"/>
              <a:gd name="connsiteX9-5187" fmla="*/ 1872252 w 2473269"/>
              <a:gd name="connsiteY9-5188" fmla="*/ 2500383 h 2525734"/>
              <a:gd name="connsiteX10-5189" fmla="*/ 1846852 w 2473269"/>
              <a:gd name="connsiteY10-5190" fmla="*/ 2525734 h 2525734"/>
              <a:gd name="connsiteX11-5191" fmla="*/ 604792 w 2473269"/>
              <a:gd name="connsiteY11-5192" fmla="*/ 2525734 h 2525734"/>
              <a:gd name="connsiteX12-5193" fmla="*/ 579392 w 2473269"/>
              <a:gd name="connsiteY12-5194" fmla="*/ 2500334 h 2525734"/>
              <a:gd name="connsiteX13-5195" fmla="*/ 579392 w 2473269"/>
              <a:gd name="connsiteY13-5196" fmla="*/ 1087331 h 2525734"/>
              <a:gd name="connsiteX14-5197" fmla="*/ 553993 w 2473269"/>
              <a:gd name="connsiteY14-5198" fmla="*/ 1061981 h 2525734"/>
              <a:gd name="connsiteX15-5199" fmla="*/ 3549 w 2473269"/>
              <a:gd name="connsiteY15-5200" fmla="*/ 1061981 h 2525734"/>
              <a:gd name="connsiteX16-5201" fmla="*/ 2988 w 2473269"/>
              <a:gd name="connsiteY16-5202" fmla="*/ 1036768 h 2525734"/>
              <a:gd name="connsiteX0-5203" fmla="*/ 2988 w 2473269"/>
              <a:gd name="connsiteY0-5204" fmla="*/ 1036768 h 2525734"/>
              <a:gd name="connsiteX1-5205" fmla="*/ 14553 w 2473269"/>
              <a:gd name="connsiteY1-5206" fmla="*/ 994501 h 2525734"/>
              <a:gd name="connsiteX2-5207" fmla="*/ 1209675 w 2473269"/>
              <a:gd name="connsiteY2-5208" fmla="*/ 6073 h 2525734"/>
              <a:gd name="connsiteX3-5209" fmla="*/ 1242009 w 2473269"/>
              <a:gd name="connsiteY3-5210" fmla="*/ 6109 h 2525734"/>
              <a:gd name="connsiteX4-5211" fmla="*/ 2464331 w 2473269"/>
              <a:gd name="connsiteY4-5212" fmla="*/ 1017031 h 2525734"/>
              <a:gd name="connsiteX5-5213" fmla="*/ 2471995 w 2473269"/>
              <a:gd name="connsiteY5-5214" fmla="*/ 1045181 h 2525734"/>
              <a:gd name="connsiteX6-5215" fmla="*/ 2448095 w 2473269"/>
              <a:gd name="connsiteY6-5216" fmla="*/ 1061981 h 2525734"/>
              <a:gd name="connsiteX7-5217" fmla="*/ 1897652 w 2473269"/>
              <a:gd name="connsiteY7-5218" fmla="*/ 1061981 h 2525734"/>
              <a:gd name="connsiteX8-5219" fmla="*/ 1872252 w 2473269"/>
              <a:gd name="connsiteY8-5220" fmla="*/ 1087380 h 2525734"/>
              <a:gd name="connsiteX9-5221" fmla="*/ 1872252 w 2473269"/>
              <a:gd name="connsiteY9-5222" fmla="*/ 2500383 h 2525734"/>
              <a:gd name="connsiteX10-5223" fmla="*/ 1846852 w 2473269"/>
              <a:gd name="connsiteY10-5224" fmla="*/ 2525734 h 2525734"/>
              <a:gd name="connsiteX11-5225" fmla="*/ 604792 w 2473269"/>
              <a:gd name="connsiteY11-5226" fmla="*/ 2525734 h 2525734"/>
              <a:gd name="connsiteX12-5227" fmla="*/ 579392 w 2473269"/>
              <a:gd name="connsiteY12-5228" fmla="*/ 2500334 h 2525734"/>
              <a:gd name="connsiteX13-5229" fmla="*/ 579392 w 2473269"/>
              <a:gd name="connsiteY13-5230" fmla="*/ 1087331 h 2525734"/>
              <a:gd name="connsiteX14-5231" fmla="*/ 553993 w 2473269"/>
              <a:gd name="connsiteY14-5232" fmla="*/ 1061981 h 2525734"/>
              <a:gd name="connsiteX15-5233" fmla="*/ 3549 w 2473269"/>
              <a:gd name="connsiteY15-5234" fmla="*/ 1061981 h 2525734"/>
              <a:gd name="connsiteX16-5235" fmla="*/ 2988 w 2473269"/>
              <a:gd name="connsiteY16-5236" fmla="*/ 1036768 h 2525734"/>
              <a:gd name="connsiteX0-5237" fmla="*/ 2988 w 2473269"/>
              <a:gd name="connsiteY0-5238" fmla="*/ 1036113 h 2525079"/>
              <a:gd name="connsiteX1-5239" fmla="*/ 14553 w 2473269"/>
              <a:gd name="connsiteY1-5240" fmla="*/ 993846 h 2525079"/>
              <a:gd name="connsiteX2-5241" fmla="*/ 1201583 w 2473269"/>
              <a:gd name="connsiteY2-5242" fmla="*/ 12111 h 2525079"/>
              <a:gd name="connsiteX3-5243" fmla="*/ 1242009 w 2473269"/>
              <a:gd name="connsiteY3-5244" fmla="*/ 5454 h 2525079"/>
              <a:gd name="connsiteX4-5245" fmla="*/ 2464331 w 2473269"/>
              <a:gd name="connsiteY4-5246" fmla="*/ 1016376 h 2525079"/>
              <a:gd name="connsiteX5-5247" fmla="*/ 2471995 w 2473269"/>
              <a:gd name="connsiteY5-5248" fmla="*/ 1044526 h 2525079"/>
              <a:gd name="connsiteX6-5249" fmla="*/ 2448095 w 2473269"/>
              <a:gd name="connsiteY6-5250" fmla="*/ 1061326 h 2525079"/>
              <a:gd name="connsiteX7-5251" fmla="*/ 1897652 w 2473269"/>
              <a:gd name="connsiteY7-5252" fmla="*/ 1061326 h 2525079"/>
              <a:gd name="connsiteX8-5253" fmla="*/ 1872252 w 2473269"/>
              <a:gd name="connsiteY8-5254" fmla="*/ 1086725 h 2525079"/>
              <a:gd name="connsiteX9-5255" fmla="*/ 1872252 w 2473269"/>
              <a:gd name="connsiteY9-5256" fmla="*/ 2499728 h 2525079"/>
              <a:gd name="connsiteX10-5257" fmla="*/ 1846852 w 2473269"/>
              <a:gd name="connsiteY10-5258" fmla="*/ 2525079 h 2525079"/>
              <a:gd name="connsiteX11-5259" fmla="*/ 604792 w 2473269"/>
              <a:gd name="connsiteY11-5260" fmla="*/ 2525079 h 2525079"/>
              <a:gd name="connsiteX12-5261" fmla="*/ 579392 w 2473269"/>
              <a:gd name="connsiteY12-5262" fmla="*/ 2499679 h 2525079"/>
              <a:gd name="connsiteX13-5263" fmla="*/ 579392 w 2473269"/>
              <a:gd name="connsiteY13-5264" fmla="*/ 1086676 h 2525079"/>
              <a:gd name="connsiteX14-5265" fmla="*/ 553993 w 2473269"/>
              <a:gd name="connsiteY14-5266" fmla="*/ 1061326 h 2525079"/>
              <a:gd name="connsiteX15-5267" fmla="*/ 3549 w 2473269"/>
              <a:gd name="connsiteY15-5268" fmla="*/ 1061326 h 2525079"/>
              <a:gd name="connsiteX16-5269" fmla="*/ 2988 w 2473269"/>
              <a:gd name="connsiteY16-5270" fmla="*/ 1036113 h 2525079"/>
              <a:gd name="connsiteX0-5271" fmla="*/ 2988 w 2473269"/>
              <a:gd name="connsiteY0-5272" fmla="*/ 1035337 h 2524303"/>
              <a:gd name="connsiteX1-5273" fmla="*/ 14553 w 2473269"/>
              <a:gd name="connsiteY1-5274" fmla="*/ 993070 h 2524303"/>
              <a:gd name="connsiteX2-5275" fmla="*/ 1201583 w 2473269"/>
              <a:gd name="connsiteY2-5276" fmla="*/ 11335 h 2524303"/>
              <a:gd name="connsiteX3-5277" fmla="*/ 1242009 w 2473269"/>
              <a:gd name="connsiteY3-5278" fmla="*/ 4678 h 2524303"/>
              <a:gd name="connsiteX4-5279" fmla="*/ 2464331 w 2473269"/>
              <a:gd name="connsiteY4-5280" fmla="*/ 1015600 h 2524303"/>
              <a:gd name="connsiteX5-5281" fmla="*/ 2471995 w 2473269"/>
              <a:gd name="connsiteY5-5282" fmla="*/ 1043750 h 2524303"/>
              <a:gd name="connsiteX6-5283" fmla="*/ 2448095 w 2473269"/>
              <a:gd name="connsiteY6-5284" fmla="*/ 1060550 h 2524303"/>
              <a:gd name="connsiteX7-5285" fmla="*/ 1897652 w 2473269"/>
              <a:gd name="connsiteY7-5286" fmla="*/ 1060550 h 2524303"/>
              <a:gd name="connsiteX8-5287" fmla="*/ 1872252 w 2473269"/>
              <a:gd name="connsiteY8-5288" fmla="*/ 1085949 h 2524303"/>
              <a:gd name="connsiteX9-5289" fmla="*/ 1872252 w 2473269"/>
              <a:gd name="connsiteY9-5290" fmla="*/ 2498952 h 2524303"/>
              <a:gd name="connsiteX10-5291" fmla="*/ 1846852 w 2473269"/>
              <a:gd name="connsiteY10-5292" fmla="*/ 2524303 h 2524303"/>
              <a:gd name="connsiteX11-5293" fmla="*/ 604792 w 2473269"/>
              <a:gd name="connsiteY11-5294" fmla="*/ 2524303 h 2524303"/>
              <a:gd name="connsiteX12-5295" fmla="*/ 579392 w 2473269"/>
              <a:gd name="connsiteY12-5296" fmla="*/ 2498903 h 2524303"/>
              <a:gd name="connsiteX13-5297" fmla="*/ 579392 w 2473269"/>
              <a:gd name="connsiteY13-5298" fmla="*/ 1085900 h 2524303"/>
              <a:gd name="connsiteX14-5299" fmla="*/ 553993 w 2473269"/>
              <a:gd name="connsiteY14-5300" fmla="*/ 1060550 h 2524303"/>
              <a:gd name="connsiteX15-5301" fmla="*/ 3549 w 2473269"/>
              <a:gd name="connsiteY15-5302" fmla="*/ 1060550 h 2524303"/>
              <a:gd name="connsiteX16-5303" fmla="*/ 2988 w 2473269"/>
              <a:gd name="connsiteY16-5304" fmla="*/ 1035337 h 2524303"/>
              <a:gd name="connsiteX0-5305" fmla="*/ 2988 w 2473269"/>
              <a:gd name="connsiteY0-5306" fmla="*/ 1034194 h 2523160"/>
              <a:gd name="connsiteX1-5307" fmla="*/ 14553 w 2473269"/>
              <a:gd name="connsiteY1-5308" fmla="*/ 991927 h 2523160"/>
              <a:gd name="connsiteX2-5309" fmla="*/ 1201583 w 2473269"/>
              <a:gd name="connsiteY2-5310" fmla="*/ 10192 h 2523160"/>
              <a:gd name="connsiteX3-5311" fmla="*/ 1242009 w 2473269"/>
              <a:gd name="connsiteY3-5312" fmla="*/ 3535 h 2523160"/>
              <a:gd name="connsiteX4-5313" fmla="*/ 2464331 w 2473269"/>
              <a:gd name="connsiteY4-5314" fmla="*/ 1014457 h 2523160"/>
              <a:gd name="connsiteX5-5315" fmla="*/ 2471995 w 2473269"/>
              <a:gd name="connsiteY5-5316" fmla="*/ 1042607 h 2523160"/>
              <a:gd name="connsiteX6-5317" fmla="*/ 2448095 w 2473269"/>
              <a:gd name="connsiteY6-5318" fmla="*/ 1059407 h 2523160"/>
              <a:gd name="connsiteX7-5319" fmla="*/ 1897652 w 2473269"/>
              <a:gd name="connsiteY7-5320" fmla="*/ 1059407 h 2523160"/>
              <a:gd name="connsiteX8-5321" fmla="*/ 1872252 w 2473269"/>
              <a:gd name="connsiteY8-5322" fmla="*/ 1084806 h 2523160"/>
              <a:gd name="connsiteX9-5323" fmla="*/ 1872252 w 2473269"/>
              <a:gd name="connsiteY9-5324" fmla="*/ 2497809 h 2523160"/>
              <a:gd name="connsiteX10-5325" fmla="*/ 1846852 w 2473269"/>
              <a:gd name="connsiteY10-5326" fmla="*/ 2523160 h 2523160"/>
              <a:gd name="connsiteX11-5327" fmla="*/ 604792 w 2473269"/>
              <a:gd name="connsiteY11-5328" fmla="*/ 2523160 h 2523160"/>
              <a:gd name="connsiteX12-5329" fmla="*/ 579392 w 2473269"/>
              <a:gd name="connsiteY12-5330" fmla="*/ 2497760 h 2523160"/>
              <a:gd name="connsiteX13-5331" fmla="*/ 579392 w 2473269"/>
              <a:gd name="connsiteY13-5332" fmla="*/ 1084757 h 2523160"/>
              <a:gd name="connsiteX14-5333" fmla="*/ 553993 w 2473269"/>
              <a:gd name="connsiteY14-5334" fmla="*/ 1059407 h 2523160"/>
              <a:gd name="connsiteX15-5335" fmla="*/ 3549 w 2473269"/>
              <a:gd name="connsiteY15-5336" fmla="*/ 1059407 h 2523160"/>
              <a:gd name="connsiteX16-5337" fmla="*/ 2988 w 2473269"/>
              <a:gd name="connsiteY16-5338" fmla="*/ 1034194 h 2523160"/>
              <a:gd name="connsiteX0-5339" fmla="*/ 2988 w 2473269"/>
              <a:gd name="connsiteY0-5340" fmla="*/ 1033119 h 2522085"/>
              <a:gd name="connsiteX1-5341" fmla="*/ 14553 w 2473269"/>
              <a:gd name="connsiteY1-5342" fmla="*/ 990852 h 2522085"/>
              <a:gd name="connsiteX2-5343" fmla="*/ 1201583 w 2473269"/>
              <a:gd name="connsiteY2-5344" fmla="*/ 9117 h 2522085"/>
              <a:gd name="connsiteX3-5345" fmla="*/ 1250106 w 2473269"/>
              <a:gd name="connsiteY3-5346" fmla="*/ 9153 h 2522085"/>
              <a:gd name="connsiteX4-5347" fmla="*/ 2464331 w 2473269"/>
              <a:gd name="connsiteY4-5348" fmla="*/ 1013382 h 2522085"/>
              <a:gd name="connsiteX5-5349" fmla="*/ 2471995 w 2473269"/>
              <a:gd name="connsiteY5-5350" fmla="*/ 1041532 h 2522085"/>
              <a:gd name="connsiteX6-5351" fmla="*/ 2448095 w 2473269"/>
              <a:gd name="connsiteY6-5352" fmla="*/ 1058332 h 2522085"/>
              <a:gd name="connsiteX7-5353" fmla="*/ 1897652 w 2473269"/>
              <a:gd name="connsiteY7-5354" fmla="*/ 1058332 h 2522085"/>
              <a:gd name="connsiteX8-5355" fmla="*/ 1872252 w 2473269"/>
              <a:gd name="connsiteY8-5356" fmla="*/ 1083731 h 2522085"/>
              <a:gd name="connsiteX9-5357" fmla="*/ 1872252 w 2473269"/>
              <a:gd name="connsiteY9-5358" fmla="*/ 2496734 h 2522085"/>
              <a:gd name="connsiteX10-5359" fmla="*/ 1846852 w 2473269"/>
              <a:gd name="connsiteY10-5360" fmla="*/ 2522085 h 2522085"/>
              <a:gd name="connsiteX11-5361" fmla="*/ 604792 w 2473269"/>
              <a:gd name="connsiteY11-5362" fmla="*/ 2522085 h 2522085"/>
              <a:gd name="connsiteX12-5363" fmla="*/ 579392 w 2473269"/>
              <a:gd name="connsiteY12-5364" fmla="*/ 2496685 h 2522085"/>
              <a:gd name="connsiteX13-5365" fmla="*/ 579392 w 2473269"/>
              <a:gd name="connsiteY13-5366" fmla="*/ 1083682 h 2522085"/>
              <a:gd name="connsiteX14-5367" fmla="*/ 553993 w 2473269"/>
              <a:gd name="connsiteY14-5368" fmla="*/ 1058332 h 2522085"/>
              <a:gd name="connsiteX15-5369" fmla="*/ 3549 w 2473269"/>
              <a:gd name="connsiteY15-5370" fmla="*/ 1058332 h 2522085"/>
              <a:gd name="connsiteX16-5371" fmla="*/ 2988 w 2473269"/>
              <a:gd name="connsiteY16-5372" fmla="*/ 1033119 h 2522085"/>
              <a:gd name="connsiteX0-5373" fmla="*/ 2988 w 2473269"/>
              <a:gd name="connsiteY0-5374" fmla="*/ 1033119 h 2522085"/>
              <a:gd name="connsiteX1-5375" fmla="*/ 14553 w 2473269"/>
              <a:gd name="connsiteY1-5376" fmla="*/ 990852 h 2522085"/>
              <a:gd name="connsiteX2-5377" fmla="*/ 1201583 w 2473269"/>
              <a:gd name="connsiteY2-5378" fmla="*/ 9117 h 2522085"/>
              <a:gd name="connsiteX3-5379" fmla="*/ 1250106 w 2473269"/>
              <a:gd name="connsiteY3-5380" fmla="*/ 9153 h 2522085"/>
              <a:gd name="connsiteX4-5381" fmla="*/ 2464331 w 2473269"/>
              <a:gd name="connsiteY4-5382" fmla="*/ 1013382 h 2522085"/>
              <a:gd name="connsiteX5-5383" fmla="*/ 2471995 w 2473269"/>
              <a:gd name="connsiteY5-5384" fmla="*/ 1041532 h 2522085"/>
              <a:gd name="connsiteX6-5385" fmla="*/ 2448095 w 2473269"/>
              <a:gd name="connsiteY6-5386" fmla="*/ 1058332 h 2522085"/>
              <a:gd name="connsiteX7-5387" fmla="*/ 1897652 w 2473269"/>
              <a:gd name="connsiteY7-5388" fmla="*/ 1058332 h 2522085"/>
              <a:gd name="connsiteX8-5389" fmla="*/ 1872252 w 2473269"/>
              <a:gd name="connsiteY8-5390" fmla="*/ 1083731 h 2522085"/>
              <a:gd name="connsiteX9-5391" fmla="*/ 1872252 w 2473269"/>
              <a:gd name="connsiteY9-5392" fmla="*/ 2496734 h 2522085"/>
              <a:gd name="connsiteX10-5393" fmla="*/ 1846852 w 2473269"/>
              <a:gd name="connsiteY10-5394" fmla="*/ 2522085 h 2522085"/>
              <a:gd name="connsiteX11-5395" fmla="*/ 604792 w 2473269"/>
              <a:gd name="connsiteY11-5396" fmla="*/ 2522085 h 2522085"/>
              <a:gd name="connsiteX12-5397" fmla="*/ 579392 w 2473269"/>
              <a:gd name="connsiteY12-5398" fmla="*/ 2496685 h 2522085"/>
              <a:gd name="connsiteX13-5399" fmla="*/ 579392 w 2473269"/>
              <a:gd name="connsiteY13-5400" fmla="*/ 1083682 h 2522085"/>
              <a:gd name="connsiteX14-5401" fmla="*/ 553993 w 2473269"/>
              <a:gd name="connsiteY14-5402" fmla="*/ 1058332 h 2522085"/>
              <a:gd name="connsiteX15-5403" fmla="*/ 3549 w 2473269"/>
              <a:gd name="connsiteY15-5404" fmla="*/ 1058332 h 2522085"/>
              <a:gd name="connsiteX16-5405" fmla="*/ 2988 w 2473269"/>
              <a:gd name="connsiteY16-5406" fmla="*/ 1033119 h 2522085"/>
              <a:gd name="connsiteX0-5407" fmla="*/ 2988 w 2473269"/>
              <a:gd name="connsiteY0-5408" fmla="*/ 1033119 h 2522085"/>
              <a:gd name="connsiteX1-5409" fmla="*/ 14553 w 2473269"/>
              <a:gd name="connsiteY1-5410" fmla="*/ 990852 h 2522085"/>
              <a:gd name="connsiteX2-5411" fmla="*/ 1201583 w 2473269"/>
              <a:gd name="connsiteY2-5412" fmla="*/ 9117 h 2522085"/>
              <a:gd name="connsiteX3-5413" fmla="*/ 1250106 w 2473269"/>
              <a:gd name="connsiteY3-5414" fmla="*/ 9153 h 2522085"/>
              <a:gd name="connsiteX4-5415" fmla="*/ 2464331 w 2473269"/>
              <a:gd name="connsiteY4-5416" fmla="*/ 1013382 h 2522085"/>
              <a:gd name="connsiteX5-5417" fmla="*/ 2471995 w 2473269"/>
              <a:gd name="connsiteY5-5418" fmla="*/ 1041532 h 2522085"/>
              <a:gd name="connsiteX6-5419" fmla="*/ 2448095 w 2473269"/>
              <a:gd name="connsiteY6-5420" fmla="*/ 1058332 h 2522085"/>
              <a:gd name="connsiteX7-5421" fmla="*/ 1897652 w 2473269"/>
              <a:gd name="connsiteY7-5422" fmla="*/ 1058332 h 2522085"/>
              <a:gd name="connsiteX8-5423" fmla="*/ 1872252 w 2473269"/>
              <a:gd name="connsiteY8-5424" fmla="*/ 1083731 h 2522085"/>
              <a:gd name="connsiteX9-5425" fmla="*/ 1872252 w 2473269"/>
              <a:gd name="connsiteY9-5426" fmla="*/ 2496734 h 2522085"/>
              <a:gd name="connsiteX10-5427" fmla="*/ 1846852 w 2473269"/>
              <a:gd name="connsiteY10-5428" fmla="*/ 2522085 h 2522085"/>
              <a:gd name="connsiteX11-5429" fmla="*/ 604792 w 2473269"/>
              <a:gd name="connsiteY11-5430" fmla="*/ 2522085 h 2522085"/>
              <a:gd name="connsiteX12-5431" fmla="*/ 579392 w 2473269"/>
              <a:gd name="connsiteY12-5432" fmla="*/ 2496685 h 2522085"/>
              <a:gd name="connsiteX13-5433" fmla="*/ 579392 w 2473269"/>
              <a:gd name="connsiteY13-5434" fmla="*/ 1083682 h 2522085"/>
              <a:gd name="connsiteX14-5435" fmla="*/ 553993 w 2473269"/>
              <a:gd name="connsiteY14-5436" fmla="*/ 1058332 h 2522085"/>
              <a:gd name="connsiteX15-5437" fmla="*/ 3549 w 2473269"/>
              <a:gd name="connsiteY15-5438" fmla="*/ 1058332 h 2522085"/>
              <a:gd name="connsiteX16-5439" fmla="*/ 2988 w 2473269"/>
              <a:gd name="connsiteY16-5440" fmla="*/ 1033119 h 2522085"/>
              <a:gd name="connsiteX0-5441" fmla="*/ 2988 w 2472994"/>
              <a:gd name="connsiteY0-5442" fmla="*/ 1033119 h 2522085"/>
              <a:gd name="connsiteX1-5443" fmla="*/ 14553 w 2472994"/>
              <a:gd name="connsiteY1-5444" fmla="*/ 990852 h 2522085"/>
              <a:gd name="connsiteX2-5445" fmla="*/ 1201583 w 2472994"/>
              <a:gd name="connsiteY2-5446" fmla="*/ 9117 h 2522085"/>
              <a:gd name="connsiteX3-5447" fmla="*/ 1250106 w 2472994"/>
              <a:gd name="connsiteY3-5448" fmla="*/ 9153 h 2522085"/>
              <a:gd name="connsiteX4-5449" fmla="*/ 2437136 w 2472994"/>
              <a:gd name="connsiteY4-5450" fmla="*/ 990888 h 2522085"/>
              <a:gd name="connsiteX5-5451" fmla="*/ 2471995 w 2472994"/>
              <a:gd name="connsiteY5-5452" fmla="*/ 1041532 h 2522085"/>
              <a:gd name="connsiteX6-5453" fmla="*/ 2448095 w 2472994"/>
              <a:gd name="connsiteY6-5454" fmla="*/ 1058332 h 2522085"/>
              <a:gd name="connsiteX7-5455" fmla="*/ 1897652 w 2472994"/>
              <a:gd name="connsiteY7-5456" fmla="*/ 1058332 h 2522085"/>
              <a:gd name="connsiteX8-5457" fmla="*/ 1872252 w 2472994"/>
              <a:gd name="connsiteY8-5458" fmla="*/ 1083731 h 2522085"/>
              <a:gd name="connsiteX9-5459" fmla="*/ 1872252 w 2472994"/>
              <a:gd name="connsiteY9-5460" fmla="*/ 2496734 h 2522085"/>
              <a:gd name="connsiteX10-5461" fmla="*/ 1846852 w 2472994"/>
              <a:gd name="connsiteY10-5462" fmla="*/ 2522085 h 2522085"/>
              <a:gd name="connsiteX11-5463" fmla="*/ 604792 w 2472994"/>
              <a:gd name="connsiteY11-5464" fmla="*/ 2522085 h 2522085"/>
              <a:gd name="connsiteX12-5465" fmla="*/ 579392 w 2472994"/>
              <a:gd name="connsiteY12-5466" fmla="*/ 2496685 h 2522085"/>
              <a:gd name="connsiteX13-5467" fmla="*/ 579392 w 2472994"/>
              <a:gd name="connsiteY13-5468" fmla="*/ 1083682 h 2522085"/>
              <a:gd name="connsiteX14-5469" fmla="*/ 553993 w 2472994"/>
              <a:gd name="connsiteY14-5470" fmla="*/ 1058332 h 2522085"/>
              <a:gd name="connsiteX15-5471" fmla="*/ 3549 w 2472994"/>
              <a:gd name="connsiteY15-5472" fmla="*/ 1058332 h 2522085"/>
              <a:gd name="connsiteX16-5473" fmla="*/ 2988 w 2472994"/>
              <a:gd name="connsiteY16-5474" fmla="*/ 1033119 h 2522085"/>
              <a:gd name="connsiteX0-5475" fmla="*/ 2988 w 2472278"/>
              <a:gd name="connsiteY0-5476" fmla="*/ 1033119 h 2522085"/>
              <a:gd name="connsiteX1-5477" fmla="*/ 14553 w 2472278"/>
              <a:gd name="connsiteY1-5478" fmla="*/ 990852 h 2522085"/>
              <a:gd name="connsiteX2-5479" fmla="*/ 1201583 w 2472278"/>
              <a:gd name="connsiteY2-5480" fmla="*/ 9117 h 2522085"/>
              <a:gd name="connsiteX3-5481" fmla="*/ 1250106 w 2472278"/>
              <a:gd name="connsiteY3-5482" fmla="*/ 9153 h 2522085"/>
              <a:gd name="connsiteX4-5483" fmla="*/ 2437136 w 2472278"/>
              <a:gd name="connsiteY4-5484" fmla="*/ 990888 h 2522085"/>
              <a:gd name="connsiteX5-5485" fmla="*/ 2471995 w 2472278"/>
              <a:gd name="connsiteY5-5486" fmla="*/ 1041532 h 2522085"/>
              <a:gd name="connsiteX6-5487" fmla="*/ 2448095 w 2472278"/>
              <a:gd name="connsiteY6-5488" fmla="*/ 1058332 h 2522085"/>
              <a:gd name="connsiteX7-5489" fmla="*/ 1897652 w 2472278"/>
              <a:gd name="connsiteY7-5490" fmla="*/ 1058332 h 2522085"/>
              <a:gd name="connsiteX8-5491" fmla="*/ 1872252 w 2472278"/>
              <a:gd name="connsiteY8-5492" fmla="*/ 1083731 h 2522085"/>
              <a:gd name="connsiteX9-5493" fmla="*/ 1872252 w 2472278"/>
              <a:gd name="connsiteY9-5494" fmla="*/ 2496734 h 2522085"/>
              <a:gd name="connsiteX10-5495" fmla="*/ 1846852 w 2472278"/>
              <a:gd name="connsiteY10-5496" fmla="*/ 2522085 h 2522085"/>
              <a:gd name="connsiteX11-5497" fmla="*/ 604792 w 2472278"/>
              <a:gd name="connsiteY11-5498" fmla="*/ 2522085 h 2522085"/>
              <a:gd name="connsiteX12-5499" fmla="*/ 579392 w 2472278"/>
              <a:gd name="connsiteY12-5500" fmla="*/ 2496685 h 2522085"/>
              <a:gd name="connsiteX13-5501" fmla="*/ 579392 w 2472278"/>
              <a:gd name="connsiteY13-5502" fmla="*/ 1083682 h 2522085"/>
              <a:gd name="connsiteX14-5503" fmla="*/ 553993 w 2472278"/>
              <a:gd name="connsiteY14-5504" fmla="*/ 1058332 h 2522085"/>
              <a:gd name="connsiteX15-5505" fmla="*/ 3549 w 2472278"/>
              <a:gd name="connsiteY15-5506" fmla="*/ 1058332 h 2522085"/>
              <a:gd name="connsiteX16-5507" fmla="*/ 2988 w 2472278"/>
              <a:gd name="connsiteY16-5508" fmla="*/ 1033119 h 2522085"/>
              <a:gd name="connsiteX0-5509" fmla="*/ 2988 w 2471995"/>
              <a:gd name="connsiteY0-5510" fmla="*/ 1033119 h 2522085"/>
              <a:gd name="connsiteX1-5511" fmla="*/ 14553 w 2471995"/>
              <a:gd name="connsiteY1-5512" fmla="*/ 990852 h 2522085"/>
              <a:gd name="connsiteX2-5513" fmla="*/ 1201583 w 2471995"/>
              <a:gd name="connsiteY2-5514" fmla="*/ 9117 h 2522085"/>
              <a:gd name="connsiteX3-5515" fmla="*/ 1250106 w 2471995"/>
              <a:gd name="connsiteY3-5516" fmla="*/ 9153 h 2522085"/>
              <a:gd name="connsiteX4-5517" fmla="*/ 2437136 w 2471995"/>
              <a:gd name="connsiteY4-5518" fmla="*/ 990888 h 2522085"/>
              <a:gd name="connsiteX5-5519" fmla="*/ 2471995 w 2471995"/>
              <a:gd name="connsiteY5-5520" fmla="*/ 1041532 h 2522085"/>
              <a:gd name="connsiteX6-5521" fmla="*/ 2448095 w 2471995"/>
              <a:gd name="connsiteY6-5522" fmla="*/ 1058332 h 2522085"/>
              <a:gd name="connsiteX7-5523" fmla="*/ 1897652 w 2471995"/>
              <a:gd name="connsiteY7-5524" fmla="*/ 1058332 h 2522085"/>
              <a:gd name="connsiteX8-5525" fmla="*/ 1872252 w 2471995"/>
              <a:gd name="connsiteY8-5526" fmla="*/ 1083731 h 2522085"/>
              <a:gd name="connsiteX9-5527" fmla="*/ 1872252 w 2471995"/>
              <a:gd name="connsiteY9-5528" fmla="*/ 2496734 h 2522085"/>
              <a:gd name="connsiteX10-5529" fmla="*/ 1846852 w 2471995"/>
              <a:gd name="connsiteY10-5530" fmla="*/ 2522085 h 2522085"/>
              <a:gd name="connsiteX11-5531" fmla="*/ 604792 w 2471995"/>
              <a:gd name="connsiteY11-5532" fmla="*/ 2522085 h 2522085"/>
              <a:gd name="connsiteX12-5533" fmla="*/ 579392 w 2471995"/>
              <a:gd name="connsiteY12-5534" fmla="*/ 2496685 h 2522085"/>
              <a:gd name="connsiteX13-5535" fmla="*/ 579392 w 2471995"/>
              <a:gd name="connsiteY13-5536" fmla="*/ 1083682 h 2522085"/>
              <a:gd name="connsiteX14-5537" fmla="*/ 553993 w 2471995"/>
              <a:gd name="connsiteY14-5538" fmla="*/ 1058332 h 2522085"/>
              <a:gd name="connsiteX15-5539" fmla="*/ 3549 w 2471995"/>
              <a:gd name="connsiteY15-5540" fmla="*/ 1058332 h 2522085"/>
              <a:gd name="connsiteX16-5541" fmla="*/ 2988 w 2471995"/>
              <a:gd name="connsiteY16-5542" fmla="*/ 1033119 h 2522085"/>
              <a:gd name="connsiteX0-5543" fmla="*/ 2988 w 2459944"/>
              <a:gd name="connsiteY0-5544" fmla="*/ 1033119 h 2522085"/>
              <a:gd name="connsiteX1-5545" fmla="*/ 14553 w 2459944"/>
              <a:gd name="connsiteY1-5546" fmla="*/ 990852 h 2522085"/>
              <a:gd name="connsiteX2-5547" fmla="*/ 1201583 w 2459944"/>
              <a:gd name="connsiteY2-5548" fmla="*/ 9117 h 2522085"/>
              <a:gd name="connsiteX3-5549" fmla="*/ 1250106 w 2459944"/>
              <a:gd name="connsiteY3-5550" fmla="*/ 9153 h 2522085"/>
              <a:gd name="connsiteX4-5551" fmla="*/ 2437136 w 2459944"/>
              <a:gd name="connsiteY4-5552" fmla="*/ 990888 h 2522085"/>
              <a:gd name="connsiteX5-5553" fmla="*/ 2448653 w 2459944"/>
              <a:gd name="connsiteY5-5554" fmla="*/ 1033131 h 2522085"/>
              <a:gd name="connsiteX6-5555" fmla="*/ 2448095 w 2459944"/>
              <a:gd name="connsiteY6-5556" fmla="*/ 1058332 h 2522085"/>
              <a:gd name="connsiteX7-5557" fmla="*/ 1897652 w 2459944"/>
              <a:gd name="connsiteY7-5558" fmla="*/ 1058332 h 2522085"/>
              <a:gd name="connsiteX8-5559" fmla="*/ 1872252 w 2459944"/>
              <a:gd name="connsiteY8-5560" fmla="*/ 1083731 h 2522085"/>
              <a:gd name="connsiteX9-5561" fmla="*/ 1872252 w 2459944"/>
              <a:gd name="connsiteY9-5562" fmla="*/ 2496734 h 2522085"/>
              <a:gd name="connsiteX10-5563" fmla="*/ 1846852 w 2459944"/>
              <a:gd name="connsiteY10-5564" fmla="*/ 2522085 h 2522085"/>
              <a:gd name="connsiteX11-5565" fmla="*/ 604792 w 2459944"/>
              <a:gd name="connsiteY11-5566" fmla="*/ 2522085 h 2522085"/>
              <a:gd name="connsiteX12-5567" fmla="*/ 579392 w 2459944"/>
              <a:gd name="connsiteY12-5568" fmla="*/ 2496685 h 2522085"/>
              <a:gd name="connsiteX13-5569" fmla="*/ 579392 w 2459944"/>
              <a:gd name="connsiteY13-5570" fmla="*/ 1083682 h 2522085"/>
              <a:gd name="connsiteX14-5571" fmla="*/ 553993 w 2459944"/>
              <a:gd name="connsiteY14-5572" fmla="*/ 1058332 h 2522085"/>
              <a:gd name="connsiteX15-5573" fmla="*/ 3549 w 2459944"/>
              <a:gd name="connsiteY15-5574" fmla="*/ 1058332 h 2522085"/>
              <a:gd name="connsiteX16-5575" fmla="*/ 2988 w 2459944"/>
              <a:gd name="connsiteY16-5576" fmla="*/ 1033119 h 2522085"/>
              <a:gd name="connsiteX0-5577" fmla="*/ 2988 w 2451643"/>
              <a:gd name="connsiteY0-5578" fmla="*/ 1033119 h 2522085"/>
              <a:gd name="connsiteX1-5579" fmla="*/ 14553 w 2451643"/>
              <a:gd name="connsiteY1-5580" fmla="*/ 990852 h 2522085"/>
              <a:gd name="connsiteX2-5581" fmla="*/ 1201583 w 2451643"/>
              <a:gd name="connsiteY2-5582" fmla="*/ 9117 h 2522085"/>
              <a:gd name="connsiteX3-5583" fmla="*/ 1250106 w 2451643"/>
              <a:gd name="connsiteY3-5584" fmla="*/ 9153 h 2522085"/>
              <a:gd name="connsiteX4-5585" fmla="*/ 2437136 w 2451643"/>
              <a:gd name="connsiteY4-5586" fmla="*/ 990888 h 2522085"/>
              <a:gd name="connsiteX5-5587" fmla="*/ 2448653 w 2451643"/>
              <a:gd name="connsiteY5-5588" fmla="*/ 1033131 h 2522085"/>
              <a:gd name="connsiteX6-5589" fmla="*/ 2448095 w 2451643"/>
              <a:gd name="connsiteY6-5590" fmla="*/ 1058332 h 2522085"/>
              <a:gd name="connsiteX7-5591" fmla="*/ 1897652 w 2451643"/>
              <a:gd name="connsiteY7-5592" fmla="*/ 1058332 h 2522085"/>
              <a:gd name="connsiteX8-5593" fmla="*/ 1872252 w 2451643"/>
              <a:gd name="connsiteY8-5594" fmla="*/ 1083731 h 2522085"/>
              <a:gd name="connsiteX9-5595" fmla="*/ 1872252 w 2451643"/>
              <a:gd name="connsiteY9-5596" fmla="*/ 2496734 h 2522085"/>
              <a:gd name="connsiteX10-5597" fmla="*/ 1846852 w 2451643"/>
              <a:gd name="connsiteY10-5598" fmla="*/ 2522085 h 2522085"/>
              <a:gd name="connsiteX11-5599" fmla="*/ 604792 w 2451643"/>
              <a:gd name="connsiteY11-5600" fmla="*/ 2522085 h 2522085"/>
              <a:gd name="connsiteX12-5601" fmla="*/ 579392 w 2451643"/>
              <a:gd name="connsiteY12-5602" fmla="*/ 2496685 h 2522085"/>
              <a:gd name="connsiteX13-5603" fmla="*/ 579392 w 2451643"/>
              <a:gd name="connsiteY13-5604" fmla="*/ 1083682 h 2522085"/>
              <a:gd name="connsiteX14-5605" fmla="*/ 553993 w 2451643"/>
              <a:gd name="connsiteY14-5606" fmla="*/ 1058332 h 2522085"/>
              <a:gd name="connsiteX15-5607" fmla="*/ 3549 w 2451643"/>
              <a:gd name="connsiteY15-5608" fmla="*/ 1058332 h 2522085"/>
              <a:gd name="connsiteX16-5609" fmla="*/ 2988 w 2451643"/>
              <a:gd name="connsiteY16-5610" fmla="*/ 1033119 h 2522085"/>
              <a:gd name="connsiteX0-5611" fmla="*/ 2988 w 2450561"/>
              <a:gd name="connsiteY0-5612" fmla="*/ 1033119 h 2522085"/>
              <a:gd name="connsiteX1-5613" fmla="*/ 14553 w 2450561"/>
              <a:gd name="connsiteY1-5614" fmla="*/ 990852 h 2522085"/>
              <a:gd name="connsiteX2-5615" fmla="*/ 1201583 w 2450561"/>
              <a:gd name="connsiteY2-5616" fmla="*/ 9117 h 2522085"/>
              <a:gd name="connsiteX3-5617" fmla="*/ 1250106 w 2450561"/>
              <a:gd name="connsiteY3-5618" fmla="*/ 9153 h 2522085"/>
              <a:gd name="connsiteX4-5619" fmla="*/ 2437136 w 2450561"/>
              <a:gd name="connsiteY4-5620" fmla="*/ 990888 h 2522085"/>
              <a:gd name="connsiteX5-5621" fmla="*/ 2448653 w 2450561"/>
              <a:gd name="connsiteY5-5622" fmla="*/ 1033131 h 2522085"/>
              <a:gd name="connsiteX6-5623" fmla="*/ 2448095 w 2450561"/>
              <a:gd name="connsiteY6-5624" fmla="*/ 1058332 h 2522085"/>
              <a:gd name="connsiteX7-5625" fmla="*/ 1897652 w 2450561"/>
              <a:gd name="connsiteY7-5626" fmla="*/ 1058332 h 2522085"/>
              <a:gd name="connsiteX8-5627" fmla="*/ 1872252 w 2450561"/>
              <a:gd name="connsiteY8-5628" fmla="*/ 1083731 h 2522085"/>
              <a:gd name="connsiteX9-5629" fmla="*/ 1872252 w 2450561"/>
              <a:gd name="connsiteY9-5630" fmla="*/ 2496734 h 2522085"/>
              <a:gd name="connsiteX10-5631" fmla="*/ 1846852 w 2450561"/>
              <a:gd name="connsiteY10-5632" fmla="*/ 2522085 h 2522085"/>
              <a:gd name="connsiteX11-5633" fmla="*/ 604792 w 2450561"/>
              <a:gd name="connsiteY11-5634" fmla="*/ 2522085 h 2522085"/>
              <a:gd name="connsiteX12-5635" fmla="*/ 579392 w 2450561"/>
              <a:gd name="connsiteY12-5636" fmla="*/ 2496685 h 2522085"/>
              <a:gd name="connsiteX13-5637" fmla="*/ 579392 w 2450561"/>
              <a:gd name="connsiteY13-5638" fmla="*/ 1083682 h 2522085"/>
              <a:gd name="connsiteX14-5639" fmla="*/ 553993 w 2450561"/>
              <a:gd name="connsiteY14-5640" fmla="*/ 1058332 h 2522085"/>
              <a:gd name="connsiteX15-5641" fmla="*/ 3549 w 2450561"/>
              <a:gd name="connsiteY15-5642" fmla="*/ 1058332 h 2522085"/>
              <a:gd name="connsiteX16-5643" fmla="*/ 2988 w 2450561"/>
              <a:gd name="connsiteY16-5644" fmla="*/ 1033119 h 2522085"/>
              <a:gd name="connsiteX0-5645" fmla="*/ 2988 w 2450561"/>
              <a:gd name="connsiteY0-5646" fmla="*/ 1033119 h 2522085"/>
              <a:gd name="connsiteX1-5647" fmla="*/ 14553 w 2450561"/>
              <a:gd name="connsiteY1-5648" fmla="*/ 990852 h 2522085"/>
              <a:gd name="connsiteX2-5649" fmla="*/ 1201583 w 2450561"/>
              <a:gd name="connsiteY2-5650" fmla="*/ 9117 h 2522085"/>
              <a:gd name="connsiteX3-5651" fmla="*/ 1250106 w 2450561"/>
              <a:gd name="connsiteY3-5652" fmla="*/ 9153 h 2522085"/>
              <a:gd name="connsiteX4-5653" fmla="*/ 2437136 w 2450561"/>
              <a:gd name="connsiteY4-5654" fmla="*/ 990888 h 2522085"/>
              <a:gd name="connsiteX5-5655" fmla="*/ 2448653 w 2450561"/>
              <a:gd name="connsiteY5-5656" fmla="*/ 1033131 h 2522085"/>
              <a:gd name="connsiteX6-5657" fmla="*/ 2412804 w 2450561"/>
              <a:gd name="connsiteY6-5658" fmla="*/ 1058331 h 2522085"/>
              <a:gd name="connsiteX7-5659" fmla="*/ 1897652 w 2450561"/>
              <a:gd name="connsiteY7-5660" fmla="*/ 1058332 h 2522085"/>
              <a:gd name="connsiteX8-5661" fmla="*/ 1872252 w 2450561"/>
              <a:gd name="connsiteY8-5662" fmla="*/ 1083731 h 2522085"/>
              <a:gd name="connsiteX9-5663" fmla="*/ 1872252 w 2450561"/>
              <a:gd name="connsiteY9-5664" fmla="*/ 2496734 h 2522085"/>
              <a:gd name="connsiteX10-5665" fmla="*/ 1846852 w 2450561"/>
              <a:gd name="connsiteY10-5666" fmla="*/ 2522085 h 2522085"/>
              <a:gd name="connsiteX11-5667" fmla="*/ 604792 w 2450561"/>
              <a:gd name="connsiteY11-5668" fmla="*/ 2522085 h 2522085"/>
              <a:gd name="connsiteX12-5669" fmla="*/ 579392 w 2450561"/>
              <a:gd name="connsiteY12-5670" fmla="*/ 2496685 h 2522085"/>
              <a:gd name="connsiteX13-5671" fmla="*/ 579392 w 2450561"/>
              <a:gd name="connsiteY13-5672" fmla="*/ 1083682 h 2522085"/>
              <a:gd name="connsiteX14-5673" fmla="*/ 553993 w 2450561"/>
              <a:gd name="connsiteY14-5674" fmla="*/ 1058332 h 2522085"/>
              <a:gd name="connsiteX15-5675" fmla="*/ 3549 w 2450561"/>
              <a:gd name="connsiteY15-5676" fmla="*/ 1058332 h 2522085"/>
              <a:gd name="connsiteX16-5677" fmla="*/ 2988 w 2450561"/>
              <a:gd name="connsiteY16-5678" fmla="*/ 1033119 h 2522085"/>
              <a:gd name="connsiteX0-5679" fmla="*/ 2988 w 2450561"/>
              <a:gd name="connsiteY0-5680" fmla="*/ 1033119 h 2522085"/>
              <a:gd name="connsiteX1-5681" fmla="*/ 14553 w 2450561"/>
              <a:gd name="connsiteY1-5682" fmla="*/ 990852 h 2522085"/>
              <a:gd name="connsiteX2-5683" fmla="*/ 1201583 w 2450561"/>
              <a:gd name="connsiteY2-5684" fmla="*/ 9117 h 2522085"/>
              <a:gd name="connsiteX3-5685" fmla="*/ 1250106 w 2450561"/>
              <a:gd name="connsiteY3-5686" fmla="*/ 9153 h 2522085"/>
              <a:gd name="connsiteX4-5687" fmla="*/ 2437136 w 2450561"/>
              <a:gd name="connsiteY4-5688" fmla="*/ 990888 h 2522085"/>
              <a:gd name="connsiteX5-5689" fmla="*/ 2448653 w 2450561"/>
              <a:gd name="connsiteY5-5690" fmla="*/ 1033131 h 2522085"/>
              <a:gd name="connsiteX6-5691" fmla="*/ 2412804 w 2450561"/>
              <a:gd name="connsiteY6-5692" fmla="*/ 1058331 h 2522085"/>
              <a:gd name="connsiteX7-5693" fmla="*/ 1897652 w 2450561"/>
              <a:gd name="connsiteY7-5694" fmla="*/ 1058332 h 2522085"/>
              <a:gd name="connsiteX8-5695" fmla="*/ 1872252 w 2450561"/>
              <a:gd name="connsiteY8-5696" fmla="*/ 1083731 h 2522085"/>
              <a:gd name="connsiteX9-5697" fmla="*/ 1872252 w 2450561"/>
              <a:gd name="connsiteY9-5698" fmla="*/ 2496734 h 2522085"/>
              <a:gd name="connsiteX10-5699" fmla="*/ 1846852 w 2450561"/>
              <a:gd name="connsiteY10-5700" fmla="*/ 2522085 h 2522085"/>
              <a:gd name="connsiteX11-5701" fmla="*/ 604792 w 2450561"/>
              <a:gd name="connsiteY11-5702" fmla="*/ 2522085 h 2522085"/>
              <a:gd name="connsiteX12-5703" fmla="*/ 579392 w 2450561"/>
              <a:gd name="connsiteY12-5704" fmla="*/ 2496685 h 2522085"/>
              <a:gd name="connsiteX13-5705" fmla="*/ 579392 w 2450561"/>
              <a:gd name="connsiteY13-5706" fmla="*/ 1083682 h 2522085"/>
              <a:gd name="connsiteX14-5707" fmla="*/ 553993 w 2450561"/>
              <a:gd name="connsiteY14-5708" fmla="*/ 1058332 h 2522085"/>
              <a:gd name="connsiteX15-5709" fmla="*/ 3549 w 2450561"/>
              <a:gd name="connsiteY15-5710" fmla="*/ 1058332 h 2522085"/>
              <a:gd name="connsiteX16-5711" fmla="*/ 2988 w 2450561"/>
              <a:gd name="connsiteY16-5712" fmla="*/ 1033119 h 2522085"/>
              <a:gd name="connsiteX0-5713" fmla="*/ 2988 w 2450561"/>
              <a:gd name="connsiteY0-5714" fmla="*/ 1033119 h 2522085"/>
              <a:gd name="connsiteX1-5715" fmla="*/ 14553 w 2450561"/>
              <a:gd name="connsiteY1-5716" fmla="*/ 990852 h 2522085"/>
              <a:gd name="connsiteX2-5717" fmla="*/ 1201583 w 2450561"/>
              <a:gd name="connsiteY2-5718" fmla="*/ 9117 h 2522085"/>
              <a:gd name="connsiteX3-5719" fmla="*/ 1250106 w 2450561"/>
              <a:gd name="connsiteY3-5720" fmla="*/ 9153 h 2522085"/>
              <a:gd name="connsiteX4-5721" fmla="*/ 2437136 w 2450561"/>
              <a:gd name="connsiteY4-5722" fmla="*/ 990888 h 2522085"/>
              <a:gd name="connsiteX5-5723" fmla="*/ 2448653 w 2450561"/>
              <a:gd name="connsiteY5-5724" fmla="*/ 1033131 h 2522085"/>
              <a:gd name="connsiteX6-5725" fmla="*/ 2412804 w 2450561"/>
              <a:gd name="connsiteY6-5726" fmla="*/ 1058331 h 2522085"/>
              <a:gd name="connsiteX7-5727" fmla="*/ 1897652 w 2450561"/>
              <a:gd name="connsiteY7-5728" fmla="*/ 1058332 h 2522085"/>
              <a:gd name="connsiteX8-5729" fmla="*/ 1872252 w 2450561"/>
              <a:gd name="connsiteY8-5730" fmla="*/ 1083731 h 2522085"/>
              <a:gd name="connsiteX9-5731" fmla="*/ 1872252 w 2450561"/>
              <a:gd name="connsiteY9-5732" fmla="*/ 2496734 h 2522085"/>
              <a:gd name="connsiteX10-5733" fmla="*/ 1846852 w 2450561"/>
              <a:gd name="connsiteY10-5734" fmla="*/ 2522085 h 2522085"/>
              <a:gd name="connsiteX11-5735" fmla="*/ 604792 w 2450561"/>
              <a:gd name="connsiteY11-5736" fmla="*/ 2522085 h 2522085"/>
              <a:gd name="connsiteX12-5737" fmla="*/ 579392 w 2450561"/>
              <a:gd name="connsiteY12-5738" fmla="*/ 2496685 h 2522085"/>
              <a:gd name="connsiteX13-5739" fmla="*/ 579392 w 2450561"/>
              <a:gd name="connsiteY13-5740" fmla="*/ 1083682 h 2522085"/>
              <a:gd name="connsiteX14-5741" fmla="*/ 553993 w 2450561"/>
              <a:gd name="connsiteY14-5742" fmla="*/ 1058332 h 2522085"/>
              <a:gd name="connsiteX15-5743" fmla="*/ 3549 w 2450561"/>
              <a:gd name="connsiteY15-5744" fmla="*/ 1058332 h 2522085"/>
              <a:gd name="connsiteX16-5745" fmla="*/ 2988 w 2450561"/>
              <a:gd name="connsiteY16-5746" fmla="*/ 1033119 h 2522085"/>
              <a:gd name="connsiteX0-5747" fmla="*/ 2988 w 2450561"/>
              <a:gd name="connsiteY0-5748" fmla="*/ 1033119 h 2522085"/>
              <a:gd name="connsiteX1-5749" fmla="*/ 14553 w 2450561"/>
              <a:gd name="connsiteY1-5750" fmla="*/ 990852 h 2522085"/>
              <a:gd name="connsiteX2-5751" fmla="*/ 1201583 w 2450561"/>
              <a:gd name="connsiteY2-5752" fmla="*/ 9117 h 2522085"/>
              <a:gd name="connsiteX3-5753" fmla="*/ 1250106 w 2450561"/>
              <a:gd name="connsiteY3-5754" fmla="*/ 9153 h 2522085"/>
              <a:gd name="connsiteX4-5755" fmla="*/ 2437136 w 2450561"/>
              <a:gd name="connsiteY4-5756" fmla="*/ 990888 h 2522085"/>
              <a:gd name="connsiteX5-5757" fmla="*/ 2448653 w 2450561"/>
              <a:gd name="connsiteY5-5758" fmla="*/ 1033131 h 2522085"/>
              <a:gd name="connsiteX6-5759" fmla="*/ 2412804 w 2450561"/>
              <a:gd name="connsiteY6-5760" fmla="*/ 1058331 h 2522085"/>
              <a:gd name="connsiteX7-5761" fmla="*/ 1910353 w 2450561"/>
              <a:gd name="connsiteY7-5762" fmla="*/ 1058331 h 2522085"/>
              <a:gd name="connsiteX8-5763" fmla="*/ 1872252 w 2450561"/>
              <a:gd name="connsiteY8-5764" fmla="*/ 1083731 h 2522085"/>
              <a:gd name="connsiteX9-5765" fmla="*/ 1872252 w 2450561"/>
              <a:gd name="connsiteY9-5766" fmla="*/ 2496734 h 2522085"/>
              <a:gd name="connsiteX10-5767" fmla="*/ 1846852 w 2450561"/>
              <a:gd name="connsiteY10-5768" fmla="*/ 2522085 h 2522085"/>
              <a:gd name="connsiteX11-5769" fmla="*/ 604792 w 2450561"/>
              <a:gd name="connsiteY11-5770" fmla="*/ 2522085 h 2522085"/>
              <a:gd name="connsiteX12-5771" fmla="*/ 579392 w 2450561"/>
              <a:gd name="connsiteY12-5772" fmla="*/ 2496685 h 2522085"/>
              <a:gd name="connsiteX13-5773" fmla="*/ 579392 w 2450561"/>
              <a:gd name="connsiteY13-5774" fmla="*/ 1083682 h 2522085"/>
              <a:gd name="connsiteX14-5775" fmla="*/ 553993 w 2450561"/>
              <a:gd name="connsiteY14-5776" fmla="*/ 1058332 h 2522085"/>
              <a:gd name="connsiteX15-5777" fmla="*/ 3549 w 2450561"/>
              <a:gd name="connsiteY15-5778" fmla="*/ 1058332 h 2522085"/>
              <a:gd name="connsiteX16-5779" fmla="*/ 2988 w 2450561"/>
              <a:gd name="connsiteY16-5780" fmla="*/ 1033119 h 2522085"/>
              <a:gd name="connsiteX0-5781" fmla="*/ 2988 w 2450561"/>
              <a:gd name="connsiteY0-5782" fmla="*/ 1033119 h 2522085"/>
              <a:gd name="connsiteX1-5783" fmla="*/ 14553 w 2450561"/>
              <a:gd name="connsiteY1-5784" fmla="*/ 990852 h 2522085"/>
              <a:gd name="connsiteX2-5785" fmla="*/ 1201583 w 2450561"/>
              <a:gd name="connsiteY2-5786" fmla="*/ 9117 h 2522085"/>
              <a:gd name="connsiteX3-5787" fmla="*/ 1250106 w 2450561"/>
              <a:gd name="connsiteY3-5788" fmla="*/ 9153 h 2522085"/>
              <a:gd name="connsiteX4-5789" fmla="*/ 2437136 w 2450561"/>
              <a:gd name="connsiteY4-5790" fmla="*/ 990888 h 2522085"/>
              <a:gd name="connsiteX5-5791" fmla="*/ 2448653 w 2450561"/>
              <a:gd name="connsiteY5-5792" fmla="*/ 1033131 h 2522085"/>
              <a:gd name="connsiteX6-5793" fmla="*/ 2412804 w 2450561"/>
              <a:gd name="connsiteY6-5794" fmla="*/ 1058331 h 2522085"/>
              <a:gd name="connsiteX7-5795" fmla="*/ 1910353 w 2450561"/>
              <a:gd name="connsiteY7-5796" fmla="*/ 1058331 h 2522085"/>
              <a:gd name="connsiteX8-5797" fmla="*/ 1872252 w 2450561"/>
              <a:gd name="connsiteY8-5798" fmla="*/ 1083731 h 2522085"/>
              <a:gd name="connsiteX9-5799" fmla="*/ 1872252 w 2450561"/>
              <a:gd name="connsiteY9-5800" fmla="*/ 2496734 h 2522085"/>
              <a:gd name="connsiteX10-5801" fmla="*/ 1846852 w 2450561"/>
              <a:gd name="connsiteY10-5802" fmla="*/ 2522085 h 2522085"/>
              <a:gd name="connsiteX11-5803" fmla="*/ 604792 w 2450561"/>
              <a:gd name="connsiteY11-5804" fmla="*/ 2522085 h 2522085"/>
              <a:gd name="connsiteX12-5805" fmla="*/ 579392 w 2450561"/>
              <a:gd name="connsiteY12-5806" fmla="*/ 2496685 h 2522085"/>
              <a:gd name="connsiteX13-5807" fmla="*/ 579392 w 2450561"/>
              <a:gd name="connsiteY13-5808" fmla="*/ 1083682 h 2522085"/>
              <a:gd name="connsiteX14-5809" fmla="*/ 553993 w 2450561"/>
              <a:gd name="connsiteY14-5810" fmla="*/ 1058332 h 2522085"/>
              <a:gd name="connsiteX15-5811" fmla="*/ 3549 w 2450561"/>
              <a:gd name="connsiteY15-5812" fmla="*/ 1058332 h 2522085"/>
              <a:gd name="connsiteX16-5813" fmla="*/ 2988 w 2450561"/>
              <a:gd name="connsiteY16-5814" fmla="*/ 1033119 h 2522085"/>
              <a:gd name="connsiteX0-5815" fmla="*/ 2988 w 2450561"/>
              <a:gd name="connsiteY0-5816" fmla="*/ 1033119 h 2522085"/>
              <a:gd name="connsiteX1-5817" fmla="*/ 14553 w 2450561"/>
              <a:gd name="connsiteY1-5818" fmla="*/ 990852 h 2522085"/>
              <a:gd name="connsiteX2-5819" fmla="*/ 1201583 w 2450561"/>
              <a:gd name="connsiteY2-5820" fmla="*/ 9117 h 2522085"/>
              <a:gd name="connsiteX3-5821" fmla="*/ 1250106 w 2450561"/>
              <a:gd name="connsiteY3-5822" fmla="*/ 9153 h 2522085"/>
              <a:gd name="connsiteX4-5823" fmla="*/ 2437136 w 2450561"/>
              <a:gd name="connsiteY4-5824" fmla="*/ 990888 h 2522085"/>
              <a:gd name="connsiteX5-5825" fmla="*/ 2448653 w 2450561"/>
              <a:gd name="connsiteY5-5826" fmla="*/ 1033131 h 2522085"/>
              <a:gd name="connsiteX6-5827" fmla="*/ 2412804 w 2450561"/>
              <a:gd name="connsiteY6-5828" fmla="*/ 1058331 h 2522085"/>
              <a:gd name="connsiteX7-5829" fmla="*/ 1910353 w 2450561"/>
              <a:gd name="connsiteY7-5830" fmla="*/ 1058331 h 2522085"/>
              <a:gd name="connsiteX8-5831" fmla="*/ 1872252 w 2450561"/>
              <a:gd name="connsiteY8-5832" fmla="*/ 1083731 h 2522085"/>
              <a:gd name="connsiteX9-5833" fmla="*/ 1872252 w 2450561"/>
              <a:gd name="connsiteY9-5834" fmla="*/ 2496734 h 2522085"/>
              <a:gd name="connsiteX10-5835" fmla="*/ 1846852 w 2450561"/>
              <a:gd name="connsiteY10-5836" fmla="*/ 2522085 h 2522085"/>
              <a:gd name="connsiteX11-5837" fmla="*/ 604792 w 2450561"/>
              <a:gd name="connsiteY11-5838" fmla="*/ 2522085 h 2522085"/>
              <a:gd name="connsiteX12-5839" fmla="*/ 579392 w 2450561"/>
              <a:gd name="connsiteY12-5840" fmla="*/ 2496685 h 2522085"/>
              <a:gd name="connsiteX13-5841" fmla="*/ 579392 w 2450561"/>
              <a:gd name="connsiteY13-5842" fmla="*/ 1083682 h 2522085"/>
              <a:gd name="connsiteX14-5843" fmla="*/ 553993 w 2450561"/>
              <a:gd name="connsiteY14-5844" fmla="*/ 1058332 h 2522085"/>
              <a:gd name="connsiteX15-5845" fmla="*/ 3549 w 2450561"/>
              <a:gd name="connsiteY15-5846" fmla="*/ 1058332 h 2522085"/>
              <a:gd name="connsiteX16-5847" fmla="*/ 2988 w 2450561"/>
              <a:gd name="connsiteY16-5848" fmla="*/ 1033119 h 2522085"/>
              <a:gd name="connsiteX0-5849" fmla="*/ 2988 w 2450561"/>
              <a:gd name="connsiteY0-5850" fmla="*/ 1033119 h 2522085"/>
              <a:gd name="connsiteX1-5851" fmla="*/ 14553 w 2450561"/>
              <a:gd name="connsiteY1-5852" fmla="*/ 990852 h 2522085"/>
              <a:gd name="connsiteX2-5853" fmla="*/ 1201583 w 2450561"/>
              <a:gd name="connsiteY2-5854" fmla="*/ 9117 h 2522085"/>
              <a:gd name="connsiteX3-5855" fmla="*/ 1250106 w 2450561"/>
              <a:gd name="connsiteY3-5856" fmla="*/ 9153 h 2522085"/>
              <a:gd name="connsiteX4-5857" fmla="*/ 2437136 w 2450561"/>
              <a:gd name="connsiteY4-5858" fmla="*/ 990888 h 2522085"/>
              <a:gd name="connsiteX5-5859" fmla="*/ 2448653 w 2450561"/>
              <a:gd name="connsiteY5-5860" fmla="*/ 1033131 h 2522085"/>
              <a:gd name="connsiteX6-5861" fmla="*/ 2412804 w 2450561"/>
              <a:gd name="connsiteY6-5862" fmla="*/ 1058331 h 2522085"/>
              <a:gd name="connsiteX7-5863" fmla="*/ 1910353 w 2450561"/>
              <a:gd name="connsiteY7-5864" fmla="*/ 1058331 h 2522085"/>
              <a:gd name="connsiteX8-5865" fmla="*/ 1872254 w 2450561"/>
              <a:gd name="connsiteY8-5866" fmla="*/ 1096430 h 2522085"/>
              <a:gd name="connsiteX9-5867" fmla="*/ 1872252 w 2450561"/>
              <a:gd name="connsiteY9-5868" fmla="*/ 2496734 h 2522085"/>
              <a:gd name="connsiteX10-5869" fmla="*/ 1846852 w 2450561"/>
              <a:gd name="connsiteY10-5870" fmla="*/ 2522085 h 2522085"/>
              <a:gd name="connsiteX11-5871" fmla="*/ 604792 w 2450561"/>
              <a:gd name="connsiteY11-5872" fmla="*/ 2522085 h 2522085"/>
              <a:gd name="connsiteX12-5873" fmla="*/ 579392 w 2450561"/>
              <a:gd name="connsiteY12-5874" fmla="*/ 2496685 h 2522085"/>
              <a:gd name="connsiteX13-5875" fmla="*/ 579392 w 2450561"/>
              <a:gd name="connsiteY13-5876" fmla="*/ 1083682 h 2522085"/>
              <a:gd name="connsiteX14-5877" fmla="*/ 553993 w 2450561"/>
              <a:gd name="connsiteY14-5878" fmla="*/ 1058332 h 2522085"/>
              <a:gd name="connsiteX15-5879" fmla="*/ 3549 w 2450561"/>
              <a:gd name="connsiteY15-5880" fmla="*/ 1058332 h 2522085"/>
              <a:gd name="connsiteX16-5881" fmla="*/ 2988 w 2450561"/>
              <a:gd name="connsiteY16-5882" fmla="*/ 1033119 h 2522085"/>
              <a:gd name="connsiteX0-5883" fmla="*/ 2988 w 2450561"/>
              <a:gd name="connsiteY0-5884" fmla="*/ 1033119 h 2522085"/>
              <a:gd name="connsiteX1-5885" fmla="*/ 14553 w 2450561"/>
              <a:gd name="connsiteY1-5886" fmla="*/ 990852 h 2522085"/>
              <a:gd name="connsiteX2-5887" fmla="*/ 1201583 w 2450561"/>
              <a:gd name="connsiteY2-5888" fmla="*/ 9117 h 2522085"/>
              <a:gd name="connsiteX3-5889" fmla="*/ 1250106 w 2450561"/>
              <a:gd name="connsiteY3-5890" fmla="*/ 9153 h 2522085"/>
              <a:gd name="connsiteX4-5891" fmla="*/ 2437136 w 2450561"/>
              <a:gd name="connsiteY4-5892" fmla="*/ 990888 h 2522085"/>
              <a:gd name="connsiteX5-5893" fmla="*/ 2448653 w 2450561"/>
              <a:gd name="connsiteY5-5894" fmla="*/ 1033131 h 2522085"/>
              <a:gd name="connsiteX6-5895" fmla="*/ 2412804 w 2450561"/>
              <a:gd name="connsiteY6-5896" fmla="*/ 1058331 h 2522085"/>
              <a:gd name="connsiteX7-5897" fmla="*/ 1910353 w 2450561"/>
              <a:gd name="connsiteY7-5898" fmla="*/ 1058331 h 2522085"/>
              <a:gd name="connsiteX8-5899" fmla="*/ 1872254 w 2450561"/>
              <a:gd name="connsiteY8-5900" fmla="*/ 1096430 h 2522085"/>
              <a:gd name="connsiteX9-5901" fmla="*/ 1872252 w 2450561"/>
              <a:gd name="connsiteY9-5902" fmla="*/ 2496734 h 2522085"/>
              <a:gd name="connsiteX10-5903" fmla="*/ 1846852 w 2450561"/>
              <a:gd name="connsiteY10-5904" fmla="*/ 2522085 h 2522085"/>
              <a:gd name="connsiteX11-5905" fmla="*/ 604792 w 2450561"/>
              <a:gd name="connsiteY11-5906" fmla="*/ 2522085 h 2522085"/>
              <a:gd name="connsiteX12-5907" fmla="*/ 579392 w 2450561"/>
              <a:gd name="connsiteY12-5908" fmla="*/ 2496685 h 2522085"/>
              <a:gd name="connsiteX13-5909" fmla="*/ 579392 w 2450561"/>
              <a:gd name="connsiteY13-5910" fmla="*/ 1083682 h 2522085"/>
              <a:gd name="connsiteX14-5911" fmla="*/ 553993 w 2450561"/>
              <a:gd name="connsiteY14-5912" fmla="*/ 1058332 h 2522085"/>
              <a:gd name="connsiteX15-5913" fmla="*/ 3549 w 2450561"/>
              <a:gd name="connsiteY15-5914" fmla="*/ 1058332 h 2522085"/>
              <a:gd name="connsiteX16-5915" fmla="*/ 2988 w 2450561"/>
              <a:gd name="connsiteY16-5916" fmla="*/ 1033119 h 2522085"/>
              <a:gd name="connsiteX0-5917" fmla="*/ 2988 w 2450561"/>
              <a:gd name="connsiteY0-5918" fmla="*/ 1033119 h 2522085"/>
              <a:gd name="connsiteX1-5919" fmla="*/ 14553 w 2450561"/>
              <a:gd name="connsiteY1-5920" fmla="*/ 990852 h 2522085"/>
              <a:gd name="connsiteX2-5921" fmla="*/ 1201583 w 2450561"/>
              <a:gd name="connsiteY2-5922" fmla="*/ 9117 h 2522085"/>
              <a:gd name="connsiteX3-5923" fmla="*/ 1250106 w 2450561"/>
              <a:gd name="connsiteY3-5924" fmla="*/ 9153 h 2522085"/>
              <a:gd name="connsiteX4-5925" fmla="*/ 2437136 w 2450561"/>
              <a:gd name="connsiteY4-5926" fmla="*/ 990888 h 2522085"/>
              <a:gd name="connsiteX5-5927" fmla="*/ 2448653 w 2450561"/>
              <a:gd name="connsiteY5-5928" fmla="*/ 1033131 h 2522085"/>
              <a:gd name="connsiteX6-5929" fmla="*/ 2412804 w 2450561"/>
              <a:gd name="connsiteY6-5930" fmla="*/ 1058331 h 2522085"/>
              <a:gd name="connsiteX7-5931" fmla="*/ 1910353 w 2450561"/>
              <a:gd name="connsiteY7-5932" fmla="*/ 1058331 h 2522085"/>
              <a:gd name="connsiteX8-5933" fmla="*/ 1872254 w 2450561"/>
              <a:gd name="connsiteY8-5934" fmla="*/ 1096430 h 2522085"/>
              <a:gd name="connsiteX9-5935" fmla="*/ 1872252 w 2450561"/>
              <a:gd name="connsiteY9-5936" fmla="*/ 2496734 h 2522085"/>
              <a:gd name="connsiteX10-5937" fmla="*/ 1846852 w 2450561"/>
              <a:gd name="connsiteY10-5938" fmla="*/ 2522085 h 2522085"/>
              <a:gd name="connsiteX11-5939" fmla="*/ 604792 w 2450561"/>
              <a:gd name="connsiteY11-5940" fmla="*/ 2522085 h 2522085"/>
              <a:gd name="connsiteX12-5941" fmla="*/ 579392 w 2450561"/>
              <a:gd name="connsiteY12-5942" fmla="*/ 2496685 h 2522085"/>
              <a:gd name="connsiteX13-5943" fmla="*/ 579392 w 2450561"/>
              <a:gd name="connsiteY13-5944" fmla="*/ 1083682 h 2522085"/>
              <a:gd name="connsiteX14-5945" fmla="*/ 553993 w 2450561"/>
              <a:gd name="connsiteY14-5946" fmla="*/ 1058332 h 2522085"/>
              <a:gd name="connsiteX15-5947" fmla="*/ 3549 w 2450561"/>
              <a:gd name="connsiteY15-5948" fmla="*/ 1058332 h 2522085"/>
              <a:gd name="connsiteX16-5949" fmla="*/ 2988 w 2450561"/>
              <a:gd name="connsiteY16-5950" fmla="*/ 1033119 h 2522085"/>
              <a:gd name="connsiteX0-5951" fmla="*/ 2988 w 2450561"/>
              <a:gd name="connsiteY0-5952" fmla="*/ 1033119 h 2522085"/>
              <a:gd name="connsiteX1-5953" fmla="*/ 14553 w 2450561"/>
              <a:gd name="connsiteY1-5954" fmla="*/ 990852 h 2522085"/>
              <a:gd name="connsiteX2-5955" fmla="*/ 1201583 w 2450561"/>
              <a:gd name="connsiteY2-5956" fmla="*/ 9117 h 2522085"/>
              <a:gd name="connsiteX3-5957" fmla="*/ 1250106 w 2450561"/>
              <a:gd name="connsiteY3-5958" fmla="*/ 9153 h 2522085"/>
              <a:gd name="connsiteX4-5959" fmla="*/ 2437136 w 2450561"/>
              <a:gd name="connsiteY4-5960" fmla="*/ 990888 h 2522085"/>
              <a:gd name="connsiteX5-5961" fmla="*/ 2448653 w 2450561"/>
              <a:gd name="connsiteY5-5962" fmla="*/ 1033131 h 2522085"/>
              <a:gd name="connsiteX6-5963" fmla="*/ 2412804 w 2450561"/>
              <a:gd name="connsiteY6-5964" fmla="*/ 1058331 h 2522085"/>
              <a:gd name="connsiteX7-5965" fmla="*/ 1910353 w 2450561"/>
              <a:gd name="connsiteY7-5966" fmla="*/ 1058331 h 2522085"/>
              <a:gd name="connsiteX8-5967" fmla="*/ 1872254 w 2450561"/>
              <a:gd name="connsiteY8-5968" fmla="*/ 1096430 h 2522085"/>
              <a:gd name="connsiteX9-5969" fmla="*/ 1872254 w 2450561"/>
              <a:gd name="connsiteY9-5970" fmla="*/ 2484033 h 2522085"/>
              <a:gd name="connsiteX10-5971" fmla="*/ 1846852 w 2450561"/>
              <a:gd name="connsiteY10-5972" fmla="*/ 2522085 h 2522085"/>
              <a:gd name="connsiteX11-5973" fmla="*/ 604792 w 2450561"/>
              <a:gd name="connsiteY11-5974" fmla="*/ 2522085 h 2522085"/>
              <a:gd name="connsiteX12-5975" fmla="*/ 579392 w 2450561"/>
              <a:gd name="connsiteY12-5976" fmla="*/ 2496685 h 2522085"/>
              <a:gd name="connsiteX13-5977" fmla="*/ 579392 w 2450561"/>
              <a:gd name="connsiteY13-5978" fmla="*/ 1083682 h 2522085"/>
              <a:gd name="connsiteX14-5979" fmla="*/ 553993 w 2450561"/>
              <a:gd name="connsiteY14-5980" fmla="*/ 1058332 h 2522085"/>
              <a:gd name="connsiteX15-5981" fmla="*/ 3549 w 2450561"/>
              <a:gd name="connsiteY15-5982" fmla="*/ 1058332 h 2522085"/>
              <a:gd name="connsiteX16-5983" fmla="*/ 2988 w 2450561"/>
              <a:gd name="connsiteY16-5984" fmla="*/ 1033119 h 2522085"/>
              <a:gd name="connsiteX0-5985" fmla="*/ 2988 w 2450561"/>
              <a:gd name="connsiteY0-5986" fmla="*/ 1033119 h 2522085"/>
              <a:gd name="connsiteX1-5987" fmla="*/ 14553 w 2450561"/>
              <a:gd name="connsiteY1-5988" fmla="*/ 990852 h 2522085"/>
              <a:gd name="connsiteX2-5989" fmla="*/ 1201583 w 2450561"/>
              <a:gd name="connsiteY2-5990" fmla="*/ 9117 h 2522085"/>
              <a:gd name="connsiteX3-5991" fmla="*/ 1250106 w 2450561"/>
              <a:gd name="connsiteY3-5992" fmla="*/ 9153 h 2522085"/>
              <a:gd name="connsiteX4-5993" fmla="*/ 2437136 w 2450561"/>
              <a:gd name="connsiteY4-5994" fmla="*/ 990888 h 2522085"/>
              <a:gd name="connsiteX5-5995" fmla="*/ 2448653 w 2450561"/>
              <a:gd name="connsiteY5-5996" fmla="*/ 1033131 h 2522085"/>
              <a:gd name="connsiteX6-5997" fmla="*/ 2412804 w 2450561"/>
              <a:gd name="connsiteY6-5998" fmla="*/ 1058331 h 2522085"/>
              <a:gd name="connsiteX7-5999" fmla="*/ 1910353 w 2450561"/>
              <a:gd name="connsiteY7-6000" fmla="*/ 1058331 h 2522085"/>
              <a:gd name="connsiteX8-6001" fmla="*/ 1872254 w 2450561"/>
              <a:gd name="connsiteY8-6002" fmla="*/ 1096430 h 2522085"/>
              <a:gd name="connsiteX9-6003" fmla="*/ 1872254 w 2450561"/>
              <a:gd name="connsiteY9-6004" fmla="*/ 2484033 h 2522085"/>
              <a:gd name="connsiteX10-6005" fmla="*/ 1846852 w 2450561"/>
              <a:gd name="connsiteY10-6006" fmla="*/ 2522085 h 2522085"/>
              <a:gd name="connsiteX11-6007" fmla="*/ 604792 w 2450561"/>
              <a:gd name="connsiteY11-6008" fmla="*/ 2522085 h 2522085"/>
              <a:gd name="connsiteX12-6009" fmla="*/ 579392 w 2450561"/>
              <a:gd name="connsiteY12-6010" fmla="*/ 2496685 h 2522085"/>
              <a:gd name="connsiteX13-6011" fmla="*/ 579392 w 2450561"/>
              <a:gd name="connsiteY13-6012" fmla="*/ 1083682 h 2522085"/>
              <a:gd name="connsiteX14-6013" fmla="*/ 553993 w 2450561"/>
              <a:gd name="connsiteY14-6014" fmla="*/ 1058332 h 2522085"/>
              <a:gd name="connsiteX15-6015" fmla="*/ 3549 w 2450561"/>
              <a:gd name="connsiteY15-6016" fmla="*/ 1058332 h 2522085"/>
              <a:gd name="connsiteX16-6017" fmla="*/ 2988 w 2450561"/>
              <a:gd name="connsiteY16-6018" fmla="*/ 1033119 h 2522085"/>
              <a:gd name="connsiteX0-6019" fmla="*/ 2988 w 2450561"/>
              <a:gd name="connsiteY0-6020" fmla="*/ 1033119 h 2522085"/>
              <a:gd name="connsiteX1-6021" fmla="*/ 14553 w 2450561"/>
              <a:gd name="connsiteY1-6022" fmla="*/ 990852 h 2522085"/>
              <a:gd name="connsiteX2-6023" fmla="*/ 1201583 w 2450561"/>
              <a:gd name="connsiteY2-6024" fmla="*/ 9117 h 2522085"/>
              <a:gd name="connsiteX3-6025" fmla="*/ 1250106 w 2450561"/>
              <a:gd name="connsiteY3-6026" fmla="*/ 9153 h 2522085"/>
              <a:gd name="connsiteX4-6027" fmla="*/ 2437136 w 2450561"/>
              <a:gd name="connsiteY4-6028" fmla="*/ 990888 h 2522085"/>
              <a:gd name="connsiteX5-6029" fmla="*/ 2448653 w 2450561"/>
              <a:gd name="connsiteY5-6030" fmla="*/ 1033131 h 2522085"/>
              <a:gd name="connsiteX6-6031" fmla="*/ 2412804 w 2450561"/>
              <a:gd name="connsiteY6-6032" fmla="*/ 1058331 h 2522085"/>
              <a:gd name="connsiteX7-6033" fmla="*/ 1910353 w 2450561"/>
              <a:gd name="connsiteY7-6034" fmla="*/ 1058331 h 2522085"/>
              <a:gd name="connsiteX8-6035" fmla="*/ 1872254 w 2450561"/>
              <a:gd name="connsiteY8-6036" fmla="*/ 1096430 h 2522085"/>
              <a:gd name="connsiteX9-6037" fmla="*/ 1872254 w 2450561"/>
              <a:gd name="connsiteY9-6038" fmla="*/ 2484033 h 2522085"/>
              <a:gd name="connsiteX10-6039" fmla="*/ 1846852 w 2450561"/>
              <a:gd name="connsiteY10-6040" fmla="*/ 2522085 h 2522085"/>
              <a:gd name="connsiteX11-6041" fmla="*/ 604792 w 2450561"/>
              <a:gd name="connsiteY11-6042" fmla="*/ 2522085 h 2522085"/>
              <a:gd name="connsiteX12-6043" fmla="*/ 579392 w 2450561"/>
              <a:gd name="connsiteY12-6044" fmla="*/ 2496685 h 2522085"/>
              <a:gd name="connsiteX13-6045" fmla="*/ 579392 w 2450561"/>
              <a:gd name="connsiteY13-6046" fmla="*/ 1083682 h 2522085"/>
              <a:gd name="connsiteX14-6047" fmla="*/ 553993 w 2450561"/>
              <a:gd name="connsiteY14-6048" fmla="*/ 1058332 h 2522085"/>
              <a:gd name="connsiteX15-6049" fmla="*/ 3549 w 2450561"/>
              <a:gd name="connsiteY15-6050" fmla="*/ 1058332 h 2522085"/>
              <a:gd name="connsiteX16-6051" fmla="*/ 2988 w 2450561"/>
              <a:gd name="connsiteY16-6052" fmla="*/ 1033119 h 2522085"/>
              <a:gd name="connsiteX0-6053" fmla="*/ 2988 w 2450561"/>
              <a:gd name="connsiteY0-6054" fmla="*/ 1033119 h 2522085"/>
              <a:gd name="connsiteX1-6055" fmla="*/ 14553 w 2450561"/>
              <a:gd name="connsiteY1-6056" fmla="*/ 990852 h 2522085"/>
              <a:gd name="connsiteX2-6057" fmla="*/ 1201583 w 2450561"/>
              <a:gd name="connsiteY2-6058" fmla="*/ 9117 h 2522085"/>
              <a:gd name="connsiteX3-6059" fmla="*/ 1250106 w 2450561"/>
              <a:gd name="connsiteY3-6060" fmla="*/ 9153 h 2522085"/>
              <a:gd name="connsiteX4-6061" fmla="*/ 2437136 w 2450561"/>
              <a:gd name="connsiteY4-6062" fmla="*/ 990888 h 2522085"/>
              <a:gd name="connsiteX5-6063" fmla="*/ 2448653 w 2450561"/>
              <a:gd name="connsiteY5-6064" fmla="*/ 1033131 h 2522085"/>
              <a:gd name="connsiteX6-6065" fmla="*/ 2412804 w 2450561"/>
              <a:gd name="connsiteY6-6066" fmla="*/ 1058331 h 2522085"/>
              <a:gd name="connsiteX7-6067" fmla="*/ 1910353 w 2450561"/>
              <a:gd name="connsiteY7-6068" fmla="*/ 1058331 h 2522085"/>
              <a:gd name="connsiteX8-6069" fmla="*/ 1872254 w 2450561"/>
              <a:gd name="connsiteY8-6070" fmla="*/ 1096430 h 2522085"/>
              <a:gd name="connsiteX9-6071" fmla="*/ 1872254 w 2450561"/>
              <a:gd name="connsiteY9-6072" fmla="*/ 2484033 h 2522085"/>
              <a:gd name="connsiteX10-6073" fmla="*/ 1834154 w 2450561"/>
              <a:gd name="connsiteY10-6074" fmla="*/ 2522084 h 2522085"/>
              <a:gd name="connsiteX11-6075" fmla="*/ 604792 w 2450561"/>
              <a:gd name="connsiteY11-6076" fmla="*/ 2522085 h 2522085"/>
              <a:gd name="connsiteX12-6077" fmla="*/ 579392 w 2450561"/>
              <a:gd name="connsiteY12-6078" fmla="*/ 2496685 h 2522085"/>
              <a:gd name="connsiteX13-6079" fmla="*/ 579392 w 2450561"/>
              <a:gd name="connsiteY13-6080" fmla="*/ 1083682 h 2522085"/>
              <a:gd name="connsiteX14-6081" fmla="*/ 553993 w 2450561"/>
              <a:gd name="connsiteY14-6082" fmla="*/ 1058332 h 2522085"/>
              <a:gd name="connsiteX15-6083" fmla="*/ 3549 w 2450561"/>
              <a:gd name="connsiteY15-6084" fmla="*/ 1058332 h 2522085"/>
              <a:gd name="connsiteX16-6085" fmla="*/ 2988 w 2450561"/>
              <a:gd name="connsiteY16-6086" fmla="*/ 1033119 h 2522085"/>
              <a:gd name="connsiteX0-6087" fmla="*/ 2988 w 2450561"/>
              <a:gd name="connsiteY0-6088" fmla="*/ 1033119 h 2522085"/>
              <a:gd name="connsiteX1-6089" fmla="*/ 14553 w 2450561"/>
              <a:gd name="connsiteY1-6090" fmla="*/ 990852 h 2522085"/>
              <a:gd name="connsiteX2-6091" fmla="*/ 1201583 w 2450561"/>
              <a:gd name="connsiteY2-6092" fmla="*/ 9117 h 2522085"/>
              <a:gd name="connsiteX3-6093" fmla="*/ 1250106 w 2450561"/>
              <a:gd name="connsiteY3-6094" fmla="*/ 9153 h 2522085"/>
              <a:gd name="connsiteX4-6095" fmla="*/ 2437136 w 2450561"/>
              <a:gd name="connsiteY4-6096" fmla="*/ 990888 h 2522085"/>
              <a:gd name="connsiteX5-6097" fmla="*/ 2448653 w 2450561"/>
              <a:gd name="connsiteY5-6098" fmla="*/ 1033131 h 2522085"/>
              <a:gd name="connsiteX6-6099" fmla="*/ 2412804 w 2450561"/>
              <a:gd name="connsiteY6-6100" fmla="*/ 1058331 h 2522085"/>
              <a:gd name="connsiteX7-6101" fmla="*/ 1910353 w 2450561"/>
              <a:gd name="connsiteY7-6102" fmla="*/ 1058331 h 2522085"/>
              <a:gd name="connsiteX8-6103" fmla="*/ 1872254 w 2450561"/>
              <a:gd name="connsiteY8-6104" fmla="*/ 1096430 h 2522085"/>
              <a:gd name="connsiteX9-6105" fmla="*/ 1872254 w 2450561"/>
              <a:gd name="connsiteY9-6106" fmla="*/ 2484033 h 2522085"/>
              <a:gd name="connsiteX10-6107" fmla="*/ 1834154 w 2450561"/>
              <a:gd name="connsiteY10-6108" fmla="*/ 2522084 h 2522085"/>
              <a:gd name="connsiteX11-6109" fmla="*/ 604792 w 2450561"/>
              <a:gd name="connsiteY11-6110" fmla="*/ 2522085 h 2522085"/>
              <a:gd name="connsiteX12-6111" fmla="*/ 579392 w 2450561"/>
              <a:gd name="connsiteY12-6112" fmla="*/ 2496685 h 2522085"/>
              <a:gd name="connsiteX13-6113" fmla="*/ 579392 w 2450561"/>
              <a:gd name="connsiteY13-6114" fmla="*/ 1083682 h 2522085"/>
              <a:gd name="connsiteX14-6115" fmla="*/ 553993 w 2450561"/>
              <a:gd name="connsiteY14-6116" fmla="*/ 1058332 h 2522085"/>
              <a:gd name="connsiteX15-6117" fmla="*/ 3549 w 2450561"/>
              <a:gd name="connsiteY15-6118" fmla="*/ 1058332 h 2522085"/>
              <a:gd name="connsiteX16-6119" fmla="*/ 2988 w 2450561"/>
              <a:gd name="connsiteY16-6120" fmla="*/ 1033119 h 2522085"/>
              <a:gd name="connsiteX0-6121" fmla="*/ 2988 w 2450561"/>
              <a:gd name="connsiteY0-6122" fmla="*/ 1033119 h 2522085"/>
              <a:gd name="connsiteX1-6123" fmla="*/ 14553 w 2450561"/>
              <a:gd name="connsiteY1-6124" fmla="*/ 990852 h 2522085"/>
              <a:gd name="connsiteX2-6125" fmla="*/ 1201583 w 2450561"/>
              <a:gd name="connsiteY2-6126" fmla="*/ 9117 h 2522085"/>
              <a:gd name="connsiteX3-6127" fmla="*/ 1250106 w 2450561"/>
              <a:gd name="connsiteY3-6128" fmla="*/ 9153 h 2522085"/>
              <a:gd name="connsiteX4-6129" fmla="*/ 2437136 w 2450561"/>
              <a:gd name="connsiteY4-6130" fmla="*/ 990888 h 2522085"/>
              <a:gd name="connsiteX5-6131" fmla="*/ 2448653 w 2450561"/>
              <a:gd name="connsiteY5-6132" fmla="*/ 1033131 h 2522085"/>
              <a:gd name="connsiteX6-6133" fmla="*/ 2412804 w 2450561"/>
              <a:gd name="connsiteY6-6134" fmla="*/ 1058331 h 2522085"/>
              <a:gd name="connsiteX7-6135" fmla="*/ 1910353 w 2450561"/>
              <a:gd name="connsiteY7-6136" fmla="*/ 1058331 h 2522085"/>
              <a:gd name="connsiteX8-6137" fmla="*/ 1872254 w 2450561"/>
              <a:gd name="connsiteY8-6138" fmla="*/ 1096430 h 2522085"/>
              <a:gd name="connsiteX9-6139" fmla="*/ 1872254 w 2450561"/>
              <a:gd name="connsiteY9-6140" fmla="*/ 2484033 h 2522085"/>
              <a:gd name="connsiteX10-6141" fmla="*/ 1834154 w 2450561"/>
              <a:gd name="connsiteY10-6142" fmla="*/ 2522084 h 2522085"/>
              <a:gd name="connsiteX11-6143" fmla="*/ 604792 w 2450561"/>
              <a:gd name="connsiteY11-6144" fmla="*/ 2522085 h 2522085"/>
              <a:gd name="connsiteX12-6145" fmla="*/ 579392 w 2450561"/>
              <a:gd name="connsiteY12-6146" fmla="*/ 2496685 h 2522085"/>
              <a:gd name="connsiteX13-6147" fmla="*/ 579392 w 2450561"/>
              <a:gd name="connsiteY13-6148" fmla="*/ 1083682 h 2522085"/>
              <a:gd name="connsiteX14-6149" fmla="*/ 553993 w 2450561"/>
              <a:gd name="connsiteY14-6150" fmla="*/ 1058332 h 2522085"/>
              <a:gd name="connsiteX15-6151" fmla="*/ 3549 w 2450561"/>
              <a:gd name="connsiteY15-6152" fmla="*/ 1058332 h 2522085"/>
              <a:gd name="connsiteX16-6153" fmla="*/ 2988 w 2450561"/>
              <a:gd name="connsiteY16-6154" fmla="*/ 1033119 h 2522085"/>
              <a:gd name="connsiteX0-6155" fmla="*/ 2988 w 2450561"/>
              <a:gd name="connsiteY0-6156" fmla="*/ 1033119 h 2522084"/>
              <a:gd name="connsiteX1-6157" fmla="*/ 14553 w 2450561"/>
              <a:gd name="connsiteY1-6158" fmla="*/ 990852 h 2522084"/>
              <a:gd name="connsiteX2-6159" fmla="*/ 1201583 w 2450561"/>
              <a:gd name="connsiteY2-6160" fmla="*/ 9117 h 2522084"/>
              <a:gd name="connsiteX3-6161" fmla="*/ 1250106 w 2450561"/>
              <a:gd name="connsiteY3-6162" fmla="*/ 9153 h 2522084"/>
              <a:gd name="connsiteX4-6163" fmla="*/ 2437136 w 2450561"/>
              <a:gd name="connsiteY4-6164" fmla="*/ 990888 h 2522084"/>
              <a:gd name="connsiteX5-6165" fmla="*/ 2448653 w 2450561"/>
              <a:gd name="connsiteY5-6166" fmla="*/ 1033131 h 2522084"/>
              <a:gd name="connsiteX6-6167" fmla="*/ 2412804 w 2450561"/>
              <a:gd name="connsiteY6-6168" fmla="*/ 1058331 h 2522084"/>
              <a:gd name="connsiteX7-6169" fmla="*/ 1910353 w 2450561"/>
              <a:gd name="connsiteY7-6170" fmla="*/ 1058331 h 2522084"/>
              <a:gd name="connsiteX8-6171" fmla="*/ 1872254 w 2450561"/>
              <a:gd name="connsiteY8-6172" fmla="*/ 1096430 h 2522084"/>
              <a:gd name="connsiteX9-6173" fmla="*/ 1872254 w 2450561"/>
              <a:gd name="connsiteY9-6174" fmla="*/ 2484033 h 2522084"/>
              <a:gd name="connsiteX10-6175" fmla="*/ 1834154 w 2450561"/>
              <a:gd name="connsiteY10-6176" fmla="*/ 2522084 h 2522084"/>
              <a:gd name="connsiteX11-6177" fmla="*/ 617494 w 2450561"/>
              <a:gd name="connsiteY11-6178" fmla="*/ 2522084 h 2522084"/>
              <a:gd name="connsiteX12-6179" fmla="*/ 579392 w 2450561"/>
              <a:gd name="connsiteY12-6180" fmla="*/ 2496685 h 2522084"/>
              <a:gd name="connsiteX13-6181" fmla="*/ 579392 w 2450561"/>
              <a:gd name="connsiteY13-6182" fmla="*/ 1083682 h 2522084"/>
              <a:gd name="connsiteX14-6183" fmla="*/ 553993 w 2450561"/>
              <a:gd name="connsiteY14-6184" fmla="*/ 1058332 h 2522084"/>
              <a:gd name="connsiteX15-6185" fmla="*/ 3549 w 2450561"/>
              <a:gd name="connsiteY15-6186" fmla="*/ 1058332 h 2522084"/>
              <a:gd name="connsiteX16-6187" fmla="*/ 2988 w 2450561"/>
              <a:gd name="connsiteY16-6188" fmla="*/ 1033119 h 2522084"/>
              <a:gd name="connsiteX0-6189" fmla="*/ 2988 w 2450561"/>
              <a:gd name="connsiteY0-6190" fmla="*/ 1033119 h 2522084"/>
              <a:gd name="connsiteX1-6191" fmla="*/ 14553 w 2450561"/>
              <a:gd name="connsiteY1-6192" fmla="*/ 990852 h 2522084"/>
              <a:gd name="connsiteX2-6193" fmla="*/ 1201583 w 2450561"/>
              <a:gd name="connsiteY2-6194" fmla="*/ 9117 h 2522084"/>
              <a:gd name="connsiteX3-6195" fmla="*/ 1250106 w 2450561"/>
              <a:gd name="connsiteY3-6196" fmla="*/ 9153 h 2522084"/>
              <a:gd name="connsiteX4-6197" fmla="*/ 2437136 w 2450561"/>
              <a:gd name="connsiteY4-6198" fmla="*/ 990888 h 2522084"/>
              <a:gd name="connsiteX5-6199" fmla="*/ 2448653 w 2450561"/>
              <a:gd name="connsiteY5-6200" fmla="*/ 1033131 h 2522084"/>
              <a:gd name="connsiteX6-6201" fmla="*/ 2412804 w 2450561"/>
              <a:gd name="connsiteY6-6202" fmla="*/ 1058331 h 2522084"/>
              <a:gd name="connsiteX7-6203" fmla="*/ 1910353 w 2450561"/>
              <a:gd name="connsiteY7-6204" fmla="*/ 1058331 h 2522084"/>
              <a:gd name="connsiteX8-6205" fmla="*/ 1872254 w 2450561"/>
              <a:gd name="connsiteY8-6206" fmla="*/ 1096430 h 2522084"/>
              <a:gd name="connsiteX9-6207" fmla="*/ 1872254 w 2450561"/>
              <a:gd name="connsiteY9-6208" fmla="*/ 2484033 h 2522084"/>
              <a:gd name="connsiteX10-6209" fmla="*/ 1834154 w 2450561"/>
              <a:gd name="connsiteY10-6210" fmla="*/ 2522084 h 2522084"/>
              <a:gd name="connsiteX11-6211" fmla="*/ 617494 w 2450561"/>
              <a:gd name="connsiteY11-6212" fmla="*/ 2522084 h 2522084"/>
              <a:gd name="connsiteX12-6213" fmla="*/ 579392 w 2450561"/>
              <a:gd name="connsiteY12-6214" fmla="*/ 2496685 h 2522084"/>
              <a:gd name="connsiteX13-6215" fmla="*/ 579392 w 2450561"/>
              <a:gd name="connsiteY13-6216" fmla="*/ 1083682 h 2522084"/>
              <a:gd name="connsiteX14-6217" fmla="*/ 553993 w 2450561"/>
              <a:gd name="connsiteY14-6218" fmla="*/ 1058332 h 2522084"/>
              <a:gd name="connsiteX15-6219" fmla="*/ 3549 w 2450561"/>
              <a:gd name="connsiteY15-6220" fmla="*/ 1058332 h 2522084"/>
              <a:gd name="connsiteX16-6221" fmla="*/ 2988 w 2450561"/>
              <a:gd name="connsiteY16-6222" fmla="*/ 1033119 h 2522084"/>
              <a:gd name="connsiteX0-6223" fmla="*/ 2988 w 2450561"/>
              <a:gd name="connsiteY0-6224" fmla="*/ 1033119 h 2522084"/>
              <a:gd name="connsiteX1-6225" fmla="*/ 14553 w 2450561"/>
              <a:gd name="connsiteY1-6226" fmla="*/ 990852 h 2522084"/>
              <a:gd name="connsiteX2-6227" fmla="*/ 1201583 w 2450561"/>
              <a:gd name="connsiteY2-6228" fmla="*/ 9117 h 2522084"/>
              <a:gd name="connsiteX3-6229" fmla="*/ 1250106 w 2450561"/>
              <a:gd name="connsiteY3-6230" fmla="*/ 9153 h 2522084"/>
              <a:gd name="connsiteX4-6231" fmla="*/ 2437136 w 2450561"/>
              <a:gd name="connsiteY4-6232" fmla="*/ 990888 h 2522084"/>
              <a:gd name="connsiteX5-6233" fmla="*/ 2448653 w 2450561"/>
              <a:gd name="connsiteY5-6234" fmla="*/ 1033131 h 2522084"/>
              <a:gd name="connsiteX6-6235" fmla="*/ 2412804 w 2450561"/>
              <a:gd name="connsiteY6-6236" fmla="*/ 1058331 h 2522084"/>
              <a:gd name="connsiteX7-6237" fmla="*/ 1910353 w 2450561"/>
              <a:gd name="connsiteY7-6238" fmla="*/ 1058331 h 2522084"/>
              <a:gd name="connsiteX8-6239" fmla="*/ 1872254 w 2450561"/>
              <a:gd name="connsiteY8-6240" fmla="*/ 1096430 h 2522084"/>
              <a:gd name="connsiteX9-6241" fmla="*/ 1872254 w 2450561"/>
              <a:gd name="connsiteY9-6242" fmla="*/ 2484033 h 2522084"/>
              <a:gd name="connsiteX10-6243" fmla="*/ 1834154 w 2450561"/>
              <a:gd name="connsiteY10-6244" fmla="*/ 2522084 h 2522084"/>
              <a:gd name="connsiteX11-6245" fmla="*/ 617494 w 2450561"/>
              <a:gd name="connsiteY11-6246" fmla="*/ 2522084 h 2522084"/>
              <a:gd name="connsiteX12-6247" fmla="*/ 579392 w 2450561"/>
              <a:gd name="connsiteY12-6248" fmla="*/ 2496685 h 2522084"/>
              <a:gd name="connsiteX13-6249" fmla="*/ 579392 w 2450561"/>
              <a:gd name="connsiteY13-6250" fmla="*/ 1083682 h 2522084"/>
              <a:gd name="connsiteX14-6251" fmla="*/ 553993 w 2450561"/>
              <a:gd name="connsiteY14-6252" fmla="*/ 1058332 h 2522084"/>
              <a:gd name="connsiteX15-6253" fmla="*/ 3549 w 2450561"/>
              <a:gd name="connsiteY15-6254" fmla="*/ 1058332 h 2522084"/>
              <a:gd name="connsiteX16-6255" fmla="*/ 2988 w 2450561"/>
              <a:gd name="connsiteY16-6256" fmla="*/ 1033119 h 2522084"/>
              <a:gd name="connsiteX0-6257" fmla="*/ 2988 w 2450561"/>
              <a:gd name="connsiteY0-6258" fmla="*/ 1033119 h 2522084"/>
              <a:gd name="connsiteX1-6259" fmla="*/ 14553 w 2450561"/>
              <a:gd name="connsiteY1-6260" fmla="*/ 990852 h 2522084"/>
              <a:gd name="connsiteX2-6261" fmla="*/ 1201583 w 2450561"/>
              <a:gd name="connsiteY2-6262" fmla="*/ 9117 h 2522084"/>
              <a:gd name="connsiteX3-6263" fmla="*/ 1250106 w 2450561"/>
              <a:gd name="connsiteY3-6264" fmla="*/ 9153 h 2522084"/>
              <a:gd name="connsiteX4-6265" fmla="*/ 2437136 w 2450561"/>
              <a:gd name="connsiteY4-6266" fmla="*/ 990888 h 2522084"/>
              <a:gd name="connsiteX5-6267" fmla="*/ 2448653 w 2450561"/>
              <a:gd name="connsiteY5-6268" fmla="*/ 1033131 h 2522084"/>
              <a:gd name="connsiteX6-6269" fmla="*/ 2412804 w 2450561"/>
              <a:gd name="connsiteY6-6270" fmla="*/ 1058331 h 2522084"/>
              <a:gd name="connsiteX7-6271" fmla="*/ 1910353 w 2450561"/>
              <a:gd name="connsiteY7-6272" fmla="*/ 1058331 h 2522084"/>
              <a:gd name="connsiteX8-6273" fmla="*/ 1872254 w 2450561"/>
              <a:gd name="connsiteY8-6274" fmla="*/ 1096430 h 2522084"/>
              <a:gd name="connsiteX9-6275" fmla="*/ 1872254 w 2450561"/>
              <a:gd name="connsiteY9-6276" fmla="*/ 2484033 h 2522084"/>
              <a:gd name="connsiteX10-6277" fmla="*/ 1834154 w 2450561"/>
              <a:gd name="connsiteY10-6278" fmla="*/ 2522084 h 2522084"/>
              <a:gd name="connsiteX11-6279" fmla="*/ 617494 w 2450561"/>
              <a:gd name="connsiteY11-6280" fmla="*/ 2522084 h 2522084"/>
              <a:gd name="connsiteX12-6281" fmla="*/ 579394 w 2450561"/>
              <a:gd name="connsiteY12-6282" fmla="*/ 2483984 h 2522084"/>
              <a:gd name="connsiteX13-6283" fmla="*/ 579392 w 2450561"/>
              <a:gd name="connsiteY13-6284" fmla="*/ 1083682 h 2522084"/>
              <a:gd name="connsiteX14-6285" fmla="*/ 553993 w 2450561"/>
              <a:gd name="connsiteY14-6286" fmla="*/ 1058332 h 2522084"/>
              <a:gd name="connsiteX15-6287" fmla="*/ 3549 w 2450561"/>
              <a:gd name="connsiteY15-6288" fmla="*/ 1058332 h 2522084"/>
              <a:gd name="connsiteX16-6289" fmla="*/ 2988 w 2450561"/>
              <a:gd name="connsiteY16-6290" fmla="*/ 1033119 h 2522084"/>
              <a:gd name="connsiteX0-6291" fmla="*/ 2988 w 2450561"/>
              <a:gd name="connsiteY0-6292" fmla="*/ 1033119 h 2522084"/>
              <a:gd name="connsiteX1-6293" fmla="*/ 14553 w 2450561"/>
              <a:gd name="connsiteY1-6294" fmla="*/ 990852 h 2522084"/>
              <a:gd name="connsiteX2-6295" fmla="*/ 1201583 w 2450561"/>
              <a:gd name="connsiteY2-6296" fmla="*/ 9117 h 2522084"/>
              <a:gd name="connsiteX3-6297" fmla="*/ 1250106 w 2450561"/>
              <a:gd name="connsiteY3-6298" fmla="*/ 9153 h 2522084"/>
              <a:gd name="connsiteX4-6299" fmla="*/ 2437136 w 2450561"/>
              <a:gd name="connsiteY4-6300" fmla="*/ 990888 h 2522084"/>
              <a:gd name="connsiteX5-6301" fmla="*/ 2448653 w 2450561"/>
              <a:gd name="connsiteY5-6302" fmla="*/ 1033131 h 2522084"/>
              <a:gd name="connsiteX6-6303" fmla="*/ 2412804 w 2450561"/>
              <a:gd name="connsiteY6-6304" fmla="*/ 1058331 h 2522084"/>
              <a:gd name="connsiteX7-6305" fmla="*/ 1910353 w 2450561"/>
              <a:gd name="connsiteY7-6306" fmla="*/ 1058331 h 2522084"/>
              <a:gd name="connsiteX8-6307" fmla="*/ 1872254 w 2450561"/>
              <a:gd name="connsiteY8-6308" fmla="*/ 1096430 h 2522084"/>
              <a:gd name="connsiteX9-6309" fmla="*/ 1872254 w 2450561"/>
              <a:gd name="connsiteY9-6310" fmla="*/ 2484033 h 2522084"/>
              <a:gd name="connsiteX10-6311" fmla="*/ 1834154 w 2450561"/>
              <a:gd name="connsiteY10-6312" fmla="*/ 2522084 h 2522084"/>
              <a:gd name="connsiteX11-6313" fmla="*/ 617494 w 2450561"/>
              <a:gd name="connsiteY11-6314" fmla="*/ 2522084 h 2522084"/>
              <a:gd name="connsiteX12-6315" fmla="*/ 579394 w 2450561"/>
              <a:gd name="connsiteY12-6316" fmla="*/ 2483984 h 2522084"/>
              <a:gd name="connsiteX13-6317" fmla="*/ 579392 w 2450561"/>
              <a:gd name="connsiteY13-6318" fmla="*/ 1083682 h 2522084"/>
              <a:gd name="connsiteX14-6319" fmla="*/ 553993 w 2450561"/>
              <a:gd name="connsiteY14-6320" fmla="*/ 1058332 h 2522084"/>
              <a:gd name="connsiteX15-6321" fmla="*/ 3549 w 2450561"/>
              <a:gd name="connsiteY15-6322" fmla="*/ 1058332 h 2522084"/>
              <a:gd name="connsiteX16-6323" fmla="*/ 2988 w 2450561"/>
              <a:gd name="connsiteY16-6324" fmla="*/ 1033119 h 2522084"/>
              <a:gd name="connsiteX0-6325" fmla="*/ 2988 w 2450561"/>
              <a:gd name="connsiteY0-6326" fmla="*/ 1033119 h 2522084"/>
              <a:gd name="connsiteX1-6327" fmla="*/ 14553 w 2450561"/>
              <a:gd name="connsiteY1-6328" fmla="*/ 990852 h 2522084"/>
              <a:gd name="connsiteX2-6329" fmla="*/ 1201583 w 2450561"/>
              <a:gd name="connsiteY2-6330" fmla="*/ 9117 h 2522084"/>
              <a:gd name="connsiteX3-6331" fmla="*/ 1250106 w 2450561"/>
              <a:gd name="connsiteY3-6332" fmla="*/ 9153 h 2522084"/>
              <a:gd name="connsiteX4-6333" fmla="*/ 2437136 w 2450561"/>
              <a:gd name="connsiteY4-6334" fmla="*/ 990888 h 2522084"/>
              <a:gd name="connsiteX5-6335" fmla="*/ 2448653 w 2450561"/>
              <a:gd name="connsiteY5-6336" fmla="*/ 1033131 h 2522084"/>
              <a:gd name="connsiteX6-6337" fmla="*/ 2412804 w 2450561"/>
              <a:gd name="connsiteY6-6338" fmla="*/ 1058331 h 2522084"/>
              <a:gd name="connsiteX7-6339" fmla="*/ 1910353 w 2450561"/>
              <a:gd name="connsiteY7-6340" fmla="*/ 1058331 h 2522084"/>
              <a:gd name="connsiteX8-6341" fmla="*/ 1872254 w 2450561"/>
              <a:gd name="connsiteY8-6342" fmla="*/ 1096430 h 2522084"/>
              <a:gd name="connsiteX9-6343" fmla="*/ 1872254 w 2450561"/>
              <a:gd name="connsiteY9-6344" fmla="*/ 2484033 h 2522084"/>
              <a:gd name="connsiteX10-6345" fmla="*/ 1834154 w 2450561"/>
              <a:gd name="connsiteY10-6346" fmla="*/ 2522084 h 2522084"/>
              <a:gd name="connsiteX11-6347" fmla="*/ 617494 w 2450561"/>
              <a:gd name="connsiteY11-6348" fmla="*/ 2522084 h 2522084"/>
              <a:gd name="connsiteX12-6349" fmla="*/ 579394 w 2450561"/>
              <a:gd name="connsiteY12-6350" fmla="*/ 2483984 h 2522084"/>
              <a:gd name="connsiteX13-6351" fmla="*/ 579392 w 2450561"/>
              <a:gd name="connsiteY13-6352" fmla="*/ 1083682 h 2522084"/>
              <a:gd name="connsiteX14-6353" fmla="*/ 553993 w 2450561"/>
              <a:gd name="connsiteY14-6354" fmla="*/ 1058332 h 2522084"/>
              <a:gd name="connsiteX15-6355" fmla="*/ 3549 w 2450561"/>
              <a:gd name="connsiteY15-6356" fmla="*/ 1058332 h 2522084"/>
              <a:gd name="connsiteX16-6357" fmla="*/ 2988 w 2450561"/>
              <a:gd name="connsiteY16-6358" fmla="*/ 1033119 h 2522084"/>
              <a:gd name="connsiteX0-6359" fmla="*/ 2988 w 2450561"/>
              <a:gd name="connsiteY0-6360" fmla="*/ 1033119 h 2522084"/>
              <a:gd name="connsiteX1-6361" fmla="*/ 14553 w 2450561"/>
              <a:gd name="connsiteY1-6362" fmla="*/ 990852 h 2522084"/>
              <a:gd name="connsiteX2-6363" fmla="*/ 1201583 w 2450561"/>
              <a:gd name="connsiteY2-6364" fmla="*/ 9117 h 2522084"/>
              <a:gd name="connsiteX3-6365" fmla="*/ 1250106 w 2450561"/>
              <a:gd name="connsiteY3-6366" fmla="*/ 9153 h 2522084"/>
              <a:gd name="connsiteX4-6367" fmla="*/ 2437136 w 2450561"/>
              <a:gd name="connsiteY4-6368" fmla="*/ 990888 h 2522084"/>
              <a:gd name="connsiteX5-6369" fmla="*/ 2448653 w 2450561"/>
              <a:gd name="connsiteY5-6370" fmla="*/ 1033131 h 2522084"/>
              <a:gd name="connsiteX6-6371" fmla="*/ 2412804 w 2450561"/>
              <a:gd name="connsiteY6-6372" fmla="*/ 1058331 h 2522084"/>
              <a:gd name="connsiteX7-6373" fmla="*/ 1910353 w 2450561"/>
              <a:gd name="connsiteY7-6374" fmla="*/ 1058331 h 2522084"/>
              <a:gd name="connsiteX8-6375" fmla="*/ 1872254 w 2450561"/>
              <a:gd name="connsiteY8-6376" fmla="*/ 1096430 h 2522084"/>
              <a:gd name="connsiteX9-6377" fmla="*/ 1872254 w 2450561"/>
              <a:gd name="connsiteY9-6378" fmla="*/ 2484033 h 2522084"/>
              <a:gd name="connsiteX10-6379" fmla="*/ 1834154 w 2450561"/>
              <a:gd name="connsiteY10-6380" fmla="*/ 2522084 h 2522084"/>
              <a:gd name="connsiteX11-6381" fmla="*/ 617494 w 2450561"/>
              <a:gd name="connsiteY11-6382" fmla="*/ 2522084 h 2522084"/>
              <a:gd name="connsiteX12-6383" fmla="*/ 579394 w 2450561"/>
              <a:gd name="connsiteY12-6384" fmla="*/ 2483984 h 2522084"/>
              <a:gd name="connsiteX13-6385" fmla="*/ 579394 w 2450561"/>
              <a:gd name="connsiteY13-6386" fmla="*/ 1096381 h 2522084"/>
              <a:gd name="connsiteX14-6387" fmla="*/ 553993 w 2450561"/>
              <a:gd name="connsiteY14-6388" fmla="*/ 1058332 h 2522084"/>
              <a:gd name="connsiteX15-6389" fmla="*/ 3549 w 2450561"/>
              <a:gd name="connsiteY15-6390" fmla="*/ 1058332 h 2522084"/>
              <a:gd name="connsiteX16-6391" fmla="*/ 2988 w 2450561"/>
              <a:gd name="connsiteY16-6392" fmla="*/ 1033119 h 2522084"/>
              <a:gd name="connsiteX0-6393" fmla="*/ 2988 w 2450561"/>
              <a:gd name="connsiteY0-6394" fmla="*/ 1033119 h 2522084"/>
              <a:gd name="connsiteX1-6395" fmla="*/ 14553 w 2450561"/>
              <a:gd name="connsiteY1-6396" fmla="*/ 990852 h 2522084"/>
              <a:gd name="connsiteX2-6397" fmla="*/ 1201583 w 2450561"/>
              <a:gd name="connsiteY2-6398" fmla="*/ 9117 h 2522084"/>
              <a:gd name="connsiteX3-6399" fmla="*/ 1250106 w 2450561"/>
              <a:gd name="connsiteY3-6400" fmla="*/ 9153 h 2522084"/>
              <a:gd name="connsiteX4-6401" fmla="*/ 2437136 w 2450561"/>
              <a:gd name="connsiteY4-6402" fmla="*/ 990888 h 2522084"/>
              <a:gd name="connsiteX5-6403" fmla="*/ 2448653 w 2450561"/>
              <a:gd name="connsiteY5-6404" fmla="*/ 1033131 h 2522084"/>
              <a:gd name="connsiteX6-6405" fmla="*/ 2412804 w 2450561"/>
              <a:gd name="connsiteY6-6406" fmla="*/ 1058331 h 2522084"/>
              <a:gd name="connsiteX7-6407" fmla="*/ 1910353 w 2450561"/>
              <a:gd name="connsiteY7-6408" fmla="*/ 1058331 h 2522084"/>
              <a:gd name="connsiteX8-6409" fmla="*/ 1872254 w 2450561"/>
              <a:gd name="connsiteY8-6410" fmla="*/ 1096430 h 2522084"/>
              <a:gd name="connsiteX9-6411" fmla="*/ 1872254 w 2450561"/>
              <a:gd name="connsiteY9-6412" fmla="*/ 2484033 h 2522084"/>
              <a:gd name="connsiteX10-6413" fmla="*/ 1834154 w 2450561"/>
              <a:gd name="connsiteY10-6414" fmla="*/ 2522084 h 2522084"/>
              <a:gd name="connsiteX11-6415" fmla="*/ 617494 w 2450561"/>
              <a:gd name="connsiteY11-6416" fmla="*/ 2522084 h 2522084"/>
              <a:gd name="connsiteX12-6417" fmla="*/ 579394 w 2450561"/>
              <a:gd name="connsiteY12-6418" fmla="*/ 2483984 h 2522084"/>
              <a:gd name="connsiteX13-6419" fmla="*/ 579394 w 2450561"/>
              <a:gd name="connsiteY13-6420" fmla="*/ 1096381 h 2522084"/>
              <a:gd name="connsiteX14-6421" fmla="*/ 553993 w 2450561"/>
              <a:gd name="connsiteY14-6422" fmla="*/ 1058332 h 2522084"/>
              <a:gd name="connsiteX15-6423" fmla="*/ 3549 w 2450561"/>
              <a:gd name="connsiteY15-6424" fmla="*/ 1058332 h 2522084"/>
              <a:gd name="connsiteX16-6425" fmla="*/ 2988 w 2450561"/>
              <a:gd name="connsiteY16-6426" fmla="*/ 1033119 h 2522084"/>
              <a:gd name="connsiteX0-6427" fmla="*/ 2988 w 2450561"/>
              <a:gd name="connsiteY0-6428" fmla="*/ 1033119 h 2522084"/>
              <a:gd name="connsiteX1-6429" fmla="*/ 14553 w 2450561"/>
              <a:gd name="connsiteY1-6430" fmla="*/ 990852 h 2522084"/>
              <a:gd name="connsiteX2-6431" fmla="*/ 1201583 w 2450561"/>
              <a:gd name="connsiteY2-6432" fmla="*/ 9117 h 2522084"/>
              <a:gd name="connsiteX3-6433" fmla="*/ 1250106 w 2450561"/>
              <a:gd name="connsiteY3-6434" fmla="*/ 9153 h 2522084"/>
              <a:gd name="connsiteX4-6435" fmla="*/ 2437136 w 2450561"/>
              <a:gd name="connsiteY4-6436" fmla="*/ 990888 h 2522084"/>
              <a:gd name="connsiteX5-6437" fmla="*/ 2448653 w 2450561"/>
              <a:gd name="connsiteY5-6438" fmla="*/ 1033131 h 2522084"/>
              <a:gd name="connsiteX6-6439" fmla="*/ 2412804 w 2450561"/>
              <a:gd name="connsiteY6-6440" fmla="*/ 1058331 h 2522084"/>
              <a:gd name="connsiteX7-6441" fmla="*/ 1910353 w 2450561"/>
              <a:gd name="connsiteY7-6442" fmla="*/ 1058331 h 2522084"/>
              <a:gd name="connsiteX8-6443" fmla="*/ 1872254 w 2450561"/>
              <a:gd name="connsiteY8-6444" fmla="*/ 1096430 h 2522084"/>
              <a:gd name="connsiteX9-6445" fmla="*/ 1872254 w 2450561"/>
              <a:gd name="connsiteY9-6446" fmla="*/ 2484033 h 2522084"/>
              <a:gd name="connsiteX10-6447" fmla="*/ 1834154 w 2450561"/>
              <a:gd name="connsiteY10-6448" fmla="*/ 2522084 h 2522084"/>
              <a:gd name="connsiteX11-6449" fmla="*/ 617494 w 2450561"/>
              <a:gd name="connsiteY11-6450" fmla="*/ 2522084 h 2522084"/>
              <a:gd name="connsiteX12-6451" fmla="*/ 579394 w 2450561"/>
              <a:gd name="connsiteY12-6452" fmla="*/ 2483984 h 2522084"/>
              <a:gd name="connsiteX13-6453" fmla="*/ 579394 w 2450561"/>
              <a:gd name="connsiteY13-6454" fmla="*/ 1096381 h 2522084"/>
              <a:gd name="connsiteX14-6455" fmla="*/ 553993 w 2450561"/>
              <a:gd name="connsiteY14-6456" fmla="*/ 1058332 h 2522084"/>
              <a:gd name="connsiteX15-6457" fmla="*/ 3549 w 2450561"/>
              <a:gd name="connsiteY15-6458" fmla="*/ 1058332 h 2522084"/>
              <a:gd name="connsiteX16-6459" fmla="*/ 2988 w 2450561"/>
              <a:gd name="connsiteY16-6460" fmla="*/ 1033119 h 2522084"/>
              <a:gd name="connsiteX0-6461" fmla="*/ 2988 w 2450561"/>
              <a:gd name="connsiteY0-6462" fmla="*/ 1033119 h 2522084"/>
              <a:gd name="connsiteX1-6463" fmla="*/ 14553 w 2450561"/>
              <a:gd name="connsiteY1-6464" fmla="*/ 990852 h 2522084"/>
              <a:gd name="connsiteX2-6465" fmla="*/ 1201583 w 2450561"/>
              <a:gd name="connsiteY2-6466" fmla="*/ 9117 h 2522084"/>
              <a:gd name="connsiteX3-6467" fmla="*/ 1250106 w 2450561"/>
              <a:gd name="connsiteY3-6468" fmla="*/ 9153 h 2522084"/>
              <a:gd name="connsiteX4-6469" fmla="*/ 2437136 w 2450561"/>
              <a:gd name="connsiteY4-6470" fmla="*/ 990888 h 2522084"/>
              <a:gd name="connsiteX5-6471" fmla="*/ 2448653 w 2450561"/>
              <a:gd name="connsiteY5-6472" fmla="*/ 1033131 h 2522084"/>
              <a:gd name="connsiteX6-6473" fmla="*/ 2412804 w 2450561"/>
              <a:gd name="connsiteY6-6474" fmla="*/ 1058331 h 2522084"/>
              <a:gd name="connsiteX7-6475" fmla="*/ 1910353 w 2450561"/>
              <a:gd name="connsiteY7-6476" fmla="*/ 1058331 h 2522084"/>
              <a:gd name="connsiteX8-6477" fmla="*/ 1872254 w 2450561"/>
              <a:gd name="connsiteY8-6478" fmla="*/ 1096430 h 2522084"/>
              <a:gd name="connsiteX9-6479" fmla="*/ 1872254 w 2450561"/>
              <a:gd name="connsiteY9-6480" fmla="*/ 2484033 h 2522084"/>
              <a:gd name="connsiteX10-6481" fmla="*/ 1834154 w 2450561"/>
              <a:gd name="connsiteY10-6482" fmla="*/ 2522084 h 2522084"/>
              <a:gd name="connsiteX11-6483" fmla="*/ 617494 w 2450561"/>
              <a:gd name="connsiteY11-6484" fmla="*/ 2522084 h 2522084"/>
              <a:gd name="connsiteX12-6485" fmla="*/ 579394 w 2450561"/>
              <a:gd name="connsiteY12-6486" fmla="*/ 2483984 h 2522084"/>
              <a:gd name="connsiteX13-6487" fmla="*/ 579394 w 2450561"/>
              <a:gd name="connsiteY13-6488" fmla="*/ 1096381 h 2522084"/>
              <a:gd name="connsiteX14-6489" fmla="*/ 541295 w 2450561"/>
              <a:gd name="connsiteY14-6490" fmla="*/ 1058331 h 2522084"/>
              <a:gd name="connsiteX15-6491" fmla="*/ 3549 w 2450561"/>
              <a:gd name="connsiteY15-6492" fmla="*/ 1058332 h 2522084"/>
              <a:gd name="connsiteX16-6493" fmla="*/ 2988 w 2450561"/>
              <a:gd name="connsiteY16-6494" fmla="*/ 1033119 h 2522084"/>
              <a:gd name="connsiteX0-6495" fmla="*/ 2988 w 2450561"/>
              <a:gd name="connsiteY0-6496" fmla="*/ 1033119 h 2522084"/>
              <a:gd name="connsiteX1-6497" fmla="*/ 14553 w 2450561"/>
              <a:gd name="connsiteY1-6498" fmla="*/ 990852 h 2522084"/>
              <a:gd name="connsiteX2-6499" fmla="*/ 1201583 w 2450561"/>
              <a:gd name="connsiteY2-6500" fmla="*/ 9117 h 2522084"/>
              <a:gd name="connsiteX3-6501" fmla="*/ 1250106 w 2450561"/>
              <a:gd name="connsiteY3-6502" fmla="*/ 9153 h 2522084"/>
              <a:gd name="connsiteX4-6503" fmla="*/ 2437136 w 2450561"/>
              <a:gd name="connsiteY4-6504" fmla="*/ 990888 h 2522084"/>
              <a:gd name="connsiteX5-6505" fmla="*/ 2448653 w 2450561"/>
              <a:gd name="connsiteY5-6506" fmla="*/ 1033131 h 2522084"/>
              <a:gd name="connsiteX6-6507" fmla="*/ 2412804 w 2450561"/>
              <a:gd name="connsiteY6-6508" fmla="*/ 1058331 h 2522084"/>
              <a:gd name="connsiteX7-6509" fmla="*/ 1910353 w 2450561"/>
              <a:gd name="connsiteY7-6510" fmla="*/ 1058331 h 2522084"/>
              <a:gd name="connsiteX8-6511" fmla="*/ 1872254 w 2450561"/>
              <a:gd name="connsiteY8-6512" fmla="*/ 1096430 h 2522084"/>
              <a:gd name="connsiteX9-6513" fmla="*/ 1872254 w 2450561"/>
              <a:gd name="connsiteY9-6514" fmla="*/ 2484033 h 2522084"/>
              <a:gd name="connsiteX10-6515" fmla="*/ 1834154 w 2450561"/>
              <a:gd name="connsiteY10-6516" fmla="*/ 2522084 h 2522084"/>
              <a:gd name="connsiteX11-6517" fmla="*/ 617494 w 2450561"/>
              <a:gd name="connsiteY11-6518" fmla="*/ 2522084 h 2522084"/>
              <a:gd name="connsiteX12-6519" fmla="*/ 579394 w 2450561"/>
              <a:gd name="connsiteY12-6520" fmla="*/ 2483984 h 2522084"/>
              <a:gd name="connsiteX13-6521" fmla="*/ 579394 w 2450561"/>
              <a:gd name="connsiteY13-6522" fmla="*/ 1096381 h 2522084"/>
              <a:gd name="connsiteX14-6523" fmla="*/ 541295 w 2450561"/>
              <a:gd name="connsiteY14-6524" fmla="*/ 1058331 h 2522084"/>
              <a:gd name="connsiteX15-6525" fmla="*/ 3549 w 2450561"/>
              <a:gd name="connsiteY15-6526" fmla="*/ 1058332 h 2522084"/>
              <a:gd name="connsiteX16-6527" fmla="*/ 2988 w 2450561"/>
              <a:gd name="connsiteY16-6528" fmla="*/ 1033119 h 2522084"/>
              <a:gd name="connsiteX0-6529" fmla="*/ 2988 w 2450561"/>
              <a:gd name="connsiteY0-6530" fmla="*/ 1033119 h 2522084"/>
              <a:gd name="connsiteX1-6531" fmla="*/ 14553 w 2450561"/>
              <a:gd name="connsiteY1-6532" fmla="*/ 990852 h 2522084"/>
              <a:gd name="connsiteX2-6533" fmla="*/ 1201583 w 2450561"/>
              <a:gd name="connsiteY2-6534" fmla="*/ 9117 h 2522084"/>
              <a:gd name="connsiteX3-6535" fmla="*/ 1250106 w 2450561"/>
              <a:gd name="connsiteY3-6536" fmla="*/ 9153 h 2522084"/>
              <a:gd name="connsiteX4-6537" fmla="*/ 2437136 w 2450561"/>
              <a:gd name="connsiteY4-6538" fmla="*/ 990888 h 2522084"/>
              <a:gd name="connsiteX5-6539" fmla="*/ 2448653 w 2450561"/>
              <a:gd name="connsiteY5-6540" fmla="*/ 1033131 h 2522084"/>
              <a:gd name="connsiteX6-6541" fmla="*/ 2412804 w 2450561"/>
              <a:gd name="connsiteY6-6542" fmla="*/ 1058331 h 2522084"/>
              <a:gd name="connsiteX7-6543" fmla="*/ 1910353 w 2450561"/>
              <a:gd name="connsiteY7-6544" fmla="*/ 1058331 h 2522084"/>
              <a:gd name="connsiteX8-6545" fmla="*/ 1872254 w 2450561"/>
              <a:gd name="connsiteY8-6546" fmla="*/ 1096430 h 2522084"/>
              <a:gd name="connsiteX9-6547" fmla="*/ 1872254 w 2450561"/>
              <a:gd name="connsiteY9-6548" fmla="*/ 2484033 h 2522084"/>
              <a:gd name="connsiteX10-6549" fmla="*/ 1834154 w 2450561"/>
              <a:gd name="connsiteY10-6550" fmla="*/ 2522084 h 2522084"/>
              <a:gd name="connsiteX11-6551" fmla="*/ 617494 w 2450561"/>
              <a:gd name="connsiteY11-6552" fmla="*/ 2522084 h 2522084"/>
              <a:gd name="connsiteX12-6553" fmla="*/ 579394 w 2450561"/>
              <a:gd name="connsiteY12-6554" fmla="*/ 2483984 h 2522084"/>
              <a:gd name="connsiteX13-6555" fmla="*/ 579394 w 2450561"/>
              <a:gd name="connsiteY13-6556" fmla="*/ 1096381 h 2522084"/>
              <a:gd name="connsiteX14-6557" fmla="*/ 541295 w 2450561"/>
              <a:gd name="connsiteY14-6558" fmla="*/ 1058331 h 2522084"/>
              <a:gd name="connsiteX15-6559" fmla="*/ 3549 w 2450561"/>
              <a:gd name="connsiteY15-6560" fmla="*/ 1058332 h 2522084"/>
              <a:gd name="connsiteX16-6561" fmla="*/ 2988 w 2450561"/>
              <a:gd name="connsiteY16-6562" fmla="*/ 1033119 h 2522084"/>
              <a:gd name="connsiteX0-6563" fmla="*/ 1903 w 2449476"/>
              <a:gd name="connsiteY0-6564" fmla="*/ 1033119 h 2522084"/>
              <a:gd name="connsiteX1-6565" fmla="*/ 13468 w 2449476"/>
              <a:gd name="connsiteY1-6566" fmla="*/ 990852 h 2522084"/>
              <a:gd name="connsiteX2-6567" fmla="*/ 1200498 w 2449476"/>
              <a:gd name="connsiteY2-6568" fmla="*/ 9117 h 2522084"/>
              <a:gd name="connsiteX3-6569" fmla="*/ 1249021 w 2449476"/>
              <a:gd name="connsiteY3-6570" fmla="*/ 9153 h 2522084"/>
              <a:gd name="connsiteX4-6571" fmla="*/ 2436051 w 2449476"/>
              <a:gd name="connsiteY4-6572" fmla="*/ 990888 h 2522084"/>
              <a:gd name="connsiteX5-6573" fmla="*/ 2447568 w 2449476"/>
              <a:gd name="connsiteY5-6574" fmla="*/ 1033131 h 2522084"/>
              <a:gd name="connsiteX6-6575" fmla="*/ 2411719 w 2449476"/>
              <a:gd name="connsiteY6-6576" fmla="*/ 1058331 h 2522084"/>
              <a:gd name="connsiteX7-6577" fmla="*/ 1909268 w 2449476"/>
              <a:gd name="connsiteY7-6578" fmla="*/ 1058331 h 2522084"/>
              <a:gd name="connsiteX8-6579" fmla="*/ 1871169 w 2449476"/>
              <a:gd name="connsiteY8-6580" fmla="*/ 1096430 h 2522084"/>
              <a:gd name="connsiteX9-6581" fmla="*/ 1871169 w 2449476"/>
              <a:gd name="connsiteY9-6582" fmla="*/ 2484033 h 2522084"/>
              <a:gd name="connsiteX10-6583" fmla="*/ 1833069 w 2449476"/>
              <a:gd name="connsiteY10-6584" fmla="*/ 2522084 h 2522084"/>
              <a:gd name="connsiteX11-6585" fmla="*/ 616409 w 2449476"/>
              <a:gd name="connsiteY11-6586" fmla="*/ 2522084 h 2522084"/>
              <a:gd name="connsiteX12-6587" fmla="*/ 578309 w 2449476"/>
              <a:gd name="connsiteY12-6588" fmla="*/ 2483984 h 2522084"/>
              <a:gd name="connsiteX13-6589" fmla="*/ 578309 w 2449476"/>
              <a:gd name="connsiteY13-6590" fmla="*/ 1096381 h 2522084"/>
              <a:gd name="connsiteX14-6591" fmla="*/ 540210 w 2449476"/>
              <a:gd name="connsiteY14-6592" fmla="*/ 1058331 h 2522084"/>
              <a:gd name="connsiteX15-6593" fmla="*/ 37759 w 2449476"/>
              <a:gd name="connsiteY15-6594" fmla="*/ 1058331 h 2522084"/>
              <a:gd name="connsiteX16-6595" fmla="*/ 1903 w 2449476"/>
              <a:gd name="connsiteY16-6596" fmla="*/ 1033119 h 2522084"/>
              <a:gd name="connsiteX0-6597" fmla="*/ 1903 w 2449476"/>
              <a:gd name="connsiteY0-6598" fmla="*/ 1033119 h 2522084"/>
              <a:gd name="connsiteX1-6599" fmla="*/ 13468 w 2449476"/>
              <a:gd name="connsiteY1-6600" fmla="*/ 990852 h 2522084"/>
              <a:gd name="connsiteX2-6601" fmla="*/ 1200498 w 2449476"/>
              <a:gd name="connsiteY2-6602" fmla="*/ 9117 h 2522084"/>
              <a:gd name="connsiteX3-6603" fmla="*/ 1249021 w 2449476"/>
              <a:gd name="connsiteY3-6604" fmla="*/ 9153 h 2522084"/>
              <a:gd name="connsiteX4-6605" fmla="*/ 2436051 w 2449476"/>
              <a:gd name="connsiteY4-6606" fmla="*/ 990888 h 2522084"/>
              <a:gd name="connsiteX5-6607" fmla="*/ 2447568 w 2449476"/>
              <a:gd name="connsiteY5-6608" fmla="*/ 1033131 h 2522084"/>
              <a:gd name="connsiteX6-6609" fmla="*/ 2411719 w 2449476"/>
              <a:gd name="connsiteY6-6610" fmla="*/ 1058331 h 2522084"/>
              <a:gd name="connsiteX7-6611" fmla="*/ 1909268 w 2449476"/>
              <a:gd name="connsiteY7-6612" fmla="*/ 1058331 h 2522084"/>
              <a:gd name="connsiteX8-6613" fmla="*/ 1871169 w 2449476"/>
              <a:gd name="connsiteY8-6614" fmla="*/ 1096430 h 2522084"/>
              <a:gd name="connsiteX9-6615" fmla="*/ 1871169 w 2449476"/>
              <a:gd name="connsiteY9-6616" fmla="*/ 2484033 h 2522084"/>
              <a:gd name="connsiteX10-6617" fmla="*/ 1833069 w 2449476"/>
              <a:gd name="connsiteY10-6618" fmla="*/ 2522084 h 2522084"/>
              <a:gd name="connsiteX11-6619" fmla="*/ 616409 w 2449476"/>
              <a:gd name="connsiteY11-6620" fmla="*/ 2522084 h 2522084"/>
              <a:gd name="connsiteX12-6621" fmla="*/ 578309 w 2449476"/>
              <a:gd name="connsiteY12-6622" fmla="*/ 2483984 h 2522084"/>
              <a:gd name="connsiteX13-6623" fmla="*/ 578309 w 2449476"/>
              <a:gd name="connsiteY13-6624" fmla="*/ 1096381 h 2522084"/>
              <a:gd name="connsiteX14-6625" fmla="*/ 540210 w 2449476"/>
              <a:gd name="connsiteY14-6626" fmla="*/ 1058331 h 2522084"/>
              <a:gd name="connsiteX15-6627" fmla="*/ 37759 w 2449476"/>
              <a:gd name="connsiteY15-6628" fmla="*/ 1058331 h 2522084"/>
              <a:gd name="connsiteX16-6629" fmla="*/ 1903 w 2449476"/>
              <a:gd name="connsiteY16-6630" fmla="*/ 1033119 h 25220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449476" h="2522084">
                <a:moveTo>
                  <a:pt x="1903" y="1033119"/>
                </a:moveTo>
                <a:cubicBezTo>
                  <a:pt x="-3095" y="1019238"/>
                  <a:pt x="2100" y="1000255"/>
                  <a:pt x="13468" y="990852"/>
                </a:cubicBezTo>
                <a:cubicBezTo>
                  <a:pt x="13468" y="990852"/>
                  <a:pt x="1200498" y="9117"/>
                  <a:pt x="1200498" y="9117"/>
                </a:cubicBezTo>
                <a:cubicBezTo>
                  <a:pt x="1215226" y="-3063"/>
                  <a:pt x="1234293" y="-3026"/>
                  <a:pt x="1249021" y="9153"/>
                </a:cubicBezTo>
                <a:cubicBezTo>
                  <a:pt x="1249021" y="9153"/>
                  <a:pt x="2436051" y="990888"/>
                  <a:pt x="2436051" y="990888"/>
                </a:cubicBezTo>
                <a:cubicBezTo>
                  <a:pt x="2447419" y="1000290"/>
                  <a:pt x="2452562" y="1019249"/>
                  <a:pt x="2447568" y="1033131"/>
                </a:cubicBezTo>
                <a:cubicBezTo>
                  <a:pt x="2442572" y="1047013"/>
                  <a:pt x="2426472" y="1058331"/>
                  <a:pt x="2411719" y="1058331"/>
                </a:cubicBezTo>
                <a:cubicBezTo>
                  <a:pt x="2411719" y="1058331"/>
                  <a:pt x="1909268" y="1058331"/>
                  <a:pt x="1909268" y="1058331"/>
                </a:cubicBezTo>
                <a:cubicBezTo>
                  <a:pt x="1886950" y="1058331"/>
                  <a:pt x="1871169" y="1074112"/>
                  <a:pt x="1871169" y="1096430"/>
                </a:cubicBezTo>
                <a:cubicBezTo>
                  <a:pt x="1871169" y="1096430"/>
                  <a:pt x="1871169" y="2484033"/>
                  <a:pt x="1871169" y="2484033"/>
                </a:cubicBezTo>
                <a:cubicBezTo>
                  <a:pt x="1871169" y="2506352"/>
                  <a:pt x="1855388" y="2522084"/>
                  <a:pt x="1833069" y="2522084"/>
                </a:cubicBezTo>
                <a:cubicBezTo>
                  <a:pt x="1833069" y="2522084"/>
                  <a:pt x="616409" y="2522084"/>
                  <a:pt x="616409" y="2522084"/>
                </a:cubicBezTo>
                <a:cubicBezTo>
                  <a:pt x="594090" y="2522084"/>
                  <a:pt x="578309" y="2506303"/>
                  <a:pt x="578309" y="2483984"/>
                </a:cubicBezTo>
                <a:cubicBezTo>
                  <a:pt x="578309" y="2483984"/>
                  <a:pt x="578309" y="1096381"/>
                  <a:pt x="578309" y="1096381"/>
                </a:cubicBezTo>
                <a:cubicBezTo>
                  <a:pt x="578309" y="1074063"/>
                  <a:pt x="562528" y="1058331"/>
                  <a:pt x="540210" y="1058331"/>
                </a:cubicBezTo>
                <a:cubicBezTo>
                  <a:pt x="540210" y="1058331"/>
                  <a:pt x="37759" y="1058331"/>
                  <a:pt x="37759" y="1058331"/>
                </a:cubicBezTo>
                <a:cubicBezTo>
                  <a:pt x="23005" y="1058331"/>
                  <a:pt x="6901" y="1046999"/>
                  <a:pt x="1903" y="1033119"/>
                </a:cubicBezTo>
                <a:close/>
              </a:path>
            </a:pathLst>
          </a:custGeom>
          <a:solidFill>
            <a:schemeClr val="accent2">
              <a:lumMod val="40000"/>
              <a:lumOff val="60000"/>
              <a:alpha val="15000"/>
            </a:schemeClr>
          </a:solidFill>
          <a:ln>
            <a:noFill/>
          </a:ln>
          <a:effectLst>
            <a:outerShdw blurRad="50800" dist="38100" dir="2700000" algn="tl" rotWithShape="0">
              <a:schemeClr val="accent2">
                <a:lumMod val="75000"/>
                <a:alpha val="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714" name="任意多边形: 形状 42"/>
          <p:cNvSpPr/>
          <p:nvPr>
            <p:custDataLst>
              <p:tags r:id="rId5"/>
            </p:custDataLst>
          </p:nvPr>
        </p:nvSpPr>
        <p:spPr>
          <a:xfrm rot="16200000">
            <a:off x="3061128" y="3840461"/>
            <a:ext cx="1881743" cy="2575562"/>
          </a:xfrm>
          <a:custGeom>
            <a:avLst/>
            <a:gdLst>
              <a:gd name="connsiteX0" fmla="*/ 0 w 2585764"/>
              <a:gd name="connsiteY0" fmla="*/ 1069299 h 2533101"/>
              <a:gd name="connsiteX1" fmla="*/ 0 w 2585764"/>
              <a:gd name="connsiteY1" fmla="*/ 1069299 h 2533101"/>
              <a:gd name="connsiteX2" fmla="*/ 1292905 w 2585764"/>
              <a:gd name="connsiteY2" fmla="*/ 0 h 2533101"/>
              <a:gd name="connsiteX3" fmla="*/ 1292860 w 2585764"/>
              <a:gd name="connsiteY3" fmla="*/ 37 h 2533101"/>
              <a:gd name="connsiteX4" fmla="*/ 2585764 w 2585764"/>
              <a:gd name="connsiteY4" fmla="*/ 1069336 h 2533101"/>
              <a:gd name="connsiteX5" fmla="*/ 2585720 w 2585764"/>
              <a:gd name="connsiteY5" fmla="*/ 1069299 h 2533101"/>
              <a:gd name="connsiteX6" fmla="*/ 2585720 w 2585764"/>
              <a:gd name="connsiteY6" fmla="*/ 1069299 h 2533101"/>
              <a:gd name="connsiteX7" fmla="*/ 1939290 w 2585764"/>
              <a:gd name="connsiteY7" fmla="*/ 1069299 h 2533101"/>
              <a:gd name="connsiteX8" fmla="*/ 1939290 w 2585764"/>
              <a:gd name="connsiteY8" fmla="*/ 1069299 h 2533101"/>
              <a:gd name="connsiteX9" fmla="*/ 1939290 w 2585764"/>
              <a:gd name="connsiteY9" fmla="*/ 2533101 h 2533101"/>
              <a:gd name="connsiteX10" fmla="*/ 1939290 w 2585764"/>
              <a:gd name="connsiteY10" fmla="*/ 2533052 h 2533101"/>
              <a:gd name="connsiteX11" fmla="*/ 646430 w 2585764"/>
              <a:gd name="connsiteY11" fmla="*/ 2533052 h 2533101"/>
              <a:gd name="connsiteX12" fmla="*/ 646430 w 2585764"/>
              <a:gd name="connsiteY12" fmla="*/ 2533052 h 2533101"/>
              <a:gd name="connsiteX13" fmla="*/ 646430 w 2585764"/>
              <a:gd name="connsiteY13" fmla="*/ 1069250 h 2533101"/>
              <a:gd name="connsiteX14" fmla="*/ 646430 w 2585764"/>
              <a:gd name="connsiteY14" fmla="*/ 1069299 h 2533101"/>
              <a:gd name="connsiteX15" fmla="*/ 0 w 2585764"/>
              <a:gd name="connsiteY15" fmla="*/ 1069299 h 2533101"/>
              <a:gd name="connsiteX16" fmla="*/ 0 w 2585764"/>
              <a:gd name="connsiteY16" fmla="*/ 1069299 h 2533101"/>
              <a:gd name="connsiteX0-1" fmla="*/ 0 w 2585764"/>
              <a:gd name="connsiteY0-2" fmla="*/ 1069299 h 2533101"/>
              <a:gd name="connsiteX1-3" fmla="*/ 0 w 2585764"/>
              <a:gd name="connsiteY1-4" fmla="*/ 1069299 h 2533101"/>
              <a:gd name="connsiteX2-5" fmla="*/ 1292905 w 2585764"/>
              <a:gd name="connsiteY2-6" fmla="*/ 0 h 2533101"/>
              <a:gd name="connsiteX3-7" fmla="*/ 1292860 w 2585764"/>
              <a:gd name="connsiteY3-8" fmla="*/ 37 h 2533101"/>
              <a:gd name="connsiteX4-9" fmla="*/ 2585764 w 2585764"/>
              <a:gd name="connsiteY4-10" fmla="*/ 1069336 h 2533101"/>
              <a:gd name="connsiteX5-11" fmla="*/ 2585720 w 2585764"/>
              <a:gd name="connsiteY5-12" fmla="*/ 1069299 h 2533101"/>
              <a:gd name="connsiteX6-13" fmla="*/ 2585720 w 2585764"/>
              <a:gd name="connsiteY6-14" fmla="*/ 1069299 h 2533101"/>
              <a:gd name="connsiteX7-15" fmla="*/ 1939290 w 2585764"/>
              <a:gd name="connsiteY7-16" fmla="*/ 1069299 h 2533101"/>
              <a:gd name="connsiteX8-17" fmla="*/ 1939290 w 2585764"/>
              <a:gd name="connsiteY8-18" fmla="*/ 1069299 h 2533101"/>
              <a:gd name="connsiteX9-19" fmla="*/ 1939290 w 2585764"/>
              <a:gd name="connsiteY9-20" fmla="*/ 2533101 h 2533101"/>
              <a:gd name="connsiteX10-21" fmla="*/ 1939290 w 2585764"/>
              <a:gd name="connsiteY10-22" fmla="*/ 2533052 h 2533101"/>
              <a:gd name="connsiteX11-23" fmla="*/ 646430 w 2585764"/>
              <a:gd name="connsiteY11-24" fmla="*/ 2533052 h 2533101"/>
              <a:gd name="connsiteX12-25" fmla="*/ 646430 w 2585764"/>
              <a:gd name="connsiteY12-26" fmla="*/ 2533052 h 2533101"/>
              <a:gd name="connsiteX13-27" fmla="*/ 646430 w 2585764"/>
              <a:gd name="connsiteY13-28" fmla="*/ 1069250 h 2533101"/>
              <a:gd name="connsiteX14-29" fmla="*/ 646430 w 2585764"/>
              <a:gd name="connsiteY14-30" fmla="*/ 1069299 h 2533101"/>
              <a:gd name="connsiteX15-31" fmla="*/ 0 w 2585764"/>
              <a:gd name="connsiteY15-32" fmla="*/ 1069299 h 2533101"/>
              <a:gd name="connsiteX16-33" fmla="*/ 0 w 2585764"/>
              <a:gd name="connsiteY16-34" fmla="*/ 1069300 h 2533101"/>
              <a:gd name="connsiteX0-35" fmla="*/ 0 w 2585764"/>
              <a:gd name="connsiteY0-36" fmla="*/ 1069300 h 2533101"/>
              <a:gd name="connsiteX1-37" fmla="*/ 0 w 2585764"/>
              <a:gd name="connsiteY1-38" fmla="*/ 1069299 h 2533101"/>
              <a:gd name="connsiteX2-39" fmla="*/ 1292905 w 2585764"/>
              <a:gd name="connsiteY2-40" fmla="*/ 0 h 2533101"/>
              <a:gd name="connsiteX3-41" fmla="*/ 1292860 w 2585764"/>
              <a:gd name="connsiteY3-42" fmla="*/ 37 h 2533101"/>
              <a:gd name="connsiteX4-43" fmla="*/ 2585764 w 2585764"/>
              <a:gd name="connsiteY4-44" fmla="*/ 1069336 h 2533101"/>
              <a:gd name="connsiteX5-45" fmla="*/ 2585720 w 2585764"/>
              <a:gd name="connsiteY5-46" fmla="*/ 1069299 h 2533101"/>
              <a:gd name="connsiteX6-47" fmla="*/ 2585720 w 2585764"/>
              <a:gd name="connsiteY6-48" fmla="*/ 1069299 h 2533101"/>
              <a:gd name="connsiteX7-49" fmla="*/ 1939290 w 2585764"/>
              <a:gd name="connsiteY7-50" fmla="*/ 1069299 h 2533101"/>
              <a:gd name="connsiteX8-51" fmla="*/ 1939290 w 2585764"/>
              <a:gd name="connsiteY8-52" fmla="*/ 1069299 h 2533101"/>
              <a:gd name="connsiteX9-53" fmla="*/ 1939290 w 2585764"/>
              <a:gd name="connsiteY9-54" fmla="*/ 2533101 h 2533101"/>
              <a:gd name="connsiteX10-55" fmla="*/ 1939290 w 2585764"/>
              <a:gd name="connsiteY10-56" fmla="*/ 2533052 h 2533101"/>
              <a:gd name="connsiteX11-57" fmla="*/ 646430 w 2585764"/>
              <a:gd name="connsiteY11-58" fmla="*/ 2533052 h 2533101"/>
              <a:gd name="connsiteX12-59" fmla="*/ 646430 w 2585764"/>
              <a:gd name="connsiteY12-60" fmla="*/ 2533052 h 2533101"/>
              <a:gd name="connsiteX13-61" fmla="*/ 646430 w 2585764"/>
              <a:gd name="connsiteY13-62" fmla="*/ 1069250 h 2533101"/>
              <a:gd name="connsiteX14-63" fmla="*/ 646430 w 2585764"/>
              <a:gd name="connsiteY14-64" fmla="*/ 1069299 h 2533101"/>
              <a:gd name="connsiteX15-65" fmla="*/ 0 w 2585764"/>
              <a:gd name="connsiteY15-66" fmla="*/ 1069299 h 2533101"/>
              <a:gd name="connsiteX16-67" fmla="*/ 0 w 2585764"/>
              <a:gd name="connsiteY16-68" fmla="*/ 1069300 h 2533101"/>
              <a:gd name="connsiteX0-69" fmla="*/ 0 w 2585764"/>
              <a:gd name="connsiteY0-70" fmla="*/ 1069300 h 2533101"/>
              <a:gd name="connsiteX1-71" fmla="*/ 0 w 2585764"/>
              <a:gd name="connsiteY1-72" fmla="*/ 1069299 h 2533101"/>
              <a:gd name="connsiteX2-73" fmla="*/ 1292905 w 2585764"/>
              <a:gd name="connsiteY2-74" fmla="*/ 0 h 2533101"/>
              <a:gd name="connsiteX3-75" fmla="*/ 1292860 w 2585764"/>
              <a:gd name="connsiteY3-76" fmla="*/ 37 h 2533101"/>
              <a:gd name="connsiteX4-77" fmla="*/ 2585764 w 2585764"/>
              <a:gd name="connsiteY4-78" fmla="*/ 1069336 h 2533101"/>
              <a:gd name="connsiteX5-79" fmla="*/ 2585720 w 2585764"/>
              <a:gd name="connsiteY5-80" fmla="*/ 1069299 h 2533101"/>
              <a:gd name="connsiteX6-81" fmla="*/ 2585720 w 2585764"/>
              <a:gd name="connsiteY6-82" fmla="*/ 1069299 h 2533101"/>
              <a:gd name="connsiteX7-83" fmla="*/ 1939290 w 2585764"/>
              <a:gd name="connsiteY7-84" fmla="*/ 1069299 h 2533101"/>
              <a:gd name="connsiteX8-85" fmla="*/ 1939290 w 2585764"/>
              <a:gd name="connsiteY8-86" fmla="*/ 1069299 h 2533101"/>
              <a:gd name="connsiteX9-87" fmla="*/ 1939290 w 2585764"/>
              <a:gd name="connsiteY9-88" fmla="*/ 2533101 h 2533101"/>
              <a:gd name="connsiteX10-89" fmla="*/ 1939290 w 2585764"/>
              <a:gd name="connsiteY10-90" fmla="*/ 2533052 h 2533101"/>
              <a:gd name="connsiteX11-91" fmla="*/ 646430 w 2585764"/>
              <a:gd name="connsiteY11-92" fmla="*/ 2533052 h 2533101"/>
              <a:gd name="connsiteX12-93" fmla="*/ 646430 w 2585764"/>
              <a:gd name="connsiteY12-94" fmla="*/ 2533052 h 2533101"/>
              <a:gd name="connsiteX13-95" fmla="*/ 646430 w 2585764"/>
              <a:gd name="connsiteY13-96" fmla="*/ 1069250 h 2533101"/>
              <a:gd name="connsiteX14-97" fmla="*/ 646430 w 2585764"/>
              <a:gd name="connsiteY14-98" fmla="*/ 1069299 h 2533101"/>
              <a:gd name="connsiteX15-99" fmla="*/ 0 w 2585764"/>
              <a:gd name="connsiteY15-100" fmla="*/ 1069299 h 2533101"/>
              <a:gd name="connsiteX16-101" fmla="*/ 0 w 2585764"/>
              <a:gd name="connsiteY16-102" fmla="*/ 1069300 h 2533101"/>
              <a:gd name="connsiteX0-103" fmla="*/ 0 w 2585764"/>
              <a:gd name="connsiteY0-104" fmla="*/ 1069300 h 2533101"/>
              <a:gd name="connsiteX1-105" fmla="*/ 0 w 2585764"/>
              <a:gd name="connsiteY1-106" fmla="*/ 1069299 h 2533101"/>
              <a:gd name="connsiteX2-107" fmla="*/ 1292905 w 2585764"/>
              <a:gd name="connsiteY2-108" fmla="*/ 0 h 2533101"/>
              <a:gd name="connsiteX3-109" fmla="*/ 1292860 w 2585764"/>
              <a:gd name="connsiteY3-110" fmla="*/ 37 h 2533101"/>
              <a:gd name="connsiteX4-111" fmla="*/ 2585764 w 2585764"/>
              <a:gd name="connsiteY4-112" fmla="*/ 1069336 h 2533101"/>
              <a:gd name="connsiteX5-113" fmla="*/ 2585720 w 2585764"/>
              <a:gd name="connsiteY5-114" fmla="*/ 1069299 h 2533101"/>
              <a:gd name="connsiteX6-115" fmla="*/ 2585720 w 2585764"/>
              <a:gd name="connsiteY6-116" fmla="*/ 1069299 h 2533101"/>
              <a:gd name="connsiteX7-117" fmla="*/ 1939290 w 2585764"/>
              <a:gd name="connsiteY7-118" fmla="*/ 1069299 h 2533101"/>
              <a:gd name="connsiteX8-119" fmla="*/ 1939290 w 2585764"/>
              <a:gd name="connsiteY8-120" fmla="*/ 1069299 h 2533101"/>
              <a:gd name="connsiteX9-121" fmla="*/ 1939290 w 2585764"/>
              <a:gd name="connsiteY9-122" fmla="*/ 2533101 h 2533101"/>
              <a:gd name="connsiteX10-123" fmla="*/ 1939290 w 2585764"/>
              <a:gd name="connsiteY10-124" fmla="*/ 2533052 h 2533101"/>
              <a:gd name="connsiteX11-125" fmla="*/ 646430 w 2585764"/>
              <a:gd name="connsiteY11-126" fmla="*/ 2533052 h 2533101"/>
              <a:gd name="connsiteX12-127" fmla="*/ 646430 w 2585764"/>
              <a:gd name="connsiteY12-128" fmla="*/ 2533052 h 2533101"/>
              <a:gd name="connsiteX13-129" fmla="*/ 646430 w 2585764"/>
              <a:gd name="connsiteY13-130" fmla="*/ 1069250 h 2533101"/>
              <a:gd name="connsiteX14-131" fmla="*/ 646430 w 2585764"/>
              <a:gd name="connsiteY14-132" fmla="*/ 1069299 h 2533101"/>
              <a:gd name="connsiteX15-133" fmla="*/ 0 w 2585764"/>
              <a:gd name="connsiteY15-134" fmla="*/ 1069299 h 2533101"/>
              <a:gd name="connsiteX16-135" fmla="*/ 0 w 2585764"/>
              <a:gd name="connsiteY16-136" fmla="*/ 1069300 h 2533101"/>
              <a:gd name="connsiteX0-137" fmla="*/ 0 w 2585764"/>
              <a:gd name="connsiteY0-138" fmla="*/ 1069300 h 2533101"/>
              <a:gd name="connsiteX1-139" fmla="*/ 0 w 2585764"/>
              <a:gd name="connsiteY1-140" fmla="*/ 1069300 h 2533101"/>
              <a:gd name="connsiteX2-141" fmla="*/ 1292905 w 2585764"/>
              <a:gd name="connsiteY2-142" fmla="*/ 0 h 2533101"/>
              <a:gd name="connsiteX3-143" fmla="*/ 1292860 w 2585764"/>
              <a:gd name="connsiteY3-144" fmla="*/ 37 h 2533101"/>
              <a:gd name="connsiteX4-145" fmla="*/ 2585764 w 2585764"/>
              <a:gd name="connsiteY4-146" fmla="*/ 1069336 h 2533101"/>
              <a:gd name="connsiteX5-147" fmla="*/ 2585720 w 2585764"/>
              <a:gd name="connsiteY5-148" fmla="*/ 1069299 h 2533101"/>
              <a:gd name="connsiteX6-149" fmla="*/ 2585720 w 2585764"/>
              <a:gd name="connsiteY6-150" fmla="*/ 1069299 h 2533101"/>
              <a:gd name="connsiteX7-151" fmla="*/ 1939290 w 2585764"/>
              <a:gd name="connsiteY7-152" fmla="*/ 1069299 h 2533101"/>
              <a:gd name="connsiteX8-153" fmla="*/ 1939290 w 2585764"/>
              <a:gd name="connsiteY8-154" fmla="*/ 1069299 h 2533101"/>
              <a:gd name="connsiteX9-155" fmla="*/ 1939290 w 2585764"/>
              <a:gd name="connsiteY9-156" fmla="*/ 2533101 h 2533101"/>
              <a:gd name="connsiteX10-157" fmla="*/ 1939290 w 2585764"/>
              <a:gd name="connsiteY10-158" fmla="*/ 2533052 h 2533101"/>
              <a:gd name="connsiteX11-159" fmla="*/ 646430 w 2585764"/>
              <a:gd name="connsiteY11-160" fmla="*/ 2533052 h 2533101"/>
              <a:gd name="connsiteX12-161" fmla="*/ 646430 w 2585764"/>
              <a:gd name="connsiteY12-162" fmla="*/ 2533052 h 2533101"/>
              <a:gd name="connsiteX13-163" fmla="*/ 646430 w 2585764"/>
              <a:gd name="connsiteY13-164" fmla="*/ 1069250 h 2533101"/>
              <a:gd name="connsiteX14-165" fmla="*/ 646430 w 2585764"/>
              <a:gd name="connsiteY14-166" fmla="*/ 1069299 h 2533101"/>
              <a:gd name="connsiteX15-167" fmla="*/ 0 w 2585764"/>
              <a:gd name="connsiteY15-168" fmla="*/ 1069299 h 2533101"/>
              <a:gd name="connsiteX16-169" fmla="*/ 0 w 2585764"/>
              <a:gd name="connsiteY16-170" fmla="*/ 1069300 h 2533101"/>
              <a:gd name="connsiteX0-171" fmla="*/ 0 w 2585764"/>
              <a:gd name="connsiteY0-172" fmla="*/ 1069300 h 2533101"/>
              <a:gd name="connsiteX1-173" fmla="*/ 0 w 2585764"/>
              <a:gd name="connsiteY1-174" fmla="*/ 1069300 h 2533101"/>
              <a:gd name="connsiteX2-175" fmla="*/ 1292905 w 2585764"/>
              <a:gd name="connsiteY2-176" fmla="*/ 0 h 2533101"/>
              <a:gd name="connsiteX3-177" fmla="*/ 1292860 w 2585764"/>
              <a:gd name="connsiteY3-178" fmla="*/ 37 h 2533101"/>
              <a:gd name="connsiteX4-179" fmla="*/ 2585764 w 2585764"/>
              <a:gd name="connsiteY4-180" fmla="*/ 1069336 h 2533101"/>
              <a:gd name="connsiteX5-181" fmla="*/ 2585720 w 2585764"/>
              <a:gd name="connsiteY5-182" fmla="*/ 1069299 h 2533101"/>
              <a:gd name="connsiteX6-183" fmla="*/ 2585720 w 2585764"/>
              <a:gd name="connsiteY6-184" fmla="*/ 1069299 h 2533101"/>
              <a:gd name="connsiteX7-185" fmla="*/ 1939290 w 2585764"/>
              <a:gd name="connsiteY7-186" fmla="*/ 1069299 h 2533101"/>
              <a:gd name="connsiteX8-187" fmla="*/ 1939290 w 2585764"/>
              <a:gd name="connsiteY8-188" fmla="*/ 1069299 h 2533101"/>
              <a:gd name="connsiteX9-189" fmla="*/ 1939290 w 2585764"/>
              <a:gd name="connsiteY9-190" fmla="*/ 2533101 h 2533101"/>
              <a:gd name="connsiteX10-191" fmla="*/ 1939290 w 2585764"/>
              <a:gd name="connsiteY10-192" fmla="*/ 2533052 h 2533101"/>
              <a:gd name="connsiteX11-193" fmla="*/ 646430 w 2585764"/>
              <a:gd name="connsiteY11-194" fmla="*/ 2533052 h 2533101"/>
              <a:gd name="connsiteX12-195" fmla="*/ 646430 w 2585764"/>
              <a:gd name="connsiteY12-196" fmla="*/ 2533052 h 2533101"/>
              <a:gd name="connsiteX13-197" fmla="*/ 646430 w 2585764"/>
              <a:gd name="connsiteY13-198" fmla="*/ 1069250 h 2533101"/>
              <a:gd name="connsiteX14-199" fmla="*/ 646430 w 2585764"/>
              <a:gd name="connsiteY14-200" fmla="*/ 1069299 h 2533101"/>
              <a:gd name="connsiteX15-201" fmla="*/ 0 w 2585764"/>
              <a:gd name="connsiteY15-202" fmla="*/ 1069299 h 2533101"/>
              <a:gd name="connsiteX16-203" fmla="*/ 0 w 2585764"/>
              <a:gd name="connsiteY16-204" fmla="*/ 1069300 h 2533101"/>
              <a:gd name="connsiteX0-205" fmla="*/ 0 w 2585764"/>
              <a:gd name="connsiteY0-206" fmla="*/ 1069300 h 2533101"/>
              <a:gd name="connsiteX1-207" fmla="*/ 0 w 2585764"/>
              <a:gd name="connsiteY1-208" fmla="*/ 1069300 h 2533101"/>
              <a:gd name="connsiteX2-209" fmla="*/ 1292905 w 2585764"/>
              <a:gd name="connsiteY2-210" fmla="*/ 0 h 2533101"/>
              <a:gd name="connsiteX3-211" fmla="*/ 1292860 w 2585764"/>
              <a:gd name="connsiteY3-212" fmla="*/ 37 h 2533101"/>
              <a:gd name="connsiteX4-213" fmla="*/ 2585764 w 2585764"/>
              <a:gd name="connsiteY4-214" fmla="*/ 1069336 h 2533101"/>
              <a:gd name="connsiteX5-215" fmla="*/ 2585720 w 2585764"/>
              <a:gd name="connsiteY5-216" fmla="*/ 1069299 h 2533101"/>
              <a:gd name="connsiteX6-217" fmla="*/ 2585720 w 2585764"/>
              <a:gd name="connsiteY6-218" fmla="*/ 1069299 h 2533101"/>
              <a:gd name="connsiteX7-219" fmla="*/ 1939290 w 2585764"/>
              <a:gd name="connsiteY7-220" fmla="*/ 1069299 h 2533101"/>
              <a:gd name="connsiteX8-221" fmla="*/ 1939290 w 2585764"/>
              <a:gd name="connsiteY8-222" fmla="*/ 1069299 h 2533101"/>
              <a:gd name="connsiteX9-223" fmla="*/ 1939290 w 2585764"/>
              <a:gd name="connsiteY9-224" fmla="*/ 2533101 h 2533101"/>
              <a:gd name="connsiteX10-225" fmla="*/ 1939290 w 2585764"/>
              <a:gd name="connsiteY10-226" fmla="*/ 2533052 h 2533101"/>
              <a:gd name="connsiteX11-227" fmla="*/ 646430 w 2585764"/>
              <a:gd name="connsiteY11-228" fmla="*/ 2533052 h 2533101"/>
              <a:gd name="connsiteX12-229" fmla="*/ 646430 w 2585764"/>
              <a:gd name="connsiteY12-230" fmla="*/ 2533052 h 2533101"/>
              <a:gd name="connsiteX13-231" fmla="*/ 646430 w 2585764"/>
              <a:gd name="connsiteY13-232" fmla="*/ 1069250 h 2533101"/>
              <a:gd name="connsiteX14-233" fmla="*/ 646430 w 2585764"/>
              <a:gd name="connsiteY14-234" fmla="*/ 1069299 h 2533101"/>
              <a:gd name="connsiteX15-235" fmla="*/ 0 w 2585764"/>
              <a:gd name="connsiteY15-236" fmla="*/ 1069299 h 2533101"/>
              <a:gd name="connsiteX16-237" fmla="*/ 0 w 2585764"/>
              <a:gd name="connsiteY16-238" fmla="*/ 1069300 h 2533101"/>
              <a:gd name="connsiteX0-239" fmla="*/ 0 w 2585764"/>
              <a:gd name="connsiteY0-240" fmla="*/ 1069299 h 2533100"/>
              <a:gd name="connsiteX1-241" fmla="*/ 0 w 2585764"/>
              <a:gd name="connsiteY1-242" fmla="*/ 1069299 h 2533100"/>
              <a:gd name="connsiteX2-243" fmla="*/ 1292905 w 2585764"/>
              <a:gd name="connsiteY2-244" fmla="*/ 0 h 2533100"/>
              <a:gd name="connsiteX3-245" fmla="*/ 1292860 w 2585764"/>
              <a:gd name="connsiteY3-246" fmla="*/ 36 h 2533100"/>
              <a:gd name="connsiteX4-247" fmla="*/ 2585764 w 2585764"/>
              <a:gd name="connsiteY4-248" fmla="*/ 1069335 h 2533100"/>
              <a:gd name="connsiteX5-249" fmla="*/ 2585720 w 2585764"/>
              <a:gd name="connsiteY5-250" fmla="*/ 1069298 h 2533100"/>
              <a:gd name="connsiteX6-251" fmla="*/ 2585720 w 2585764"/>
              <a:gd name="connsiteY6-252" fmla="*/ 1069298 h 2533100"/>
              <a:gd name="connsiteX7-253" fmla="*/ 1939290 w 2585764"/>
              <a:gd name="connsiteY7-254" fmla="*/ 1069298 h 2533100"/>
              <a:gd name="connsiteX8-255" fmla="*/ 1939290 w 2585764"/>
              <a:gd name="connsiteY8-256" fmla="*/ 1069298 h 2533100"/>
              <a:gd name="connsiteX9-257" fmla="*/ 1939290 w 2585764"/>
              <a:gd name="connsiteY9-258" fmla="*/ 2533100 h 2533100"/>
              <a:gd name="connsiteX10-259" fmla="*/ 1939290 w 2585764"/>
              <a:gd name="connsiteY10-260" fmla="*/ 2533051 h 2533100"/>
              <a:gd name="connsiteX11-261" fmla="*/ 646430 w 2585764"/>
              <a:gd name="connsiteY11-262" fmla="*/ 2533051 h 2533100"/>
              <a:gd name="connsiteX12-263" fmla="*/ 646430 w 2585764"/>
              <a:gd name="connsiteY12-264" fmla="*/ 2533051 h 2533100"/>
              <a:gd name="connsiteX13-265" fmla="*/ 646430 w 2585764"/>
              <a:gd name="connsiteY13-266" fmla="*/ 1069249 h 2533100"/>
              <a:gd name="connsiteX14-267" fmla="*/ 646430 w 2585764"/>
              <a:gd name="connsiteY14-268" fmla="*/ 1069298 h 2533100"/>
              <a:gd name="connsiteX15-269" fmla="*/ 0 w 2585764"/>
              <a:gd name="connsiteY15-270" fmla="*/ 1069298 h 2533100"/>
              <a:gd name="connsiteX16-271" fmla="*/ 0 w 2585764"/>
              <a:gd name="connsiteY16-272" fmla="*/ 1069299 h 2533100"/>
              <a:gd name="connsiteX0-273" fmla="*/ 0 w 2585764"/>
              <a:gd name="connsiteY0-274" fmla="*/ 1069299 h 2533100"/>
              <a:gd name="connsiteX1-275" fmla="*/ 0 w 2585764"/>
              <a:gd name="connsiteY1-276" fmla="*/ 1069299 h 2533100"/>
              <a:gd name="connsiteX2-277" fmla="*/ 1292905 w 2585764"/>
              <a:gd name="connsiteY2-278" fmla="*/ 0 h 2533100"/>
              <a:gd name="connsiteX3-279" fmla="*/ 1292860 w 2585764"/>
              <a:gd name="connsiteY3-280" fmla="*/ 36 h 2533100"/>
              <a:gd name="connsiteX4-281" fmla="*/ 2585764 w 2585764"/>
              <a:gd name="connsiteY4-282" fmla="*/ 1069335 h 2533100"/>
              <a:gd name="connsiteX5-283" fmla="*/ 2585720 w 2585764"/>
              <a:gd name="connsiteY5-284" fmla="*/ 1069298 h 2533100"/>
              <a:gd name="connsiteX6-285" fmla="*/ 2585720 w 2585764"/>
              <a:gd name="connsiteY6-286" fmla="*/ 1069298 h 2533100"/>
              <a:gd name="connsiteX7-287" fmla="*/ 1939290 w 2585764"/>
              <a:gd name="connsiteY7-288" fmla="*/ 1069298 h 2533100"/>
              <a:gd name="connsiteX8-289" fmla="*/ 1939290 w 2585764"/>
              <a:gd name="connsiteY8-290" fmla="*/ 1069298 h 2533100"/>
              <a:gd name="connsiteX9-291" fmla="*/ 1939290 w 2585764"/>
              <a:gd name="connsiteY9-292" fmla="*/ 2533100 h 2533100"/>
              <a:gd name="connsiteX10-293" fmla="*/ 1939290 w 2585764"/>
              <a:gd name="connsiteY10-294" fmla="*/ 2533051 h 2533100"/>
              <a:gd name="connsiteX11-295" fmla="*/ 646430 w 2585764"/>
              <a:gd name="connsiteY11-296" fmla="*/ 2533051 h 2533100"/>
              <a:gd name="connsiteX12-297" fmla="*/ 646430 w 2585764"/>
              <a:gd name="connsiteY12-298" fmla="*/ 2533051 h 2533100"/>
              <a:gd name="connsiteX13-299" fmla="*/ 646430 w 2585764"/>
              <a:gd name="connsiteY13-300" fmla="*/ 1069249 h 2533100"/>
              <a:gd name="connsiteX14-301" fmla="*/ 646430 w 2585764"/>
              <a:gd name="connsiteY14-302" fmla="*/ 1069298 h 2533100"/>
              <a:gd name="connsiteX15-303" fmla="*/ 0 w 2585764"/>
              <a:gd name="connsiteY15-304" fmla="*/ 1069298 h 2533100"/>
              <a:gd name="connsiteX16-305" fmla="*/ 0 w 2585764"/>
              <a:gd name="connsiteY16-306" fmla="*/ 1069299 h 2533100"/>
              <a:gd name="connsiteX0-307" fmla="*/ 0 w 2585764"/>
              <a:gd name="connsiteY0-308" fmla="*/ 1069299 h 2533100"/>
              <a:gd name="connsiteX1-309" fmla="*/ 0 w 2585764"/>
              <a:gd name="connsiteY1-310" fmla="*/ 1069299 h 2533100"/>
              <a:gd name="connsiteX2-311" fmla="*/ 1292905 w 2585764"/>
              <a:gd name="connsiteY2-312" fmla="*/ 0 h 2533100"/>
              <a:gd name="connsiteX3-313" fmla="*/ 1292860 w 2585764"/>
              <a:gd name="connsiteY3-314" fmla="*/ 36 h 2533100"/>
              <a:gd name="connsiteX4-315" fmla="*/ 2585764 w 2585764"/>
              <a:gd name="connsiteY4-316" fmla="*/ 1069335 h 2533100"/>
              <a:gd name="connsiteX5-317" fmla="*/ 2585720 w 2585764"/>
              <a:gd name="connsiteY5-318" fmla="*/ 1069298 h 2533100"/>
              <a:gd name="connsiteX6-319" fmla="*/ 2585720 w 2585764"/>
              <a:gd name="connsiteY6-320" fmla="*/ 1069298 h 2533100"/>
              <a:gd name="connsiteX7-321" fmla="*/ 1939290 w 2585764"/>
              <a:gd name="connsiteY7-322" fmla="*/ 1069298 h 2533100"/>
              <a:gd name="connsiteX8-323" fmla="*/ 1939290 w 2585764"/>
              <a:gd name="connsiteY8-324" fmla="*/ 1069298 h 2533100"/>
              <a:gd name="connsiteX9-325" fmla="*/ 1939290 w 2585764"/>
              <a:gd name="connsiteY9-326" fmla="*/ 2533100 h 2533100"/>
              <a:gd name="connsiteX10-327" fmla="*/ 1939290 w 2585764"/>
              <a:gd name="connsiteY10-328" fmla="*/ 2533051 h 2533100"/>
              <a:gd name="connsiteX11-329" fmla="*/ 646430 w 2585764"/>
              <a:gd name="connsiteY11-330" fmla="*/ 2533051 h 2533100"/>
              <a:gd name="connsiteX12-331" fmla="*/ 646430 w 2585764"/>
              <a:gd name="connsiteY12-332" fmla="*/ 2533051 h 2533100"/>
              <a:gd name="connsiteX13-333" fmla="*/ 646430 w 2585764"/>
              <a:gd name="connsiteY13-334" fmla="*/ 1069249 h 2533100"/>
              <a:gd name="connsiteX14-335" fmla="*/ 646430 w 2585764"/>
              <a:gd name="connsiteY14-336" fmla="*/ 1069298 h 2533100"/>
              <a:gd name="connsiteX15-337" fmla="*/ 0 w 2585764"/>
              <a:gd name="connsiteY15-338" fmla="*/ 1069298 h 2533100"/>
              <a:gd name="connsiteX16-339" fmla="*/ 0 w 2585764"/>
              <a:gd name="connsiteY16-340" fmla="*/ 1069299 h 2533100"/>
              <a:gd name="connsiteX0-341" fmla="*/ 0 w 2585764"/>
              <a:gd name="connsiteY0-342" fmla="*/ 1069299 h 2533100"/>
              <a:gd name="connsiteX1-343" fmla="*/ 0 w 2585764"/>
              <a:gd name="connsiteY1-344" fmla="*/ 1069299 h 2533100"/>
              <a:gd name="connsiteX2-345" fmla="*/ 1292905 w 2585764"/>
              <a:gd name="connsiteY2-346" fmla="*/ 0 h 2533100"/>
              <a:gd name="connsiteX3-347" fmla="*/ 1292860 w 2585764"/>
              <a:gd name="connsiteY3-348" fmla="*/ 36 h 2533100"/>
              <a:gd name="connsiteX4-349" fmla="*/ 2585764 w 2585764"/>
              <a:gd name="connsiteY4-350" fmla="*/ 1069335 h 2533100"/>
              <a:gd name="connsiteX5-351" fmla="*/ 2585720 w 2585764"/>
              <a:gd name="connsiteY5-352" fmla="*/ 1069298 h 2533100"/>
              <a:gd name="connsiteX6-353" fmla="*/ 2585720 w 2585764"/>
              <a:gd name="connsiteY6-354" fmla="*/ 1069298 h 2533100"/>
              <a:gd name="connsiteX7-355" fmla="*/ 1939290 w 2585764"/>
              <a:gd name="connsiteY7-356" fmla="*/ 1069298 h 2533100"/>
              <a:gd name="connsiteX8-357" fmla="*/ 1939290 w 2585764"/>
              <a:gd name="connsiteY8-358" fmla="*/ 1069298 h 2533100"/>
              <a:gd name="connsiteX9-359" fmla="*/ 1939290 w 2585764"/>
              <a:gd name="connsiteY9-360" fmla="*/ 2533100 h 2533100"/>
              <a:gd name="connsiteX10-361" fmla="*/ 1939290 w 2585764"/>
              <a:gd name="connsiteY10-362" fmla="*/ 2533051 h 2533100"/>
              <a:gd name="connsiteX11-363" fmla="*/ 646430 w 2585764"/>
              <a:gd name="connsiteY11-364" fmla="*/ 2533051 h 2533100"/>
              <a:gd name="connsiteX12-365" fmla="*/ 646430 w 2585764"/>
              <a:gd name="connsiteY12-366" fmla="*/ 2533051 h 2533100"/>
              <a:gd name="connsiteX13-367" fmla="*/ 646430 w 2585764"/>
              <a:gd name="connsiteY13-368" fmla="*/ 1069249 h 2533100"/>
              <a:gd name="connsiteX14-369" fmla="*/ 646430 w 2585764"/>
              <a:gd name="connsiteY14-370" fmla="*/ 1069298 h 2533100"/>
              <a:gd name="connsiteX15-371" fmla="*/ 0 w 2585764"/>
              <a:gd name="connsiteY15-372" fmla="*/ 1069298 h 2533100"/>
              <a:gd name="connsiteX16-373" fmla="*/ 0 w 2585764"/>
              <a:gd name="connsiteY16-374" fmla="*/ 1069299 h 2533100"/>
              <a:gd name="connsiteX0-375" fmla="*/ 0 w 2585764"/>
              <a:gd name="connsiteY0-376" fmla="*/ 1069299 h 2533100"/>
              <a:gd name="connsiteX1-377" fmla="*/ 0 w 2585764"/>
              <a:gd name="connsiteY1-378" fmla="*/ 1069299 h 2533100"/>
              <a:gd name="connsiteX2-379" fmla="*/ 1292905 w 2585764"/>
              <a:gd name="connsiteY2-380" fmla="*/ 0 h 2533100"/>
              <a:gd name="connsiteX3-381" fmla="*/ 1292860 w 2585764"/>
              <a:gd name="connsiteY3-382" fmla="*/ 36 h 2533100"/>
              <a:gd name="connsiteX4-383" fmla="*/ 2585764 w 2585764"/>
              <a:gd name="connsiteY4-384" fmla="*/ 1069335 h 2533100"/>
              <a:gd name="connsiteX5-385" fmla="*/ 2585720 w 2585764"/>
              <a:gd name="connsiteY5-386" fmla="*/ 1069298 h 2533100"/>
              <a:gd name="connsiteX6-387" fmla="*/ 2585720 w 2585764"/>
              <a:gd name="connsiteY6-388" fmla="*/ 1069298 h 2533100"/>
              <a:gd name="connsiteX7-389" fmla="*/ 1939290 w 2585764"/>
              <a:gd name="connsiteY7-390" fmla="*/ 1069298 h 2533100"/>
              <a:gd name="connsiteX8-391" fmla="*/ 1939290 w 2585764"/>
              <a:gd name="connsiteY8-392" fmla="*/ 1069298 h 2533100"/>
              <a:gd name="connsiteX9-393" fmla="*/ 1939290 w 2585764"/>
              <a:gd name="connsiteY9-394" fmla="*/ 2533100 h 2533100"/>
              <a:gd name="connsiteX10-395" fmla="*/ 1939290 w 2585764"/>
              <a:gd name="connsiteY10-396" fmla="*/ 2533051 h 2533100"/>
              <a:gd name="connsiteX11-397" fmla="*/ 646430 w 2585764"/>
              <a:gd name="connsiteY11-398" fmla="*/ 2533051 h 2533100"/>
              <a:gd name="connsiteX12-399" fmla="*/ 646430 w 2585764"/>
              <a:gd name="connsiteY12-400" fmla="*/ 2533051 h 2533100"/>
              <a:gd name="connsiteX13-401" fmla="*/ 646430 w 2585764"/>
              <a:gd name="connsiteY13-402" fmla="*/ 1069249 h 2533100"/>
              <a:gd name="connsiteX14-403" fmla="*/ 646430 w 2585764"/>
              <a:gd name="connsiteY14-404" fmla="*/ 1069298 h 2533100"/>
              <a:gd name="connsiteX15-405" fmla="*/ 0 w 2585764"/>
              <a:gd name="connsiteY15-406" fmla="*/ 1069298 h 2533100"/>
              <a:gd name="connsiteX16-407" fmla="*/ 0 w 2585764"/>
              <a:gd name="connsiteY16-408" fmla="*/ 1069299 h 2533100"/>
              <a:gd name="connsiteX0-409" fmla="*/ 0 w 2585764"/>
              <a:gd name="connsiteY0-410" fmla="*/ 1069299 h 2533100"/>
              <a:gd name="connsiteX1-411" fmla="*/ 0 w 2585764"/>
              <a:gd name="connsiteY1-412" fmla="*/ 1069299 h 2533100"/>
              <a:gd name="connsiteX2-413" fmla="*/ 1292905 w 2585764"/>
              <a:gd name="connsiteY2-414" fmla="*/ 0 h 2533100"/>
              <a:gd name="connsiteX3-415" fmla="*/ 1292860 w 2585764"/>
              <a:gd name="connsiteY3-416" fmla="*/ 36 h 2533100"/>
              <a:gd name="connsiteX4-417" fmla="*/ 2585764 w 2585764"/>
              <a:gd name="connsiteY4-418" fmla="*/ 1069335 h 2533100"/>
              <a:gd name="connsiteX5-419" fmla="*/ 2585720 w 2585764"/>
              <a:gd name="connsiteY5-420" fmla="*/ 1069298 h 2533100"/>
              <a:gd name="connsiteX6-421" fmla="*/ 2585720 w 2585764"/>
              <a:gd name="connsiteY6-422" fmla="*/ 1069298 h 2533100"/>
              <a:gd name="connsiteX7-423" fmla="*/ 1939290 w 2585764"/>
              <a:gd name="connsiteY7-424" fmla="*/ 1069298 h 2533100"/>
              <a:gd name="connsiteX8-425" fmla="*/ 1939290 w 2585764"/>
              <a:gd name="connsiteY8-426" fmla="*/ 1069298 h 2533100"/>
              <a:gd name="connsiteX9-427" fmla="*/ 1939290 w 2585764"/>
              <a:gd name="connsiteY9-428" fmla="*/ 2533100 h 2533100"/>
              <a:gd name="connsiteX10-429" fmla="*/ 1939290 w 2585764"/>
              <a:gd name="connsiteY10-430" fmla="*/ 2533051 h 2533100"/>
              <a:gd name="connsiteX11-431" fmla="*/ 646430 w 2585764"/>
              <a:gd name="connsiteY11-432" fmla="*/ 2533051 h 2533100"/>
              <a:gd name="connsiteX12-433" fmla="*/ 646430 w 2585764"/>
              <a:gd name="connsiteY12-434" fmla="*/ 2533051 h 2533100"/>
              <a:gd name="connsiteX13-435" fmla="*/ 646430 w 2585764"/>
              <a:gd name="connsiteY13-436" fmla="*/ 1069249 h 2533100"/>
              <a:gd name="connsiteX14-437" fmla="*/ 646430 w 2585764"/>
              <a:gd name="connsiteY14-438" fmla="*/ 1069298 h 2533100"/>
              <a:gd name="connsiteX15-439" fmla="*/ 0 w 2585764"/>
              <a:gd name="connsiteY15-440" fmla="*/ 1069298 h 2533100"/>
              <a:gd name="connsiteX16-441" fmla="*/ 0 w 2585764"/>
              <a:gd name="connsiteY16-442" fmla="*/ 1069299 h 2533100"/>
              <a:gd name="connsiteX0-443" fmla="*/ 0 w 2585764"/>
              <a:gd name="connsiteY0-444" fmla="*/ 1069299 h 2533100"/>
              <a:gd name="connsiteX1-445" fmla="*/ 0 w 2585764"/>
              <a:gd name="connsiteY1-446" fmla="*/ 1069299 h 2533100"/>
              <a:gd name="connsiteX2-447" fmla="*/ 1292905 w 2585764"/>
              <a:gd name="connsiteY2-448" fmla="*/ 0 h 2533100"/>
              <a:gd name="connsiteX3-449" fmla="*/ 1292860 w 2585764"/>
              <a:gd name="connsiteY3-450" fmla="*/ 36 h 2533100"/>
              <a:gd name="connsiteX4-451" fmla="*/ 2585764 w 2585764"/>
              <a:gd name="connsiteY4-452" fmla="*/ 1069335 h 2533100"/>
              <a:gd name="connsiteX5-453" fmla="*/ 2585720 w 2585764"/>
              <a:gd name="connsiteY5-454" fmla="*/ 1069298 h 2533100"/>
              <a:gd name="connsiteX6-455" fmla="*/ 2585720 w 2585764"/>
              <a:gd name="connsiteY6-456" fmla="*/ 1069298 h 2533100"/>
              <a:gd name="connsiteX7-457" fmla="*/ 1939290 w 2585764"/>
              <a:gd name="connsiteY7-458" fmla="*/ 1069298 h 2533100"/>
              <a:gd name="connsiteX8-459" fmla="*/ 1939290 w 2585764"/>
              <a:gd name="connsiteY8-460" fmla="*/ 1069298 h 2533100"/>
              <a:gd name="connsiteX9-461" fmla="*/ 1939290 w 2585764"/>
              <a:gd name="connsiteY9-462" fmla="*/ 2533100 h 2533100"/>
              <a:gd name="connsiteX10-463" fmla="*/ 1939290 w 2585764"/>
              <a:gd name="connsiteY10-464" fmla="*/ 2533051 h 2533100"/>
              <a:gd name="connsiteX11-465" fmla="*/ 646430 w 2585764"/>
              <a:gd name="connsiteY11-466" fmla="*/ 2533051 h 2533100"/>
              <a:gd name="connsiteX12-467" fmla="*/ 646430 w 2585764"/>
              <a:gd name="connsiteY12-468" fmla="*/ 2533051 h 2533100"/>
              <a:gd name="connsiteX13-469" fmla="*/ 646430 w 2585764"/>
              <a:gd name="connsiteY13-470" fmla="*/ 1069249 h 2533100"/>
              <a:gd name="connsiteX14-471" fmla="*/ 646430 w 2585764"/>
              <a:gd name="connsiteY14-472" fmla="*/ 1069298 h 2533100"/>
              <a:gd name="connsiteX15-473" fmla="*/ 0 w 2585764"/>
              <a:gd name="connsiteY15-474" fmla="*/ 1069298 h 2533100"/>
              <a:gd name="connsiteX16-475" fmla="*/ 0 w 2585764"/>
              <a:gd name="connsiteY16-476" fmla="*/ 1069299 h 2533100"/>
              <a:gd name="connsiteX0-477" fmla="*/ 0 w 2585764"/>
              <a:gd name="connsiteY0-478" fmla="*/ 1069299 h 2533100"/>
              <a:gd name="connsiteX1-479" fmla="*/ 0 w 2585764"/>
              <a:gd name="connsiteY1-480" fmla="*/ 1069299 h 2533100"/>
              <a:gd name="connsiteX2-481" fmla="*/ 1292905 w 2585764"/>
              <a:gd name="connsiteY2-482" fmla="*/ 0 h 2533100"/>
              <a:gd name="connsiteX3-483" fmla="*/ 1292860 w 2585764"/>
              <a:gd name="connsiteY3-484" fmla="*/ 36 h 2533100"/>
              <a:gd name="connsiteX4-485" fmla="*/ 2585764 w 2585764"/>
              <a:gd name="connsiteY4-486" fmla="*/ 1069335 h 2533100"/>
              <a:gd name="connsiteX5-487" fmla="*/ 2585720 w 2585764"/>
              <a:gd name="connsiteY5-488" fmla="*/ 1069298 h 2533100"/>
              <a:gd name="connsiteX6-489" fmla="*/ 2585720 w 2585764"/>
              <a:gd name="connsiteY6-490" fmla="*/ 1069298 h 2533100"/>
              <a:gd name="connsiteX7-491" fmla="*/ 1939290 w 2585764"/>
              <a:gd name="connsiteY7-492" fmla="*/ 1069298 h 2533100"/>
              <a:gd name="connsiteX8-493" fmla="*/ 1939290 w 2585764"/>
              <a:gd name="connsiteY8-494" fmla="*/ 1069298 h 2533100"/>
              <a:gd name="connsiteX9-495" fmla="*/ 1939290 w 2585764"/>
              <a:gd name="connsiteY9-496" fmla="*/ 2533100 h 2533100"/>
              <a:gd name="connsiteX10-497" fmla="*/ 1939290 w 2585764"/>
              <a:gd name="connsiteY10-498" fmla="*/ 2533051 h 2533100"/>
              <a:gd name="connsiteX11-499" fmla="*/ 646430 w 2585764"/>
              <a:gd name="connsiteY11-500" fmla="*/ 2533051 h 2533100"/>
              <a:gd name="connsiteX12-501" fmla="*/ 646430 w 2585764"/>
              <a:gd name="connsiteY12-502" fmla="*/ 2533051 h 2533100"/>
              <a:gd name="connsiteX13-503" fmla="*/ 646430 w 2585764"/>
              <a:gd name="connsiteY13-504" fmla="*/ 1069249 h 2533100"/>
              <a:gd name="connsiteX14-505" fmla="*/ 646430 w 2585764"/>
              <a:gd name="connsiteY14-506" fmla="*/ 1069298 h 2533100"/>
              <a:gd name="connsiteX15-507" fmla="*/ 0 w 2585764"/>
              <a:gd name="connsiteY15-508" fmla="*/ 1069298 h 2533100"/>
              <a:gd name="connsiteX16-509" fmla="*/ 0 w 2585764"/>
              <a:gd name="connsiteY16-510" fmla="*/ 1069299 h 2533100"/>
              <a:gd name="connsiteX0-511" fmla="*/ 0 w 2585764"/>
              <a:gd name="connsiteY0-512" fmla="*/ 1069299 h 2533100"/>
              <a:gd name="connsiteX1-513" fmla="*/ 0 w 2585764"/>
              <a:gd name="connsiteY1-514" fmla="*/ 1069299 h 2533100"/>
              <a:gd name="connsiteX2-515" fmla="*/ 1292905 w 2585764"/>
              <a:gd name="connsiteY2-516" fmla="*/ 0 h 2533100"/>
              <a:gd name="connsiteX3-517" fmla="*/ 1292860 w 2585764"/>
              <a:gd name="connsiteY3-518" fmla="*/ 36 h 2533100"/>
              <a:gd name="connsiteX4-519" fmla="*/ 2585764 w 2585764"/>
              <a:gd name="connsiteY4-520" fmla="*/ 1069335 h 2533100"/>
              <a:gd name="connsiteX5-521" fmla="*/ 2585720 w 2585764"/>
              <a:gd name="connsiteY5-522" fmla="*/ 1069298 h 2533100"/>
              <a:gd name="connsiteX6-523" fmla="*/ 2585720 w 2585764"/>
              <a:gd name="connsiteY6-524" fmla="*/ 1069298 h 2533100"/>
              <a:gd name="connsiteX7-525" fmla="*/ 1939290 w 2585764"/>
              <a:gd name="connsiteY7-526" fmla="*/ 1069298 h 2533100"/>
              <a:gd name="connsiteX8-527" fmla="*/ 1939290 w 2585764"/>
              <a:gd name="connsiteY8-528" fmla="*/ 1069298 h 2533100"/>
              <a:gd name="connsiteX9-529" fmla="*/ 1939290 w 2585764"/>
              <a:gd name="connsiteY9-530" fmla="*/ 2533100 h 2533100"/>
              <a:gd name="connsiteX10-531" fmla="*/ 1939290 w 2585764"/>
              <a:gd name="connsiteY10-532" fmla="*/ 2533051 h 2533100"/>
              <a:gd name="connsiteX11-533" fmla="*/ 646430 w 2585764"/>
              <a:gd name="connsiteY11-534" fmla="*/ 2533051 h 2533100"/>
              <a:gd name="connsiteX12-535" fmla="*/ 646430 w 2585764"/>
              <a:gd name="connsiteY12-536" fmla="*/ 2533051 h 2533100"/>
              <a:gd name="connsiteX13-537" fmla="*/ 646430 w 2585764"/>
              <a:gd name="connsiteY13-538" fmla="*/ 1069249 h 2533100"/>
              <a:gd name="connsiteX14-539" fmla="*/ 646430 w 2585764"/>
              <a:gd name="connsiteY14-540" fmla="*/ 1069298 h 2533100"/>
              <a:gd name="connsiteX15-541" fmla="*/ 0 w 2585764"/>
              <a:gd name="connsiteY15-542" fmla="*/ 1069298 h 2533100"/>
              <a:gd name="connsiteX16-543" fmla="*/ 0 w 2585764"/>
              <a:gd name="connsiteY16-544" fmla="*/ 1069299 h 2533100"/>
              <a:gd name="connsiteX0-545" fmla="*/ 0 w 2585764"/>
              <a:gd name="connsiteY0-546" fmla="*/ 1069299 h 2533100"/>
              <a:gd name="connsiteX1-547" fmla="*/ 0 w 2585764"/>
              <a:gd name="connsiteY1-548" fmla="*/ 1069299 h 2533100"/>
              <a:gd name="connsiteX2-549" fmla="*/ 1292905 w 2585764"/>
              <a:gd name="connsiteY2-550" fmla="*/ 0 h 2533100"/>
              <a:gd name="connsiteX3-551" fmla="*/ 1292860 w 2585764"/>
              <a:gd name="connsiteY3-552" fmla="*/ 36 h 2533100"/>
              <a:gd name="connsiteX4-553" fmla="*/ 2585764 w 2585764"/>
              <a:gd name="connsiteY4-554" fmla="*/ 1069335 h 2533100"/>
              <a:gd name="connsiteX5-555" fmla="*/ 2585720 w 2585764"/>
              <a:gd name="connsiteY5-556" fmla="*/ 1069298 h 2533100"/>
              <a:gd name="connsiteX6-557" fmla="*/ 2585720 w 2585764"/>
              <a:gd name="connsiteY6-558" fmla="*/ 1069298 h 2533100"/>
              <a:gd name="connsiteX7-559" fmla="*/ 1939290 w 2585764"/>
              <a:gd name="connsiteY7-560" fmla="*/ 1069298 h 2533100"/>
              <a:gd name="connsiteX8-561" fmla="*/ 1939290 w 2585764"/>
              <a:gd name="connsiteY8-562" fmla="*/ 1069298 h 2533100"/>
              <a:gd name="connsiteX9-563" fmla="*/ 1939290 w 2585764"/>
              <a:gd name="connsiteY9-564" fmla="*/ 2533100 h 2533100"/>
              <a:gd name="connsiteX10-565" fmla="*/ 1939290 w 2585764"/>
              <a:gd name="connsiteY10-566" fmla="*/ 2533051 h 2533100"/>
              <a:gd name="connsiteX11-567" fmla="*/ 646430 w 2585764"/>
              <a:gd name="connsiteY11-568" fmla="*/ 2533051 h 2533100"/>
              <a:gd name="connsiteX12-569" fmla="*/ 646430 w 2585764"/>
              <a:gd name="connsiteY12-570" fmla="*/ 2533051 h 2533100"/>
              <a:gd name="connsiteX13-571" fmla="*/ 646430 w 2585764"/>
              <a:gd name="connsiteY13-572" fmla="*/ 1069249 h 2533100"/>
              <a:gd name="connsiteX14-573" fmla="*/ 646430 w 2585764"/>
              <a:gd name="connsiteY14-574" fmla="*/ 1069298 h 2533100"/>
              <a:gd name="connsiteX15-575" fmla="*/ 0 w 2585764"/>
              <a:gd name="connsiteY15-576" fmla="*/ 1069298 h 2533100"/>
              <a:gd name="connsiteX16-577" fmla="*/ 0 w 2585764"/>
              <a:gd name="connsiteY16-578" fmla="*/ 1069299 h 2533100"/>
              <a:gd name="connsiteX0-579" fmla="*/ 0 w 2585764"/>
              <a:gd name="connsiteY0-580" fmla="*/ 1069299 h 2533100"/>
              <a:gd name="connsiteX1-581" fmla="*/ 0 w 2585764"/>
              <a:gd name="connsiteY1-582" fmla="*/ 1069299 h 2533100"/>
              <a:gd name="connsiteX2-583" fmla="*/ 1292905 w 2585764"/>
              <a:gd name="connsiteY2-584" fmla="*/ 0 h 2533100"/>
              <a:gd name="connsiteX3-585" fmla="*/ 1292860 w 2585764"/>
              <a:gd name="connsiteY3-586" fmla="*/ 36 h 2533100"/>
              <a:gd name="connsiteX4-587" fmla="*/ 2585764 w 2585764"/>
              <a:gd name="connsiteY4-588" fmla="*/ 1069335 h 2533100"/>
              <a:gd name="connsiteX5-589" fmla="*/ 2585720 w 2585764"/>
              <a:gd name="connsiteY5-590" fmla="*/ 1069298 h 2533100"/>
              <a:gd name="connsiteX6-591" fmla="*/ 2585720 w 2585764"/>
              <a:gd name="connsiteY6-592" fmla="*/ 1069298 h 2533100"/>
              <a:gd name="connsiteX7-593" fmla="*/ 1939290 w 2585764"/>
              <a:gd name="connsiteY7-594" fmla="*/ 1069298 h 2533100"/>
              <a:gd name="connsiteX8-595" fmla="*/ 1939290 w 2585764"/>
              <a:gd name="connsiteY8-596" fmla="*/ 1069298 h 2533100"/>
              <a:gd name="connsiteX9-597" fmla="*/ 1939290 w 2585764"/>
              <a:gd name="connsiteY9-598" fmla="*/ 2533100 h 2533100"/>
              <a:gd name="connsiteX10-599" fmla="*/ 1939290 w 2585764"/>
              <a:gd name="connsiteY10-600" fmla="*/ 2533051 h 2533100"/>
              <a:gd name="connsiteX11-601" fmla="*/ 646430 w 2585764"/>
              <a:gd name="connsiteY11-602" fmla="*/ 2533051 h 2533100"/>
              <a:gd name="connsiteX12-603" fmla="*/ 646430 w 2585764"/>
              <a:gd name="connsiteY12-604" fmla="*/ 2533051 h 2533100"/>
              <a:gd name="connsiteX13-605" fmla="*/ 646430 w 2585764"/>
              <a:gd name="connsiteY13-606" fmla="*/ 1069249 h 2533100"/>
              <a:gd name="connsiteX14-607" fmla="*/ 646430 w 2585764"/>
              <a:gd name="connsiteY14-608" fmla="*/ 1069298 h 2533100"/>
              <a:gd name="connsiteX15-609" fmla="*/ 0 w 2585764"/>
              <a:gd name="connsiteY15-610" fmla="*/ 1069298 h 2533100"/>
              <a:gd name="connsiteX16-611" fmla="*/ 0 w 2585764"/>
              <a:gd name="connsiteY16-612" fmla="*/ 1069299 h 2533100"/>
              <a:gd name="connsiteX0-613" fmla="*/ 0 w 2585764"/>
              <a:gd name="connsiteY0-614" fmla="*/ 1069299 h 2533100"/>
              <a:gd name="connsiteX1-615" fmla="*/ 0 w 2585764"/>
              <a:gd name="connsiteY1-616" fmla="*/ 1069299 h 2533100"/>
              <a:gd name="connsiteX2-617" fmla="*/ 1292905 w 2585764"/>
              <a:gd name="connsiteY2-618" fmla="*/ 0 h 2533100"/>
              <a:gd name="connsiteX3-619" fmla="*/ 1292860 w 2585764"/>
              <a:gd name="connsiteY3-620" fmla="*/ 36 h 2533100"/>
              <a:gd name="connsiteX4-621" fmla="*/ 2585764 w 2585764"/>
              <a:gd name="connsiteY4-622" fmla="*/ 1069335 h 2533100"/>
              <a:gd name="connsiteX5-623" fmla="*/ 2585720 w 2585764"/>
              <a:gd name="connsiteY5-624" fmla="*/ 1069298 h 2533100"/>
              <a:gd name="connsiteX6-625" fmla="*/ 2585720 w 2585764"/>
              <a:gd name="connsiteY6-626" fmla="*/ 1069298 h 2533100"/>
              <a:gd name="connsiteX7-627" fmla="*/ 1939290 w 2585764"/>
              <a:gd name="connsiteY7-628" fmla="*/ 1069298 h 2533100"/>
              <a:gd name="connsiteX8-629" fmla="*/ 1939290 w 2585764"/>
              <a:gd name="connsiteY8-630" fmla="*/ 1069298 h 2533100"/>
              <a:gd name="connsiteX9-631" fmla="*/ 1939290 w 2585764"/>
              <a:gd name="connsiteY9-632" fmla="*/ 2533100 h 2533100"/>
              <a:gd name="connsiteX10-633" fmla="*/ 1939290 w 2585764"/>
              <a:gd name="connsiteY10-634" fmla="*/ 2533051 h 2533100"/>
              <a:gd name="connsiteX11-635" fmla="*/ 646430 w 2585764"/>
              <a:gd name="connsiteY11-636" fmla="*/ 2533051 h 2533100"/>
              <a:gd name="connsiteX12-637" fmla="*/ 646430 w 2585764"/>
              <a:gd name="connsiteY12-638" fmla="*/ 2533051 h 2533100"/>
              <a:gd name="connsiteX13-639" fmla="*/ 646430 w 2585764"/>
              <a:gd name="connsiteY13-640" fmla="*/ 1069249 h 2533100"/>
              <a:gd name="connsiteX14-641" fmla="*/ 646430 w 2585764"/>
              <a:gd name="connsiteY14-642" fmla="*/ 1069298 h 2533100"/>
              <a:gd name="connsiteX15-643" fmla="*/ 0 w 2585764"/>
              <a:gd name="connsiteY15-644" fmla="*/ 1069298 h 2533100"/>
              <a:gd name="connsiteX16-645" fmla="*/ 0 w 2585764"/>
              <a:gd name="connsiteY16-646" fmla="*/ 1069299 h 2533100"/>
              <a:gd name="connsiteX0-647" fmla="*/ 0 w 2585764"/>
              <a:gd name="connsiteY0-648" fmla="*/ 1069299 h 2533100"/>
              <a:gd name="connsiteX1-649" fmla="*/ 0 w 2585764"/>
              <a:gd name="connsiteY1-650" fmla="*/ 1069299 h 2533100"/>
              <a:gd name="connsiteX2-651" fmla="*/ 1292905 w 2585764"/>
              <a:gd name="connsiteY2-652" fmla="*/ 0 h 2533100"/>
              <a:gd name="connsiteX3-653" fmla="*/ 1292860 w 2585764"/>
              <a:gd name="connsiteY3-654" fmla="*/ 36 h 2533100"/>
              <a:gd name="connsiteX4-655" fmla="*/ 2585764 w 2585764"/>
              <a:gd name="connsiteY4-656" fmla="*/ 1069335 h 2533100"/>
              <a:gd name="connsiteX5-657" fmla="*/ 2585720 w 2585764"/>
              <a:gd name="connsiteY5-658" fmla="*/ 1069298 h 2533100"/>
              <a:gd name="connsiteX6-659" fmla="*/ 2585720 w 2585764"/>
              <a:gd name="connsiteY6-660" fmla="*/ 1069298 h 2533100"/>
              <a:gd name="connsiteX7-661" fmla="*/ 1939290 w 2585764"/>
              <a:gd name="connsiteY7-662" fmla="*/ 1069298 h 2533100"/>
              <a:gd name="connsiteX8-663" fmla="*/ 1939290 w 2585764"/>
              <a:gd name="connsiteY8-664" fmla="*/ 1069298 h 2533100"/>
              <a:gd name="connsiteX9-665" fmla="*/ 1939290 w 2585764"/>
              <a:gd name="connsiteY9-666" fmla="*/ 2533100 h 2533100"/>
              <a:gd name="connsiteX10-667" fmla="*/ 1939290 w 2585764"/>
              <a:gd name="connsiteY10-668" fmla="*/ 2533051 h 2533100"/>
              <a:gd name="connsiteX11-669" fmla="*/ 646430 w 2585764"/>
              <a:gd name="connsiteY11-670" fmla="*/ 2533051 h 2533100"/>
              <a:gd name="connsiteX12-671" fmla="*/ 646430 w 2585764"/>
              <a:gd name="connsiteY12-672" fmla="*/ 2533051 h 2533100"/>
              <a:gd name="connsiteX13-673" fmla="*/ 646430 w 2585764"/>
              <a:gd name="connsiteY13-674" fmla="*/ 1069249 h 2533100"/>
              <a:gd name="connsiteX14-675" fmla="*/ 646430 w 2585764"/>
              <a:gd name="connsiteY14-676" fmla="*/ 1069298 h 2533100"/>
              <a:gd name="connsiteX15-677" fmla="*/ 0 w 2585764"/>
              <a:gd name="connsiteY15-678" fmla="*/ 1069298 h 2533100"/>
              <a:gd name="connsiteX16-679" fmla="*/ 0 w 2585764"/>
              <a:gd name="connsiteY16-680" fmla="*/ 1069299 h 2533100"/>
              <a:gd name="connsiteX0-681" fmla="*/ 0 w 2585764"/>
              <a:gd name="connsiteY0-682" fmla="*/ 1069299 h 2533100"/>
              <a:gd name="connsiteX1-683" fmla="*/ 0 w 2585764"/>
              <a:gd name="connsiteY1-684" fmla="*/ 1069299 h 2533100"/>
              <a:gd name="connsiteX2-685" fmla="*/ 1292905 w 2585764"/>
              <a:gd name="connsiteY2-686" fmla="*/ 0 h 2533100"/>
              <a:gd name="connsiteX3-687" fmla="*/ 1292860 w 2585764"/>
              <a:gd name="connsiteY3-688" fmla="*/ 36 h 2533100"/>
              <a:gd name="connsiteX4-689" fmla="*/ 2585764 w 2585764"/>
              <a:gd name="connsiteY4-690" fmla="*/ 1069335 h 2533100"/>
              <a:gd name="connsiteX5-691" fmla="*/ 2585720 w 2585764"/>
              <a:gd name="connsiteY5-692" fmla="*/ 1069298 h 2533100"/>
              <a:gd name="connsiteX6-693" fmla="*/ 2585720 w 2585764"/>
              <a:gd name="connsiteY6-694" fmla="*/ 1069298 h 2533100"/>
              <a:gd name="connsiteX7-695" fmla="*/ 1939290 w 2585764"/>
              <a:gd name="connsiteY7-696" fmla="*/ 1069298 h 2533100"/>
              <a:gd name="connsiteX8-697" fmla="*/ 1939290 w 2585764"/>
              <a:gd name="connsiteY8-698" fmla="*/ 1069298 h 2533100"/>
              <a:gd name="connsiteX9-699" fmla="*/ 1939290 w 2585764"/>
              <a:gd name="connsiteY9-700" fmla="*/ 2533100 h 2533100"/>
              <a:gd name="connsiteX10-701" fmla="*/ 1939290 w 2585764"/>
              <a:gd name="connsiteY10-702" fmla="*/ 2533051 h 2533100"/>
              <a:gd name="connsiteX11-703" fmla="*/ 646430 w 2585764"/>
              <a:gd name="connsiteY11-704" fmla="*/ 2533051 h 2533100"/>
              <a:gd name="connsiteX12-705" fmla="*/ 646430 w 2585764"/>
              <a:gd name="connsiteY12-706" fmla="*/ 2533051 h 2533100"/>
              <a:gd name="connsiteX13-707" fmla="*/ 646430 w 2585764"/>
              <a:gd name="connsiteY13-708" fmla="*/ 1069249 h 2533100"/>
              <a:gd name="connsiteX14-709" fmla="*/ 646430 w 2585764"/>
              <a:gd name="connsiteY14-710" fmla="*/ 1069298 h 2533100"/>
              <a:gd name="connsiteX15-711" fmla="*/ 0 w 2585764"/>
              <a:gd name="connsiteY15-712" fmla="*/ 1069298 h 2533100"/>
              <a:gd name="connsiteX16-713" fmla="*/ 0 w 2585764"/>
              <a:gd name="connsiteY16-714" fmla="*/ 1069299 h 2533100"/>
              <a:gd name="connsiteX0-715" fmla="*/ 0 w 2585764"/>
              <a:gd name="connsiteY0-716" fmla="*/ 1069299 h 2533100"/>
              <a:gd name="connsiteX1-717" fmla="*/ 0 w 2585764"/>
              <a:gd name="connsiteY1-718" fmla="*/ 1069299 h 2533100"/>
              <a:gd name="connsiteX2-719" fmla="*/ 1292905 w 2585764"/>
              <a:gd name="connsiteY2-720" fmla="*/ 0 h 2533100"/>
              <a:gd name="connsiteX3-721" fmla="*/ 1292860 w 2585764"/>
              <a:gd name="connsiteY3-722" fmla="*/ 36 h 2533100"/>
              <a:gd name="connsiteX4-723" fmla="*/ 2585764 w 2585764"/>
              <a:gd name="connsiteY4-724" fmla="*/ 1069335 h 2533100"/>
              <a:gd name="connsiteX5-725" fmla="*/ 2585720 w 2585764"/>
              <a:gd name="connsiteY5-726" fmla="*/ 1069298 h 2533100"/>
              <a:gd name="connsiteX6-727" fmla="*/ 2585720 w 2585764"/>
              <a:gd name="connsiteY6-728" fmla="*/ 1069298 h 2533100"/>
              <a:gd name="connsiteX7-729" fmla="*/ 1939290 w 2585764"/>
              <a:gd name="connsiteY7-730" fmla="*/ 1069298 h 2533100"/>
              <a:gd name="connsiteX8-731" fmla="*/ 1939290 w 2585764"/>
              <a:gd name="connsiteY8-732" fmla="*/ 1069298 h 2533100"/>
              <a:gd name="connsiteX9-733" fmla="*/ 1939290 w 2585764"/>
              <a:gd name="connsiteY9-734" fmla="*/ 2533100 h 2533100"/>
              <a:gd name="connsiteX10-735" fmla="*/ 1939290 w 2585764"/>
              <a:gd name="connsiteY10-736" fmla="*/ 2533051 h 2533100"/>
              <a:gd name="connsiteX11-737" fmla="*/ 646430 w 2585764"/>
              <a:gd name="connsiteY11-738" fmla="*/ 2533051 h 2533100"/>
              <a:gd name="connsiteX12-739" fmla="*/ 646430 w 2585764"/>
              <a:gd name="connsiteY12-740" fmla="*/ 2533051 h 2533100"/>
              <a:gd name="connsiteX13-741" fmla="*/ 646430 w 2585764"/>
              <a:gd name="connsiteY13-742" fmla="*/ 1069249 h 2533100"/>
              <a:gd name="connsiteX14-743" fmla="*/ 646430 w 2585764"/>
              <a:gd name="connsiteY14-744" fmla="*/ 1069298 h 2533100"/>
              <a:gd name="connsiteX15-745" fmla="*/ 0 w 2585764"/>
              <a:gd name="connsiteY15-746" fmla="*/ 1069298 h 2533100"/>
              <a:gd name="connsiteX16-747" fmla="*/ 0 w 2585764"/>
              <a:gd name="connsiteY16-748" fmla="*/ 1069299 h 2533100"/>
              <a:gd name="connsiteX0-749" fmla="*/ 0 w 2585764"/>
              <a:gd name="connsiteY0-750" fmla="*/ 1069299 h 2533100"/>
              <a:gd name="connsiteX1-751" fmla="*/ 0 w 2585764"/>
              <a:gd name="connsiteY1-752" fmla="*/ 1069299 h 2533100"/>
              <a:gd name="connsiteX2-753" fmla="*/ 1292905 w 2585764"/>
              <a:gd name="connsiteY2-754" fmla="*/ 0 h 2533100"/>
              <a:gd name="connsiteX3-755" fmla="*/ 1292860 w 2585764"/>
              <a:gd name="connsiteY3-756" fmla="*/ 36 h 2533100"/>
              <a:gd name="connsiteX4-757" fmla="*/ 2585764 w 2585764"/>
              <a:gd name="connsiteY4-758" fmla="*/ 1069335 h 2533100"/>
              <a:gd name="connsiteX5-759" fmla="*/ 2585720 w 2585764"/>
              <a:gd name="connsiteY5-760" fmla="*/ 1069298 h 2533100"/>
              <a:gd name="connsiteX6-761" fmla="*/ 2585720 w 2585764"/>
              <a:gd name="connsiteY6-762" fmla="*/ 1069298 h 2533100"/>
              <a:gd name="connsiteX7-763" fmla="*/ 1939290 w 2585764"/>
              <a:gd name="connsiteY7-764" fmla="*/ 1069298 h 2533100"/>
              <a:gd name="connsiteX8-765" fmla="*/ 1939290 w 2585764"/>
              <a:gd name="connsiteY8-766" fmla="*/ 1069298 h 2533100"/>
              <a:gd name="connsiteX9-767" fmla="*/ 1939290 w 2585764"/>
              <a:gd name="connsiteY9-768" fmla="*/ 2533100 h 2533100"/>
              <a:gd name="connsiteX10-769" fmla="*/ 1939290 w 2585764"/>
              <a:gd name="connsiteY10-770" fmla="*/ 2533051 h 2533100"/>
              <a:gd name="connsiteX11-771" fmla="*/ 646430 w 2585764"/>
              <a:gd name="connsiteY11-772" fmla="*/ 2533051 h 2533100"/>
              <a:gd name="connsiteX12-773" fmla="*/ 646430 w 2585764"/>
              <a:gd name="connsiteY12-774" fmla="*/ 2533051 h 2533100"/>
              <a:gd name="connsiteX13-775" fmla="*/ 646430 w 2585764"/>
              <a:gd name="connsiteY13-776" fmla="*/ 1069249 h 2533100"/>
              <a:gd name="connsiteX14-777" fmla="*/ 646430 w 2585764"/>
              <a:gd name="connsiteY14-778" fmla="*/ 1069298 h 2533100"/>
              <a:gd name="connsiteX15-779" fmla="*/ 0 w 2585764"/>
              <a:gd name="connsiteY15-780" fmla="*/ 1069298 h 2533100"/>
              <a:gd name="connsiteX16-781" fmla="*/ 0 w 2585764"/>
              <a:gd name="connsiteY16-782" fmla="*/ 1069299 h 2533100"/>
              <a:gd name="connsiteX0-783" fmla="*/ 0 w 2585764"/>
              <a:gd name="connsiteY0-784" fmla="*/ 1069299 h 2533100"/>
              <a:gd name="connsiteX1-785" fmla="*/ 0 w 2585764"/>
              <a:gd name="connsiteY1-786" fmla="*/ 1069299 h 2533100"/>
              <a:gd name="connsiteX2-787" fmla="*/ 1292905 w 2585764"/>
              <a:gd name="connsiteY2-788" fmla="*/ 0 h 2533100"/>
              <a:gd name="connsiteX3-789" fmla="*/ 1292860 w 2585764"/>
              <a:gd name="connsiteY3-790" fmla="*/ 36 h 2533100"/>
              <a:gd name="connsiteX4-791" fmla="*/ 2585764 w 2585764"/>
              <a:gd name="connsiteY4-792" fmla="*/ 1069335 h 2533100"/>
              <a:gd name="connsiteX5-793" fmla="*/ 2585720 w 2585764"/>
              <a:gd name="connsiteY5-794" fmla="*/ 1069298 h 2533100"/>
              <a:gd name="connsiteX6-795" fmla="*/ 2585720 w 2585764"/>
              <a:gd name="connsiteY6-796" fmla="*/ 1069298 h 2533100"/>
              <a:gd name="connsiteX7-797" fmla="*/ 1939290 w 2585764"/>
              <a:gd name="connsiteY7-798" fmla="*/ 1069298 h 2533100"/>
              <a:gd name="connsiteX8-799" fmla="*/ 1939290 w 2585764"/>
              <a:gd name="connsiteY8-800" fmla="*/ 1069298 h 2533100"/>
              <a:gd name="connsiteX9-801" fmla="*/ 1939290 w 2585764"/>
              <a:gd name="connsiteY9-802" fmla="*/ 2533100 h 2533100"/>
              <a:gd name="connsiteX10-803" fmla="*/ 1939290 w 2585764"/>
              <a:gd name="connsiteY10-804" fmla="*/ 2533051 h 2533100"/>
              <a:gd name="connsiteX11-805" fmla="*/ 646430 w 2585764"/>
              <a:gd name="connsiteY11-806" fmla="*/ 2533051 h 2533100"/>
              <a:gd name="connsiteX12-807" fmla="*/ 646430 w 2585764"/>
              <a:gd name="connsiteY12-808" fmla="*/ 2533051 h 2533100"/>
              <a:gd name="connsiteX13-809" fmla="*/ 646430 w 2585764"/>
              <a:gd name="connsiteY13-810" fmla="*/ 1069249 h 2533100"/>
              <a:gd name="connsiteX14-811" fmla="*/ 646430 w 2585764"/>
              <a:gd name="connsiteY14-812" fmla="*/ 1069298 h 2533100"/>
              <a:gd name="connsiteX15-813" fmla="*/ 0 w 2585764"/>
              <a:gd name="connsiteY15-814" fmla="*/ 1069298 h 2533100"/>
              <a:gd name="connsiteX16-815" fmla="*/ 0 w 2585764"/>
              <a:gd name="connsiteY16-816" fmla="*/ 1069299 h 2533100"/>
              <a:gd name="connsiteX0-817" fmla="*/ 0 w 2585764"/>
              <a:gd name="connsiteY0-818" fmla="*/ 1069299 h 2533100"/>
              <a:gd name="connsiteX1-819" fmla="*/ 0 w 2585764"/>
              <a:gd name="connsiteY1-820" fmla="*/ 1069299 h 2533100"/>
              <a:gd name="connsiteX2-821" fmla="*/ 1292905 w 2585764"/>
              <a:gd name="connsiteY2-822" fmla="*/ 0 h 2533100"/>
              <a:gd name="connsiteX3-823" fmla="*/ 1292860 w 2585764"/>
              <a:gd name="connsiteY3-824" fmla="*/ 36 h 2533100"/>
              <a:gd name="connsiteX4-825" fmla="*/ 2585764 w 2585764"/>
              <a:gd name="connsiteY4-826" fmla="*/ 1069335 h 2533100"/>
              <a:gd name="connsiteX5-827" fmla="*/ 2585720 w 2585764"/>
              <a:gd name="connsiteY5-828" fmla="*/ 1069298 h 2533100"/>
              <a:gd name="connsiteX6-829" fmla="*/ 2585720 w 2585764"/>
              <a:gd name="connsiteY6-830" fmla="*/ 1069298 h 2533100"/>
              <a:gd name="connsiteX7-831" fmla="*/ 1939290 w 2585764"/>
              <a:gd name="connsiteY7-832" fmla="*/ 1069298 h 2533100"/>
              <a:gd name="connsiteX8-833" fmla="*/ 1939290 w 2585764"/>
              <a:gd name="connsiteY8-834" fmla="*/ 1069298 h 2533100"/>
              <a:gd name="connsiteX9-835" fmla="*/ 1939290 w 2585764"/>
              <a:gd name="connsiteY9-836" fmla="*/ 2533100 h 2533100"/>
              <a:gd name="connsiteX10-837" fmla="*/ 1939290 w 2585764"/>
              <a:gd name="connsiteY10-838" fmla="*/ 2533051 h 2533100"/>
              <a:gd name="connsiteX11-839" fmla="*/ 646430 w 2585764"/>
              <a:gd name="connsiteY11-840" fmla="*/ 2533051 h 2533100"/>
              <a:gd name="connsiteX12-841" fmla="*/ 646430 w 2585764"/>
              <a:gd name="connsiteY12-842" fmla="*/ 2533051 h 2533100"/>
              <a:gd name="connsiteX13-843" fmla="*/ 646430 w 2585764"/>
              <a:gd name="connsiteY13-844" fmla="*/ 1069249 h 2533100"/>
              <a:gd name="connsiteX14-845" fmla="*/ 646430 w 2585764"/>
              <a:gd name="connsiteY14-846" fmla="*/ 1069298 h 2533100"/>
              <a:gd name="connsiteX15-847" fmla="*/ 0 w 2585764"/>
              <a:gd name="connsiteY15-848" fmla="*/ 1069298 h 2533100"/>
              <a:gd name="connsiteX16-849" fmla="*/ 0 w 2585764"/>
              <a:gd name="connsiteY16-850" fmla="*/ 1069299 h 2533100"/>
              <a:gd name="connsiteX0-851" fmla="*/ 0 w 2585764"/>
              <a:gd name="connsiteY0-852" fmla="*/ 1069299 h 2533100"/>
              <a:gd name="connsiteX1-853" fmla="*/ 0 w 2585764"/>
              <a:gd name="connsiteY1-854" fmla="*/ 1069299 h 2533100"/>
              <a:gd name="connsiteX2-855" fmla="*/ 1292905 w 2585764"/>
              <a:gd name="connsiteY2-856" fmla="*/ 0 h 2533100"/>
              <a:gd name="connsiteX3-857" fmla="*/ 1292860 w 2585764"/>
              <a:gd name="connsiteY3-858" fmla="*/ 36 h 2533100"/>
              <a:gd name="connsiteX4-859" fmla="*/ 2585764 w 2585764"/>
              <a:gd name="connsiteY4-860" fmla="*/ 1069335 h 2533100"/>
              <a:gd name="connsiteX5-861" fmla="*/ 2585720 w 2585764"/>
              <a:gd name="connsiteY5-862" fmla="*/ 1069298 h 2533100"/>
              <a:gd name="connsiteX6-863" fmla="*/ 2585720 w 2585764"/>
              <a:gd name="connsiteY6-864" fmla="*/ 1069298 h 2533100"/>
              <a:gd name="connsiteX7-865" fmla="*/ 1939290 w 2585764"/>
              <a:gd name="connsiteY7-866" fmla="*/ 1069298 h 2533100"/>
              <a:gd name="connsiteX8-867" fmla="*/ 1939290 w 2585764"/>
              <a:gd name="connsiteY8-868" fmla="*/ 1069298 h 2533100"/>
              <a:gd name="connsiteX9-869" fmla="*/ 1939290 w 2585764"/>
              <a:gd name="connsiteY9-870" fmla="*/ 2533100 h 2533100"/>
              <a:gd name="connsiteX10-871" fmla="*/ 1939290 w 2585764"/>
              <a:gd name="connsiteY10-872" fmla="*/ 2533051 h 2533100"/>
              <a:gd name="connsiteX11-873" fmla="*/ 646430 w 2585764"/>
              <a:gd name="connsiteY11-874" fmla="*/ 2533051 h 2533100"/>
              <a:gd name="connsiteX12-875" fmla="*/ 646430 w 2585764"/>
              <a:gd name="connsiteY12-876" fmla="*/ 2533051 h 2533100"/>
              <a:gd name="connsiteX13-877" fmla="*/ 646430 w 2585764"/>
              <a:gd name="connsiteY13-878" fmla="*/ 1069249 h 2533100"/>
              <a:gd name="connsiteX14-879" fmla="*/ 646430 w 2585764"/>
              <a:gd name="connsiteY14-880" fmla="*/ 1069298 h 2533100"/>
              <a:gd name="connsiteX15-881" fmla="*/ 0 w 2585764"/>
              <a:gd name="connsiteY15-882" fmla="*/ 1069298 h 2533100"/>
              <a:gd name="connsiteX16-883" fmla="*/ 0 w 2585764"/>
              <a:gd name="connsiteY16-884" fmla="*/ 1069299 h 2533100"/>
              <a:gd name="connsiteX0-885" fmla="*/ 0 w 2585764"/>
              <a:gd name="connsiteY0-886" fmla="*/ 1069299 h 2533100"/>
              <a:gd name="connsiteX1-887" fmla="*/ 0 w 2585764"/>
              <a:gd name="connsiteY1-888" fmla="*/ 1069299 h 2533100"/>
              <a:gd name="connsiteX2-889" fmla="*/ 1292905 w 2585764"/>
              <a:gd name="connsiteY2-890" fmla="*/ 0 h 2533100"/>
              <a:gd name="connsiteX3-891" fmla="*/ 1292860 w 2585764"/>
              <a:gd name="connsiteY3-892" fmla="*/ 36 h 2533100"/>
              <a:gd name="connsiteX4-893" fmla="*/ 2585764 w 2585764"/>
              <a:gd name="connsiteY4-894" fmla="*/ 1069335 h 2533100"/>
              <a:gd name="connsiteX5-895" fmla="*/ 2585720 w 2585764"/>
              <a:gd name="connsiteY5-896" fmla="*/ 1069298 h 2533100"/>
              <a:gd name="connsiteX6-897" fmla="*/ 2585720 w 2585764"/>
              <a:gd name="connsiteY6-898" fmla="*/ 1069298 h 2533100"/>
              <a:gd name="connsiteX7-899" fmla="*/ 1939290 w 2585764"/>
              <a:gd name="connsiteY7-900" fmla="*/ 1069298 h 2533100"/>
              <a:gd name="connsiteX8-901" fmla="*/ 1939290 w 2585764"/>
              <a:gd name="connsiteY8-902" fmla="*/ 1069298 h 2533100"/>
              <a:gd name="connsiteX9-903" fmla="*/ 1939290 w 2585764"/>
              <a:gd name="connsiteY9-904" fmla="*/ 2533100 h 2533100"/>
              <a:gd name="connsiteX10-905" fmla="*/ 1939290 w 2585764"/>
              <a:gd name="connsiteY10-906" fmla="*/ 2533051 h 2533100"/>
              <a:gd name="connsiteX11-907" fmla="*/ 646430 w 2585764"/>
              <a:gd name="connsiteY11-908" fmla="*/ 2533051 h 2533100"/>
              <a:gd name="connsiteX12-909" fmla="*/ 646430 w 2585764"/>
              <a:gd name="connsiteY12-910" fmla="*/ 2533051 h 2533100"/>
              <a:gd name="connsiteX13-911" fmla="*/ 646430 w 2585764"/>
              <a:gd name="connsiteY13-912" fmla="*/ 1069249 h 2533100"/>
              <a:gd name="connsiteX14-913" fmla="*/ 646430 w 2585764"/>
              <a:gd name="connsiteY14-914" fmla="*/ 1069298 h 2533100"/>
              <a:gd name="connsiteX15-915" fmla="*/ 0 w 2585764"/>
              <a:gd name="connsiteY15-916" fmla="*/ 1069298 h 2533100"/>
              <a:gd name="connsiteX16-917" fmla="*/ 0 w 2585764"/>
              <a:gd name="connsiteY16-918" fmla="*/ 1069299 h 2533100"/>
              <a:gd name="connsiteX0-919" fmla="*/ 0 w 2585764"/>
              <a:gd name="connsiteY0-920" fmla="*/ 1069299 h 2533100"/>
              <a:gd name="connsiteX1-921" fmla="*/ 0 w 2585764"/>
              <a:gd name="connsiteY1-922" fmla="*/ 1069299 h 2533100"/>
              <a:gd name="connsiteX2-923" fmla="*/ 1292905 w 2585764"/>
              <a:gd name="connsiteY2-924" fmla="*/ 0 h 2533100"/>
              <a:gd name="connsiteX3-925" fmla="*/ 1292860 w 2585764"/>
              <a:gd name="connsiteY3-926" fmla="*/ 36 h 2533100"/>
              <a:gd name="connsiteX4-927" fmla="*/ 2585764 w 2585764"/>
              <a:gd name="connsiteY4-928" fmla="*/ 1069335 h 2533100"/>
              <a:gd name="connsiteX5-929" fmla="*/ 2585720 w 2585764"/>
              <a:gd name="connsiteY5-930" fmla="*/ 1069298 h 2533100"/>
              <a:gd name="connsiteX6-931" fmla="*/ 2585720 w 2585764"/>
              <a:gd name="connsiteY6-932" fmla="*/ 1069298 h 2533100"/>
              <a:gd name="connsiteX7-933" fmla="*/ 1939290 w 2585764"/>
              <a:gd name="connsiteY7-934" fmla="*/ 1069298 h 2533100"/>
              <a:gd name="connsiteX8-935" fmla="*/ 1939290 w 2585764"/>
              <a:gd name="connsiteY8-936" fmla="*/ 1069298 h 2533100"/>
              <a:gd name="connsiteX9-937" fmla="*/ 1939290 w 2585764"/>
              <a:gd name="connsiteY9-938" fmla="*/ 2533100 h 2533100"/>
              <a:gd name="connsiteX10-939" fmla="*/ 1939290 w 2585764"/>
              <a:gd name="connsiteY10-940" fmla="*/ 2533051 h 2533100"/>
              <a:gd name="connsiteX11-941" fmla="*/ 646430 w 2585764"/>
              <a:gd name="connsiteY11-942" fmla="*/ 2533051 h 2533100"/>
              <a:gd name="connsiteX12-943" fmla="*/ 646430 w 2585764"/>
              <a:gd name="connsiteY12-944" fmla="*/ 2533051 h 2533100"/>
              <a:gd name="connsiteX13-945" fmla="*/ 646430 w 2585764"/>
              <a:gd name="connsiteY13-946" fmla="*/ 1069249 h 2533100"/>
              <a:gd name="connsiteX14-947" fmla="*/ 646430 w 2585764"/>
              <a:gd name="connsiteY14-948" fmla="*/ 1069298 h 2533100"/>
              <a:gd name="connsiteX15-949" fmla="*/ 0 w 2585764"/>
              <a:gd name="connsiteY15-950" fmla="*/ 1069298 h 2533100"/>
              <a:gd name="connsiteX16-951" fmla="*/ 0 w 2585764"/>
              <a:gd name="connsiteY16-952" fmla="*/ 1069299 h 2533100"/>
              <a:gd name="connsiteX0-953" fmla="*/ 0 w 2585764"/>
              <a:gd name="connsiteY0-954" fmla="*/ 1069299 h 2533100"/>
              <a:gd name="connsiteX1-955" fmla="*/ 0 w 2585764"/>
              <a:gd name="connsiteY1-956" fmla="*/ 1069299 h 2533100"/>
              <a:gd name="connsiteX2-957" fmla="*/ 1292905 w 2585764"/>
              <a:gd name="connsiteY2-958" fmla="*/ 0 h 2533100"/>
              <a:gd name="connsiteX3-959" fmla="*/ 1292860 w 2585764"/>
              <a:gd name="connsiteY3-960" fmla="*/ 36 h 2533100"/>
              <a:gd name="connsiteX4-961" fmla="*/ 2585764 w 2585764"/>
              <a:gd name="connsiteY4-962" fmla="*/ 1069335 h 2533100"/>
              <a:gd name="connsiteX5-963" fmla="*/ 2585720 w 2585764"/>
              <a:gd name="connsiteY5-964" fmla="*/ 1069298 h 2533100"/>
              <a:gd name="connsiteX6-965" fmla="*/ 2585720 w 2585764"/>
              <a:gd name="connsiteY6-966" fmla="*/ 1069298 h 2533100"/>
              <a:gd name="connsiteX7-967" fmla="*/ 1939290 w 2585764"/>
              <a:gd name="connsiteY7-968" fmla="*/ 1069298 h 2533100"/>
              <a:gd name="connsiteX8-969" fmla="*/ 1939290 w 2585764"/>
              <a:gd name="connsiteY8-970" fmla="*/ 1069298 h 2533100"/>
              <a:gd name="connsiteX9-971" fmla="*/ 1939290 w 2585764"/>
              <a:gd name="connsiteY9-972" fmla="*/ 2533100 h 2533100"/>
              <a:gd name="connsiteX10-973" fmla="*/ 1939290 w 2585764"/>
              <a:gd name="connsiteY10-974" fmla="*/ 2533051 h 2533100"/>
              <a:gd name="connsiteX11-975" fmla="*/ 646430 w 2585764"/>
              <a:gd name="connsiteY11-976" fmla="*/ 2533051 h 2533100"/>
              <a:gd name="connsiteX12-977" fmla="*/ 646430 w 2585764"/>
              <a:gd name="connsiteY12-978" fmla="*/ 2533051 h 2533100"/>
              <a:gd name="connsiteX13-979" fmla="*/ 646430 w 2585764"/>
              <a:gd name="connsiteY13-980" fmla="*/ 1069249 h 2533100"/>
              <a:gd name="connsiteX14-981" fmla="*/ 646430 w 2585764"/>
              <a:gd name="connsiteY14-982" fmla="*/ 1069298 h 2533100"/>
              <a:gd name="connsiteX15-983" fmla="*/ 0 w 2585764"/>
              <a:gd name="connsiteY15-984" fmla="*/ 1069298 h 2533100"/>
              <a:gd name="connsiteX16-985" fmla="*/ 0 w 2585764"/>
              <a:gd name="connsiteY16-986" fmla="*/ 1069299 h 2533100"/>
              <a:gd name="connsiteX0-987" fmla="*/ 0 w 2585764"/>
              <a:gd name="connsiteY0-988" fmla="*/ 1069299 h 2533100"/>
              <a:gd name="connsiteX1-989" fmla="*/ 0 w 2585764"/>
              <a:gd name="connsiteY1-990" fmla="*/ 1069299 h 2533100"/>
              <a:gd name="connsiteX2-991" fmla="*/ 1292905 w 2585764"/>
              <a:gd name="connsiteY2-992" fmla="*/ 0 h 2533100"/>
              <a:gd name="connsiteX3-993" fmla="*/ 1292860 w 2585764"/>
              <a:gd name="connsiteY3-994" fmla="*/ 36 h 2533100"/>
              <a:gd name="connsiteX4-995" fmla="*/ 2585764 w 2585764"/>
              <a:gd name="connsiteY4-996" fmla="*/ 1069335 h 2533100"/>
              <a:gd name="connsiteX5-997" fmla="*/ 2585720 w 2585764"/>
              <a:gd name="connsiteY5-998" fmla="*/ 1069298 h 2533100"/>
              <a:gd name="connsiteX6-999" fmla="*/ 2585720 w 2585764"/>
              <a:gd name="connsiteY6-1000" fmla="*/ 1069298 h 2533100"/>
              <a:gd name="connsiteX7-1001" fmla="*/ 1939290 w 2585764"/>
              <a:gd name="connsiteY7-1002" fmla="*/ 1069298 h 2533100"/>
              <a:gd name="connsiteX8-1003" fmla="*/ 1939290 w 2585764"/>
              <a:gd name="connsiteY8-1004" fmla="*/ 1069298 h 2533100"/>
              <a:gd name="connsiteX9-1005" fmla="*/ 1939290 w 2585764"/>
              <a:gd name="connsiteY9-1006" fmla="*/ 2533100 h 2533100"/>
              <a:gd name="connsiteX10-1007" fmla="*/ 1939290 w 2585764"/>
              <a:gd name="connsiteY10-1008" fmla="*/ 2533051 h 2533100"/>
              <a:gd name="connsiteX11-1009" fmla="*/ 646430 w 2585764"/>
              <a:gd name="connsiteY11-1010" fmla="*/ 2533051 h 2533100"/>
              <a:gd name="connsiteX12-1011" fmla="*/ 646430 w 2585764"/>
              <a:gd name="connsiteY12-1012" fmla="*/ 2533051 h 2533100"/>
              <a:gd name="connsiteX13-1013" fmla="*/ 646430 w 2585764"/>
              <a:gd name="connsiteY13-1014" fmla="*/ 1069249 h 2533100"/>
              <a:gd name="connsiteX14-1015" fmla="*/ 646430 w 2585764"/>
              <a:gd name="connsiteY14-1016" fmla="*/ 1069298 h 2533100"/>
              <a:gd name="connsiteX15-1017" fmla="*/ 0 w 2585764"/>
              <a:gd name="connsiteY15-1018" fmla="*/ 1069298 h 2533100"/>
              <a:gd name="connsiteX16-1019" fmla="*/ 0 w 2585764"/>
              <a:gd name="connsiteY16-1020" fmla="*/ 1069299 h 2533100"/>
              <a:gd name="connsiteX0-1021" fmla="*/ 0 w 2585764"/>
              <a:gd name="connsiteY0-1022" fmla="*/ 1069299 h 2533100"/>
              <a:gd name="connsiteX1-1023" fmla="*/ 0 w 2585764"/>
              <a:gd name="connsiteY1-1024" fmla="*/ 1069299 h 2533100"/>
              <a:gd name="connsiteX2-1025" fmla="*/ 1292905 w 2585764"/>
              <a:gd name="connsiteY2-1026" fmla="*/ 0 h 2533100"/>
              <a:gd name="connsiteX3-1027" fmla="*/ 1292860 w 2585764"/>
              <a:gd name="connsiteY3-1028" fmla="*/ 36 h 2533100"/>
              <a:gd name="connsiteX4-1029" fmla="*/ 2585764 w 2585764"/>
              <a:gd name="connsiteY4-1030" fmla="*/ 1069335 h 2533100"/>
              <a:gd name="connsiteX5-1031" fmla="*/ 2585720 w 2585764"/>
              <a:gd name="connsiteY5-1032" fmla="*/ 1069298 h 2533100"/>
              <a:gd name="connsiteX6-1033" fmla="*/ 2585720 w 2585764"/>
              <a:gd name="connsiteY6-1034" fmla="*/ 1069298 h 2533100"/>
              <a:gd name="connsiteX7-1035" fmla="*/ 1939290 w 2585764"/>
              <a:gd name="connsiteY7-1036" fmla="*/ 1069298 h 2533100"/>
              <a:gd name="connsiteX8-1037" fmla="*/ 1939290 w 2585764"/>
              <a:gd name="connsiteY8-1038" fmla="*/ 1069298 h 2533100"/>
              <a:gd name="connsiteX9-1039" fmla="*/ 1939290 w 2585764"/>
              <a:gd name="connsiteY9-1040" fmla="*/ 2533100 h 2533100"/>
              <a:gd name="connsiteX10-1041" fmla="*/ 1939290 w 2585764"/>
              <a:gd name="connsiteY10-1042" fmla="*/ 2533051 h 2533100"/>
              <a:gd name="connsiteX11-1043" fmla="*/ 646430 w 2585764"/>
              <a:gd name="connsiteY11-1044" fmla="*/ 2533051 h 2533100"/>
              <a:gd name="connsiteX12-1045" fmla="*/ 646430 w 2585764"/>
              <a:gd name="connsiteY12-1046" fmla="*/ 2533051 h 2533100"/>
              <a:gd name="connsiteX13-1047" fmla="*/ 646430 w 2585764"/>
              <a:gd name="connsiteY13-1048" fmla="*/ 1069249 h 2533100"/>
              <a:gd name="connsiteX14-1049" fmla="*/ 646430 w 2585764"/>
              <a:gd name="connsiteY14-1050" fmla="*/ 1069298 h 2533100"/>
              <a:gd name="connsiteX15-1051" fmla="*/ 0 w 2585764"/>
              <a:gd name="connsiteY15-1052" fmla="*/ 1069298 h 2533100"/>
              <a:gd name="connsiteX16-1053" fmla="*/ 0 w 2585764"/>
              <a:gd name="connsiteY16-1054" fmla="*/ 1069299 h 2533100"/>
              <a:gd name="connsiteX0-1055" fmla="*/ 0 w 2585764"/>
              <a:gd name="connsiteY0-1056" fmla="*/ 1069299 h 2533100"/>
              <a:gd name="connsiteX1-1057" fmla="*/ 0 w 2585764"/>
              <a:gd name="connsiteY1-1058" fmla="*/ 1069299 h 2533100"/>
              <a:gd name="connsiteX2-1059" fmla="*/ 1292905 w 2585764"/>
              <a:gd name="connsiteY2-1060" fmla="*/ 0 h 2533100"/>
              <a:gd name="connsiteX3-1061" fmla="*/ 1292860 w 2585764"/>
              <a:gd name="connsiteY3-1062" fmla="*/ 36 h 2533100"/>
              <a:gd name="connsiteX4-1063" fmla="*/ 2585764 w 2585764"/>
              <a:gd name="connsiteY4-1064" fmla="*/ 1069335 h 2533100"/>
              <a:gd name="connsiteX5-1065" fmla="*/ 2585720 w 2585764"/>
              <a:gd name="connsiteY5-1066" fmla="*/ 1069298 h 2533100"/>
              <a:gd name="connsiteX6-1067" fmla="*/ 2585720 w 2585764"/>
              <a:gd name="connsiteY6-1068" fmla="*/ 1069298 h 2533100"/>
              <a:gd name="connsiteX7-1069" fmla="*/ 1939290 w 2585764"/>
              <a:gd name="connsiteY7-1070" fmla="*/ 1069298 h 2533100"/>
              <a:gd name="connsiteX8-1071" fmla="*/ 1939290 w 2585764"/>
              <a:gd name="connsiteY8-1072" fmla="*/ 1069298 h 2533100"/>
              <a:gd name="connsiteX9-1073" fmla="*/ 1939290 w 2585764"/>
              <a:gd name="connsiteY9-1074" fmla="*/ 2533100 h 2533100"/>
              <a:gd name="connsiteX10-1075" fmla="*/ 1939290 w 2585764"/>
              <a:gd name="connsiteY10-1076" fmla="*/ 2533051 h 2533100"/>
              <a:gd name="connsiteX11-1077" fmla="*/ 646430 w 2585764"/>
              <a:gd name="connsiteY11-1078" fmla="*/ 2533051 h 2533100"/>
              <a:gd name="connsiteX12-1079" fmla="*/ 646430 w 2585764"/>
              <a:gd name="connsiteY12-1080" fmla="*/ 2533051 h 2533100"/>
              <a:gd name="connsiteX13-1081" fmla="*/ 646430 w 2585764"/>
              <a:gd name="connsiteY13-1082" fmla="*/ 1069249 h 2533100"/>
              <a:gd name="connsiteX14-1083" fmla="*/ 646430 w 2585764"/>
              <a:gd name="connsiteY14-1084" fmla="*/ 1069298 h 2533100"/>
              <a:gd name="connsiteX15-1085" fmla="*/ 0 w 2585764"/>
              <a:gd name="connsiteY15-1086" fmla="*/ 1069298 h 2533100"/>
              <a:gd name="connsiteX16-1087" fmla="*/ 0 w 2585764"/>
              <a:gd name="connsiteY16-1088" fmla="*/ 1069299 h 2533100"/>
              <a:gd name="connsiteX0-1089" fmla="*/ 0 w 2585764"/>
              <a:gd name="connsiteY0-1090" fmla="*/ 1069299 h 2533100"/>
              <a:gd name="connsiteX1-1091" fmla="*/ 0 w 2585764"/>
              <a:gd name="connsiteY1-1092" fmla="*/ 1069299 h 2533100"/>
              <a:gd name="connsiteX2-1093" fmla="*/ 1292905 w 2585764"/>
              <a:gd name="connsiteY2-1094" fmla="*/ 0 h 2533100"/>
              <a:gd name="connsiteX3-1095" fmla="*/ 1292860 w 2585764"/>
              <a:gd name="connsiteY3-1096" fmla="*/ 36 h 2533100"/>
              <a:gd name="connsiteX4-1097" fmla="*/ 2585764 w 2585764"/>
              <a:gd name="connsiteY4-1098" fmla="*/ 1069335 h 2533100"/>
              <a:gd name="connsiteX5-1099" fmla="*/ 2585720 w 2585764"/>
              <a:gd name="connsiteY5-1100" fmla="*/ 1069298 h 2533100"/>
              <a:gd name="connsiteX6-1101" fmla="*/ 2585720 w 2585764"/>
              <a:gd name="connsiteY6-1102" fmla="*/ 1069298 h 2533100"/>
              <a:gd name="connsiteX7-1103" fmla="*/ 1939290 w 2585764"/>
              <a:gd name="connsiteY7-1104" fmla="*/ 1069298 h 2533100"/>
              <a:gd name="connsiteX8-1105" fmla="*/ 1939290 w 2585764"/>
              <a:gd name="connsiteY8-1106" fmla="*/ 1069298 h 2533100"/>
              <a:gd name="connsiteX9-1107" fmla="*/ 1939290 w 2585764"/>
              <a:gd name="connsiteY9-1108" fmla="*/ 2533100 h 2533100"/>
              <a:gd name="connsiteX10-1109" fmla="*/ 1939290 w 2585764"/>
              <a:gd name="connsiteY10-1110" fmla="*/ 2533051 h 2533100"/>
              <a:gd name="connsiteX11-1111" fmla="*/ 646430 w 2585764"/>
              <a:gd name="connsiteY11-1112" fmla="*/ 2533051 h 2533100"/>
              <a:gd name="connsiteX12-1113" fmla="*/ 646430 w 2585764"/>
              <a:gd name="connsiteY12-1114" fmla="*/ 2533051 h 2533100"/>
              <a:gd name="connsiteX13-1115" fmla="*/ 646430 w 2585764"/>
              <a:gd name="connsiteY13-1116" fmla="*/ 1069249 h 2533100"/>
              <a:gd name="connsiteX14-1117" fmla="*/ 646430 w 2585764"/>
              <a:gd name="connsiteY14-1118" fmla="*/ 1069298 h 2533100"/>
              <a:gd name="connsiteX15-1119" fmla="*/ 0 w 2585764"/>
              <a:gd name="connsiteY15-1120" fmla="*/ 1069298 h 2533100"/>
              <a:gd name="connsiteX16-1121" fmla="*/ 0 w 2585764"/>
              <a:gd name="connsiteY16-1122" fmla="*/ 1069299 h 2533100"/>
              <a:gd name="connsiteX0-1123" fmla="*/ 0 w 2585764"/>
              <a:gd name="connsiteY0-1124" fmla="*/ 1069299 h 2533100"/>
              <a:gd name="connsiteX1-1125" fmla="*/ 0 w 2585764"/>
              <a:gd name="connsiteY1-1126" fmla="*/ 1069299 h 2533100"/>
              <a:gd name="connsiteX2-1127" fmla="*/ 1292905 w 2585764"/>
              <a:gd name="connsiteY2-1128" fmla="*/ 0 h 2533100"/>
              <a:gd name="connsiteX3-1129" fmla="*/ 1292860 w 2585764"/>
              <a:gd name="connsiteY3-1130" fmla="*/ 36 h 2533100"/>
              <a:gd name="connsiteX4-1131" fmla="*/ 2585764 w 2585764"/>
              <a:gd name="connsiteY4-1132" fmla="*/ 1069335 h 2533100"/>
              <a:gd name="connsiteX5-1133" fmla="*/ 2585720 w 2585764"/>
              <a:gd name="connsiteY5-1134" fmla="*/ 1069298 h 2533100"/>
              <a:gd name="connsiteX6-1135" fmla="*/ 2585720 w 2585764"/>
              <a:gd name="connsiteY6-1136" fmla="*/ 1069298 h 2533100"/>
              <a:gd name="connsiteX7-1137" fmla="*/ 1939290 w 2585764"/>
              <a:gd name="connsiteY7-1138" fmla="*/ 1069298 h 2533100"/>
              <a:gd name="connsiteX8-1139" fmla="*/ 1939290 w 2585764"/>
              <a:gd name="connsiteY8-1140" fmla="*/ 1069298 h 2533100"/>
              <a:gd name="connsiteX9-1141" fmla="*/ 1939290 w 2585764"/>
              <a:gd name="connsiteY9-1142" fmla="*/ 2533100 h 2533100"/>
              <a:gd name="connsiteX10-1143" fmla="*/ 1939290 w 2585764"/>
              <a:gd name="connsiteY10-1144" fmla="*/ 2533051 h 2533100"/>
              <a:gd name="connsiteX11-1145" fmla="*/ 646430 w 2585764"/>
              <a:gd name="connsiteY11-1146" fmla="*/ 2533051 h 2533100"/>
              <a:gd name="connsiteX12-1147" fmla="*/ 646430 w 2585764"/>
              <a:gd name="connsiteY12-1148" fmla="*/ 2533051 h 2533100"/>
              <a:gd name="connsiteX13-1149" fmla="*/ 646430 w 2585764"/>
              <a:gd name="connsiteY13-1150" fmla="*/ 1069249 h 2533100"/>
              <a:gd name="connsiteX14-1151" fmla="*/ 646430 w 2585764"/>
              <a:gd name="connsiteY14-1152" fmla="*/ 1069298 h 2533100"/>
              <a:gd name="connsiteX15-1153" fmla="*/ 0 w 2585764"/>
              <a:gd name="connsiteY15-1154" fmla="*/ 1069298 h 2533100"/>
              <a:gd name="connsiteX16-1155" fmla="*/ 0 w 2585764"/>
              <a:gd name="connsiteY16-1156" fmla="*/ 1069299 h 2533100"/>
              <a:gd name="connsiteX0-1157" fmla="*/ 0 w 2585764"/>
              <a:gd name="connsiteY0-1158" fmla="*/ 1069299 h 2533100"/>
              <a:gd name="connsiteX1-1159" fmla="*/ 0 w 2585764"/>
              <a:gd name="connsiteY1-1160" fmla="*/ 1069299 h 2533100"/>
              <a:gd name="connsiteX2-1161" fmla="*/ 1292905 w 2585764"/>
              <a:gd name="connsiteY2-1162" fmla="*/ 0 h 2533100"/>
              <a:gd name="connsiteX3-1163" fmla="*/ 1292860 w 2585764"/>
              <a:gd name="connsiteY3-1164" fmla="*/ 36 h 2533100"/>
              <a:gd name="connsiteX4-1165" fmla="*/ 2585764 w 2585764"/>
              <a:gd name="connsiteY4-1166" fmla="*/ 1069335 h 2533100"/>
              <a:gd name="connsiteX5-1167" fmla="*/ 2585720 w 2585764"/>
              <a:gd name="connsiteY5-1168" fmla="*/ 1069298 h 2533100"/>
              <a:gd name="connsiteX6-1169" fmla="*/ 2585720 w 2585764"/>
              <a:gd name="connsiteY6-1170" fmla="*/ 1069298 h 2533100"/>
              <a:gd name="connsiteX7-1171" fmla="*/ 1939290 w 2585764"/>
              <a:gd name="connsiteY7-1172" fmla="*/ 1069298 h 2533100"/>
              <a:gd name="connsiteX8-1173" fmla="*/ 1939290 w 2585764"/>
              <a:gd name="connsiteY8-1174" fmla="*/ 1069298 h 2533100"/>
              <a:gd name="connsiteX9-1175" fmla="*/ 1939290 w 2585764"/>
              <a:gd name="connsiteY9-1176" fmla="*/ 2533100 h 2533100"/>
              <a:gd name="connsiteX10-1177" fmla="*/ 1939290 w 2585764"/>
              <a:gd name="connsiteY10-1178" fmla="*/ 2533051 h 2533100"/>
              <a:gd name="connsiteX11-1179" fmla="*/ 646430 w 2585764"/>
              <a:gd name="connsiteY11-1180" fmla="*/ 2533051 h 2533100"/>
              <a:gd name="connsiteX12-1181" fmla="*/ 646430 w 2585764"/>
              <a:gd name="connsiteY12-1182" fmla="*/ 2533051 h 2533100"/>
              <a:gd name="connsiteX13-1183" fmla="*/ 646430 w 2585764"/>
              <a:gd name="connsiteY13-1184" fmla="*/ 1069249 h 2533100"/>
              <a:gd name="connsiteX14-1185" fmla="*/ 646430 w 2585764"/>
              <a:gd name="connsiteY14-1186" fmla="*/ 1069298 h 2533100"/>
              <a:gd name="connsiteX15-1187" fmla="*/ 0 w 2585764"/>
              <a:gd name="connsiteY15-1188" fmla="*/ 1069298 h 2533100"/>
              <a:gd name="connsiteX16-1189" fmla="*/ 0 w 2585764"/>
              <a:gd name="connsiteY16-1190" fmla="*/ 1069299 h 2533100"/>
              <a:gd name="connsiteX0-1191" fmla="*/ 0 w 2585764"/>
              <a:gd name="connsiteY0-1192" fmla="*/ 1069299 h 2533100"/>
              <a:gd name="connsiteX1-1193" fmla="*/ 0 w 2585764"/>
              <a:gd name="connsiteY1-1194" fmla="*/ 1069299 h 2533100"/>
              <a:gd name="connsiteX2-1195" fmla="*/ 1292905 w 2585764"/>
              <a:gd name="connsiteY2-1196" fmla="*/ 0 h 2533100"/>
              <a:gd name="connsiteX3-1197" fmla="*/ 1292860 w 2585764"/>
              <a:gd name="connsiteY3-1198" fmla="*/ 36 h 2533100"/>
              <a:gd name="connsiteX4-1199" fmla="*/ 2585764 w 2585764"/>
              <a:gd name="connsiteY4-1200" fmla="*/ 1069335 h 2533100"/>
              <a:gd name="connsiteX5-1201" fmla="*/ 2585720 w 2585764"/>
              <a:gd name="connsiteY5-1202" fmla="*/ 1069298 h 2533100"/>
              <a:gd name="connsiteX6-1203" fmla="*/ 2585720 w 2585764"/>
              <a:gd name="connsiteY6-1204" fmla="*/ 1069298 h 2533100"/>
              <a:gd name="connsiteX7-1205" fmla="*/ 1939290 w 2585764"/>
              <a:gd name="connsiteY7-1206" fmla="*/ 1069298 h 2533100"/>
              <a:gd name="connsiteX8-1207" fmla="*/ 1939290 w 2585764"/>
              <a:gd name="connsiteY8-1208" fmla="*/ 1069298 h 2533100"/>
              <a:gd name="connsiteX9-1209" fmla="*/ 1939290 w 2585764"/>
              <a:gd name="connsiteY9-1210" fmla="*/ 2533100 h 2533100"/>
              <a:gd name="connsiteX10-1211" fmla="*/ 1939290 w 2585764"/>
              <a:gd name="connsiteY10-1212" fmla="*/ 2533051 h 2533100"/>
              <a:gd name="connsiteX11-1213" fmla="*/ 646430 w 2585764"/>
              <a:gd name="connsiteY11-1214" fmla="*/ 2533051 h 2533100"/>
              <a:gd name="connsiteX12-1215" fmla="*/ 646430 w 2585764"/>
              <a:gd name="connsiteY12-1216" fmla="*/ 2533051 h 2533100"/>
              <a:gd name="connsiteX13-1217" fmla="*/ 646430 w 2585764"/>
              <a:gd name="connsiteY13-1218" fmla="*/ 1069249 h 2533100"/>
              <a:gd name="connsiteX14-1219" fmla="*/ 646430 w 2585764"/>
              <a:gd name="connsiteY14-1220" fmla="*/ 1069298 h 2533100"/>
              <a:gd name="connsiteX15-1221" fmla="*/ 0 w 2585764"/>
              <a:gd name="connsiteY15-1222" fmla="*/ 1069298 h 2533100"/>
              <a:gd name="connsiteX16-1223" fmla="*/ 0 w 2585764"/>
              <a:gd name="connsiteY16-1224" fmla="*/ 1069299 h 2533100"/>
              <a:gd name="connsiteX0-1225" fmla="*/ 0 w 2585764"/>
              <a:gd name="connsiteY0-1226" fmla="*/ 1069299 h 2533100"/>
              <a:gd name="connsiteX1-1227" fmla="*/ 0 w 2585764"/>
              <a:gd name="connsiteY1-1228" fmla="*/ 1069299 h 2533100"/>
              <a:gd name="connsiteX2-1229" fmla="*/ 1292905 w 2585764"/>
              <a:gd name="connsiteY2-1230" fmla="*/ 0 h 2533100"/>
              <a:gd name="connsiteX3-1231" fmla="*/ 1292860 w 2585764"/>
              <a:gd name="connsiteY3-1232" fmla="*/ 36 h 2533100"/>
              <a:gd name="connsiteX4-1233" fmla="*/ 2585764 w 2585764"/>
              <a:gd name="connsiteY4-1234" fmla="*/ 1069335 h 2533100"/>
              <a:gd name="connsiteX5-1235" fmla="*/ 2585720 w 2585764"/>
              <a:gd name="connsiteY5-1236" fmla="*/ 1069298 h 2533100"/>
              <a:gd name="connsiteX6-1237" fmla="*/ 2585720 w 2585764"/>
              <a:gd name="connsiteY6-1238" fmla="*/ 1069298 h 2533100"/>
              <a:gd name="connsiteX7-1239" fmla="*/ 1939290 w 2585764"/>
              <a:gd name="connsiteY7-1240" fmla="*/ 1069298 h 2533100"/>
              <a:gd name="connsiteX8-1241" fmla="*/ 1939290 w 2585764"/>
              <a:gd name="connsiteY8-1242" fmla="*/ 1069298 h 2533100"/>
              <a:gd name="connsiteX9-1243" fmla="*/ 1939290 w 2585764"/>
              <a:gd name="connsiteY9-1244" fmla="*/ 2533100 h 2533100"/>
              <a:gd name="connsiteX10-1245" fmla="*/ 1939290 w 2585764"/>
              <a:gd name="connsiteY10-1246" fmla="*/ 2533051 h 2533100"/>
              <a:gd name="connsiteX11-1247" fmla="*/ 646430 w 2585764"/>
              <a:gd name="connsiteY11-1248" fmla="*/ 2533051 h 2533100"/>
              <a:gd name="connsiteX12-1249" fmla="*/ 646430 w 2585764"/>
              <a:gd name="connsiteY12-1250" fmla="*/ 2533051 h 2533100"/>
              <a:gd name="connsiteX13-1251" fmla="*/ 646430 w 2585764"/>
              <a:gd name="connsiteY13-1252" fmla="*/ 1069249 h 2533100"/>
              <a:gd name="connsiteX14-1253" fmla="*/ 646430 w 2585764"/>
              <a:gd name="connsiteY14-1254" fmla="*/ 1069298 h 2533100"/>
              <a:gd name="connsiteX15-1255" fmla="*/ 0 w 2585764"/>
              <a:gd name="connsiteY15-1256" fmla="*/ 1069298 h 2533100"/>
              <a:gd name="connsiteX16-1257" fmla="*/ 0 w 2585764"/>
              <a:gd name="connsiteY16-1258" fmla="*/ 1069299 h 2533100"/>
              <a:gd name="connsiteX0-1259" fmla="*/ 0 w 2585764"/>
              <a:gd name="connsiteY0-1260" fmla="*/ 1069299 h 2533100"/>
              <a:gd name="connsiteX1-1261" fmla="*/ 0 w 2585764"/>
              <a:gd name="connsiteY1-1262" fmla="*/ 1069299 h 2533100"/>
              <a:gd name="connsiteX2-1263" fmla="*/ 1292905 w 2585764"/>
              <a:gd name="connsiteY2-1264" fmla="*/ 0 h 2533100"/>
              <a:gd name="connsiteX3-1265" fmla="*/ 1292860 w 2585764"/>
              <a:gd name="connsiteY3-1266" fmla="*/ 36 h 2533100"/>
              <a:gd name="connsiteX4-1267" fmla="*/ 2585764 w 2585764"/>
              <a:gd name="connsiteY4-1268" fmla="*/ 1069335 h 2533100"/>
              <a:gd name="connsiteX5-1269" fmla="*/ 2585720 w 2585764"/>
              <a:gd name="connsiteY5-1270" fmla="*/ 1069298 h 2533100"/>
              <a:gd name="connsiteX6-1271" fmla="*/ 2585720 w 2585764"/>
              <a:gd name="connsiteY6-1272" fmla="*/ 1069298 h 2533100"/>
              <a:gd name="connsiteX7-1273" fmla="*/ 1939290 w 2585764"/>
              <a:gd name="connsiteY7-1274" fmla="*/ 1069298 h 2533100"/>
              <a:gd name="connsiteX8-1275" fmla="*/ 1939290 w 2585764"/>
              <a:gd name="connsiteY8-1276" fmla="*/ 1069298 h 2533100"/>
              <a:gd name="connsiteX9-1277" fmla="*/ 1939290 w 2585764"/>
              <a:gd name="connsiteY9-1278" fmla="*/ 2533100 h 2533100"/>
              <a:gd name="connsiteX10-1279" fmla="*/ 1939290 w 2585764"/>
              <a:gd name="connsiteY10-1280" fmla="*/ 2533051 h 2533100"/>
              <a:gd name="connsiteX11-1281" fmla="*/ 646430 w 2585764"/>
              <a:gd name="connsiteY11-1282" fmla="*/ 2533051 h 2533100"/>
              <a:gd name="connsiteX12-1283" fmla="*/ 646430 w 2585764"/>
              <a:gd name="connsiteY12-1284" fmla="*/ 2533051 h 2533100"/>
              <a:gd name="connsiteX13-1285" fmla="*/ 646430 w 2585764"/>
              <a:gd name="connsiteY13-1286" fmla="*/ 1069249 h 2533100"/>
              <a:gd name="connsiteX14-1287" fmla="*/ 646430 w 2585764"/>
              <a:gd name="connsiteY14-1288" fmla="*/ 1069298 h 2533100"/>
              <a:gd name="connsiteX15-1289" fmla="*/ 0 w 2585764"/>
              <a:gd name="connsiteY15-1290" fmla="*/ 1069298 h 2533100"/>
              <a:gd name="connsiteX16-1291" fmla="*/ 0 w 2585764"/>
              <a:gd name="connsiteY16-1292" fmla="*/ 1069299 h 2533100"/>
              <a:gd name="connsiteX0-1293" fmla="*/ 0 w 2585764"/>
              <a:gd name="connsiteY0-1294" fmla="*/ 1069299 h 2533100"/>
              <a:gd name="connsiteX1-1295" fmla="*/ 0 w 2585764"/>
              <a:gd name="connsiteY1-1296" fmla="*/ 1069299 h 2533100"/>
              <a:gd name="connsiteX2-1297" fmla="*/ 1292905 w 2585764"/>
              <a:gd name="connsiteY2-1298" fmla="*/ 0 h 2533100"/>
              <a:gd name="connsiteX3-1299" fmla="*/ 1292860 w 2585764"/>
              <a:gd name="connsiteY3-1300" fmla="*/ 36 h 2533100"/>
              <a:gd name="connsiteX4-1301" fmla="*/ 2585764 w 2585764"/>
              <a:gd name="connsiteY4-1302" fmla="*/ 1069335 h 2533100"/>
              <a:gd name="connsiteX5-1303" fmla="*/ 2585720 w 2585764"/>
              <a:gd name="connsiteY5-1304" fmla="*/ 1069298 h 2533100"/>
              <a:gd name="connsiteX6-1305" fmla="*/ 2585720 w 2585764"/>
              <a:gd name="connsiteY6-1306" fmla="*/ 1069298 h 2533100"/>
              <a:gd name="connsiteX7-1307" fmla="*/ 1939290 w 2585764"/>
              <a:gd name="connsiteY7-1308" fmla="*/ 1069298 h 2533100"/>
              <a:gd name="connsiteX8-1309" fmla="*/ 1939290 w 2585764"/>
              <a:gd name="connsiteY8-1310" fmla="*/ 1069298 h 2533100"/>
              <a:gd name="connsiteX9-1311" fmla="*/ 1939290 w 2585764"/>
              <a:gd name="connsiteY9-1312" fmla="*/ 2533100 h 2533100"/>
              <a:gd name="connsiteX10-1313" fmla="*/ 1939290 w 2585764"/>
              <a:gd name="connsiteY10-1314" fmla="*/ 2533051 h 2533100"/>
              <a:gd name="connsiteX11-1315" fmla="*/ 646430 w 2585764"/>
              <a:gd name="connsiteY11-1316" fmla="*/ 2533051 h 2533100"/>
              <a:gd name="connsiteX12-1317" fmla="*/ 646430 w 2585764"/>
              <a:gd name="connsiteY12-1318" fmla="*/ 2533051 h 2533100"/>
              <a:gd name="connsiteX13-1319" fmla="*/ 646430 w 2585764"/>
              <a:gd name="connsiteY13-1320" fmla="*/ 1069249 h 2533100"/>
              <a:gd name="connsiteX14-1321" fmla="*/ 646430 w 2585764"/>
              <a:gd name="connsiteY14-1322" fmla="*/ 1069298 h 2533100"/>
              <a:gd name="connsiteX15-1323" fmla="*/ 0 w 2585764"/>
              <a:gd name="connsiteY15-1324" fmla="*/ 1069298 h 2533100"/>
              <a:gd name="connsiteX16-1325" fmla="*/ 0 w 2585764"/>
              <a:gd name="connsiteY16-1326" fmla="*/ 1069299 h 2533100"/>
              <a:gd name="connsiteX0-1327" fmla="*/ 0 w 2585764"/>
              <a:gd name="connsiteY0-1328" fmla="*/ 1069299 h 2533100"/>
              <a:gd name="connsiteX1-1329" fmla="*/ 0 w 2585764"/>
              <a:gd name="connsiteY1-1330" fmla="*/ 1069299 h 2533100"/>
              <a:gd name="connsiteX2-1331" fmla="*/ 1292905 w 2585764"/>
              <a:gd name="connsiteY2-1332" fmla="*/ 0 h 2533100"/>
              <a:gd name="connsiteX3-1333" fmla="*/ 1292860 w 2585764"/>
              <a:gd name="connsiteY3-1334" fmla="*/ 36 h 2533100"/>
              <a:gd name="connsiteX4-1335" fmla="*/ 2585764 w 2585764"/>
              <a:gd name="connsiteY4-1336" fmla="*/ 1069335 h 2533100"/>
              <a:gd name="connsiteX5-1337" fmla="*/ 2585720 w 2585764"/>
              <a:gd name="connsiteY5-1338" fmla="*/ 1069298 h 2533100"/>
              <a:gd name="connsiteX6-1339" fmla="*/ 2585720 w 2585764"/>
              <a:gd name="connsiteY6-1340" fmla="*/ 1069298 h 2533100"/>
              <a:gd name="connsiteX7-1341" fmla="*/ 1939290 w 2585764"/>
              <a:gd name="connsiteY7-1342" fmla="*/ 1069298 h 2533100"/>
              <a:gd name="connsiteX8-1343" fmla="*/ 1939290 w 2585764"/>
              <a:gd name="connsiteY8-1344" fmla="*/ 1069298 h 2533100"/>
              <a:gd name="connsiteX9-1345" fmla="*/ 1939290 w 2585764"/>
              <a:gd name="connsiteY9-1346" fmla="*/ 2533100 h 2533100"/>
              <a:gd name="connsiteX10-1347" fmla="*/ 1939290 w 2585764"/>
              <a:gd name="connsiteY10-1348" fmla="*/ 2533051 h 2533100"/>
              <a:gd name="connsiteX11-1349" fmla="*/ 646430 w 2585764"/>
              <a:gd name="connsiteY11-1350" fmla="*/ 2533051 h 2533100"/>
              <a:gd name="connsiteX12-1351" fmla="*/ 646430 w 2585764"/>
              <a:gd name="connsiteY12-1352" fmla="*/ 2533051 h 2533100"/>
              <a:gd name="connsiteX13-1353" fmla="*/ 646430 w 2585764"/>
              <a:gd name="connsiteY13-1354" fmla="*/ 1069249 h 2533100"/>
              <a:gd name="connsiteX14-1355" fmla="*/ 646430 w 2585764"/>
              <a:gd name="connsiteY14-1356" fmla="*/ 1069298 h 2533100"/>
              <a:gd name="connsiteX15-1357" fmla="*/ 0 w 2585764"/>
              <a:gd name="connsiteY15-1358" fmla="*/ 1069298 h 2533100"/>
              <a:gd name="connsiteX16-1359" fmla="*/ 0 w 2585764"/>
              <a:gd name="connsiteY16-1360" fmla="*/ 1069299 h 2533100"/>
              <a:gd name="connsiteX0-1361" fmla="*/ 0 w 2585764"/>
              <a:gd name="connsiteY0-1362" fmla="*/ 1069299 h 2533100"/>
              <a:gd name="connsiteX1-1363" fmla="*/ 0 w 2585764"/>
              <a:gd name="connsiteY1-1364" fmla="*/ 1069299 h 2533100"/>
              <a:gd name="connsiteX2-1365" fmla="*/ 1292905 w 2585764"/>
              <a:gd name="connsiteY2-1366" fmla="*/ 0 h 2533100"/>
              <a:gd name="connsiteX3-1367" fmla="*/ 1292860 w 2585764"/>
              <a:gd name="connsiteY3-1368" fmla="*/ 36 h 2533100"/>
              <a:gd name="connsiteX4-1369" fmla="*/ 2585764 w 2585764"/>
              <a:gd name="connsiteY4-1370" fmla="*/ 1069335 h 2533100"/>
              <a:gd name="connsiteX5-1371" fmla="*/ 2585720 w 2585764"/>
              <a:gd name="connsiteY5-1372" fmla="*/ 1069298 h 2533100"/>
              <a:gd name="connsiteX6-1373" fmla="*/ 2585720 w 2585764"/>
              <a:gd name="connsiteY6-1374" fmla="*/ 1069298 h 2533100"/>
              <a:gd name="connsiteX7-1375" fmla="*/ 1939290 w 2585764"/>
              <a:gd name="connsiteY7-1376" fmla="*/ 1069298 h 2533100"/>
              <a:gd name="connsiteX8-1377" fmla="*/ 1939290 w 2585764"/>
              <a:gd name="connsiteY8-1378" fmla="*/ 1069298 h 2533100"/>
              <a:gd name="connsiteX9-1379" fmla="*/ 1939290 w 2585764"/>
              <a:gd name="connsiteY9-1380" fmla="*/ 2533100 h 2533100"/>
              <a:gd name="connsiteX10-1381" fmla="*/ 1939290 w 2585764"/>
              <a:gd name="connsiteY10-1382" fmla="*/ 2533051 h 2533100"/>
              <a:gd name="connsiteX11-1383" fmla="*/ 646430 w 2585764"/>
              <a:gd name="connsiteY11-1384" fmla="*/ 2533051 h 2533100"/>
              <a:gd name="connsiteX12-1385" fmla="*/ 646430 w 2585764"/>
              <a:gd name="connsiteY12-1386" fmla="*/ 2533051 h 2533100"/>
              <a:gd name="connsiteX13-1387" fmla="*/ 646430 w 2585764"/>
              <a:gd name="connsiteY13-1388" fmla="*/ 1069249 h 2533100"/>
              <a:gd name="connsiteX14-1389" fmla="*/ 646430 w 2585764"/>
              <a:gd name="connsiteY14-1390" fmla="*/ 1069298 h 2533100"/>
              <a:gd name="connsiteX15-1391" fmla="*/ 0 w 2585764"/>
              <a:gd name="connsiteY15-1392" fmla="*/ 1069298 h 2533100"/>
              <a:gd name="connsiteX16-1393" fmla="*/ 0 w 2585764"/>
              <a:gd name="connsiteY16-1394" fmla="*/ 1069299 h 2533100"/>
              <a:gd name="connsiteX0-1395" fmla="*/ 0 w 2585764"/>
              <a:gd name="connsiteY0-1396" fmla="*/ 1069299 h 2533100"/>
              <a:gd name="connsiteX1-1397" fmla="*/ 0 w 2585764"/>
              <a:gd name="connsiteY1-1398" fmla="*/ 1069299 h 2533100"/>
              <a:gd name="connsiteX2-1399" fmla="*/ 1292905 w 2585764"/>
              <a:gd name="connsiteY2-1400" fmla="*/ 0 h 2533100"/>
              <a:gd name="connsiteX3-1401" fmla="*/ 1292860 w 2585764"/>
              <a:gd name="connsiteY3-1402" fmla="*/ 36 h 2533100"/>
              <a:gd name="connsiteX4-1403" fmla="*/ 2585764 w 2585764"/>
              <a:gd name="connsiteY4-1404" fmla="*/ 1069335 h 2533100"/>
              <a:gd name="connsiteX5-1405" fmla="*/ 2585720 w 2585764"/>
              <a:gd name="connsiteY5-1406" fmla="*/ 1069298 h 2533100"/>
              <a:gd name="connsiteX6-1407" fmla="*/ 2585720 w 2585764"/>
              <a:gd name="connsiteY6-1408" fmla="*/ 1069298 h 2533100"/>
              <a:gd name="connsiteX7-1409" fmla="*/ 1939290 w 2585764"/>
              <a:gd name="connsiteY7-1410" fmla="*/ 1069298 h 2533100"/>
              <a:gd name="connsiteX8-1411" fmla="*/ 1939290 w 2585764"/>
              <a:gd name="connsiteY8-1412" fmla="*/ 1069298 h 2533100"/>
              <a:gd name="connsiteX9-1413" fmla="*/ 1939290 w 2585764"/>
              <a:gd name="connsiteY9-1414" fmla="*/ 2533100 h 2533100"/>
              <a:gd name="connsiteX10-1415" fmla="*/ 1939290 w 2585764"/>
              <a:gd name="connsiteY10-1416" fmla="*/ 2533051 h 2533100"/>
              <a:gd name="connsiteX11-1417" fmla="*/ 646430 w 2585764"/>
              <a:gd name="connsiteY11-1418" fmla="*/ 2533051 h 2533100"/>
              <a:gd name="connsiteX12-1419" fmla="*/ 646430 w 2585764"/>
              <a:gd name="connsiteY12-1420" fmla="*/ 2533051 h 2533100"/>
              <a:gd name="connsiteX13-1421" fmla="*/ 646430 w 2585764"/>
              <a:gd name="connsiteY13-1422" fmla="*/ 1069249 h 2533100"/>
              <a:gd name="connsiteX14-1423" fmla="*/ 646430 w 2585764"/>
              <a:gd name="connsiteY14-1424" fmla="*/ 1069298 h 2533100"/>
              <a:gd name="connsiteX15-1425" fmla="*/ 0 w 2585764"/>
              <a:gd name="connsiteY15-1426" fmla="*/ 1069298 h 2533100"/>
              <a:gd name="connsiteX16-1427" fmla="*/ 0 w 2585764"/>
              <a:gd name="connsiteY16-1428" fmla="*/ 1069299 h 2533100"/>
              <a:gd name="connsiteX0-1429" fmla="*/ 0 w 2585764"/>
              <a:gd name="connsiteY0-1430" fmla="*/ 1069299 h 2533100"/>
              <a:gd name="connsiteX1-1431" fmla="*/ 0 w 2585764"/>
              <a:gd name="connsiteY1-1432" fmla="*/ 1069299 h 2533100"/>
              <a:gd name="connsiteX2-1433" fmla="*/ 1292905 w 2585764"/>
              <a:gd name="connsiteY2-1434" fmla="*/ 0 h 2533100"/>
              <a:gd name="connsiteX3-1435" fmla="*/ 1292860 w 2585764"/>
              <a:gd name="connsiteY3-1436" fmla="*/ 36 h 2533100"/>
              <a:gd name="connsiteX4-1437" fmla="*/ 2585764 w 2585764"/>
              <a:gd name="connsiteY4-1438" fmla="*/ 1069335 h 2533100"/>
              <a:gd name="connsiteX5-1439" fmla="*/ 2585720 w 2585764"/>
              <a:gd name="connsiteY5-1440" fmla="*/ 1069298 h 2533100"/>
              <a:gd name="connsiteX6-1441" fmla="*/ 2585720 w 2585764"/>
              <a:gd name="connsiteY6-1442" fmla="*/ 1069298 h 2533100"/>
              <a:gd name="connsiteX7-1443" fmla="*/ 1939290 w 2585764"/>
              <a:gd name="connsiteY7-1444" fmla="*/ 1069298 h 2533100"/>
              <a:gd name="connsiteX8-1445" fmla="*/ 1939290 w 2585764"/>
              <a:gd name="connsiteY8-1446" fmla="*/ 1069298 h 2533100"/>
              <a:gd name="connsiteX9-1447" fmla="*/ 1939290 w 2585764"/>
              <a:gd name="connsiteY9-1448" fmla="*/ 2533100 h 2533100"/>
              <a:gd name="connsiteX10-1449" fmla="*/ 1939290 w 2585764"/>
              <a:gd name="connsiteY10-1450" fmla="*/ 2533051 h 2533100"/>
              <a:gd name="connsiteX11-1451" fmla="*/ 646430 w 2585764"/>
              <a:gd name="connsiteY11-1452" fmla="*/ 2533051 h 2533100"/>
              <a:gd name="connsiteX12-1453" fmla="*/ 646430 w 2585764"/>
              <a:gd name="connsiteY12-1454" fmla="*/ 2533051 h 2533100"/>
              <a:gd name="connsiteX13-1455" fmla="*/ 646430 w 2585764"/>
              <a:gd name="connsiteY13-1456" fmla="*/ 1069249 h 2533100"/>
              <a:gd name="connsiteX14-1457" fmla="*/ 646430 w 2585764"/>
              <a:gd name="connsiteY14-1458" fmla="*/ 1069298 h 2533100"/>
              <a:gd name="connsiteX15-1459" fmla="*/ 0 w 2585764"/>
              <a:gd name="connsiteY15-1460" fmla="*/ 1069298 h 2533100"/>
              <a:gd name="connsiteX16-1461" fmla="*/ 0 w 2585764"/>
              <a:gd name="connsiteY16-1462" fmla="*/ 1069299 h 2533100"/>
              <a:gd name="connsiteX0-1463" fmla="*/ 0 w 2585764"/>
              <a:gd name="connsiteY0-1464" fmla="*/ 1069299 h 2533100"/>
              <a:gd name="connsiteX1-1465" fmla="*/ 0 w 2585764"/>
              <a:gd name="connsiteY1-1466" fmla="*/ 1069299 h 2533100"/>
              <a:gd name="connsiteX2-1467" fmla="*/ 1292905 w 2585764"/>
              <a:gd name="connsiteY2-1468" fmla="*/ 0 h 2533100"/>
              <a:gd name="connsiteX3-1469" fmla="*/ 1292860 w 2585764"/>
              <a:gd name="connsiteY3-1470" fmla="*/ 36 h 2533100"/>
              <a:gd name="connsiteX4-1471" fmla="*/ 2585764 w 2585764"/>
              <a:gd name="connsiteY4-1472" fmla="*/ 1069335 h 2533100"/>
              <a:gd name="connsiteX5-1473" fmla="*/ 2585720 w 2585764"/>
              <a:gd name="connsiteY5-1474" fmla="*/ 1069298 h 2533100"/>
              <a:gd name="connsiteX6-1475" fmla="*/ 2585720 w 2585764"/>
              <a:gd name="connsiteY6-1476" fmla="*/ 1069298 h 2533100"/>
              <a:gd name="connsiteX7-1477" fmla="*/ 1939290 w 2585764"/>
              <a:gd name="connsiteY7-1478" fmla="*/ 1069298 h 2533100"/>
              <a:gd name="connsiteX8-1479" fmla="*/ 1939290 w 2585764"/>
              <a:gd name="connsiteY8-1480" fmla="*/ 1069298 h 2533100"/>
              <a:gd name="connsiteX9-1481" fmla="*/ 1939290 w 2585764"/>
              <a:gd name="connsiteY9-1482" fmla="*/ 2533100 h 2533100"/>
              <a:gd name="connsiteX10-1483" fmla="*/ 1939290 w 2585764"/>
              <a:gd name="connsiteY10-1484" fmla="*/ 2533051 h 2533100"/>
              <a:gd name="connsiteX11-1485" fmla="*/ 646430 w 2585764"/>
              <a:gd name="connsiteY11-1486" fmla="*/ 2533051 h 2533100"/>
              <a:gd name="connsiteX12-1487" fmla="*/ 646430 w 2585764"/>
              <a:gd name="connsiteY12-1488" fmla="*/ 2533051 h 2533100"/>
              <a:gd name="connsiteX13-1489" fmla="*/ 646430 w 2585764"/>
              <a:gd name="connsiteY13-1490" fmla="*/ 1069249 h 2533100"/>
              <a:gd name="connsiteX14-1491" fmla="*/ 646430 w 2585764"/>
              <a:gd name="connsiteY14-1492" fmla="*/ 1069298 h 2533100"/>
              <a:gd name="connsiteX15-1493" fmla="*/ 0 w 2585764"/>
              <a:gd name="connsiteY15-1494" fmla="*/ 1069298 h 2533100"/>
              <a:gd name="connsiteX16-1495" fmla="*/ 0 w 2585764"/>
              <a:gd name="connsiteY16-1496" fmla="*/ 1069299 h 2533100"/>
              <a:gd name="connsiteX0-1497" fmla="*/ 0 w 2585764"/>
              <a:gd name="connsiteY0-1498" fmla="*/ 1069299 h 2533100"/>
              <a:gd name="connsiteX1-1499" fmla="*/ 0 w 2585764"/>
              <a:gd name="connsiteY1-1500" fmla="*/ 1069299 h 2533100"/>
              <a:gd name="connsiteX2-1501" fmla="*/ 1292905 w 2585764"/>
              <a:gd name="connsiteY2-1502" fmla="*/ 0 h 2533100"/>
              <a:gd name="connsiteX3-1503" fmla="*/ 1292860 w 2585764"/>
              <a:gd name="connsiteY3-1504" fmla="*/ 36 h 2533100"/>
              <a:gd name="connsiteX4-1505" fmla="*/ 2585764 w 2585764"/>
              <a:gd name="connsiteY4-1506" fmla="*/ 1069335 h 2533100"/>
              <a:gd name="connsiteX5-1507" fmla="*/ 2585720 w 2585764"/>
              <a:gd name="connsiteY5-1508" fmla="*/ 1069298 h 2533100"/>
              <a:gd name="connsiteX6-1509" fmla="*/ 2585720 w 2585764"/>
              <a:gd name="connsiteY6-1510" fmla="*/ 1069298 h 2533100"/>
              <a:gd name="connsiteX7-1511" fmla="*/ 1939290 w 2585764"/>
              <a:gd name="connsiteY7-1512" fmla="*/ 1069298 h 2533100"/>
              <a:gd name="connsiteX8-1513" fmla="*/ 1939290 w 2585764"/>
              <a:gd name="connsiteY8-1514" fmla="*/ 1069298 h 2533100"/>
              <a:gd name="connsiteX9-1515" fmla="*/ 1939290 w 2585764"/>
              <a:gd name="connsiteY9-1516" fmla="*/ 2533100 h 2533100"/>
              <a:gd name="connsiteX10-1517" fmla="*/ 1939290 w 2585764"/>
              <a:gd name="connsiteY10-1518" fmla="*/ 2533051 h 2533100"/>
              <a:gd name="connsiteX11-1519" fmla="*/ 646430 w 2585764"/>
              <a:gd name="connsiteY11-1520" fmla="*/ 2533051 h 2533100"/>
              <a:gd name="connsiteX12-1521" fmla="*/ 646430 w 2585764"/>
              <a:gd name="connsiteY12-1522" fmla="*/ 2533051 h 2533100"/>
              <a:gd name="connsiteX13-1523" fmla="*/ 646430 w 2585764"/>
              <a:gd name="connsiteY13-1524" fmla="*/ 1069249 h 2533100"/>
              <a:gd name="connsiteX14-1525" fmla="*/ 646430 w 2585764"/>
              <a:gd name="connsiteY14-1526" fmla="*/ 1069298 h 2533100"/>
              <a:gd name="connsiteX15-1527" fmla="*/ 0 w 2585764"/>
              <a:gd name="connsiteY15-1528" fmla="*/ 1069298 h 2533100"/>
              <a:gd name="connsiteX16-1529" fmla="*/ 0 w 2585764"/>
              <a:gd name="connsiteY16-1530" fmla="*/ 1069299 h 2533100"/>
              <a:gd name="connsiteX0-1531" fmla="*/ 0 w 2585764"/>
              <a:gd name="connsiteY0-1532" fmla="*/ 1069299 h 2533100"/>
              <a:gd name="connsiteX1-1533" fmla="*/ 0 w 2585764"/>
              <a:gd name="connsiteY1-1534" fmla="*/ 1069299 h 2533100"/>
              <a:gd name="connsiteX2-1535" fmla="*/ 1292905 w 2585764"/>
              <a:gd name="connsiteY2-1536" fmla="*/ 0 h 2533100"/>
              <a:gd name="connsiteX3-1537" fmla="*/ 1292860 w 2585764"/>
              <a:gd name="connsiteY3-1538" fmla="*/ 36 h 2533100"/>
              <a:gd name="connsiteX4-1539" fmla="*/ 2585764 w 2585764"/>
              <a:gd name="connsiteY4-1540" fmla="*/ 1069335 h 2533100"/>
              <a:gd name="connsiteX5-1541" fmla="*/ 2585720 w 2585764"/>
              <a:gd name="connsiteY5-1542" fmla="*/ 1069298 h 2533100"/>
              <a:gd name="connsiteX6-1543" fmla="*/ 2585720 w 2585764"/>
              <a:gd name="connsiteY6-1544" fmla="*/ 1069298 h 2533100"/>
              <a:gd name="connsiteX7-1545" fmla="*/ 1939290 w 2585764"/>
              <a:gd name="connsiteY7-1546" fmla="*/ 1069298 h 2533100"/>
              <a:gd name="connsiteX8-1547" fmla="*/ 1939290 w 2585764"/>
              <a:gd name="connsiteY8-1548" fmla="*/ 1069298 h 2533100"/>
              <a:gd name="connsiteX9-1549" fmla="*/ 1939290 w 2585764"/>
              <a:gd name="connsiteY9-1550" fmla="*/ 2533100 h 2533100"/>
              <a:gd name="connsiteX10-1551" fmla="*/ 1939290 w 2585764"/>
              <a:gd name="connsiteY10-1552" fmla="*/ 2533051 h 2533100"/>
              <a:gd name="connsiteX11-1553" fmla="*/ 646430 w 2585764"/>
              <a:gd name="connsiteY11-1554" fmla="*/ 2533051 h 2533100"/>
              <a:gd name="connsiteX12-1555" fmla="*/ 646430 w 2585764"/>
              <a:gd name="connsiteY12-1556" fmla="*/ 2533051 h 2533100"/>
              <a:gd name="connsiteX13-1557" fmla="*/ 646430 w 2585764"/>
              <a:gd name="connsiteY13-1558" fmla="*/ 1069249 h 2533100"/>
              <a:gd name="connsiteX14-1559" fmla="*/ 646430 w 2585764"/>
              <a:gd name="connsiteY14-1560" fmla="*/ 1069298 h 2533100"/>
              <a:gd name="connsiteX15-1561" fmla="*/ 0 w 2585764"/>
              <a:gd name="connsiteY15-1562" fmla="*/ 1069298 h 2533100"/>
              <a:gd name="connsiteX16-1563" fmla="*/ 0 w 2585764"/>
              <a:gd name="connsiteY16-1564" fmla="*/ 1069299 h 2533100"/>
              <a:gd name="connsiteX0-1565" fmla="*/ 0 w 2585764"/>
              <a:gd name="connsiteY0-1566" fmla="*/ 1069299 h 2533100"/>
              <a:gd name="connsiteX1-1567" fmla="*/ 0 w 2585764"/>
              <a:gd name="connsiteY1-1568" fmla="*/ 1069299 h 2533100"/>
              <a:gd name="connsiteX2-1569" fmla="*/ 1292905 w 2585764"/>
              <a:gd name="connsiteY2-1570" fmla="*/ 0 h 2533100"/>
              <a:gd name="connsiteX3-1571" fmla="*/ 1292860 w 2585764"/>
              <a:gd name="connsiteY3-1572" fmla="*/ 36 h 2533100"/>
              <a:gd name="connsiteX4-1573" fmla="*/ 2585764 w 2585764"/>
              <a:gd name="connsiteY4-1574" fmla="*/ 1069335 h 2533100"/>
              <a:gd name="connsiteX5-1575" fmla="*/ 2585720 w 2585764"/>
              <a:gd name="connsiteY5-1576" fmla="*/ 1069298 h 2533100"/>
              <a:gd name="connsiteX6-1577" fmla="*/ 2585720 w 2585764"/>
              <a:gd name="connsiteY6-1578" fmla="*/ 1069298 h 2533100"/>
              <a:gd name="connsiteX7-1579" fmla="*/ 1939290 w 2585764"/>
              <a:gd name="connsiteY7-1580" fmla="*/ 1069298 h 2533100"/>
              <a:gd name="connsiteX8-1581" fmla="*/ 1939290 w 2585764"/>
              <a:gd name="connsiteY8-1582" fmla="*/ 1069298 h 2533100"/>
              <a:gd name="connsiteX9-1583" fmla="*/ 1939290 w 2585764"/>
              <a:gd name="connsiteY9-1584" fmla="*/ 2533100 h 2533100"/>
              <a:gd name="connsiteX10-1585" fmla="*/ 1939290 w 2585764"/>
              <a:gd name="connsiteY10-1586" fmla="*/ 2533051 h 2533100"/>
              <a:gd name="connsiteX11-1587" fmla="*/ 646430 w 2585764"/>
              <a:gd name="connsiteY11-1588" fmla="*/ 2533051 h 2533100"/>
              <a:gd name="connsiteX12-1589" fmla="*/ 646430 w 2585764"/>
              <a:gd name="connsiteY12-1590" fmla="*/ 2533051 h 2533100"/>
              <a:gd name="connsiteX13-1591" fmla="*/ 646430 w 2585764"/>
              <a:gd name="connsiteY13-1592" fmla="*/ 1069249 h 2533100"/>
              <a:gd name="connsiteX14-1593" fmla="*/ 646430 w 2585764"/>
              <a:gd name="connsiteY14-1594" fmla="*/ 1069298 h 2533100"/>
              <a:gd name="connsiteX15-1595" fmla="*/ 0 w 2585764"/>
              <a:gd name="connsiteY15-1596" fmla="*/ 1069298 h 2533100"/>
              <a:gd name="connsiteX16-1597" fmla="*/ 0 w 2585764"/>
              <a:gd name="connsiteY16-1598" fmla="*/ 1069299 h 2533100"/>
              <a:gd name="connsiteX0-1599" fmla="*/ 0 w 2585764"/>
              <a:gd name="connsiteY0-1600" fmla="*/ 1069299 h 2533100"/>
              <a:gd name="connsiteX1-1601" fmla="*/ 0 w 2585764"/>
              <a:gd name="connsiteY1-1602" fmla="*/ 1069299 h 2533100"/>
              <a:gd name="connsiteX2-1603" fmla="*/ 1292905 w 2585764"/>
              <a:gd name="connsiteY2-1604" fmla="*/ 0 h 2533100"/>
              <a:gd name="connsiteX3-1605" fmla="*/ 1292860 w 2585764"/>
              <a:gd name="connsiteY3-1606" fmla="*/ 36 h 2533100"/>
              <a:gd name="connsiteX4-1607" fmla="*/ 2585764 w 2585764"/>
              <a:gd name="connsiteY4-1608" fmla="*/ 1069335 h 2533100"/>
              <a:gd name="connsiteX5-1609" fmla="*/ 2585720 w 2585764"/>
              <a:gd name="connsiteY5-1610" fmla="*/ 1069298 h 2533100"/>
              <a:gd name="connsiteX6-1611" fmla="*/ 2585720 w 2585764"/>
              <a:gd name="connsiteY6-1612" fmla="*/ 1069298 h 2533100"/>
              <a:gd name="connsiteX7-1613" fmla="*/ 1939290 w 2585764"/>
              <a:gd name="connsiteY7-1614" fmla="*/ 1069298 h 2533100"/>
              <a:gd name="connsiteX8-1615" fmla="*/ 1939290 w 2585764"/>
              <a:gd name="connsiteY8-1616" fmla="*/ 1069298 h 2533100"/>
              <a:gd name="connsiteX9-1617" fmla="*/ 1939290 w 2585764"/>
              <a:gd name="connsiteY9-1618" fmla="*/ 2533100 h 2533100"/>
              <a:gd name="connsiteX10-1619" fmla="*/ 1939290 w 2585764"/>
              <a:gd name="connsiteY10-1620" fmla="*/ 2533051 h 2533100"/>
              <a:gd name="connsiteX11-1621" fmla="*/ 646430 w 2585764"/>
              <a:gd name="connsiteY11-1622" fmla="*/ 2533051 h 2533100"/>
              <a:gd name="connsiteX12-1623" fmla="*/ 646430 w 2585764"/>
              <a:gd name="connsiteY12-1624" fmla="*/ 2533051 h 2533100"/>
              <a:gd name="connsiteX13-1625" fmla="*/ 646430 w 2585764"/>
              <a:gd name="connsiteY13-1626" fmla="*/ 1069249 h 2533100"/>
              <a:gd name="connsiteX14-1627" fmla="*/ 646430 w 2585764"/>
              <a:gd name="connsiteY14-1628" fmla="*/ 1069298 h 2533100"/>
              <a:gd name="connsiteX15-1629" fmla="*/ 0 w 2585764"/>
              <a:gd name="connsiteY15-1630" fmla="*/ 1069298 h 2533100"/>
              <a:gd name="connsiteX16-1631" fmla="*/ 0 w 2585764"/>
              <a:gd name="connsiteY16-1632" fmla="*/ 1069299 h 2533100"/>
              <a:gd name="connsiteX0-1633" fmla="*/ 0 w 2585764"/>
              <a:gd name="connsiteY0-1634" fmla="*/ 1069299 h 2533100"/>
              <a:gd name="connsiteX1-1635" fmla="*/ 0 w 2585764"/>
              <a:gd name="connsiteY1-1636" fmla="*/ 1069299 h 2533100"/>
              <a:gd name="connsiteX2-1637" fmla="*/ 1292905 w 2585764"/>
              <a:gd name="connsiteY2-1638" fmla="*/ 0 h 2533100"/>
              <a:gd name="connsiteX3-1639" fmla="*/ 1292860 w 2585764"/>
              <a:gd name="connsiteY3-1640" fmla="*/ 36 h 2533100"/>
              <a:gd name="connsiteX4-1641" fmla="*/ 2585764 w 2585764"/>
              <a:gd name="connsiteY4-1642" fmla="*/ 1069335 h 2533100"/>
              <a:gd name="connsiteX5-1643" fmla="*/ 2585720 w 2585764"/>
              <a:gd name="connsiteY5-1644" fmla="*/ 1069298 h 2533100"/>
              <a:gd name="connsiteX6-1645" fmla="*/ 2585720 w 2585764"/>
              <a:gd name="connsiteY6-1646" fmla="*/ 1069298 h 2533100"/>
              <a:gd name="connsiteX7-1647" fmla="*/ 1939290 w 2585764"/>
              <a:gd name="connsiteY7-1648" fmla="*/ 1069298 h 2533100"/>
              <a:gd name="connsiteX8-1649" fmla="*/ 1939290 w 2585764"/>
              <a:gd name="connsiteY8-1650" fmla="*/ 1069298 h 2533100"/>
              <a:gd name="connsiteX9-1651" fmla="*/ 1939290 w 2585764"/>
              <a:gd name="connsiteY9-1652" fmla="*/ 2533100 h 2533100"/>
              <a:gd name="connsiteX10-1653" fmla="*/ 1939290 w 2585764"/>
              <a:gd name="connsiteY10-1654" fmla="*/ 2533051 h 2533100"/>
              <a:gd name="connsiteX11-1655" fmla="*/ 646430 w 2585764"/>
              <a:gd name="connsiteY11-1656" fmla="*/ 2533051 h 2533100"/>
              <a:gd name="connsiteX12-1657" fmla="*/ 646430 w 2585764"/>
              <a:gd name="connsiteY12-1658" fmla="*/ 2533051 h 2533100"/>
              <a:gd name="connsiteX13-1659" fmla="*/ 646430 w 2585764"/>
              <a:gd name="connsiteY13-1660" fmla="*/ 1069249 h 2533100"/>
              <a:gd name="connsiteX14-1661" fmla="*/ 646430 w 2585764"/>
              <a:gd name="connsiteY14-1662" fmla="*/ 1069298 h 2533100"/>
              <a:gd name="connsiteX15-1663" fmla="*/ 0 w 2585764"/>
              <a:gd name="connsiteY15-1664" fmla="*/ 1069298 h 2533100"/>
              <a:gd name="connsiteX16-1665" fmla="*/ 0 w 2585764"/>
              <a:gd name="connsiteY16-1666" fmla="*/ 1069299 h 2533100"/>
              <a:gd name="connsiteX0-1667" fmla="*/ 0 w 2585764"/>
              <a:gd name="connsiteY0-1668" fmla="*/ 1069299 h 2533100"/>
              <a:gd name="connsiteX1-1669" fmla="*/ 0 w 2585764"/>
              <a:gd name="connsiteY1-1670" fmla="*/ 1069299 h 2533100"/>
              <a:gd name="connsiteX2-1671" fmla="*/ 1292905 w 2585764"/>
              <a:gd name="connsiteY2-1672" fmla="*/ 0 h 2533100"/>
              <a:gd name="connsiteX3-1673" fmla="*/ 1292860 w 2585764"/>
              <a:gd name="connsiteY3-1674" fmla="*/ 36 h 2533100"/>
              <a:gd name="connsiteX4-1675" fmla="*/ 2585764 w 2585764"/>
              <a:gd name="connsiteY4-1676" fmla="*/ 1069335 h 2533100"/>
              <a:gd name="connsiteX5-1677" fmla="*/ 2585720 w 2585764"/>
              <a:gd name="connsiteY5-1678" fmla="*/ 1069298 h 2533100"/>
              <a:gd name="connsiteX6-1679" fmla="*/ 2585720 w 2585764"/>
              <a:gd name="connsiteY6-1680" fmla="*/ 1069298 h 2533100"/>
              <a:gd name="connsiteX7-1681" fmla="*/ 1939290 w 2585764"/>
              <a:gd name="connsiteY7-1682" fmla="*/ 1069298 h 2533100"/>
              <a:gd name="connsiteX8-1683" fmla="*/ 1939290 w 2585764"/>
              <a:gd name="connsiteY8-1684" fmla="*/ 1069298 h 2533100"/>
              <a:gd name="connsiteX9-1685" fmla="*/ 1939290 w 2585764"/>
              <a:gd name="connsiteY9-1686" fmla="*/ 2533100 h 2533100"/>
              <a:gd name="connsiteX10-1687" fmla="*/ 1939290 w 2585764"/>
              <a:gd name="connsiteY10-1688" fmla="*/ 2533051 h 2533100"/>
              <a:gd name="connsiteX11-1689" fmla="*/ 646430 w 2585764"/>
              <a:gd name="connsiteY11-1690" fmla="*/ 2533051 h 2533100"/>
              <a:gd name="connsiteX12-1691" fmla="*/ 646430 w 2585764"/>
              <a:gd name="connsiteY12-1692" fmla="*/ 2533051 h 2533100"/>
              <a:gd name="connsiteX13-1693" fmla="*/ 646430 w 2585764"/>
              <a:gd name="connsiteY13-1694" fmla="*/ 1069249 h 2533100"/>
              <a:gd name="connsiteX14-1695" fmla="*/ 646430 w 2585764"/>
              <a:gd name="connsiteY14-1696" fmla="*/ 1069298 h 2533100"/>
              <a:gd name="connsiteX15-1697" fmla="*/ 0 w 2585764"/>
              <a:gd name="connsiteY15-1698" fmla="*/ 1069298 h 2533100"/>
              <a:gd name="connsiteX16-1699" fmla="*/ 23342 w 2585764"/>
              <a:gd name="connsiteY16-1700" fmla="*/ 1060893 h 2533100"/>
              <a:gd name="connsiteX0-1701" fmla="*/ 23342 w 2585764"/>
              <a:gd name="connsiteY0-1702" fmla="*/ 1060893 h 2533100"/>
              <a:gd name="connsiteX1-1703" fmla="*/ 0 w 2585764"/>
              <a:gd name="connsiteY1-1704" fmla="*/ 1069299 h 2533100"/>
              <a:gd name="connsiteX2-1705" fmla="*/ 1292905 w 2585764"/>
              <a:gd name="connsiteY2-1706" fmla="*/ 0 h 2533100"/>
              <a:gd name="connsiteX3-1707" fmla="*/ 1292860 w 2585764"/>
              <a:gd name="connsiteY3-1708" fmla="*/ 36 h 2533100"/>
              <a:gd name="connsiteX4-1709" fmla="*/ 2585764 w 2585764"/>
              <a:gd name="connsiteY4-1710" fmla="*/ 1069335 h 2533100"/>
              <a:gd name="connsiteX5-1711" fmla="*/ 2585720 w 2585764"/>
              <a:gd name="connsiteY5-1712" fmla="*/ 1069298 h 2533100"/>
              <a:gd name="connsiteX6-1713" fmla="*/ 2585720 w 2585764"/>
              <a:gd name="connsiteY6-1714" fmla="*/ 1069298 h 2533100"/>
              <a:gd name="connsiteX7-1715" fmla="*/ 1939290 w 2585764"/>
              <a:gd name="connsiteY7-1716" fmla="*/ 1069298 h 2533100"/>
              <a:gd name="connsiteX8-1717" fmla="*/ 1939290 w 2585764"/>
              <a:gd name="connsiteY8-1718" fmla="*/ 1069298 h 2533100"/>
              <a:gd name="connsiteX9-1719" fmla="*/ 1939290 w 2585764"/>
              <a:gd name="connsiteY9-1720" fmla="*/ 2533100 h 2533100"/>
              <a:gd name="connsiteX10-1721" fmla="*/ 1939290 w 2585764"/>
              <a:gd name="connsiteY10-1722" fmla="*/ 2533051 h 2533100"/>
              <a:gd name="connsiteX11-1723" fmla="*/ 646430 w 2585764"/>
              <a:gd name="connsiteY11-1724" fmla="*/ 2533051 h 2533100"/>
              <a:gd name="connsiteX12-1725" fmla="*/ 646430 w 2585764"/>
              <a:gd name="connsiteY12-1726" fmla="*/ 2533051 h 2533100"/>
              <a:gd name="connsiteX13-1727" fmla="*/ 646430 w 2585764"/>
              <a:gd name="connsiteY13-1728" fmla="*/ 1069249 h 2533100"/>
              <a:gd name="connsiteX14-1729" fmla="*/ 646430 w 2585764"/>
              <a:gd name="connsiteY14-1730" fmla="*/ 1069298 h 2533100"/>
              <a:gd name="connsiteX15-1731" fmla="*/ 0 w 2585764"/>
              <a:gd name="connsiteY15-1732" fmla="*/ 1069298 h 2533100"/>
              <a:gd name="connsiteX16-1733" fmla="*/ 23342 w 2585764"/>
              <a:gd name="connsiteY16-1734" fmla="*/ 1060893 h 2533100"/>
              <a:gd name="connsiteX0-1735" fmla="*/ 23342 w 2585764"/>
              <a:gd name="connsiteY0-1736" fmla="*/ 1060893 h 2533100"/>
              <a:gd name="connsiteX1-1737" fmla="*/ 0 w 2585764"/>
              <a:gd name="connsiteY1-1738" fmla="*/ 1069299 h 2533100"/>
              <a:gd name="connsiteX2-1739" fmla="*/ 1292905 w 2585764"/>
              <a:gd name="connsiteY2-1740" fmla="*/ 0 h 2533100"/>
              <a:gd name="connsiteX3-1741" fmla="*/ 1292860 w 2585764"/>
              <a:gd name="connsiteY3-1742" fmla="*/ 36 h 2533100"/>
              <a:gd name="connsiteX4-1743" fmla="*/ 2585764 w 2585764"/>
              <a:gd name="connsiteY4-1744" fmla="*/ 1069335 h 2533100"/>
              <a:gd name="connsiteX5-1745" fmla="*/ 2585720 w 2585764"/>
              <a:gd name="connsiteY5-1746" fmla="*/ 1069298 h 2533100"/>
              <a:gd name="connsiteX6-1747" fmla="*/ 2585720 w 2585764"/>
              <a:gd name="connsiteY6-1748" fmla="*/ 1069298 h 2533100"/>
              <a:gd name="connsiteX7-1749" fmla="*/ 1939290 w 2585764"/>
              <a:gd name="connsiteY7-1750" fmla="*/ 1069298 h 2533100"/>
              <a:gd name="connsiteX8-1751" fmla="*/ 1939290 w 2585764"/>
              <a:gd name="connsiteY8-1752" fmla="*/ 1069298 h 2533100"/>
              <a:gd name="connsiteX9-1753" fmla="*/ 1939290 w 2585764"/>
              <a:gd name="connsiteY9-1754" fmla="*/ 2533100 h 2533100"/>
              <a:gd name="connsiteX10-1755" fmla="*/ 1939290 w 2585764"/>
              <a:gd name="connsiteY10-1756" fmla="*/ 2533051 h 2533100"/>
              <a:gd name="connsiteX11-1757" fmla="*/ 646430 w 2585764"/>
              <a:gd name="connsiteY11-1758" fmla="*/ 2533051 h 2533100"/>
              <a:gd name="connsiteX12-1759" fmla="*/ 646430 w 2585764"/>
              <a:gd name="connsiteY12-1760" fmla="*/ 2533051 h 2533100"/>
              <a:gd name="connsiteX13-1761" fmla="*/ 646430 w 2585764"/>
              <a:gd name="connsiteY13-1762" fmla="*/ 1069249 h 2533100"/>
              <a:gd name="connsiteX14-1763" fmla="*/ 646430 w 2585764"/>
              <a:gd name="connsiteY14-1764" fmla="*/ 1069298 h 2533100"/>
              <a:gd name="connsiteX15-1765" fmla="*/ 0 w 2585764"/>
              <a:gd name="connsiteY15-1766" fmla="*/ 1069298 h 2533100"/>
              <a:gd name="connsiteX16-1767" fmla="*/ 23342 w 2585764"/>
              <a:gd name="connsiteY16-1768" fmla="*/ 1060893 h 2533100"/>
              <a:gd name="connsiteX0-1769" fmla="*/ 23342 w 2585764"/>
              <a:gd name="connsiteY0-1770" fmla="*/ 1060893 h 2533100"/>
              <a:gd name="connsiteX1-1771" fmla="*/ 0 w 2585764"/>
              <a:gd name="connsiteY1-1772" fmla="*/ 1069299 h 2533100"/>
              <a:gd name="connsiteX2-1773" fmla="*/ 1292905 w 2585764"/>
              <a:gd name="connsiteY2-1774" fmla="*/ 0 h 2533100"/>
              <a:gd name="connsiteX3-1775" fmla="*/ 1292860 w 2585764"/>
              <a:gd name="connsiteY3-1776" fmla="*/ 36 h 2533100"/>
              <a:gd name="connsiteX4-1777" fmla="*/ 2585764 w 2585764"/>
              <a:gd name="connsiteY4-1778" fmla="*/ 1069335 h 2533100"/>
              <a:gd name="connsiteX5-1779" fmla="*/ 2585720 w 2585764"/>
              <a:gd name="connsiteY5-1780" fmla="*/ 1069298 h 2533100"/>
              <a:gd name="connsiteX6-1781" fmla="*/ 2585720 w 2585764"/>
              <a:gd name="connsiteY6-1782" fmla="*/ 1069298 h 2533100"/>
              <a:gd name="connsiteX7-1783" fmla="*/ 1939290 w 2585764"/>
              <a:gd name="connsiteY7-1784" fmla="*/ 1069298 h 2533100"/>
              <a:gd name="connsiteX8-1785" fmla="*/ 1939290 w 2585764"/>
              <a:gd name="connsiteY8-1786" fmla="*/ 1069298 h 2533100"/>
              <a:gd name="connsiteX9-1787" fmla="*/ 1939290 w 2585764"/>
              <a:gd name="connsiteY9-1788" fmla="*/ 2533100 h 2533100"/>
              <a:gd name="connsiteX10-1789" fmla="*/ 1939290 w 2585764"/>
              <a:gd name="connsiteY10-1790" fmla="*/ 2533051 h 2533100"/>
              <a:gd name="connsiteX11-1791" fmla="*/ 646430 w 2585764"/>
              <a:gd name="connsiteY11-1792" fmla="*/ 2533051 h 2533100"/>
              <a:gd name="connsiteX12-1793" fmla="*/ 646430 w 2585764"/>
              <a:gd name="connsiteY12-1794" fmla="*/ 2533051 h 2533100"/>
              <a:gd name="connsiteX13-1795" fmla="*/ 646430 w 2585764"/>
              <a:gd name="connsiteY13-1796" fmla="*/ 1069249 h 2533100"/>
              <a:gd name="connsiteX14-1797" fmla="*/ 646430 w 2585764"/>
              <a:gd name="connsiteY14-1798" fmla="*/ 1069298 h 2533100"/>
              <a:gd name="connsiteX15-1799" fmla="*/ 0 w 2585764"/>
              <a:gd name="connsiteY15-1800" fmla="*/ 1069298 h 2533100"/>
              <a:gd name="connsiteX16-1801" fmla="*/ 23342 w 2585764"/>
              <a:gd name="connsiteY16-1802" fmla="*/ 1060893 h 2533100"/>
              <a:gd name="connsiteX0-1803" fmla="*/ 23342 w 2585764"/>
              <a:gd name="connsiteY0-1804" fmla="*/ 1060893 h 2533100"/>
              <a:gd name="connsiteX1-1805" fmla="*/ 27197 w 2585764"/>
              <a:gd name="connsiteY1-1806" fmla="*/ 1046805 h 2533100"/>
              <a:gd name="connsiteX2-1807" fmla="*/ 1292905 w 2585764"/>
              <a:gd name="connsiteY2-1808" fmla="*/ 0 h 2533100"/>
              <a:gd name="connsiteX3-1809" fmla="*/ 1292860 w 2585764"/>
              <a:gd name="connsiteY3-1810" fmla="*/ 36 h 2533100"/>
              <a:gd name="connsiteX4-1811" fmla="*/ 2585764 w 2585764"/>
              <a:gd name="connsiteY4-1812" fmla="*/ 1069335 h 2533100"/>
              <a:gd name="connsiteX5-1813" fmla="*/ 2585720 w 2585764"/>
              <a:gd name="connsiteY5-1814" fmla="*/ 1069298 h 2533100"/>
              <a:gd name="connsiteX6-1815" fmla="*/ 2585720 w 2585764"/>
              <a:gd name="connsiteY6-1816" fmla="*/ 1069298 h 2533100"/>
              <a:gd name="connsiteX7-1817" fmla="*/ 1939290 w 2585764"/>
              <a:gd name="connsiteY7-1818" fmla="*/ 1069298 h 2533100"/>
              <a:gd name="connsiteX8-1819" fmla="*/ 1939290 w 2585764"/>
              <a:gd name="connsiteY8-1820" fmla="*/ 1069298 h 2533100"/>
              <a:gd name="connsiteX9-1821" fmla="*/ 1939290 w 2585764"/>
              <a:gd name="connsiteY9-1822" fmla="*/ 2533100 h 2533100"/>
              <a:gd name="connsiteX10-1823" fmla="*/ 1939290 w 2585764"/>
              <a:gd name="connsiteY10-1824" fmla="*/ 2533051 h 2533100"/>
              <a:gd name="connsiteX11-1825" fmla="*/ 646430 w 2585764"/>
              <a:gd name="connsiteY11-1826" fmla="*/ 2533051 h 2533100"/>
              <a:gd name="connsiteX12-1827" fmla="*/ 646430 w 2585764"/>
              <a:gd name="connsiteY12-1828" fmla="*/ 2533051 h 2533100"/>
              <a:gd name="connsiteX13-1829" fmla="*/ 646430 w 2585764"/>
              <a:gd name="connsiteY13-1830" fmla="*/ 1069249 h 2533100"/>
              <a:gd name="connsiteX14-1831" fmla="*/ 646430 w 2585764"/>
              <a:gd name="connsiteY14-1832" fmla="*/ 1069298 h 2533100"/>
              <a:gd name="connsiteX15-1833" fmla="*/ 0 w 2585764"/>
              <a:gd name="connsiteY15-1834" fmla="*/ 1069298 h 2533100"/>
              <a:gd name="connsiteX16-1835" fmla="*/ 23342 w 2585764"/>
              <a:gd name="connsiteY16-1836" fmla="*/ 1060893 h 2533100"/>
              <a:gd name="connsiteX0-1837" fmla="*/ 23342 w 2585764"/>
              <a:gd name="connsiteY0-1838" fmla="*/ 1060893 h 2533100"/>
              <a:gd name="connsiteX1-1839" fmla="*/ 27197 w 2585764"/>
              <a:gd name="connsiteY1-1840" fmla="*/ 1046805 h 2533100"/>
              <a:gd name="connsiteX2-1841" fmla="*/ 1292905 w 2585764"/>
              <a:gd name="connsiteY2-1842" fmla="*/ 0 h 2533100"/>
              <a:gd name="connsiteX3-1843" fmla="*/ 1292860 w 2585764"/>
              <a:gd name="connsiteY3-1844" fmla="*/ 36 h 2533100"/>
              <a:gd name="connsiteX4-1845" fmla="*/ 2585764 w 2585764"/>
              <a:gd name="connsiteY4-1846" fmla="*/ 1069335 h 2533100"/>
              <a:gd name="connsiteX5-1847" fmla="*/ 2585720 w 2585764"/>
              <a:gd name="connsiteY5-1848" fmla="*/ 1069298 h 2533100"/>
              <a:gd name="connsiteX6-1849" fmla="*/ 2585720 w 2585764"/>
              <a:gd name="connsiteY6-1850" fmla="*/ 1069298 h 2533100"/>
              <a:gd name="connsiteX7-1851" fmla="*/ 1939290 w 2585764"/>
              <a:gd name="connsiteY7-1852" fmla="*/ 1069298 h 2533100"/>
              <a:gd name="connsiteX8-1853" fmla="*/ 1939290 w 2585764"/>
              <a:gd name="connsiteY8-1854" fmla="*/ 1069298 h 2533100"/>
              <a:gd name="connsiteX9-1855" fmla="*/ 1939290 w 2585764"/>
              <a:gd name="connsiteY9-1856" fmla="*/ 2533100 h 2533100"/>
              <a:gd name="connsiteX10-1857" fmla="*/ 1939290 w 2585764"/>
              <a:gd name="connsiteY10-1858" fmla="*/ 2533051 h 2533100"/>
              <a:gd name="connsiteX11-1859" fmla="*/ 646430 w 2585764"/>
              <a:gd name="connsiteY11-1860" fmla="*/ 2533051 h 2533100"/>
              <a:gd name="connsiteX12-1861" fmla="*/ 646430 w 2585764"/>
              <a:gd name="connsiteY12-1862" fmla="*/ 2533051 h 2533100"/>
              <a:gd name="connsiteX13-1863" fmla="*/ 646430 w 2585764"/>
              <a:gd name="connsiteY13-1864" fmla="*/ 1069249 h 2533100"/>
              <a:gd name="connsiteX14-1865" fmla="*/ 646430 w 2585764"/>
              <a:gd name="connsiteY14-1866" fmla="*/ 1069298 h 2533100"/>
              <a:gd name="connsiteX15-1867" fmla="*/ 0 w 2585764"/>
              <a:gd name="connsiteY15-1868" fmla="*/ 1069298 h 2533100"/>
              <a:gd name="connsiteX16-1869" fmla="*/ 23342 w 2585764"/>
              <a:gd name="connsiteY16-1870" fmla="*/ 1060893 h 2533100"/>
              <a:gd name="connsiteX0-1871" fmla="*/ 23342 w 2585764"/>
              <a:gd name="connsiteY0-1872" fmla="*/ 1060893 h 2533100"/>
              <a:gd name="connsiteX1-1873" fmla="*/ 27197 w 2585764"/>
              <a:gd name="connsiteY1-1874" fmla="*/ 1046805 h 2533100"/>
              <a:gd name="connsiteX2-1875" fmla="*/ 1292905 w 2585764"/>
              <a:gd name="connsiteY2-1876" fmla="*/ 0 h 2533100"/>
              <a:gd name="connsiteX3-1877" fmla="*/ 1292860 w 2585764"/>
              <a:gd name="connsiteY3-1878" fmla="*/ 36 h 2533100"/>
              <a:gd name="connsiteX4-1879" fmla="*/ 2585764 w 2585764"/>
              <a:gd name="connsiteY4-1880" fmla="*/ 1069335 h 2533100"/>
              <a:gd name="connsiteX5-1881" fmla="*/ 2585720 w 2585764"/>
              <a:gd name="connsiteY5-1882" fmla="*/ 1069298 h 2533100"/>
              <a:gd name="connsiteX6-1883" fmla="*/ 2585720 w 2585764"/>
              <a:gd name="connsiteY6-1884" fmla="*/ 1069298 h 2533100"/>
              <a:gd name="connsiteX7-1885" fmla="*/ 1939290 w 2585764"/>
              <a:gd name="connsiteY7-1886" fmla="*/ 1069298 h 2533100"/>
              <a:gd name="connsiteX8-1887" fmla="*/ 1939290 w 2585764"/>
              <a:gd name="connsiteY8-1888" fmla="*/ 1069298 h 2533100"/>
              <a:gd name="connsiteX9-1889" fmla="*/ 1939290 w 2585764"/>
              <a:gd name="connsiteY9-1890" fmla="*/ 2533100 h 2533100"/>
              <a:gd name="connsiteX10-1891" fmla="*/ 1939290 w 2585764"/>
              <a:gd name="connsiteY10-1892" fmla="*/ 2533051 h 2533100"/>
              <a:gd name="connsiteX11-1893" fmla="*/ 646430 w 2585764"/>
              <a:gd name="connsiteY11-1894" fmla="*/ 2533051 h 2533100"/>
              <a:gd name="connsiteX12-1895" fmla="*/ 646430 w 2585764"/>
              <a:gd name="connsiteY12-1896" fmla="*/ 2533051 h 2533100"/>
              <a:gd name="connsiteX13-1897" fmla="*/ 646430 w 2585764"/>
              <a:gd name="connsiteY13-1898" fmla="*/ 1069249 h 2533100"/>
              <a:gd name="connsiteX14-1899" fmla="*/ 646430 w 2585764"/>
              <a:gd name="connsiteY14-1900" fmla="*/ 1069298 h 2533100"/>
              <a:gd name="connsiteX15-1901" fmla="*/ 0 w 2585764"/>
              <a:gd name="connsiteY15-1902" fmla="*/ 1069298 h 2533100"/>
              <a:gd name="connsiteX16-1903" fmla="*/ 23342 w 2585764"/>
              <a:gd name="connsiteY16-1904" fmla="*/ 1060893 h 2533100"/>
              <a:gd name="connsiteX0-1905" fmla="*/ 23342 w 2585764"/>
              <a:gd name="connsiteY0-1906" fmla="*/ 1060858 h 2533065"/>
              <a:gd name="connsiteX1-1907" fmla="*/ 27197 w 2585764"/>
              <a:gd name="connsiteY1-1908" fmla="*/ 1046770 h 2533065"/>
              <a:gd name="connsiteX2-1909" fmla="*/ 1284810 w 2585764"/>
              <a:gd name="connsiteY2-1910" fmla="*/ 6659 h 2533065"/>
              <a:gd name="connsiteX3-1911" fmla="*/ 1292860 w 2585764"/>
              <a:gd name="connsiteY3-1912" fmla="*/ 1 h 2533065"/>
              <a:gd name="connsiteX4-1913" fmla="*/ 2585764 w 2585764"/>
              <a:gd name="connsiteY4-1914" fmla="*/ 1069300 h 2533065"/>
              <a:gd name="connsiteX5-1915" fmla="*/ 2585720 w 2585764"/>
              <a:gd name="connsiteY5-1916" fmla="*/ 1069263 h 2533065"/>
              <a:gd name="connsiteX6-1917" fmla="*/ 2585720 w 2585764"/>
              <a:gd name="connsiteY6-1918" fmla="*/ 1069263 h 2533065"/>
              <a:gd name="connsiteX7-1919" fmla="*/ 1939290 w 2585764"/>
              <a:gd name="connsiteY7-1920" fmla="*/ 1069263 h 2533065"/>
              <a:gd name="connsiteX8-1921" fmla="*/ 1939290 w 2585764"/>
              <a:gd name="connsiteY8-1922" fmla="*/ 1069263 h 2533065"/>
              <a:gd name="connsiteX9-1923" fmla="*/ 1939290 w 2585764"/>
              <a:gd name="connsiteY9-1924" fmla="*/ 2533065 h 2533065"/>
              <a:gd name="connsiteX10-1925" fmla="*/ 1939290 w 2585764"/>
              <a:gd name="connsiteY10-1926" fmla="*/ 2533016 h 2533065"/>
              <a:gd name="connsiteX11-1927" fmla="*/ 646430 w 2585764"/>
              <a:gd name="connsiteY11-1928" fmla="*/ 2533016 h 2533065"/>
              <a:gd name="connsiteX12-1929" fmla="*/ 646430 w 2585764"/>
              <a:gd name="connsiteY12-1930" fmla="*/ 2533016 h 2533065"/>
              <a:gd name="connsiteX13-1931" fmla="*/ 646430 w 2585764"/>
              <a:gd name="connsiteY13-1932" fmla="*/ 1069214 h 2533065"/>
              <a:gd name="connsiteX14-1933" fmla="*/ 646430 w 2585764"/>
              <a:gd name="connsiteY14-1934" fmla="*/ 1069263 h 2533065"/>
              <a:gd name="connsiteX15-1935" fmla="*/ 0 w 2585764"/>
              <a:gd name="connsiteY15-1936" fmla="*/ 1069263 h 2533065"/>
              <a:gd name="connsiteX16-1937" fmla="*/ 23342 w 2585764"/>
              <a:gd name="connsiteY16-1938" fmla="*/ 1060858 h 2533065"/>
              <a:gd name="connsiteX0-1939" fmla="*/ 23342 w 2585764"/>
              <a:gd name="connsiteY0-1940" fmla="*/ 1060857 h 2533064"/>
              <a:gd name="connsiteX1-1941" fmla="*/ 27197 w 2585764"/>
              <a:gd name="connsiteY1-1942" fmla="*/ 1046769 h 2533064"/>
              <a:gd name="connsiteX2-1943" fmla="*/ 1284810 w 2585764"/>
              <a:gd name="connsiteY2-1944" fmla="*/ 6658 h 2533064"/>
              <a:gd name="connsiteX3-1945" fmla="*/ 1292860 w 2585764"/>
              <a:gd name="connsiteY3-1946" fmla="*/ 0 h 2533064"/>
              <a:gd name="connsiteX4-1947" fmla="*/ 2585764 w 2585764"/>
              <a:gd name="connsiteY4-1948" fmla="*/ 1069299 h 2533064"/>
              <a:gd name="connsiteX5-1949" fmla="*/ 2585720 w 2585764"/>
              <a:gd name="connsiteY5-1950" fmla="*/ 1069262 h 2533064"/>
              <a:gd name="connsiteX6-1951" fmla="*/ 2585720 w 2585764"/>
              <a:gd name="connsiteY6-1952" fmla="*/ 1069262 h 2533064"/>
              <a:gd name="connsiteX7-1953" fmla="*/ 1939290 w 2585764"/>
              <a:gd name="connsiteY7-1954" fmla="*/ 1069262 h 2533064"/>
              <a:gd name="connsiteX8-1955" fmla="*/ 1939290 w 2585764"/>
              <a:gd name="connsiteY8-1956" fmla="*/ 1069262 h 2533064"/>
              <a:gd name="connsiteX9-1957" fmla="*/ 1939290 w 2585764"/>
              <a:gd name="connsiteY9-1958" fmla="*/ 2533064 h 2533064"/>
              <a:gd name="connsiteX10-1959" fmla="*/ 1939290 w 2585764"/>
              <a:gd name="connsiteY10-1960" fmla="*/ 2533015 h 2533064"/>
              <a:gd name="connsiteX11-1961" fmla="*/ 646430 w 2585764"/>
              <a:gd name="connsiteY11-1962" fmla="*/ 2533015 h 2533064"/>
              <a:gd name="connsiteX12-1963" fmla="*/ 646430 w 2585764"/>
              <a:gd name="connsiteY12-1964" fmla="*/ 2533015 h 2533064"/>
              <a:gd name="connsiteX13-1965" fmla="*/ 646430 w 2585764"/>
              <a:gd name="connsiteY13-1966" fmla="*/ 1069213 h 2533064"/>
              <a:gd name="connsiteX14-1967" fmla="*/ 646430 w 2585764"/>
              <a:gd name="connsiteY14-1968" fmla="*/ 1069262 h 2533064"/>
              <a:gd name="connsiteX15-1969" fmla="*/ 0 w 2585764"/>
              <a:gd name="connsiteY15-1970" fmla="*/ 1069262 h 2533064"/>
              <a:gd name="connsiteX16-1971" fmla="*/ 23342 w 2585764"/>
              <a:gd name="connsiteY16-1972" fmla="*/ 1060857 h 2533064"/>
              <a:gd name="connsiteX0-1973" fmla="*/ 23342 w 2585764"/>
              <a:gd name="connsiteY0-1974" fmla="*/ 1060857 h 2533064"/>
              <a:gd name="connsiteX1-1975" fmla="*/ 27197 w 2585764"/>
              <a:gd name="connsiteY1-1976" fmla="*/ 1046769 h 2533064"/>
              <a:gd name="connsiteX2-1977" fmla="*/ 1284810 w 2585764"/>
              <a:gd name="connsiteY2-1978" fmla="*/ 6658 h 2533064"/>
              <a:gd name="connsiteX3-1979" fmla="*/ 1292860 w 2585764"/>
              <a:gd name="connsiteY3-1980" fmla="*/ 0 h 2533064"/>
              <a:gd name="connsiteX4-1981" fmla="*/ 2585764 w 2585764"/>
              <a:gd name="connsiteY4-1982" fmla="*/ 1069299 h 2533064"/>
              <a:gd name="connsiteX5-1983" fmla="*/ 2585720 w 2585764"/>
              <a:gd name="connsiteY5-1984" fmla="*/ 1069262 h 2533064"/>
              <a:gd name="connsiteX6-1985" fmla="*/ 2585720 w 2585764"/>
              <a:gd name="connsiteY6-1986" fmla="*/ 1069262 h 2533064"/>
              <a:gd name="connsiteX7-1987" fmla="*/ 1939290 w 2585764"/>
              <a:gd name="connsiteY7-1988" fmla="*/ 1069262 h 2533064"/>
              <a:gd name="connsiteX8-1989" fmla="*/ 1939290 w 2585764"/>
              <a:gd name="connsiteY8-1990" fmla="*/ 1069262 h 2533064"/>
              <a:gd name="connsiteX9-1991" fmla="*/ 1939290 w 2585764"/>
              <a:gd name="connsiteY9-1992" fmla="*/ 2533064 h 2533064"/>
              <a:gd name="connsiteX10-1993" fmla="*/ 1939290 w 2585764"/>
              <a:gd name="connsiteY10-1994" fmla="*/ 2533015 h 2533064"/>
              <a:gd name="connsiteX11-1995" fmla="*/ 646430 w 2585764"/>
              <a:gd name="connsiteY11-1996" fmla="*/ 2533015 h 2533064"/>
              <a:gd name="connsiteX12-1997" fmla="*/ 646430 w 2585764"/>
              <a:gd name="connsiteY12-1998" fmla="*/ 2533015 h 2533064"/>
              <a:gd name="connsiteX13-1999" fmla="*/ 646430 w 2585764"/>
              <a:gd name="connsiteY13-2000" fmla="*/ 1069213 h 2533064"/>
              <a:gd name="connsiteX14-2001" fmla="*/ 646430 w 2585764"/>
              <a:gd name="connsiteY14-2002" fmla="*/ 1069262 h 2533064"/>
              <a:gd name="connsiteX15-2003" fmla="*/ 0 w 2585764"/>
              <a:gd name="connsiteY15-2004" fmla="*/ 1069262 h 2533064"/>
              <a:gd name="connsiteX16-2005" fmla="*/ 23342 w 2585764"/>
              <a:gd name="connsiteY16-2006" fmla="*/ 1060857 h 2533064"/>
              <a:gd name="connsiteX0-2007" fmla="*/ 23342 w 2585764"/>
              <a:gd name="connsiteY0-2008" fmla="*/ 1057227 h 2529434"/>
              <a:gd name="connsiteX1-2009" fmla="*/ 27197 w 2585764"/>
              <a:gd name="connsiteY1-2010" fmla="*/ 1043139 h 2529434"/>
              <a:gd name="connsiteX2-2011" fmla="*/ 1284810 w 2585764"/>
              <a:gd name="connsiteY2-2012" fmla="*/ 3028 h 2529434"/>
              <a:gd name="connsiteX3-2013" fmla="*/ 1300955 w 2585764"/>
              <a:gd name="connsiteY3-2014" fmla="*/ 3064 h 2529434"/>
              <a:gd name="connsiteX4-2015" fmla="*/ 2585764 w 2585764"/>
              <a:gd name="connsiteY4-2016" fmla="*/ 1065669 h 2529434"/>
              <a:gd name="connsiteX5-2017" fmla="*/ 2585720 w 2585764"/>
              <a:gd name="connsiteY5-2018" fmla="*/ 1065632 h 2529434"/>
              <a:gd name="connsiteX6-2019" fmla="*/ 2585720 w 2585764"/>
              <a:gd name="connsiteY6-2020" fmla="*/ 1065632 h 2529434"/>
              <a:gd name="connsiteX7-2021" fmla="*/ 1939290 w 2585764"/>
              <a:gd name="connsiteY7-2022" fmla="*/ 1065632 h 2529434"/>
              <a:gd name="connsiteX8-2023" fmla="*/ 1939290 w 2585764"/>
              <a:gd name="connsiteY8-2024" fmla="*/ 1065632 h 2529434"/>
              <a:gd name="connsiteX9-2025" fmla="*/ 1939290 w 2585764"/>
              <a:gd name="connsiteY9-2026" fmla="*/ 2529434 h 2529434"/>
              <a:gd name="connsiteX10-2027" fmla="*/ 1939290 w 2585764"/>
              <a:gd name="connsiteY10-2028" fmla="*/ 2529385 h 2529434"/>
              <a:gd name="connsiteX11-2029" fmla="*/ 646430 w 2585764"/>
              <a:gd name="connsiteY11-2030" fmla="*/ 2529385 h 2529434"/>
              <a:gd name="connsiteX12-2031" fmla="*/ 646430 w 2585764"/>
              <a:gd name="connsiteY12-2032" fmla="*/ 2529385 h 2529434"/>
              <a:gd name="connsiteX13-2033" fmla="*/ 646430 w 2585764"/>
              <a:gd name="connsiteY13-2034" fmla="*/ 1065583 h 2529434"/>
              <a:gd name="connsiteX14-2035" fmla="*/ 646430 w 2585764"/>
              <a:gd name="connsiteY14-2036" fmla="*/ 1065632 h 2529434"/>
              <a:gd name="connsiteX15-2037" fmla="*/ 0 w 2585764"/>
              <a:gd name="connsiteY15-2038" fmla="*/ 1065632 h 2529434"/>
              <a:gd name="connsiteX16-2039" fmla="*/ 23342 w 2585764"/>
              <a:gd name="connsiteY16-2040" fmla="*/ 1057227 h 2529434"/>
              <a:gd name="connsiteX0-2041" fmla="*/ 23342 w 2585764"/>
              <a:gd name="connsiteY0-2042" fmla="*/ 1057227 h 2529434"/>
              <a:gd name="connsiteX1-2043" fmla="*/ 27197 w 2585764"/>
              <a:gd name="connsiteY1-2044" fmla="*/ 1043139 h 2529434"/>
              <a:gd name="connsiteX2-2045" fmla="*/ 1284810 w 2585764"/>
              <a:gd name="connsiteY2-2046" fmla="*/ 3028 h 2529434"/>
              <a:gd name="connsiteX3-2047" fmla="*/ 1300955 w 2585764"/>
              <a:gd name="connsiteY3-2048" fmla="*/ 3064 h 2529434"/>
              <a:gd name="connsiteX4-2049" fmla="*/ 2585764 w 2585764"/>
              <a:gd name="connsiteY4-2050" fmla="*/ 1065669 h 2529434"/>
              <a:gd name="connsiteX5-2051" fmla="*/ 2585720 w 2585764"/>
              <a:gd name="connsiteY5-2052" fmla="*/ 1065632 h 2529434"/>
              <a:gd name="connsiteX6-2053" fmla="*/ 2585720 w 2585764"/>
              <a:gd name="connsiteY6-2054" fmla="*/ 1065632 h 2529434"/>
              <a:gd name="connsiteX7-2055" fmla="*/ 1939290 w 2585764"/>
              <a:gd name="connsiteY7-2056" fmla="*/ 1065632 h 2529434"/>
              <a:gd name="connsiteX8-2057" fmla="*/ 1939290 w 2585764"/>
              <a:gd name="connsiteY8-2058" fmla="*/ 1065632 h 2529434"/>
              <a:gd name="connsiteX9-2059" fmla="*/ 1939290 w 2585764"/>
              <a:gd name="connsiteY9-2060" fmla="*/ 2529434 h 2529434"/>
              <a:gd name="connsiteX10-2061" fmla="*/ 1939290 w 2585764"/>
              <a:gd name="connsiteY10-2062" fmla="*/ 2529385 h 2529434"/>
              <a:gd name="connsiteX11-2063" fmla="*/ 646430 w 2585764"/>
              <a:gd name="connsiteY11-2064" fmla="*/ 2529385 h 2529434"/>
              <a:gd name="connsiteX12-2065" fmla="*/ 646430 w 2585764"/>
              <a:gd name="connsiteY12-2066" fmla="*/ 2529385 h 2529434"/>
              <a:gd name="connsiteX13-2067" fmla="*/ 646430 w 2585764"/>
              <a:gd name="connsiteY13-2068" fmla="*/ 1065583 h 2529434"/>
              <a:gd name="connsiteX14-2069" fmla="*/ 646430 w 2585764"/>
              <a:gd name="connsiteY14-2070" fmla="*/ 1065632 h 2529434"/>
              <a:gd name="connsiteX15-2071" fmla="*/ 0 w 2585764"/>
              <a:gd name="connsiteY15-2072" fmla="*/ 1065632 h 2529434"/>
              <a:gd name="connsiteX16-2073" fmla="*/ 23342 w 2585764"/>
              <a:gd name="connsiteY16-2074" fmla="*/ 1057227 h 2529434"/>
              <a:gd name="connsiteX0-2075" fmla="*/ 23342 w 2585764"/>
              <a:gd name="connsiteY0-2076" fmla="*/ 1057227 h 2529434"/>
              <a:gd name="connsiteX1-2077" fmla="*/ 27197 w 2585764"/>
              <a:gd name="connsiteY1-2078" fmla="*/ 1043139 h 2529434"/>
              <a:gd name="connsiteX2-2079" fmla="*/ 1284810 w 2585764"/>
              <a:gd name="connsiteY2-2080" fmla="*/ 3028 h 2529434"/>
              <a:gd name="connsiteX3-2081" fmla="*/ 1300955 w 2585764"/>
              <a:gd name="connsiteY3-2082" fmla="*/ 3064 h 2529434"/>
              <a:gd name="connsiteX4-2083" fmla="*/ 2585764 w 2585764"/>
              <a:gd name="connsiteY4-2084" fmla="*/ 1065669 h 2529434"/>
              <a:gd name="connsiteX5-2085" fmla="*/ 2585720 w 2585764"/>
              <a:gd name="connsiteY5-2086" fmla="*/ 1065632 h 2529434"/>
              <a:gd name="connsiteX6-2087" fmla="*/ 2585720 w 2585764"/>
              <a:gd name="connsiteY6-2088" fmla="*/ 1065632 h 2529434"/>
              <a:gd name="connsiteX7-2089" fmla="*/ 1939290 w 2585764"/>
              <a:gd name="connsiteY7-2090" fmla="*/ 1065632 h 2529434"/>
              <a:gd name="connsiteX8-2091" fmla="*/ 1939290 w 2585764"/>
              <a:gd name="connsiteY8-2092" fmla="*/ 1065632 h 2529434"/>
              <a:gd name="connsiteX9-2093" fmla="*/ 1939290 w 2585764"/>
              <a:gd name="connsiteY9-2094" fmla="*/ 2529434 h 2529434"/>
              <a:gd name="connsiteX10-2095" fmla="*/ 1939290 w 2585764"/>
              <a:gd name="connsiteY10-2096" fmla="*/ 2529385 h 2529434"/>
              <a:gd name="connsiteX11-2097" fmla="*/ 646430 w 2585764"/>
              <a:gd name="connsiteY11-2098" fmla="*/ 2529385 h 2529434"/>
              <a:gd name="connsiteX12-2099" fmla="*/ 646430 w 2585764"/>
              <a:gd name="connsiteY12-2100" fmla="*/ 2529385 h 2529434"/>
              <a:gd name="connsiteX13-2101" fmla="*/ 646430 w 2585764"/>
              <a:gd name="connsiteY13-2102" fmla="*/ 1065583 h 2529434"/>
              <a:gd name="connsiteX14-2103" fmla="*/ 646430 w 2585764"/>
              <a:gd name="connsiteY14-2104" fmla="*/ 1065632 h 2529434"/>
              <a:gd name="connsiteX15-2105" fmla="*/ 0 w 2585764"/>
              <a:gd name="connsiteY15-2106" fmla="*/ 1065632 h 2529434"/>
              <a:gd name="connsiteX16-2107" fmla="*/ 23342 w 2585764"/>
              <a:gd name="connsiteY16-2108" fmla="*/ 1057227 h 2529434"/>
              <a:gd name="connsiteX0-2109" fmla="*/ 23342 w 2585720"/>
              <a:gd name="connsiteY0-2110" fmla="*/ 1057227 h 2529434"/>
              <a:gd name="connsiteX1-2111" fmla="*/ 27197 w 2585720"/>
              <a:gd name="connsiteY1-2112" fmla="*/ 1043139 h 2529434"/>
              <a:gd name="connsiteX2-2113" fmla="*/ 1284810 w 2585720"/>
              <a:gd name="connsiteY2-2114" fmla="*/ 3028 h 2529434"/>
              <a:gd name="connsiteX3-2115" fmla="*/ 1300955 w 2585720"/>
              <a:gd name="connsiteY3-2116" fmla="*/ 3064 h 2529434"/>
              <a:gd name="connsiteX4-2117" fmla="*/ 2558568 w 2585720"/>
              <a:gd name="connsiteY4-2118" fmla="*/ 1043175 h 2529434"/>
              <a:gd name="connsiteX5-2119" fmla="*/ 2585720 w 2585720"/>
              <a:gd name="connsiteY5-2120" fmla="*/ 1065632 h 2529434"/>
              <a:gd name="connsiteX6-2121" fmla="*/ 2585720 w 2585720"/>
              <a:gd name="connsiteY6-2122" fmla="*/ 1065632 h 2529434"/>
              <a:gd name="connsiteX7-2123" fmla="*/ 1939290 w 2585720"/>
              <a:gd name="connsiteY7-2124" fmla="*/ 1065632 h 2529434"/>
              <a:gd name="connsiteX8-2125" fmla="*/ 1939290 w 2585720"/>
              <a:gd name="connsiteY8-2126" fmla="*/ 1065632 h 2529434"/>
              <a:gd name="connsiteX9-2127" fmla="*/ 1939290 w 2585720"/>
              <a:gd name="connsiteY9-2128" fmla="*/ 2529434 h 2529434"/>
              <a:gd name="connsiteX10-2129" fmla="*/ 1939290 w 2585720"/>
              <a:gd name="connsiteY10-2130" fmla="*/ 2529385 h 2529434"/>
              <a:gd name="connsiteX11-2131" fmla="*/ 646430 w 2585720"/>
              <a:gd name="connsiteY11-2132" fmla="*/ 2529385 h 2529434"/>
              <a:gd name="connsiteX12-2133" fmla="*/ 646430 w 2585720"/>
              <a:gd name="connsiteY12-2134" fmla="*/ 2529385 h 2529434"/>
              <a:gd name="connsiteX13-2135" fmla="*/ 646430 w 2585720"/>
              <a:gd name="connsiteY13-2136" fmla="*/ 1065583 h 2529434"/>
              <a:gd name="connsiteX14-2137" fmla="*/ 646430 w 2585720"/>
              <a:gd name="connsiteY14-2138" fmla="*/ 1065632 h 2529434"/>
              <a:gd name="connsiteX15-2139" fmla="*/ 0 w 2585720"/>
              <a:gd name="connsiteY15-2140" fmla="*/ 1065632 h 2529434"/>
              <a:gd name="connsiteX16-2141" fmla="*/ 23342 w 2585720"/>
              <a:gd name="connsiteY16-2142" fmla="*/ 1057227 h 2529434"/>
              <a:gd name="connsiteX0-2143" fmla="*/ 23342 w 2585720"/>
              <a:gd name="connsiteY0-2144" fmla="*/ 1057227 h 2529434"/>
              <a:gd name="connsiteX1-2145" fmla="*/ 27197 w 2585720"/>
              <a:gd name="connsiteY1-2146" fmla="*/ 1043139 h 2529434"/>
              <a:gd name="connsiteX2-2147" fmla="*/ 1284810 w 2585720"/>
              <a:gd name="connsiteY2-2148" fmla="*/ 3028 h 2529434"/>
              <a:gd name="connsiteX3-2149" fmla="*/ 1300955 w 2585720"/>
              <a:gd name="connsiteY3-2150" fmla="*/ 3064 h 2529434"/>
              <a:gd name="connsiteX4-2151" fmla="*/ 2558568 w 2585720"/>
              <a:gd name="connsiteY4-2152" fmla="*/ 1043175 h 2529434"/>
              <a:gd name="connsiteX5-2153" fmla="*/ 2585720 w 2585720"/>
              <a:gd name="connsiteY5-2154" fmla="*/ 1065632 h 2529434"/>
              <a:gd name="connsiteX6-2155" fmla="*/ 2585720 w 2585720"/>
              <a:gd name="connsiteY6-2156" fmla="*/ 1065632 h 2529434"/>
              <a:gd name="connsiteX7-2157" fmla="*/ 1939290 w 2585720"/>
              <a:gd name="connsiteY7-2158" fmla="*/ 1065632 h 2529434"/>
              <a:gd name="connsiteX8-2159" fmla="*/ 1939290 w 2585720"/>
              <a:gd name="connsiteY8-2160" fmla="*/ 1065632 h 2529434"/>
              <a:gd name="connsiteX9-2161" fmla="*/ 1939290 w 2585720"/>
              <a:gd name="connsiteY9-2162" fmla="*/ 2529434 h 2529434"/>
              <a:gd name="connsiteX10-2163" fmla="*/ 1939290 w 2585720"/>
              <a:gd name="connsiteY10-2164" fmla="*/ 2529385 h 2529434"/>
              <a:gd name="connsiteX11-2165" fmla="*/ 646430 w 2585720"/>
              <a:gd name="connsiteY11-2166" fmla="*/ 2529385 h 2529434"/>
              <a:gd name="connsiteX12-2167" fmla="*/ 646430 w 2585720"/>
              <a:gd name="connsiteY12-2168" fmla="*/ 2529385 h 2529434"/>
              <a:gd name="connsiteX13-2169" fmla="*/ 646430 w 2585720"/>
              <a:gd name="connsiteY13-2170" fmla="*/ 1065583 h 2529434"/>
              <a:gd name="connsiteX14-2171" fmla="*/ 646430 w 2585720"/>
              <a:gd name="connsiteY14-2172" fmla="*/ 1065632 h 2529434"/>
              <a:gd name="connsiteX15-2173" fmla="*/ 0 w 2585720"/>
              <a:gd name="connsiteY15-2174" fmla="*/ 1065632 h 2529434"/>
              <a:gd name="connsiteX16-2175" fmla="*/ 23342 w 2585720"/>
              <a:gd name="connsiteY16-2176" fmla="*/ 1057227 h 2529434"/>
              <a:gd name="connsiteX0-2177" fmla="*/ 23342 w 2585720"/>
              <a:gd name="connsiteY0-2178" fmla="*/ 1057227 h 2529434"/>
              <a:gd name="connsiteX1-2179" fmla="*/ 27197 w 2585720"/>
              <a:gd name="connsiteY1-2180" fmla="*/ 1043139 h 2529434"/>
              <a:gd name="connsiteX2-2181" fmla="*/ 1284810 w 2585720"/>
              <a:gd name="connsiteY2-2182" fmla="*/ 3028 h 2529434"/>
              <a:gd name="connsiteX3-2183" fmla="*/ 1300955 w 2585720"/>
              <a:gd name="connsiteY3-2184" fmla="*/ 3064 h 2529434"/>
              <a:gd name="connsiteX4-2185" fmla="*/ 2558568 w 2585720"/>
              <a:gd name="connsiteY4-2186" fmla="*/ 1043175 h 2529434"/>
              <a:gd name="connsiteX5-2187" fmla="*/ 2585720 w 2585720"/>
              <a:gd name="connsiteY5-2188" fmla="*/ 1065632 h 2529434"/>
              <a:gd name="connsiteX6-2189" fmla="*/ 2585720 w 2585720"/>
              <a:gd name="connsiteY6-2190" fmla="*/ 1065632 h 2529434"/>
              <a:gd name="connsiteX7-2191" fmla="*/ 1939290 w 2585720"/>
              <a:gd name="connsiteY7-2192" fmla="*/ 1065632 h 2529434"/>
              <a:gd name="connsiteX8-2193" fmla="*/ 1939290 w 2585720"/>
              <a:gd name="connsiteY8-2194" fmla="*/ 1065632 h 2529434"/>
              <a:gd name="connsiteX9-2195" fmla="*/ 1939290 w 2585720"/>
              <a:gd name="connsiteY9-2196" fmla="*/ 2529434 h 2529434"/>
              <a:gd name="connsiteX10-2197" fmla="*/ 1939290 w 2585720"/>
              <a:gd name="connsiteY10-2198" fmla="*/ 2529385 h 2529434"/>
              <a:gd name="connsiteX11-2199" fmla="*/ 646430 w 2585720"/>
              <a:gd name="connsiteY11-2200" fmla="*/ 2529385 h 2529434"/>
              <a:gd name="connsiteX12-2201" fmla="*/ 646430 w 2585720"/>
              <a:gd name="connsiteY12-2202" fmla="*/ 2529385 h 2529434"/>
              <a:gd name="connsiteX13-2203" fmla="*/ 646430 w 2585720"/>
              <a:gd name="connsiteY13-2204" fmla="*/ 1065583 h 2529434"/>
              <a:gd name="connsiteX14-2205" fmla="*/ 646430 w 2585720"/>
              <a:gd name="connsiteY14-2206" fmla="*/ 1065632 h 2529434"/>
              <a:gd name="connsiteX15-2207" fmla="*/ 0 w 2585720"/>
              <a:gd name="connsiteY15-2208" fmla="*/ 1065632 h 2529434"/>
              <a:gd name="connsiteX16-2209" fmla="*/ 23342 w 2585720"/>
              <a:gd name="connsiteY16-2210" fmla="*/ 1057227 h 2529434"/>
              <a:gd name="connsiteX0-2211" fmla="*/ 23342 w 2585720"/>
              <a:gd name="connsiteY0-2212" fmla="*/ 1057227 h 2529434"/>
              <a:gd name="connsiteX1-2213" fmla="*/ 27197 w 2585720"/>
              <a:gd name="connsiteY1-2214" fmla="*/ 1043139 h 2529434"/>
              <a:gd name="connsiteX2-2215" fmla="*/ 1284810 w 2585720"/>
              <a:gd name="connsiteY2-2216" fmla="*/ 3028 h 2529434"/>
              <a:gd name="connsiteX3-2217" fmla="*/ 1300955 w 2585720"/>
              <a:gd name="connsiteY3-2218" fmla="*/ 3064 h 2529434"/>
              <a:gd name="connsiteX4-2219" fmla="*/ 2558568 w 2585720"/>
              <a:gd name="connsiteY4-2220" fmla="*/ 1043175 h 2529434"/>
              <a:gd name="connsiteX5-2221" fmla="*/ 2562377 w 2585720"/>
              <a:gd name="connsiteY5-2222" fmla="*/ 1057231 h 2529434"/>
              <a:gd name="connsiteX6-2223" fmla="*/ 2585720 w 2585720"/>
              <a:gd name="connsiteY6-2224" fmla="*/ 1065632 h 2529434"/>
              <a:gd name="connsiteX7-2225" fmla="*/ 1939290 w 2585720"/>
              <a:gd name="connsiteY7-2226" fmla="*/ 1065632 h 2529434"/>
              <a:gd name="connsiteX8-2227" fmla="*/ 1939290 w 2585720"/>
              <a:gd name="connsiteY8-2228" fmla="*/ 1065632 h 2529434"/>
              <a:gd name="connsiteX9-2229" fmla="*/ 1939290 w 2585720"/>
              <a:gd name="connsiteY9-2230" fmla="*/ 2529434 h 2529434"/>
              <a:gd name="connsiteX10-2231" fmla="*/ 1939290 w 2585720"/>
              <a:gd name="connsiteY10-2232" fmla="*/ 2529385 h 2529434"/>
              <a:gd name="connsiteX11-2233" fmla="*/ 646430 w 2585720"/>
              <a:gd name="connsiteY11-2234" fmla="*/ 2529385 h 2529434"/>
              <a:gd name="connsiteX12-2235" fmla="*/ 646430 w 2585720"/>
              <a:gd name="connsiteY12-2236" fmla="*/ 2529385 h 2529434"/>
              <a:gd name="connsiteX13-2237" fmla="*/ 646430 w 2585720"/>
              <a:gd name="connsiteY13-2238" fmla="*/ 1065583 h 2529434"/>
              <a:gd name="connsiteX14-2239" fmla="*/ 646430 w 2585720"/>
              <a:gd name="connsiteY14-2240" fmla="*/ 1065632 h 2529434"/>
              <a:gd name="connsiteX15-2241" fmla="*/ 0 w 2585720"/>
              <a:gd name="connsiteY15-2242" fmla="*/ 1065632 h 2529434"/>
              <a:gd name="connsiteX16-2243" fmla="*/ 23342 w 2585720"/>
              <a:gd name="connsiteY16-2244" fmla="*/ 1057227 h 2529434"/>
              <a:gd name="connsiteX0-2245" fmla="*/ 23342 w 2585720"/>
              <a:gd name="connsiteY0-2246" fmla="*/ 1057227 h 2529434"/>
              <a:gd name="connsiteX1-2247" fmla="*/ 27197 w 2585720"/>
              <a:gd name="connsiteY1-2248" fmla="*/ 1043139 h 2529434"/>
              <a:gd name="connsiteX2-2249" fmla="*/ 1284810 w 2585720"/>
              <a:gd name="connsiteY2-2250" fmla="*/ 3028 h 2529434"/>
              <a:gd name="connsiteX3-2251" fmla="*/ 1300955 w 2585720"/>
              <a:gd name="connsiteY3-2252" fmla="*/ 3064 h 2529434"/>
              <a:gd name="connsiteX4-2253" fmla="*/ 2558568 w 2585720"/>
              <a:gd name="connsiteY4-2254" fmla="*/ 1043175 h 2529434"/>
              <a:gd name="connsiteX5-2255" fmla="*/ 2562377 w 2585720"/>
              <a:gd name="connsiteY5-2256" fmla="*/ 1057231 h 2529434"/>
              <a:gd name="connsiteX6-2257" fmla="*/ 2585720 w 2585720"/>
              <a:gd name="connsiteY6-2258" fmla="*/ 1065632 h 2529434"/>
              <a:gd name="connsiteX7-2259" fmla="*/ 1939290 w 2585720"/>
              <a:gd name="connsiteY7-2260" fmla="*/ 1065632 h 2529434"/>
              <a:gd name="connsiteX8-2261" fmla="*/ 1939290 w 2585720"/>
              <a:gd name="connsiteY8-2262" fmla="*/ 1065632 h 2529434"/>
              <a:gd name="connsiteX9-2263" fmla="*/ 1939290 w 2585720"/>
              <a:gd name="connsiteY9-2264" fmla="*/ 2529434 h 2529434"/>
              <a:gd name="connsiteX10-2265" fmla="*/ 1939290 w 2585720"/>
              <a:gd name="connsiteY10-2266" fmla="*/ 2529385 h 2529434"/>
              <a:gd name="connsiteX11-2267" fmla="*/ 646430 w 2585720"/>
              <a:gd name="connsiteY11-2268" fmla="*/ 2529385 h 2529434"/>
              <a:gd name="connsiteX12-2269" fmla="*/ 646430 w 2585720"/>
              <a:gd name="connsiteY12-2270" fmla="*/ 2529385 h 2529434"/>
              <a:gd name="connsiteX13-2271" fmla="*/ 646430 w 2585720"/>
              <a:gd name="connsiteY13-2272" fmla="*/ 1065583 h 2529434"/>
              <a:gd name="connsiteX14-2273" fmla="*/ 646430 w 2585720"/>
              <a:gd name="connsiteY14-2274" fmla="*/ 1065632 h 2529434"/>
              <a:gd name="connsiteX15-2275" fmla="*/ 0 w 2585720"/>
              <a:gd name="connsiteY15-2276" fmla="*/ 1065632 h 2529434"/>
              <a:gd name="connsiteX16-2277" fmla="*/ 23342 w 2585720"/>
              <a:gd name="connsiteY16-2278" fmla="*/ 1057227 h 2529434"/>
              <a:gd name="connsiteX0-2279" fmla="*/ 23342 w 2585720"/>
              <a:gd name="connsiteY0-2280" fmla="*/ 1057227 h 2529434"/>
              <a:gd name="connsiteX1-2281" fmla="*/ 27197 w 2585720"/>
              <a:gd name="connsiteY1-2282" fmla="*/ 1043139 h 2529434"/>
              <a:gd name="connsiteX2-2283" fmla="*/ 1284810 w 2585720"/>
              <a:gd name="connsiteY2-2284" fmla="*/ 3028 h 2529434"/>
              <a:gd name="connsiteX3-2285" fmla="*/ 1300955 w 2585720"/>
              <a:gd name="connsiteY3-2286" fmla="*/ 3064 h 2529434"/>
              <a:gd name="connsiteX4-2287" fmla="*/ 2558568 w 2585720"/>
              <a:gd name="connsiteY4-2288" fmla="*/ 1043175 h 2529434"/>
              <a:gd name="connsiteX5-2289" fmla="*/ 2562377 w 2585720"/>
              <a:gd name="connsiteY5-2290" fmla="*/ 1057231 h 2529434"/>
              <a:gd name="connsiteX6-2291" fmla="*/ 2585720 w 2585720"/>
              <a:gd name="connsiteY6-2292" fmla="*/ 1065632 h 2529434"/>
              <a:gd name="connsiteX7-2293" fmla="*/ 1939290 w 2585720"/>
              <a:gd name="connsiteY7-2294" fmla="*/ 1065632 h 2529434"/>
              <a:gd name="connsiteX8-2295" fmla="*/ 1939290 w 2585720"/>
              <a:gd name="connsiteY8-2296" fmla="*/ 1065632 h 2529434"/>
              <a:gd name="connsiteX9-2297" fmla="*/ 1939290 w 2585720"/>
              <a:gd name="connsiteY9-2298" fmla="*/ 2529434 h 2529434"/>
              <a:gd name="connsiteX10-2299" fmla="*/ 1939290 w 2585720"/>
              <a:gd name="connsiteY10-2300" fmla="*/ 2529385 h 2529434"/>
              <a:gd name="connsiteX11-2301" fmla="*/ 646430 w 2585720"/>
              <a:gd name="connsiteY11-2302" fmla="*/ 2529385 h 2529434"/>
              <a:gd name="connsiteX12-2303" fmla="*/ 646430 w 2585720"/>
              <a:gd name="connsiteY12-2304" fmla="*/ 2529385 h 2529434"/>
              <a:gd name="connsiteX13-2305" fmla="*/ 646430 w 2585720"/>
              <a:gd name="connsiteY13-2306" fmla="*/ 1065583 h 2529434"/>
              <a:gd name="connsiteX14-2307" fmla="*/ 646430 w 2585720"/>
              <a:gd name="connsiteY14-2308" fmla="*/ 1065632 h 2529434"/>
              <a:gd name="connsiteX15-2309" fmla="*/ 0 w 2585720"/>
              <a:gd name="connsiteY15-2310" fmla="*/ 1065632 h 2529434"/>
              <a:gd name="connsiteX16-2311" fmla="*/ 23342 w 2585720"/>
              <a:gd name="connsiteY16-2312" fmla="*/ 1057227 h 2529434"/>
              <a:gd name="connsiteX0-2313" fmla="*/ 23342 w 2563018"/>
              <a:gd name="connsiteY0-2314" fmla="*/ 1057227 h 2529434"/>
              <a:gd name="connsiteX1-2315" fmla="*/ 27197 w 2563018"/>
              <a:gd name="connsiteY1-2316" fmla="*/ 1043139 h 2529434"/>
              <a:gd name="connsiteX2-2317" fmla="*/ 1284810 w 2563018"/>
              <a:gd name="connsiteY2-2318" fmla="*/ 3028 h 2529434"/>
              <a:gd name="connsiteX3-2319" fmla="*/ 1300955 w 2563018"/>
              <a:gd name="connsiteY3-2320" fmla="*/ 3064 h 2529434"/>
              <a:gd name="connsiteX4-2321" fmla="*/ 2558568 w 2563018"/>
              <a:gd name="connsiteY4-2322" fmla="*/ 1043175 h 2529434"/>
              <a:gd name="connsiteX5-2323" fmla="*/ 2562377 w 2563018"/>
              <a:gd name="connsiteY5-2324" fmla="*/ 1057231 h 2529434"/>
              <a:gd name="connsiteX6-2325" fmla="*/ 2550427 w 2563018"/>
              <a:gd name="connsiteY6-2326" fmla="*/ 1065631 h 2529434"/>
              <a:gd name="connsiteX7-2327" fmla="*/ 1939290 w 2563018"/>
              <a:gd name="connsiteY7-2328" fmla="*/ 1065632 h 2529434"/>
              <a:gd name="connsiteX8-2329" fmla="*/ 1939290 w 2563018"/>
              <a:gd name="connsiteY8-2330" fmla="*/ 1065632 h 2529434"/>
              <a:gd name="connsiteX9-2331" fmla="*/ 1939290 w 2563018"/>
              <a:gd name="connsiteY9-2332" fmla="*/ 2529434 h 2529434"/>
              <a:gd name="connsiteX10-2333" fmla="*/ 1939290 w 2563018"/>
              <a:gd name="connsiteY10-2334" fmla="*/ 2529385 h 2529434"/>
              <a:gd name="connsiteX11-2335" fmla="*/ 646430 w 2563018"/>
              <a:gd name="connsiteY11-2336" fmla="*/ 2529385 h 2529434"/>
              <a:gd name="connsiteX12-2337" fmla="*/ 646430 w 2563018"/>
              <a:gd name="connsiteY12-2338" fmla="*/ 2529385 h 2529434"/>
              <a:gd name="connsiteX13-2339" fmla="*/ 646430 w 2563018"/>
              <a:gd name="connsiteY13-2340" fmla="*/ 1065583 h 2529434"/>
              <a:gd name="connsiteX14-2341" fmla="*/ 646430 w 2563018"/>
              <a:gd name="connsiteY14-2342" fmla="*/ 1065632 h 2529434"/>
              <a:gd name="connsiteX15-2343" fmla="*/ 0 w 2563018"/>
              <a:gd name="connsiteY15-2344" fmla="*/ 1065632 h 2529434"/>
              <a:gd name="connsiteX16-2345" fmla="*/ 23342 w 2563018"/>
              <a:gd name="connsiteY16-2346" fmla="*/ 1057227 h 2529434"/>
              <a:gd name="connsiteX0-2347" fmla="*/ 23342 w 2563018"/>
              <a:gd name="connsiteY0-2348" fmla="*/ 1057227 h 2529434"/>
              <a:gd name="connsiteX1-2349" fmla="*/ 27197 w 2563018"/>
              <a:gd name="connsiteY1-2350" fmla="*/ 1043139 h 2529434"/>
              <a:gd name="connsiteX2-2351" fmla="*/ 1284810 w 2563018"/>
              <a:gd name="connsiteY2-2352" fmla="*/ 3028 h 2529434"/>
              <a:gd name="connsiteX3-2353" fmla="*/ 1300955 w 2563018"/>
              <a:gd name="connsiteY3-2354" fmla="*/ 3064 h 2529434"/>
              <a:gd name="connsiteX4-2355" fmla="*/ 2558568 w 2563018"/>
              <a:gd name="connsiteY4-2356" fmla="*/ 1043175 h 2529434"/>
              <a:gd name="connsiteX5-2357" fmla="*/ 2562377 w 2563018"/>
              <a:gd name="connsiteY5-2358" fmla="*/ 1057231 h 2529434"/>
              <a:gd name="connsiteX6-2359" fmla="*/ 2550427 w 2563018"/>
              <a:gd name="connsiteY6-2360" fmla="*/ 1065631 h 2529434"/>
              <a:gd name="connsiteX7-2361" fmla="*/ 1939290 w 2563018"/>
              <a:gd name="connsiteY7-2362" fmla="*/ 1065632 h 2529434"/>
              <a:gd name="connsiteX8-2363" fmla="*/ 1939290 w 2563018"/>
              <a:gd name="connsiteY8-2364" fmla="*/ 1065632 h 2529434"/>
              <a:gd name="connsiteX9-2365" fmla="*/ 1939290 w 2563018"/>
              <a:gd name="connsiteY9-2366" fmla="*/ 2529434 h 2529434"/>
              <a:gd name="connsiteX10-2367" fmla="*/ 1939290 w 2563018"/>
              <a:gd name="connsiteY10-2368" fmla="*/ 2529385 h 2529434"/>
              <a:gd name="connsiteX11-2369" fmla="*/ 646430 w 2563018"/>
              <a:gd name="connsiteY11-2370" fmla="*/ 2529385 h 2529434"/>
              <a:gd name="connsiteX12-2371" fmla="*/ 646430 w 2563018"/>
              <a:gd name="connsiteY12-2372" fmla="*/ 2529385 h 2529434"/>
              <a:gd name="connsiteX13-2373" fmla="*/ 646430 w 2563018"/>
              <a:gd name="connsiteY13-2374" fmla="*/ 1065583 h 2529434"/>
              <a:gd name="connsiteX14-2375" fmla="*/ 646430 w 2563018"/>
              <a:gd name="connsiteY14-2376" fmla="*/ 1065632 h 2529434"/>
              <a:gd name="connsiteX15-2377" fmla="*/ 0 w 2563018"/>
              <a:gd name="connsiteY15-2378" fmla="*/ 1065632 h 2529434"/>
              <a:gd name="connsiteX16-2379" fmla="*/ 23342 w 2563018"/>
              <a:gd name="connsiteY16-2380" fmla="*/ 1057227 h 2529434"/>
              <a:gd name="connsiteX0-2381" fmla="*/ 23342 w 2563018"/>
              <a:gd name="connsiteY0-2382" fmla="*/ 1057227 h 2529434"/>
              <a:gd name="connsiteX1-2383" fmla="*/ 27197 w 2563018"/>
              <a:gd name="connsiteY1-2384" fmla="*/ 1043139 h 2529434"/>
              <a:gd name="connsiteX2-2385" fmla="*/ 1284810 w 2563018"/>
              <a:gd name="connsiteY2-2386" fmla="*/ 3028 h 2529434"/>
              <a:gd name="connsiteX3-2387" fmla="*/ 1300955 w 2563018"/>
              <a:gd name="connsiteY3-2388" fmla="*/ 3064 h 2529434"/>
              <a:gd name="connsiteX4-2389" fmla="*/ 2558568 w 2563018"/>
              <a:gd name="connsiteY4-2390" fmla="*/ 1043175 h 2529434"/>
              <a:gd name="connsiteX5-2391" fmla="*/ 2562377 w 2563018"/>
              <a:gd name="connsiteY5-2392" fmla="*/ 1057231 h 2529434"/>
              <a:gd name="connsiteX6-2393" fmla="*/ 2550427 w 2563018"/>
              <a:gd name="connsiteY6-2394" fmla="*/ 1065631 h 2529434"/>
              <a:gd name="connsiteX7-2395" fmla="*/ 1939290 w 2563018"/>
              <a:gd name="connsiteY7-2396" fmla="*/ 1065632 h 2529434"/>
              <a:gd name="connsiteX8-2397" fmla="*/ 1939290 w 2563018"/>
              <a:gd name="connsiteY8-2398" fmla="*/ 1065632 h 2529434"/>
              <a:gd name="connsiteX9-2399" fmla="*/ 1939290 w 2563018"/>
              <a:gd name="connsiteY9-2400" fmla="*/ 2529434 h 2529434"/>
              <a:gd name="connsiteX10-2401" fmla="*/ 1939290 w 2563018"/>
              <a:gd name="connsiteY10-2402" fmla="*/ 2529385 h 2529434"/>
              <a:gd name="connsiteX11-2403" fmla="*/ 646430 w 2563018"/>
              <a:gd name="connsiteY11-2404" fmla="*/ 2529385 h 2529434"/>
              <a:gd name="connsiteX12-2405" fmla="*/ 646430 w 2563018"/>
              <a:gd name="connsiteY12-2406" fmla="*/ 2529385 h 2529434"/>
              <a:gd name="connsiteX13-2407" fmla="*/ 646430 w 2563018"/>
              <a:gd name="connsiteY13-2408" fmla="*/ 1065583 h 2529434"/>
              <a:gd name="connsiteX14-2409" fmla="*/ 646430 w 2563018"/>
              <a:gd name="connsiteY14-2410" fmla="*/ 1065632 h 2529434"/>
              <a:gd name="connsiteX15-2411" fmla="*/ 0 w 2563018"/>
              <a:gd name="connsiteY15-2412" fmla="*/ 1065632 h 2529434"/>
              <a:gd name="connsiteX16-2413" fmla="*/ 23342 w 2563018"/>
              <a:gd name="connsiteY16-2414" fmla="*/ 1057227 h 2529434"/>
              <a:gd name="connsiteX0-2415" fmla="*/ 23342 w 2563018"/>
              <a:gd name="connsiteY0-2416" fmla="*/ 1057227 h 2529434"/>
              <a:gd name="connsiteX1-2417" fmla="*/ 27197 w 2563018"/>
              <a:gd name="connsiteY1-2418" fmla="*/ 1043139 h 2529434"/>
              <a:gd name="connsiteX2-2419" fmla="*/ 1284810 w 2563018"/>
              <a:gd name="connsiteY2-2420" fmla="*/ 3028 h 2529434"/>
              <a:gd name="connsiteX3-2421" fmla="*/ 1300955 w 2563018"/>
              <a:gd name="connsiteY3-2422" fmla="*/ 3064 h 2529434"/>
              <a:gd name="connsiteX4-2423" fmla="*/ 2558568 w 2563018"/>
              <a:gd name="connsiteY4-2424" fmla="*/ 1043175 h 2529434"/>
              <a:gd name="connsiteX5-2425" fmla="*/ 2562377 w 2563018"/>
              <a:gd name="connsiteY5-2426" fmla="*/ 1057231 h 2529434"/>
              <a:gd name="connsiteX6-2427" fmla="*/ 2550427 w 2563018"/>
              <a:gd name="connsiteY6-2428" fmla="*/ 1065631 h 2529434"/>
              <a:gd name="connsiteX7-2429" fmla="*/ 1951990 w 2563018"/>
              <a:gd name="connsiteY7-2430" fmla="*/ 1065631 h 2529434"/>
              <a:gd name="connsiteX8-2431" fmla="*/ 1939290 w 2563018"/>
              <a:gd name="connsiteY8-2432" fmla="*/ 1065632 h 2529434"/>
              <a:gd name="connsiteX9-2433" fmla="*/ 1939290 w 2563018"/>
              <a:gd name="connsiteY9-2434" fmla="*/ 2529434 h 2529434"/>
              <a:gd name="connsiteX10-2435" fmla="*/ 1939290 w 2563018"/>
              <a:gd name="connsiteY10-2436" fmla="*/ 2529385 h 2529434"/>
              <a:gd name="connsiteX11-2437" fmla="*/ 646430 w 2563018"/>
              <a:gd name="connsiteY11-2438" fmla="*/ 2529385 h 2529434"/>
              <a:gd name="connsiteX12-2439" fmla="*/ 646430 w 2563018"/>
              <a:gd name="connsiteY12-2440" fmla="*/ 2529385 h 2529434"/>
              <a:gd name="connsiteX13-2441" fmla="*/ 646430 w 2563018"/>
              <a:gd name="connsiteY13-2442" fmla="*/ 1065583 h 2529434"/>
              <a:gd name="connsiteX14-2443" fmla="*/ 646430 w 2563018"/>
              <a:gd name="connsiteY14-2444" fmla="*/ 1065632 h 2529434"/>
              <a:gd name="connsiteX15-2445" fmla="*/ 0 w 2563018"/>
              <a:gd name="connsiteY15-2446" fmla="*/ 1065632 h 2529434"/>
              <a:gd name="connsiteX16-2447" fmla="*/ 23342 w 2563018"/>
              <a:gd name="connsiteY16-2448" fmla="*/ 1057227 h 2529434"/>
              <a:gd name="connsiteX0-2449" fmla="*/ 23342 w 2563018"/>
              <a:gd name="connsiteY0-2450" fmla="*/ 1057227 h 2529434"/>
              <a:gd name="connsiteX1-2451" fmla="*/ 27197 w 2563018"/>
              <a:gd name="connsiteY1-2452" fmla="*/ 1043139 h 2529434"/>
              <a:gd name="connsiteX2-2453" fmla="*/ 1284810 w 2563018"/>
              <a:gd name="connsiteY2-2454" fmla="*/ 3028 h 2529434"/>
              <a:gd name="connsiteX3-2455" fmla="*/ 1300955 w 2563018"/>
              <a:gd name="connsiteY3-2456" fmla="*/ 3064 h 2529434"/>
              <a:gd name="connsiteX4-2457" fmla="*/ 2558568 w 2563018"/>
              <a:gd name="connsiteY4-2458" fmla="*/ 1043175 h 2529434"/>
              <a:gd name="connsiteX5-2459" fmla="*/ 2562377 w 2563018"/>
              <a:gd name="connsiteY5-2460" fmla="*/ 1057231 h 2529434"/>
              <a:gd name="connsiteX6-2461" fmla="*/ 2550427 w 2563018"/>
              <a:gd name="connsiteY6-2462" fmla="*/ 1065631 h 2529434"/>
              <a:gd name="connsiteX7-2463" fmla="*/ 1951990 w 2563018"/>
              <a:gd name="connsiteY7-2464" fmla="*/ 1065631 h 2529434"/>
              <a:gd name="connsiteX8-2465" fmla="*/ 1939290 w 2563018"/>
              <a:gd name="connsiteY8-2466" fmla="*/ 1065632 h 2529434"/>
              <a:gd name="connsiteX9-2467" fmla="*/ 1939290 w 2563018"/>
              <a:gd name="connsiteY9-2468" fmla="*/ 2529434 h 2529434"/>
              <a:gd name="connsiteX10-2469" fmla="*/ 1939290 w 2563018"/>
              <a:gd name="connsiteY10-2470" fmla="*/ 2529385 h 2529434"/>
              <a:gd name="connsiteX11-2471" fmla="*/ 646430 w 2563018"/>
              <a:gd name="connsiteY11-2472" fmla="*/ 2529385 h 2529434"/>
              <a:gd name="connsiteX12-2473" fmla="*/ 646430 w 2563018"/>
              <a:gd name="connsiteY12-2474" fmla="*/ 2529385 h 2529434"/>
              <a:gd name="connsiteX13-2475" fmla="*/ 646430 w 2563018"/>
              <a:gd name="connsiteY13-2476" fmla="*/ 1065583 h 2529434"/>
              <a:gd name="connsiteX14-2477" fmla="*/ 646430 w 2563018"/>
              <a:gd name="connsiteY14-2478" fmla="*/ 1065632 h 2529434"/>
              <a:gd name="connsiteX15-2479" fmla="*/ 0 w 2563018"/>
              <a:gd name="connsiteY15-2480" fmla="*/ 1065632 h 2529434"/>
              <a:gd name="connsiteX16-2481" fmla="*/ 23342 w 2563018"/>
              <a:gd name="connsiteY16-2482" fmla="*/ 1057227 h 2529434"/>
              <a:gd name="connsiteX0-2483" fmla="*/ 23342 w 2563018"/>
              <a:gd name="connsiteY0-2484" fmla="*/ 1057227 h 2529434"/>
              <a:gd name="connsiteX1-2485" fmla="*/ 27197 w 2563018"/>
              <a:gd name="connsiteY1-2486" fmla="*/ 1043139 h 2529434"/>
              <a:gd name="connsiteX2-2487" fmla="*/ 1284810 w 2563018"/>
              <a:gd name="connsiteY2-2488" fmla="*/ 3028 h 2529434"/>
              <a:gd name="connsiteX3-2489" fmla="*/ 1300955 w 2563018"/>
              <a:gd name="connsiteY3-2490" fmla="*/ 3064 h 2529434"/>
              <a:gd name="connsiteX4-2491" fmla="*/ 2558568 w 2563018"/>
              <a:gd name="connsiteY4-2492" fmla="*/ 1043175 h 2529434"/>
              <a:gd name="connsiteX5-2493" fmla="*/ 2562377 w 2563018"/>
              <a:gd name="connsiteY5-2494" fmla="*/ 1057231 h 2529434"/>
              <a:gd name="connsiteX6-2495" fmla="*/ 2550427 w 2563018"/>
              <a:gd name="connsiteY6-2496" fmla="*/ 1065631 h 2529434"/>
              <a:gd name="connsiteX7-2497" fmla="*/ 1951990 w 2563018"/>
              <a:gd name="connsiteY7-2498" fmla="*/ 1065631 h 2529434"/>
              <a:gd name="connsiteX8-2499" fmla="*/ 1939290 w 2563018"/>
              <a:gd name="connsiteY8-2500" fmla="*/ 1065632 h 2529434"/>
              <a:gd name="connsiteX9-2501" fmla="*/ 1939290 w 2563018"/>
              <a:gd name="connsiteY9-2502" fmla="*/ 2529434 h 2529434"/>
              <a:gd name="connsiteX10-2503" fmla="*/ 1939290 w 2563018"/>
              <a:gd name="connsiteY10-2504" fmla="*/ 2529385 h 2529434"/>
              <a:gd name="connsiteX11-2505" fmla="*/ 646430 w 2563018"/>
              <a:gd name="connsiteY11-2506" fmla="*/ 2529385 h 2529434"/>
              <a:gd name="connsiteX12-2507" fmla="*/ 646430 w 2563018"/>
              <a:gd name="connsiteY12-2508" fmla="*/ 2529385 h 2529434"/>
              <a:gd name="connsiteX13-2509" fmla="*/ 646430 w 2563018"/>
              <a:gd name="connsiteY13-2510" fmla="*/ 1065583 h 2529434"/>
              <a:gd name="connsiteX14-2511" fmla="*/ 646430 w 2563018"/>
              <a:gd name="connsiteY14-2512" fmla="*/ 1065632 h 2529434"/>
              <a:gd name="connsiteX15-2513" fmla="*/ 0 w 2563018"/>
              <a:gd name="connsiteY15-2514" fmla="*/ 1065632 h 2529434"/>
              <a:gd name="connsiteX16-2515" fmla="*/ 23342 w 2563018"/>
              <a:gd name="connsiteY16-2516" fmla="*/ 1057227 h 2529434"/>
              <a:gd name="connsiteX0-2517" fmla="*/ 23342 w 2563018"/>
              <a:gd name="connsiteY0-2518" fmla="*/ 1057227 h 2529434"/>
              <a:gd name="connsiteX1-2519" fmla="*/ 27197 w 2563018"/>
              <a:gd name="connsiteY1-2520" fmla="*/ 1043139 h 2529434"/>
              <a:gd name="connsiteX2-2521" fmla="*/ 1284810 w 2563018"/>
              <a:gd name="connsiteY2-2522" fmla="*/ 3028 h 2529434"/>
              <a:gd name="connsiteX3-2523" fmla="*/ 1300955 w 2563018"/>
              <a:gd name="connsiteY3-2524" fmla="*/ 3064 h 2529434"/>
              <a:gd name="connsiteX4-2525" fmla="*/ 2558568 w 2563018"/>
              <a:gd name="connsiteY4-2526" fmla="*/ 1043175 h 2529434"/>
              <a:gd name="connsiteX5-2527" fmla="*/ 2562377 w 2563018"/>
              <a:gd name="connsiteY5-2528" fmla="*/ 1057231 h 2529434"/>
              <a:gd name="connsiteX6-2529" fmla="*/ 2550427 w 2563018"/>
              <a:gd name="connsiteY6-2530" fmla="*/ 1065631 h 2529434"/>
              <a:gd name="connsiteX7-2531" fmla="*/ 1951990 w 2563018"/>
              <a:gd name="connsiteY7-2532" fmla="*/ 1065631 h 2529434"/>
              <a:gd name="connsiteX8-2533" fmla="*/ 1939290 w 2563018"/>
              <a:gd name="connsiteY8-2534" fmla="*/ 1078331 h 2529434"/>
              <a:gd name="connsiteX9-2535" fmla="*/ 1939290 w 2563018"/>
              <a:gd name="connsiteY9-2536" fmla="*/ 2529434 h 2529434"/>
              <a:gd name="connsiteX10-2537" fmla="*/ 1939290 w 2563018"/>
              <a:gd name="connsiteY10-2538" fmla="*/ 2529385 h 2529434"/>
              <a:gd name="connsiteX11-2539" fmla="*/ 646430 w 2563018"/>
              <a:gd name="connsiteY11-2540" fmla="*/ 2529385 h 2529434"/>
              <a:gd name="connsiteX12-2541" fmla="*/ 646430 w 2563018"/>
              <a:gd name="connsiteY12-2542" fmla="*/ 2529385 h 2529434"/>
              <a:gd name="connsiteX13-2543" fmla="*/ 646430 w 2563018"/>
              <a:gd name="connsiteY13-2544" fmla="*/ 1065583 h 2529434"/>
              <a:gd name="connsiteX14-2545" fmla="*/ 646430 w 2563018"/>
              <a:gd name="connsiteY14-2546" fmla="*/ 1065632 h 2529434"/>
              <a:gd name="connsiteX15-2547" fmla="*/ 0 w 2563018"/>
              <a:gd name="connsiteY15-2548" fmla="*/ 1065632 h 2529434"/>
              <a:gd name="connsiteX16-2549" fmla="*/ 23342 w 2563018"/>
              <a:gd name="connsiteY16-2550" fmla="*/ 1057227 h 2529434"/>
              <a:gd name="connsiteX0-2551" fmla="*/ 23342 w 2563018"/>
              <a:gd name="connsiteY0-2552" fmla="*/ 1057227 h 2529434"/>
              <a:gd name="connsiteX1-2553" fmla="*/ 27197 w 2563018"/>
              <a:gd name="connsiteY1-2554" fmla="*/ 1043139 h 2529434"/>
              <a:gd name="connsiteX2-2555" fmla="*/ 1284810 w 2563018"/>
              <a:gd name="connsiteY2-2556" fmla="*/ 3028 h 2529434"/>
              <a:gd name="connsiteX3-2557" fmla="*/ 1300955 w 2563018"/>
              <a:gd name="connsiteY3-2558" fmla="*/ 3064 h 2529434"/>
              <a:gd name="connsiteX4-2559" fmla="*/ 2558568 w 2563018"/>
              <a:gd name="connsiteY4-2560" fmla="*/ 1043175 h 2529434"/>
              <a:gd name="connsiteX5-2561" fmla="*/ 2562377 w 2563018"/>
              <a:gd name="connsiteY5-2562" fmla="*/ 1057231 h 2529434"/>
              <a:gd name="connsiteX6-2563" fmla="*/ 2550427 w 2563018"/>
              <a:gd name="connsiteY6-2564" fmla="*/ 1065631 h 2529434"/>
              <a:gd name="connsiteX7-2565" fmla="*/ 1951990 w 2563018"/>
              <a:gd name="connsiteY7-2566" fmla="*/ 1065631 h 2529434"/>
              <a:gd name="connsiteX8-2567" fmla="*/ 1939290 w 2563018"/>
              <a:gd name="connsiteY8-2568" fmla="*/ 1078331 h 2529434"/>
              <a:gd name="connsiteX9-2569" fmla="*/ 1939290 w 2563018"/>
              <a:gd name="connsiteY9-2570" fmla="*/ 2529434 h 2529434"/>
              <a:gd name="connsiteX10-2571" fmla="*/ 1939290 w 2563018"/>
              <a:gd name="connsiteY10-2572" fmla="*/ 2529385 h 2529434"/>
              <a:gd name="connsiteX11-2573" fmla="*/ 646430 w 2563018"/>
              <a:gd name="connsiteY11-2574" fmla="*/ 2529385 h 2529434"/>
              <a:gd name="connsiteX12-2575" fmla="*/ 646430 w 2563018"/>
              <a:gd name="connsiteY12-2576" fmla="*/ 2529385 h 2529434"/>
              <a:gd name="connsiteX13-2577" fmla="*/ 646430 w 2563018"/>
              <a:gd name="connsiteY13-2578" fmla="*/ 1065583 h 2529434"/>
              <a:gd name="connsiteX14-2579" fmla="*/ 646430 w 2563018"/>
              <a:gd name="connsiteY14-2580" fmla="*/ 1065632 h 2529434"/>
              <a:gd name="connsiteX15-2581" fmla="*/ 0 w 2563018"/>
              <a:gd name="connsiteY15-2582" fmla="*/ 1065632 h 2529434"/>
              <a:gd name="connsiteX16-2583" fmla="*/ 23342 w 2563018"/>
              <a:gd name="connsiteY16-2584" fmla="*/ 1057227 h 2529434"/>
              <a:gd name="connsiteX0-2585" fmla="*/ 23342 w 2563018"/>
              <a:gd name="connsiteY0-2586" fmla="*/ 1057227 h 2529434"/>
              <a:gd name="connsiteX1-2587" fmla="*/ 27197 w 2563018"/>
              <a:gd name="connsiteY1-2588" fmla="*/ 1043139 h 2529434"/>
              <a:gd name="connsiteX2-2589" fmla="*/ 1284810 w 2563018"/>
              <a:gd name="connsiteY2-2590" fmla="*/ 3028 h 2529434"/>
              <a:gd name="connsiteX3-2591" fmla="*/ 1300955 w 2563018"/>
              <a:gd name="connsiteY3-2592" fmla="*/ 3064 h 2529434"/>
              <a:gd name="connsiteX4-2593" fmla="*/ 2558568 w 2563018"/>
              <a:gd name="connsiteY4-2594" fmla="*/ 1043175 h 2529434"/>
              <a:gd name="connsiteX5-2595" fmla="*/ 2562377 w 2563018"/>
              <a:gd name="connsiteY5-2596" fmla="*/ 1057231 h 2529434"/>
              <a:gd name="connsiteX6-2597" fmla="*/ 2550427 w 2563018"/>
              <a:gd name="connsiteY6-2598" fmla="*/ 1065631 h 2529434"/>
              <a:gd name="connsiteX7-2599" fmla="*/ 1951990 w 2563018"/>
              <a:gd name="connsiteY7-2600" fmla="*/ 1065631 h 2529434"/>
              <a:gd name="connsiteX8-2601" fmla="*/ 1939290 w 2563018"/>
              <a:gd name="connsiteY8-2602" fmla="*/ 1078331 h 2529434"/>
              <a:gd name="connsiteX9-2603" fmla="*/ 1939290 w 2563018"/>
              <a:gd name="connsiteY9-2604" fmla="*/ 2529434 h 2529434"/>
              <a:gd name="connsiteX10-2605" fmla="*/ 1939290 w 2563018"/>
              <a:gd name="connsiteY10-2606" fmla="*/ 2529385 h 2529434"/>
              <a:gd name="connsiteX11-2607" fmla="*/ 646430 w 2563018"/>
              <a:gd name="connsiteY11-2608" fmla="*/ 2529385 h 2529434"/>
              <a:gd name="connsiteX12-2609" fmla="*/ 646430 w 2563018"/>
              <a:gd name="connsiteY12-2610" fmla="*/ 2529385 h 2529434"/>
              <a:gd name="connsiteX13-2611" fmla="*/ 646430 w 2563018"/>
              <a:gd name="connsiteY13-2612" fmla="*/ 1065583 h 2529434"/>
              <a:gd name="connsiteX14-2613" fmla="*/ 646430 w 2563018"/>
              <a:gd name="connsiteY14-2614" fmla="*/ 1065632 h 2529434"/>
              <a:gd name="connsiteX15-2615" fmla="*/ 0 w 2563018"/>
              <a:gd name="connsiteY15-2616" fmla="*/ 1065632 h 2529434"/>
              <a:gd name="connsiteX16-2617" fmla="*/ 23342 w 2563018"/>
              <a:gd name="connsiteY16-2618" fmla="*/ 1057227 h 2529434"/>
              <a:gd name="connsiteX0-2619" fmla="*/ 23342 w 2563018"/>
              <a:gd name="connsiteY0-2620" fmla="*/ 1057227 h 2529385"/>
              <a:gd name="connsiteX1-2621" fmla="*/ 27197 w 2563018"/>
              <a:gd name="connsiteY1-2622" fmla="*/ 1043139 h 2529385"/>
              <a:gd name="connsiteX2-2623" fmla="*/ 1284810 w 2563018"/>
              <a:gd name="connsiteY2-2624" fmla="*/ 3028 h 2529385"/>
              <a:gd name="connsiteX3-2625" fmla="*/ 1300955 w 2563018"/>
              <a:gd name="connsiteY3-2626" fmla="*/ 3064 h 2529385"/>
              <a:gd name="connsiteX4-2627" fmla="*/ 2558568 w 2563018"/>
              <a:gd name="connsiteY4-2628" fmla="*/ 1043175 h 2529385"/>
              <a:gd name="connsiteX5-2629" fmla="*/ 2562377 w 2563018"/>
              <a:gd name="connsiteY5-2630" fmla="*/ 1057231 h 2529385"/>
              <a:gd name="connsiteX6-2631" fmla="*/ 2550427 w 2563018"/>
              <a:gd name="connsiteY6-2632" fmla="*/ 1065631 h 2529385"/>
              <a:gd name="connsiteX7-2633" fmla="*/ 1951990 w 2563018"/>
              <a:gd name="connsiteY7-2634" fmla="*/ 1065631 h 2529385"/>
              <a:gd name="connsiteX8-2635" fmla="*/ 1939290 w 2563018"/>
              <a:gd name="connsiteY8-2636" fmla="*/ 1078331 h 2529385"/>
              <a:gd name="connsiteX9-2637" fmla="*/ 1939290 w 2563018"/>
              <a:gd name="connsiteY9-2638" fmla="*/ 2516733 h 2529385"/>
              <a:gd name="connsiteX10-2639" fmla="*/ 1939290 w 2563018"/>
              <a:gd name="connsiteY10-2640" fmla="*/ 2529385 h 2529385"/>
              <a:gd name="connsiteX11-2641" fmla="*/ 646430 w 2563018"/>
              <a:gd name="connsiteY11-2642" fmla="*/ 2529385 h 2529385"/>
              <a:gd name="connsiteX12-2643" fmla="*/ 646430 w 2563018"/>
              <a:gd name="connsiteY12-2644" fmla="*/ 2529385 h 2529385"/>
              <a:gd name="connsiteX13-2645" fmla="*/ 646430 w 2563018"/>
              <a:gd name="connsiteY13-2646" fmla="*/ 1065583 h 2529385"/>
              <a:gd name="connsiteX14-2647" fmla="*/ 646430 w 2563018"/>
              <a:gd name="connsiteY14-2648" fmla="*/ 1065632 h 2529385"/>
              <a:gd name="connsiteX15-2649" fmla="*/ 0 w 2563018"/>
              <a:gd name="connsiteY15-2650" fmla="*/ 1065632 h 2529385"/>
              <a:gd name="connsiteX16-2651" fmla="*/ 23342 w 2563018"/>
              <a:gd name="connsiteY16-2652" fmla="*/ 1057227 h 2529385"/>
              <a:gd name="connsiteX0-2653" fmla="*/ 23342 w 2563018"/>
              <a:gd name="connsiteY0-2654" fmla="*/ 1057227 h 2529385"/>
              <a:gd name="connsiteX1-2655" fmla="*/ 27197 w 2563018"/>
              <a:gd name="connsiteY1-2656" fmla="*/ 1043139 h 2529385"/>
              <a:gd name="connsiteX2-2657" fmla="*/ 1284810 w 2563018"/>
              <a:gd name="connsiteY2-2658" fmla="*/ 3028 h 2529385"/>
              <a:gd name="connsiteX3-2659" fmla="*/ 1300955 w 2563018"/>
              <a:gd name="connsiteY3-2660" fmla="*/ 3064 h 2529385"/>
              <a:gd name="connsiteX4-2661" fmla="*/ 2558568 w 2563018"/>
              <a:gd name="connsiteY4-2662" fmla="*/ 1043175 h 2529385"/>
              <a:gd name="connsiteX5-2663" fmla="*/ 2562377 w 2563018"/>
              <a:gd name="connsiteY5-2664" fmla="*/ 1057231 h 2529385"/>
              <a:gd name="connsiteX6-2665" fmla="*/ 2550427 w 2563018"/>
              <a:gd name="connsiteY6-2666" fmla="*/ 1065631 h 2529385"/>
              <a:gd name="connsiteX7-2667" fmla="*/ 1951990 w 2563018"/>
              <a:gd name="connsiteY7-2668" fmla="*/ 1065631 h 2529385"/>
              <a:gd name="connsiteX8-2669" fmla="*/ 1939290 w 2563018"/>
              <a:gd name="connsiteY8-2670" fmla="*/ 1078331 h 2529385"/>
              <a:gd name="connsiteX9-2671" fmla="*/ 1939290 w 2563018"/>
              <a:gd name="connsiteY9-2672" fmla="*/ 2516733 h 2529385"/>
              <a:gd name="connsiteX10-2673" fmla="*/ 1939290 w 2563018"/>
              <a:gd name="connsiteY10-2674" fmla="*/ 2529385 h 2529385"/>
              <a:gd name="connsiteX11-2675" fmla="*/ 646430 w 2563018"/>
              <a:gd name="connsiteY11-2676" fmla="*/ 2529385 h 2529385"/>
              <a:gd name="connsiteX12-2677" fmla="*/ 646430 w 2563018"/>
              <a:gd name="connsiteY12-2678" fmla="*/ 2529385 h 2529385"/>
              <a:gd name="connsiteX13-2679" fmla="*/ 646430 w 2563018"/>
              <a:gd name="connsiteY13-2680" fmla="*/ 1065583 h 2529385"/>
              <a:gd name="connsiteX14-2681" fmla="*/ 646430 w 2563018"/>
              <a:gd name="connsiteY14-2682" fmla="*/ 1065632 h 2529385"/>
              <a:gd name="connsiteX15-2683" fmla="*/ 0 w 2563018"/>
              <a:gd name="connsiteY15-2684" fmla="*/ 1065632 h 2529385"/>
              <a:gd name="connsiteX16-2685" fmla="*/ 23342 w 2563018"/>
              <a:gd name="connsiteY16-2686" fmla="*/ 1057227 h 2529385"/>
              <a:gd name="connsiteX0-2687" fmla="*/ 23342 w 2563018"/>
              <a:gd name="connsiteY0-2688" fmla="*/ 1057227 h 2529385"/>
              <a:gd name="connsiteX1-2689" fmla="*/ 27197 w 2563018"/>
              <a:gd name="connsiteY1-2690" fmla="*/ 1043139 h 2529385"/>
              <a:gd name="connsiteX2-2691" fmla="*/ 1284810 w 2563018"/>
              <a:gd name="connsiteY2-2692" fmla="*/ 3028 h 2529385"/>
              <a:gd name="connsiteX3-2693" fmla="*/ 1300955 w 2563018"/>
              <a:gd name="connsiteY3-2694" fmla="*/ 3064 h 2529385"/>
              <a:gd name="connsiteX4-2695" fmla="*/ 2558568 w 2563018"/>
              <a:gd name="connsiteY4-2696" fmla="*/ 1043175 h 2529385"/>
              <a:gd name="connsiteX5-2697" fmla="*/ 2562377 w 2563018"/>
              <a:gd name="connsiteY5-2698" fmla="*/ 1057231 h 2529385"/>
              <a:gd name="connsiteX6-2699" fmla="*/ 2550427 w 2563018"/>
              <a:gd name="connsiteY6-2700" fmla="*/ 1065631 h 2529385"/>
              <a:gd name="connsiteX7-2701" fmla="*/ 1951990 w 2563018"/>
              <a:gd name="connsiteY7-2702" fmla="*/ 1065631 h 2529385"/>
              <a:gd name="connsiteX8-2703" fmla="*/ 1939290 w 2563018"/>
              <a:gd name="connsiteY8-2704" fmla="*/ 1078331 h 2529385"/>
              <a:gd name="connsiteX9-2705" fmla="*/ 1939290 w 2563018"/>
              <a:gd name="connsiteY9-2706" fmla="*/ 2516733 h 2529385"/>
              <a:gd name="connsiteX10-2707" fmla="*/ 1939290 w 2563018"/>
              <a:gd name="connsiteY10-2708" fmla="*/ 2529385 h 2529385"/>
              <a:gd name="connsiteX11-2709" fmla="*/ 646430 w 2563018"/>
              <a:gd name="connsiteY11-2710" fmla="*/ 2529385 h 2529385"/>
              <a:gd name="connsiteX12-2711" fmla="*/ 646430 w 2563018"/>
              <a:gd name="connsiteY12-2712" fmla="*/ 2529385 h 2529385"/>
              <a:gd name="connsiteX13-2713" fmla="*/ 646430 w 2563018"/>
              <a:gd name="connsiteY13-2714" fmla="*/ 1065583 h 2529385"/>
              <a:gd name="connsiteX14-2715" fmla="*/ 646430 w 2563018"/>
              <a:gd name="connsiteY14-2716" fmla="*/ 1065632 h 2529385"/>
              <a:gd name="connsiteX15-2717" fmla="*/ 0 w 2563018"/>
              <a:gd name="connsiteY15-2718" fmla="*/ 1065632 h 2529385"/>
              <a:gd name="connsiteX16-2719" fmla="*/ 23342 w 2563018"/>
              <a:gd name="connsiteY16-2720" fmla="*/ 1057227 h 2529385"/>
              <a:gd name="connsiteX0-2721" fmla="*/ 23342 w 2563018"/>
              <a:gd name="connsiteY0-2722" fmla="*/ 1057227 h 2529385"/>
              <a:gd name="connsiteX1-2723" fmla="*/ 27197 w 2563018"/>
              <a:gd name="connsiteY1-2724" fmla="*/ 1043139 h 2529385"/>
              <a:gd name="connsiteX2-2725" fmla="*/ 1284810 w 2563018"/>
              <a:gd name="connsiteY2-2726" fmla="*/ 3028 h 2529385"/>
              <a:gd name="connsiteX3-2727" fmla="*/ 1300955 w 2563018"/>
              <a:gd name="connsiteY3-2728" fmla="*/ 3064 h 2529385"/>
              <a:gd name="connsiteX4-2729" fmla="*/ 2558568 w 2563018"/>
              <a:gd name="connsiteY4-2730" fmla="*/ 1043175 h 2529385"/>
              <a:gd name="connsiteX5-2731" fmla="*/ 2562377 w 2563018"/>
              <a:gd name="connsiteY5-2732" fmla="*/ 1057231 h 2529385"/>
              <a:gd name="connsiteX6-2733" fmla="*/ 2550427 w 2563018"/>
              <a:gd name="connsiteY6-2734" fmla="*/ 1065631 h 2529385"/>
              <a:gd name="connsiteX7-2735" fmla="*/ 1951990 w 2563018"/>
              <a:gd name="connsiteY7-2736" fmla="*/ 1065631 h 2529385"/>
              <a:gd name="connsiteX8-2737" fmla="*/ 1939290 w 2563018"/>
              <a:gd name="connsiteY8-2738" fmla="*/ 1078331 h 2529385"/>
              <a:gd name="connsiteX9-2739" fmla="*/ 1939290 w 2563018"/>
              <a:gd name="connsiteY9-2740" fmla="*/ 2516733 h 2529385"/>
              <a:gd name="connsiteX10-2741" fmla="*/ 1926590 w 2563018"/>
              <a:gd name="connsiteY10-2742" fmla="*/ 2529385 h 2529385"/>
              <a:gd name="connsiteX11-2743" fmla="*/ 646430 w 2563018"/>
              <a:gd name="connsiteY11-2744" fmla="*/ 2529385 h 2529385"/>
              <a:gd name="connsiteX12-2745" fmla="*/ 646430 w 2563018"/>
              <a:gd name="connsiteY12-2746" fmla="*/ 2529385 h 2529385"/>
              <a:gd name="connsiteX13-2747" fmla="*/ 646430 w 2563018"/>
              <a:gd name="connsiteY13-2748" fmla="*/ 1065583 h 2529385"/>
              <a:gd name="connsiteX14-2749" fmla="*/ 646430 w 2563018"/>
              <a:gd name="connsiteY14-2750" fmla="*/ 1065632 h 2529385"/>
              <a:gd name="connsiteX15-2751" fmla="*/ 0 w 2563018"/>
              <a:gd name="connsiteY15-2752" fmla="*/ 1065632 h 2529385"/>
              <a:gd name="connsiteX16-2753" fmla="*/ 23342 w 2563018"/>
              <a:gd name="connsiteY16-2754" fmla="*/ 1057227 h 2529385"/>
              <a:gd name="connsiteX0-2755" fmla="*/ 23342 w 2563018"/>
              <a:gd name="connsiteY0-2756" fmla="*/ 1057227 h 2529385"/>
              <a:gd name="connsiteX1-2757" fmla="*/ 27197 w 2563018"/>
              <a:gd name="connsiteY1-2758" fmla="*/ 1043139 h 2529385"/>
              <a:gd name="connsiteX2-2759" fmla="*/ 1284810 w 2563018"/>
              <a:gd name="connsiteY2-2760" fmla="*/ 3028 h 2529385"/>
              <a:gd name="connsiteX3-2761" fmla="*/ 1300955 w 2563018"/>
              <a:gd name="connsiteY3-2762" fmla="*/ 3064 h 2529385"/>
              <a:gd name="connsiteX4-2763" fmla="*/ 2558568 w 2563018"/>
              <a:gd name="connsiteY4-2764" fmla="*/ 1043175 h 2529385"/>
              <a:gd name="connsiteX5-2765" fmla="*/ 2562377 w 2563018"/>
              <a:gd name="connsiteY5-2766" fmla="*/ 1057231 h 2529385"/>
              <a:gd name="connsiteX6-2767" fmla="*/ 2550427 w 2563018"/>
              <a:gd name="connsiteY6-2768" fmla="*/ 1065631 h 2529385"/>
              <a:gd name="connsiteX7-2769" fmla="*/ 1951990 w 2563018"/>
              <a:gd name="connsiteY7-2770" fmla="*/ 1065631 h 2529385"/>
              <a:gd name="connsiteX8-2771" fmla="*/ 1939290 w 2563018"/>
              <a:gd name="connsiteY8-2772" fmla="*/ 1078331 h 2529385"/>
              <a:gd name="connsiteX9-2773" fmla="*/ 1939290 w 2563018"/>
              <a:gd name="connsiteY9-2774" fmla="*/ 2516733 h 2529385"/>
              <a:gd name="connsiteX10-2775" fmla="*/ 1926590 w 2563018"/>
              <a:gd name="connsiteY10-2776" fmla="*/ 2529385 h 2529385"/>
              <a:gd name="connsiteX11-2777" fmla="*/ 646430 w 2563018"/>
              <a:gd name="connsiteY11-2778" fmla="*/ 2529385 h 2529385"/>
              <a:gd name="connsiteX12-2779" fmla="*/ 646430 w 2563018"/>
              <a:gd name="connsiteY12-2780" fmla="*/ 2529385 h 2529385"/>
              <a:gd name="connsiteX13-2781" fmla="*/ 646430 w 2563018"/>
              <a:gd name="connsiteY13-2782" fmla="*/ 1065583 h 2529385"/>
              <a:gd name="connsiteX14-2783" fmla="*/ 646430 w 2563018"/>
              <a:gd name="connsiteY14-2784" fmla="*/ 1065632 h 2529385"/>
              <a:gd name="connsiteX15-2785" fmla="*/ 0 w 2563018"/>
              <a:gd name="connsiteY15-2786" fmla="*/ 1065632 h 2529385"/>
              <a:gd name="connsiteX16-2787" fmla="*/ 23342 w 2563018"/>
              <a:gd name="connsiteY16-2788" fmla="*/ 1057227 h 2529385"/>
              <a:gd name="connsiteX0-2789" fmla="*/ 23342 w 2563018"/>
              <a:gd name="connsiteY0-2790" fmla="*/ 1057227 h 2529385"/>
              <a:gd name="connsiteX1-2791" fmla="*/ 27197 w 2563018"/>
              <a:gd name="connsiteY1-2792" fmla="*/ 1043139 h 2529385"/>
              <a:gd name="connsiteX2-2793" fmla="*/ 1284810 w 2563018"/>
              <a:gd name="connsiteY2-2794" fmla="*/ 3028 h 2529385"/>
              <a:gd name="connsiteX3-2795" fmla="*/ 1300955 w 2563018"/>
              <a:gd name="connsiteY3-2796" fmla="*/ 3064 h 2529385"/>
              <a:gd name="connsiteX4-2797" fmla="*/ 2558568 w 2563018"/>
              <a:gd name="connsiteY4-2798" fmla="*/ 1043175 h 2529385"/>
              <a:gd name="connsiteX5-2799" fmla="*/ 2562377 w 2563018"/>
              <a:gd name="connsiteY5-2800" fmla="*/ 1057231 h 2529385"/>
              <a:gd name="connsiteX6-2801" fmla="*/ 2550427 w 2563018"/>
              <a:gd name="connsiteY6-2802" fmla="*/ 1065631 h 2529385"/>
              <a:gd name="connsiteX7-2803" fmla="*/ 1951990 w 2563018"/>
              <a:gd name="connsiteY7-2804" fmla="*/ 1065631 h 2529385"/>
              <a:gd name="connsiteX8-2805" fmla="*/ 1939290 w 2563018"/>
              <a:gd name="connsiteY8-2806" fmla="*/ 1078331 h 2529385"/>
              <a:gd name="connsiteX9-2807" fmla="*/ 1939290 w 2563018"/>
              <a:gd name="connsiteY9-2808" fmla="*/ 2516733 h 2529385"/>
              <a:gd name="connsiteX10-2809" fmla="*/ 1926590 w 2563018"/>
              <a:gd name="connsiteY10-2810" fmla="*/ 2529385 h 2529385"/>
              <a:gd name="connsiteX11-2811" fmla="*/ 646430 w 2563018"/>
              <a:gd name="connsiteY11-2812" fmla="*/ 2529385 h 2529385"/>
              <a:gd name="connsiteX12-2813" fmla="*/ 646430 w 2563018"/>
              <a:gd name="connsiteY12-2814" fmla="*/ 2529385 h 2529385"/>
              <a:gd name="connsiteX13-2815" fmla="*/ 646430 w 2563018"/>
              <a:gd name="connsiteY13-2816" fmla="*/ 1065583 h 2529385"/>
              <a:gd name="connsiteX14-2817" fmla="*/ 646430 w 2563018"/>
              <a:gd name="connsiteY14-2818" fmla="*/ 1065632 h 2529385"/>
              <a:gd name="connsiteX15-2819" fmla="*/ 0 w 2563018"/>
              <a:gd name="connsiteY15-2820" fmla="*/ 1065632 h 2529385"/>
              <a:gd name="connsiteX16-2821" fmla="*/ 23342 w 2563018"/>
              <a:gd name="connsiteY16-2822" fmla="*/ 1057227 h 2529385"/>
              <a:gd name="connsiteX0-2823" fmla="*/ 23342 w 2563018"/>
              <a:gd name="connsiteY0-2824" fmla="*/ 1057227 h 2529385"/>
              <a:gd name="connsiteX1-2825" fmla="*/ 27197 w 2563018"/>
              <a:gd name="connsiteY1-2826" fmla="*/ 1043139 h 2529385"/>
              <a:gd name="connsiteX2-2827" fmla="*/ 1284810 w 2563018"/>
              <a:gd name="connsiteY2-2828" fmla="*/ 3028 h 2529385"/>
              <a:gd name="connsiteX3-2829" fmla="*/ 1300955 w 2563018"/>
              <a:gd name="connsiteY3-2830" fmla="*/ 3064 h 2529385"/>
              <a:gd name="connsiteX4-2831" fmla="*/ 2558568 w 2563018"/>
              <a:gd name="connsiteY4-2832" fmla="*/ 1043175 h 2529385"/>
              <a:gd name="connsiteX5-2833" fmla="*/ 2562377 w 2563018"/>
              <a:gd name="connsiteY5-2834" fmla="*/ 1057231 h 2529385"/>
              <a:gd name="connsiteX6-2835" fmla="*/ 2550427 w 2563018"/>
              <a:gd name="connsiteY6-2836" fmla="*/ 1065631 h 2529385"/>
              <a:gd name="connsiteX7-2837" fmla="*/ 1951990 w 2563018"/>
              <a:gd name="connsiteY7-2838" fmla="*/ 1065631 h 2529385"/>
              <a:gd name="connsiteX8-2839" fmla="*/ 1939290 w 2563018"/>
              <a:gd name="connsiteY8-2840" fmla="*/ 1078331 h 2529385"/>
              <a:gd name="connsiteX9-2841" fmla="*/ 1939290 w 2563018"/>
              <a:gd name="connsiteY9-2842" fmla="*/ 2516733 h 2529385"/>
              <a:gd name="connsiteX10-2843" fmla="*/ 1926590 w 2563018"/>
              <a:gd name="connsiteY10-2844" fmla="*/ 2529385 h 2529385"/>
              <a:gd name="connsiteX11-2845" fmla="*/ 659130 w 2563018"/>
              <a:gd name="connsiteY11-2846" fmla="*/ 2529385 h 2529385"/>
              <a:gd name="connsiteX12-2847" fmla="*/ 646430 w 2563018"/>
              <a:gd name="connsiteY12-2848" fmla="*/ 2529385 h 2529385"/>
              <a:gd name="connsiteX13-2849" fmla="*/ 646430 w 2563018"/>
              <a:gd name="connsiteY13-2850" fmla="*/ 1065583 h 2529385"/>
              <a:gd name="connsiteX14-2851" fmla="*/ 646430 w 2563018"/>
              <a:gd name="connsiteY14-2852" fmla="*/ 1065632 h 2529385"/>
              <a:gd name="connsiteX15-2853" fmla="*/ 0 w 2563018"/>
              <a:gd name="connsiteY15-2854" fmla="*/ 1065632 h 2529385"/>
              <a:gd name="connsiteX16-2855" fmla="*/ 23342 w 2563018"/>
              <a:gd name="connsiteY16-2856" fmla="*/ 1057227 h 2529385"/>
              <a:gd name="connsiteX0-2857" fmla="*/ 23342 w 2563018"/>
              <a:gd name="connsiteY0-2858" fmla="*/ 1057227 h 2529385"/>
              <a:gd name="connsiteX1-2859" fmla="*/ 27197 w 2563018"/>
              <a:gd name="connsiteY1-2860" fmla="*/ 1043139 h 2529385"/>
              <a:gd name="connsiteX2-2861" fmla="*/ 1284810 w 2563018"/>
              <a:gd name="connsiteY2-2862" fmla="*/ 3028 h 2529385"/>
              <a:gd name="connsiteX3-2863" fmla="*/ 1300955 w 2563018"/>
              <a:gd name="connsiteY3-2864" fmla="*/ 3064 h 2529385"/>
              <a:gd name="connsiteX4-2865" fmla="*/ 2558568 w 2563018"/>
              <a:gd name="connsiteY4-2866" fmla="*/ 1043175 h 2529385"/>
              <a:gd name="connsiteX5-2867" fmla="*/ 2562377 w 2563018"/>
              <a:gd name="connsiteY5-2868" fmla="*/ 1057231 h 2529385"/>
              <a:gd name="connsiteX6-2869" fmla="*/ 2550427 w 2563018"/>
              <a:gd name="connsiteY6-2870" fmla="*/ 1065631 h 2529385"/>
              <a:gd name="connsiteX7-2871" fmla="*/ 1951990 w 2563018"/>
              <a:gd name="connsiteY7-2872" fmla="*/ 1065631 h 2529385"/>
              <a:gd name="connsiteX8-2873" fmla="*/ 1939290 w 2563018"/>
              <a:gd name="connsiteY8-2874" fmla="*/ 1078331 h 2529385"/>
              <a:gd name="connsiteX9-2875" fmla="*/ 1939290 w 2563018"/>
              <a:gd name="connsiteY9-2876" fmla="*/ 2516733 h 2529385"/>
              <a:gd name="connsiteX10-2877" fmla="*/ 1926590 w 2563018"/>
              <a:gd name="connsiteY10-2878" fmla="*/ 2529385 h 2529385"/>
              <a:gd name="connsiteX11-2879" fmla="*/ 659130 w 2563018"/>
              <a:gd name="connsiteY11-2880" fmla="*/ 2529385 h 2529385"/>
              <a:gd name="connsiteX12-2881" fmla="*/ 646430 w 2563018"/>
              <a:gd name="connsiteY12-2882" fmla="*/ 2529385 h 2529385"/>
              <a:gd name="connsiteX13-2883" fmla="*/ 646430 w 2563018"/>
              <a:gd name="connsiteY13-2884" fmla="*/ 1065583 h 2529385"/>
              <a:gd name="connsiteX14-2885" fmla="*/ 646430 w 2563018"/>
              <a:gd name="connsiteY14-2886" fmla="*/ 1065632 h 2529385"/>
              <a:gd name="connsiteX15-2887" fmla="*/ 0 w 2563018"/>
              <a:gd name="connsiteY15-2888" fmla="*/ 1065632 h 2529385"/>
              <a:gd name="connsiteX16-2889" fmla="*/ 23342 w 2563018"/>
              <a:gd name="connsiteY16-2890" fmla="*/ 1057227 h 2529385"/>
              <a:gd name="connsiteX0-2891" fmla="*/ 23342 w 2563018"/>
              <a:gd name="connsiteY0-2892" fmla="*/ 1057227 h 2529385"/>
              <a:gd name="connsiteX1-2893" fmla="*/ 27197 w 2563018"/>
              <a:gd name="connsiteY1-2894" fmla="*/ 1043139 h 2529385"/>
              <a:gd name="connsiteX2-2895" fmla="*/ 1284810 w 2563018"/>
              <a:gd name="connsiteY2-2896" fmla="*/ 3028 h 2529385"/>
              <a:gd name="connsiteX3-2897" fmla="*/ 1300955 w 2563018"/>
              <a:gd name="connsiteY3-2898" fmla="*/ 3064 h 2529385"/>
              <a:gd name="connsiteX4-2899" fmla="*/ 2558568 w 2563018"/>
              <a:gd name="connsiteY4-2900" fmla="*/ 1043175 h 2529385"/>
              <a:gd name="connsiteX5-2901" fmla="*/ 2562377 w 2563018"/>
              <a:gd name="connsiteY5-2902" fmla="*/ 1057231 h 2529385"/>
              <a:gd name="connsiteX6-2903" fmla="*/ 2550427 w 2563018"/>
              <a:gd name="connsiteY6-2904" fmla="*/ 1065631 h 2529385"/>
              <a:gd name="connsiteX7-2905" fmla="*/ 1951990 w 2563018"/>
              <a:gd name="connsiteY7-2906" fmla="*/ 1065631 h 2529385"/>
              <a:gd name="connsiteX8-2907" fmla="*/ 1939290 w 2563018"/>
              <a:gd name="connsiteY8-2908" fmla="*/ 1078331 h 2529385"/>
              <a:gd name="connsiteX9-2909" fmla="*/ 1939290 w 2563018"/>
              <a:gd name="connsiteY9-2910" fmla="*/ 2516733 h 2529385"/>
              <a:gd name="connsiteX10-2911" fmla="*/ 1926590 w 2563018"/>
              <a:gd name="connsiteY10-2912" fmla="*/ 2529385 h 2529385"/>
              <a:gd name="connsiteX11-2913" fmla="*/ 659130 w 2563018"/>
              <a:gd name="connsiteY11-2914" fmla="*/ 2529385 h 2529385"/>
              <a:gd name="connsiteX12-2915" fmla="*/ 646430 w 2563018"/>
              <a:gd name="connsiteY12-2916" fmla="*/ 2529385 h 2529385"/>
              <a:gd name="connsiteX13-2917" fmla="*/ 646430 w 2563018"/>
              <a:gd name="connsiteY13-2918" fmla="*/ 1065583 h 2529385"/>
              <a:gd name="connsiteX14-2919" fmla="*/ 646430 w 2563018"/>
              <a:gd name="connsiteY14-2920" fmla="*/ 1065632 h 2529385"/>
              <a:gd name="connsiteX15-2921" fmla="*/ 0 w 2563018"/>
              <a:gd name="connsiteY15-2922" fmla="*/ 1065632 h 2529385"/>
              <a:gd name="connsiteX16-2923" fmla="*/ 23342 w 2563018"/>
              <a:gd name="connsiteY16-2924" fmla="*/ 1057227 h 2529385"/>
              <a:gd name="connsiteX0-2925" fmla="*/ 23342 w 2563018"/>
              <a:gd name="connsiteY0-2926" fmla="*/ 1057227 h 2529385"/>
              <a:gd name="connsiteX1-2927" fmla="*/ 27197 w 2563018"/>
              <a:gd name="connsiteY1-2928" fmla="*/ 1043139 h 2529385"/>
              <a:gd name="connsiteX2-2929" fmla="*/ 1284810 w 2563018"/>
              <a:gd name="connsiteY2-2930" fmla="*/ 3028 h 2529385"/>
              <a:gd name="connsiteX3-2931" fmla="*/ 1300955 w 2563018"/>
              <a:gd name="connsiteY3-2932" fmla="*/ 3064 h 2529385"/>
              <a:gd name="connsiteX4-2933" fmla="*/ 2558568 w 2563018"/>
              <a:gd name="connsiteY4-2934" fmla="*/ 1043175 h 2529385"/>
              <a:gd name="connsiteX5-2935" fmla="*/ 2562377 w 2563018"/>
              <a:gd name="connsiteY5-2936" fmla="*/ 1057231 h 2529385"/>
              <a:gd name="connsiteX6-2937" fmla="*/ 2550427 w 2563018"/>
              <a:gd name="connsiteY6-2938" fmla="*/ 1065631 h 2529385"/>
              <a:gd name="connsiteX7-2939" fmla="*/ 1951990 w 2563018"/>
              <a:gd name="connsiteY7-2940" fmla="*/ 1065631 h 2529385"/>
              <a:gd name="connsiteX8-2941" fmla="*/ 1939290 w 2563018"/>
              <a:gd name="connsiteY8-2942" fmla="*/ 1078331 h 2529385"/>
              <a:gd name="connsiteX9-2943" fmla="*/ 1939290 w 2563018"/>
              <a:gd name="connsiteY9-2944" fmla="*/ 2516733 h 2529385"/>
              <a:gd name="connsiteX10-2945" fmla="*/ 1926590 w 2563018"/>
              <a:gd name="connsiteY10-2946" fmla="*/ 2529385 h 2529385"/>
              <a:gd name="connsiteX11-2947" fmla="*/ 659130 w 2563018"/>
              <a:gd name="connsiteY11-2948" fmla="*/ 2529385 h 2529385"/>
              <a:gd name="connsiteX12-2949" fmla="*/ 646430 w 2563018"/>
              <a:gd name="connsiteY12-2950" fmla="*/ 2516685 h 2529385"/>
              <a:gd name="connsiteX13-2951" fmla="*/ 646430 w 2563018"/>
              <a:gd name="connsiteY13-2952" fmla="*/ 1065583 h 2529385"/>
              <a:gd name="connsiteX14-2953" fmla="*/ 646430 w 2563018"/>
              <a:gd name="connsiteY14-2954" fmla="*/ 1065632 h 2529385"/>
              <a:gd name="connsiteX15-2955" fmla="*/ 0 w 2563018"/>
              <a:gd name="connsiteY15-2956" fmla="*/ 1065632 h 2529385"/>
              <a:gd name="connsiteX16-2957" fmla="*/ 23342 w 2563018"/>
              <a:gd name="connsiteY16-2958" fmla="*/ 1057227 h 2529385"/>
              <a:gd name="connsiteX0-2959" fmla="*/ 23342 w 2563018"/>
              <a:gd name="connsiteY0-2960" fmla="*/ 1057227 h 2529385"/>
              <a:gd name="connsiteX1-2961" fmla="*/ 27197 w 2563018"/>
              <a:gd name="connsiteY1-2962" fmla="*/ 1043139 h 2529385"/>
              <a:gd name="connsiteX2-2963" fmla="*/ 1284810 w 2563018"/>
              <a:gd name="connsiteY2-2964" fmla="*/ 3028 h 2529385"/>
              <a:gd name="connsiteX3-2965" fmla="*/ 1300955 w 2563018"/>
              <a:gd name="connsiteY3-2966" fmla="*/ 3064 h 2529385"/>
              <a:gd name="connsiteX4-2967" fmla="*/ 2558568 w 2563018"/>
              <a:gd name="connsiteY4-2968" fmla="*/ 1043175 h 2529385"/>
              <a:gd name="connsiteX5-2969" fmla="*/ 2562377 w 2563018"/>
              <a:gd name="connsiteY5-2970" fmla="*/ 1057231 h 2529385"/>
              <a:gd name="connsiteX6-2971" fmla="*/ 2550427 w 2563018"/>
              <a:gd name="connsiteY6-2972" fmla="*/ 1065631 h 2529385"/>
              <a:gd name="connsiteX7-2973" fmla="*/ 1951990 w 2563018"/>
              <a:gd name="connsiteY7-2974" fmla="*/ 1065631 h 2529385"/>
              <a:gd name="connsiteX8-2975" fmla="*/ 1939290 w 2563018"/>
              <a:gd name="connsiteY8-2976" fmla="*/ 1078331 h 2529385"/>
              <a:gd name="connsiteX9-2977" fmla="*/ 1939290 w 2563018"/>
              <a:gd name="connsiteY9-2978" fmla="*/ 2516733 h 2529385"/>
              <a:gd name="connsiteX10-2979" fmla="*/ 1926590 w 2563018"/>
              <a:gd name="connsiteY10-2980" fmla="*/ 2529385 h 2529385"/>
              <a:gd name="connsiteX11-2981" fmla="*/ 659130 w 2563018"/>
              <a:gd name="connsiteY11-2982" fmla="*/ 2529385 h 2529385"/>
              <a:gd name="connsiteX12-2983" fmla="*/ 646430 w 2563018"/>
              <a:gd name="connsiteY12-2984" fmla="*/ 2516685 h 2529385"/>
              <a:gd name="connsiteX13-2985" fmla="*/ 646430 w 2563018"/>
              <a:gd name="connsiteY13-2986" fmla="*/ 1065583 h 2529385"/>
              <a:gd name="connsiteX14-2987" fmla="*/ 646430 w 2563018"/>
              <a:gd name="connsiteY14-2988" fmla="*/ 1065632 h 2529385"/>
              <a:gd name="connsiteX15-2989" fmla="*/ 0 w 2563018"/>
              <a:gd name="connsiteY15-2990" fmla="*/ 1065632 h 2529385"/>
              <a:gd name="connsiteX16-2991" fmla="*/ 23342 w 2563018"/>
              <a:gd name="connsiteY16-2992" fmla="*/ 1057227 h 2529385"/>
              <a:gd name="connsiteX0-2993" fmla="*/ 23342 w 2563018"/>
              <a:gd name="connsiteY0-2994" fmla="*/ 1057227 h 2529385"/>
              <a:gd name="connsiteX1-2995" fmla="*/ 27197 w 2563018"/>
              <a:gd name="connsiteY1-2996" fmla="*/ 1043139 h 2529385"/>
              <a:gd name="connsiteX2-2997" fmla="*/ 1284810 w 2563018"/>
              <a:gd name="connsiteY2-2998" fmla="*/ 3028 h 2529385"/>
              <a:gd name="connsiteX3-2999" fmla="*/ 1300955 w 2563018"/>
              <a:gd name="connsiteY3-3000" fmla="*/ 3064 h 2529385"/>
              <a:gd name="connsiteX4-3001" fmla="*/ 2558568 w 2563018"/>
              <a:gd name="connsiteY4-3002" fmla="*/ 1043175 h 2529385"/>
              <a:gd name="connsiteX5-3003" fmla="*/ 2562377 w 2563018"/>
              <a:gd name="connsiteY5-3004" fmla="*/ 1057231 h 2529385"/>
              <a:gd name="connsiteX6-3005" fmla="*/ 2550427 w 2563018"/>
              <a:gd name="connsiteY6-3006" fmla="*/ 1065631 h 2529385"/>
              <a:gd name="connsiteX7-3007" fmla="*/ 1951990 w 2563018"/>
              <a:gd name="connsiteY7-3008" fmla="*/ 1065631 h 2529385"/>
              <a:gd name="connsiteX8-3009" fmla="*/ 1939290 w 2563018"/>
              <a:gd name="connsiteY8-3010" fmla="*/ 1078331 h 2529385"/>
              <a:gd name="connsiteX9-3011" fmla="*/ 1939290 w 2563018"/>
              <a:gd name="connsiteY9-3012" fmla="*/ 2516733 h 2529385"/>
              <a:gd name="connsiteX10-3013" fmla="*/ 1926590 w 2563018"/>
              <a:gd name="connsiteY10-3014" fmla="*/ 2529385 h 2529385"/>
              <a:gd name="connsiteX11-3015" fmla="*/ 659130 w 2563018"/>
              <a:gd name="connsiteY11-3016" fmla="*/ 2529385 h 2529385"/>
              <a:gd name="connsiteX12-3017" fmla="*/ 646430 w 2563018"/>
              <a:gd name="connsiteY12-3018" fmla="*/ 2516685 h 2529385"/>
              <a:gd name="connsiteX13-3019" fmla="*/ 646430 w 2563018"/>
              <a:gd name="connsiteY13-3020" fmla="*/ 1065583 h 2529385"/>
              <a:gd name="connsiteX14-3021" fmla="*/ 646430 w 2563018"/>
              <a:gd name="connsiteY14-3022" fmla="*/ 1065632 h 2529385"/>
              <a:gd name="connsiteX15-3023" fmla="*/ 0 w 2563018"/>
              <a:gd name="connsiteY15-3024" fmla="*/ 1065632 h 2529385"/>
              <a:gd name="connsiteX16-3025" fmla="*/ 23342 w 2563018"/>
              <a:gd name="connsiteY16-3026" fmla="*/ 1057227 h 2529385"/>
              <a:gd name="connsiteX0-3027" fmla="*/ 23342 w 2563018"/>
              <a:gd name="connsiteY0-3028" fmla="*/ 1057227 h 2529385"/>
              <a:gd name="connsiteX1-3029" fmla="*/ 27197 w 2563018"/>
              <a:gd name="connsiteY1-3030" fmla="*/ 1043139 h 2529385"/>
              <a:gd name="connsiteX2-3031" fmla="*/ 1284810 w 2563018"/>
              <a:gd name="connsiteY2-3032" fmla="*/ 3028 h 2529385"/>
              <a:gd name="connsiteX3-3033" fmla="*/ 1300955 w 2563018"/>
              <a:gd name="connsiteY3-3034" fmla="*/ 3064 h 2529385"/>
              <a:gd name="connsiteX4-3035" fmla="*/ 2558568 w 2563018"/>
              <a:gd name="connsiteY4-3036" fmla="*/ 1043175 h 2529385"/>
              <a:gd name="connsiteX5-3037" fmla="*/ 2562377 w 2563018"/>
              <a:gd name="connsiteY5-3038" fmla="*/ 1057231 h 2529385"/>
              <a:gd name="connsiteX6-3039" fmla="*/ 2550427 w 2563018"/>
              <a:gd name="connsiteY6-3040" fmla="*/ 1065631 h 2529385"/>
              <a:gd name="connsiteX7-3041" fmla="*/ 1951990 w 2563018"/>
              <a:gd name="connsiteY7-3042" fmla="*/ 1065631 h 2529385"/>
              <a:gd name="connsiteX8-3043" fmla="*/ 1939290 w 2563018"/>
              <a:gd name="connsiteY8-3044" fmla="*/ 1078331 h 2529385"/>
              <a:gd name="connsiteX9-3045" fmla="*/ 1939290 w 2563018"/>
              <a:gd name="connsiteY9-3046" fmla="*/ 2516733 h 2529385"/>
              <a:gd name="connsiteX10-3047" fmla="*/ 1926590 w 2563018"/>
              <a:gd name="connsiteY10-3048" fmla="*/ 2529385 h 2529385"/>
              <a:gd name="connsiteX11-3049" fmla="*/ 659130 w 2563018"/>
              <a:gd name="connsiteY11-3050" fmla="*/ 2529385 h 2529385"/>
              <a:gd name="connsiteX12-3051" fmla="*/ 646430 w 2563018"/>
              <a:gd name="connsiteY12-3052" fmla="*/ 2516685 h 2529385"/>
              <a:gd name="connsiteX13-3053" fmla="*/ 646430 w 2563018"/>
              <a:gd name="connsiteY13-3054" fmla="*/ 1078282 h 2529385"/>
              <a:gd name="connsiteX14-3055" fmla="*/ 646430 w 2563018"/>
              <a:gd name="connsiteY14-3056" fmla="*/ 1065632 h 2529385"/>
              <a:gd name="connsiteX15-3057" fmla="*/ 0 w 2563018"/>
              <a:gd name="connsiteY15-3058" fmla="*/ 1065632 h 2529385"/>
              <a:gd name="connsiteX16-3059" fmla="*/ 23342 w 2563018"/>
              <a:gd name="connsiteY16-3060" fmla="*/ 1057227 h 2529385"/>
              <a:gd name="connsiteX0-3061" fmla="*/ 23342 w 2563018"/>
              <a:gd name="connsiteY0-3062" fmla="*/ 1057227 h 2529385"/>
              <a:gd name="connsiteX1-3063" fmla="*/ 27197 w 2563018"/>
              <a:gd name="connsiteY1-3064" fmla="*/ 1043139 h 2529385"/>
              <a:gd name="connsiteX2-3065" fmla="*/ 1284810 w 2563018"/>
              <a:gd name="connsiteY2-3066" fmla="*/ 3028 h 2529385"/>
              <a:gd name="connsiteX3-3067" fmla="*/ 1300955 w 2563018"/>
              <a:gd name="connsiteY3-3068" fmla="*/ 3064 h 2529385"/>
              <a:gd name="connsiteX4-3069" fmla="*/ 2558568 w 2563018"/>
              <a:gd name="connsiteY4-3070" fmla="*/ 1043175 h 2529385"/>
              <a:gd name="connsiteX5-3071" fmla="*/ 2562377 w 2563018"/>
              <a:gd name="connsiteY5-3072" fmla="*/ 1057231 h 2529385"/>
              <a:gd name="connsiteX6-3073" fmla="*/ 2550427 w 2563018"/>
              <a:gd name="connsiteY6-3074" fmla="*/ 1065631 h 2529385"/>
              <a:gd name="connsiteX7-3075" fmla="*/ 1951990 w 2563018"/>
              <a:gd name="connsiteY7-3076" fmla="*/ 1065631 h 2529385"/>
              <a:gd name="connsiteX8-3077" fmla="*/ 1939290 w 2563018"/>
              <a:gd name="connsiteY8-3078" fmla="*/ 1078331 h 2529385"/>
              <a:gd name="connsiteX9-3079" fmla="*/ 1939290 w 2563018"/>
              <a:gd name="connsiteY9-3080" fmla="*/ 2516733 h 2529385"/>
              <a:gd name="connsiteX10-3081" fmla="*/ 1926590 w 2563018"/>
              <a:gd name="connsiteY10-3082" fmla="*/ 2529385 h 2529385"/>
              <a:gd name="connsiteX11-3083" fmla="*/ 659130 w 2563018"/>
              <a:gd name="connsiteY11-3084" fmla="*/ 2529385 h 2529385"/>
              <a:gd name="connsiteX12-3085" fmla="*/ 646430 w 2563018"/>
              <a:gd name="connsiteY12-3086" fmla="*/ 2516685 h 2529385"/>
              <a:gd name="connsiteX13-3087" fmla="*/ 646430 w 2563018"/>
              <a:gd name="connsiteY13-3088" fmla="*/ 1078282 h 2529385"/>
              <a:gd name="connsiteX14-3089" fmla="*/ 646430 w 2563018"/>
              <a:gd name="connsiteY14-3090" fmla="*/ 1065632 h 2529385"/>
              <a:gd name="connsiteX15-3091" fmla="*/ 0 w 2563018"/>
              <a:gd name="connsiteY15-3092" fmla="*/ 1065632 h 2529385"/>
              <a:gd name="connsiteX16-3093" fmla="*/ 23342 w 2563018"/>
              <a:gd name="connsiteY16-3094" fmla="*/ 1057227 h 2529385"/>
              <a:gd name="connsiteX0-3095" fmla="*/ 23342 w 2563018"/>
              <a:gd name="connsiteY0-3096" fmla="*/ 1057227 h 2529385"/>
              <a:gd name="connsiteX1-3097" fmla="*/ 27197 w 2563018"/>
              <a:gd name="connsiteY1-3098" fmla="*/ 1043139 h 2529385"/>
              <a:gd name="connsiteX2-3099" fmla="*/ 1284810 w 2563018"/>
              <a:gd name="connsiteY2-3100" fmla="*/ 3028 h 2529385"/>
              <a:gd name="connsiteX3-3101" fmla="*/ 1300955 w 2563018"/>
              <a:gd name="connsiteY3-3102" fmla="*/ 3064 h 2529385"/>
              <a:gd name="connsiteX4-3103" fmla="*/ 2558568 w 2563018"/>
              <a:gd name="connsiteY4-3104" fmla="*/ 1043175 h 2529385"/>
              <a:gd name="connsiteX5-3105" fmla="*/ 2562377 w 2563018"/>
              <a:gd name="connsiteY5-3106" fmla="*/ 1057231 h 2529385"/>
              <a:gd name="connsiteX6-3107" fmla="*/ 2550427 w 2563018"/>
              <a:gd name="connsiteY6-3108" fmla="*/ 1065631 h 2529385"/>
              <a:gd name="connsiteX7-3109" fmla="*/ 1951990 w 2563018"/>
              <a:gd name="connsiteY7-3110" fmla="*/ 1065631 h 2529385"/>
              <a:gd name="connsiteX8-3111" fmla="*/ 1939290 w 2563018"/>
              <a:gd name="connsiteY8-3112" fmla="*/ 1078331 h 2529385"/>
              <a:gd name="connsiteX9-3113" fmla="*/ 1939290 w 2563018"/>
              <a:gd name="connsiteY9-3114" fmla="*/ 2516733 h 2529385"/>
              <a:gd name="connsiteX10-3115" fmla="*/ 1926590 w 2563018"/>
              <a:gd name="connsiteY10-3116" fmla="*/ 2529385 h 2529385"/>
              <a:gd name="connsiteX11-3117" fmla="*/ 659130 w 2563018"/>
              <a:gd name="connsiteY11-3118" fmla="*/ 2529385 h 2529385"/>
              <a:gd name="connsiteX12-3119" fmla="*/ 646430 w 2563018"/>
              <a:gd name="connsiteY12-3120" fmla="*/ 2516685 h 2529385"/>
              <a:gd name="connsiteX13-3121" fmla="*/ 646430 w 2563018"/>
              <a:gd name="connsiteY13-3122" fmla="*/ 1078282 h 2529385"/>
              <a:gd name="connsiteX14-3123" fmla="*/ 646430 w 2563018"/>
              <a:gd name="connsiteY14-3124" fmla="*/ 1065632 h 2529385"/>
              <a:gd name="connsiteX15-3125" fmla="*/ 0 w 2563018"/>
              <a:gd name="connsiteY15-3126" fmla="*/ 1065632 h 2529385"/>
              <a:gd name="connsiteX16-3127" fmla="*/ 23342 w 2563018"/>
              <a:gd name="connsiteY16-3128" fmla="*/ 1057227 h 2529385"/>
              <a:gd name="connsiteX0-3129" fmla="*/ 23342 w 2563018"/>
              <a:gd name="connsiteY0-3130" fmla="*/ 1057227 h 2529385"/>
              <a:gd name="connsiteX1-3131" fmla="*/ 27197 w 2563018"/>
              <a:gd name="connsiteY1-3132" fmla="*/ 1043139 h 2529385"/>
              <a:gd name="connsiteX2-3133" fmla="*/ 1284810 w 2563018"/>
              <a:gd name="connsiteY2-3134" fmla="*/ 3028 h 2529385"/>
              <a:gd name="connsiteX3-3135" fmla="*/ 1300955 w 2563018"/>
              <a:gd name="connsiteY3-3136" fmla="*/ 3064 h 2529385"/>
              <a:gd name="connsiteX4-3137" fmla="*/ 2558568 w 2563018"/>
              <a:gd name="connsiteY4-3138" fmla="*/ 1043175 h 2529385"/>
              <a:gd name="connsiteX5-3139" fmla="*/ 2562377 w 2563018"/>
              <a:gd name="connsiteY5-3140" fmla="*/ 1057231 h 2529385"/>
              <a:gd name="connsiteX6-3141" fmla="*/ 2550427 w 2563018"/>
              <a:gd name="connsiteY6-3142" fmla="*/ 1065631 h 2529385"/>
              <a:gd name="connsiteX7-3143" fmla="*/ 1951990 w 2563018"/>
              <a:gd name="connsiteY7-3144" fmla="*/ 1065631 h 2529385"/>
              <a:gd name="connsiteX8-3145" fmla="*/ 1939290 w 2563018"/>
              <a:gd name="connsiteY8-3146" fmla="*/ 1078331 h 2529385"/>
              <a:gd name="connsiteX9-3147" fmla="*/ 1939290 w 2563018"/>
              <a:gd name="connsiteY9-3148" fmla="*/ 2516733 h 2529385"/>
              <a:gd name="connsiteX10-3149" fmla="*/ 1926590 w 2563018"/>
              <a:gd name="connsiteY10-3150" fmla="*/ 2529385 h 2529385"/>
              <a:gd name="connsiteX11-3151" fmla="*/ 659130 w 2563018"/>
              <a:gd name="connsiteY11-3152" fmla="*/ 2529385 h 2529385"/>
              <a:gd name="connsiteX12-3153" fmla="*/ 646430 w 2563018"/>
              <a:gd name="connsiteY12-3154" fmla="*/ 2516685 h 2529385"/>
              <a:gd name="connsiteX13-3155" fmla="*/ 646430 w 2563018"/>
              <a:gd name="connsiteY13-3156" fmla="*/ 1078282 h 2529385"/>
              <a:gd name="connsiteX14-3157" fmla="*/ 633730 w 2563018"/>
              <a:gd name="connsiteY14-3158" fmla="*/ 1065632 h 2529385"/>
              <a:gd name="connsiteX15-3159" fmla="*/ 0 w 2563018"/>
              <a:gd name="connsiteY15-3160" fmla="*/ 1065632 h 2529385"/>
              <a:gd name="connsiteX16-3161" fmla="*/ 23342 w 2563018"/>
              <a:gd name="connsiteY16-3162" fmla="*/ 1057227 h 2529385"/>
              <a:gd name="connsiteX0-3163" fmla="*/ 23342 w 2563018"/>
              <a:gd name="connsiteY0-3164" fmla="*/ 1057227 h 2529385"/>
              <a:gd name="connsiteX1-3165" fmla="*/ 27197 w 2563018"/>
              <a:gd name="connsiteY1-3166" fmla="*/ 1043139 h 2529385"/>
              <a:gd name="connsiteX2-3167" fmla="*/ 1284810 w 2563018"/>
              <a:gd name="connsiteY2-3168" fmla="*/ 3028 h 2529385"/>
              <a:gd name="connsiteX3-3169" fmla="*/ 1300955 w 2563018"/>
              <a:gd name="connsiteY3-3170" fmla="*/ 3064 h 2529385"/>
              <a:gd name="connsiteX4-3171" fmla="*/ 2558568 w 2563018"/>
              <a:gd name="connsiteY4-3172" fmla="*/ 1043175 h 2529385"/>
              <a:gd name="connsiteX5-3173" fmla="*/ 2562377 w 2563018"/>
              <a:gd name="connsiteY5-3174" fmla="*/ 1057231 h 2529385"/>
              <a:gd name="connsiteX6-3175" fmla="*/ 2550427 w 2563018"/>
              <a:gd name="connsiteY6-3176" fmla="*/ 1065631 h 2529385"/>
              <a:gd name="connsiteX7-3177" fmla="*/ 1951990 w 2563018"/>
              <a:gd name="connsiteY7-3178" fmla="*/ 1065631 h 2529385"/>
              <a:gd name="connsiteX8-3179" fmla="*/ 1939290 w 2563018"/>
              <a:gd name="connsiteY8-3180" fmla="*/ 1078331 h 2529385"/>
              <a:gd name="connsiteX9-3181" fmla="*/ 1939290 w 2563018"/>
              <a:gd name="connsiteY9-3182" fmla="*/ 2516733 h 2529385"/>
              <a:gd name="connsiteX10-3183" fmla="*/ 1926590 w 2563018"/>
              <a:gd name="connsiteY10-3184" fmla="*/ 2529385 h 2529385"/>
              <a:gd name="connsiteX11-3185" fmla="*/ 659130 w 2563018"/>
              <a:gd name="connsiteY11-3186" fmla="*/ 2529385 h 2529385"/>
              <a:gd name="connsiteX12-3187" fmla="*/ 646430 w 2563018"/>
              <a:gd name="connsiteY12-3188" fmla="*/ 2516685 h 2529385"/>
              <a:gd name="connsiteX13-3189" fmla="*/ 646430 w 2563018"/>
              <a:gd name="connsiteY13-3190" fmla="*/ 1078282 h 2529385"/>
              <a:gd name="connsiteX14-3191" fmla="*/ 633730 w 2563018"/>
              <a:gd name="connsiteY14-3192" fmla="*/ 1065632 h 2529385"/>
              <a:gd name="connsiteX15-3193" fmla="*/ 0 w 2563018"/>
              <a:gd name="connsiteY15-3194" fmla="*/ 1065632 h 2529385"/>
              <a:gd name="connsiteX16-3195" fmla="*/ 23342 w 2563018"/>
              <a:gd name="connsiteY16-3196" fmla="*/ 1057227 h 2529385"/>
              <a:gd name="connsiteX0-3197" fmla="*/ 23342 w 2563018"/>
              <a:gd name="connsiteY0-3198" fmla="*/ 1057227 h 2529385"/>
              <a:gd name="connsiteX1-3199" fmla="*/ 27197 w 2563018"/>
              <a:gd name="connsiteY1-3200" fmla="*/ 1043139 h 2529385"/>
              <a:gd name="connsiteX2-3201" fmla="*/ 1284810 w 2563018"/>
              <a:gd name="connsiteY2-3202" fmla="*/ 3028 h 2529385"/>
              <a:gd name="connsiteX3-3203" fmla="*/ 1300955 w 2563018"/>
              <a:gd name="connsiteY3-3204" fmla="*/ 3064 h 2529385"/>
              <a:gd name="connsiteX4-3205" fmla="*/ 2558568 w 2563018"/>
              <a:gd name="connsiteY4-3206" fmla="*/ 1043175 h 2529385"/>
              <a:gd name="connsiteX5-3207" fmla="*/ 2562377 w 2563018"/>
              <a:gd name="connsiteY5-3208" fmla="*/ 1057231 h 2529385"/>
              <a:gd name="connsiteX6-3209" fmla="*/ 2550427 w 2563018"/>
              <a:gd name="connsiteY6-3210" fmla="*/ 1065631 h 2529385"/>
              <a:gd name="connsiteX7-3211" fmla="*/ 1951990 w 2563018"/>
              <a:gd name="connsiteY7-3212" fmla="*/ 1065631 h 2529385"/>
              <a:gd name="connsiteX8-3213" fmla="*/ 1939290 w 2563018"/>
              <a:gd name="connsiteY8-3214" fmla="*/ 1078331 h 2529385"/>
              <a:gd name="connsiteX9-3215" fmla="*/ 1939290 w 2563018"/>
              <a:gd name="connsiteY9-3216" fmla="*/ 2516733 h 2529385"/>
              <a:gd name="connsiteX10-3217" fmla="*/ 1926590 w 2563018"/>
              <a:gd name="connsiteY10-3218" fmla="*/ 2529385 h 2529385"/>
              <a:gd name="connsiteX11-3219" fmla="*/ 659130 w 2563018"/>
              <a:gd name="connsiteY11-3220" fmla="*/ 2529385 h 2529385"/>
              <a:gd name="connsiteX12-3221" fmla="*/ 646430 w 2563018"/>
              <a:gd name="connsiteY12-3222" fmla="*/ 2516685 h 2529385"/>
              <a:gd name="connsiteX13-3223" fmla="*/ 646430 w 2563018"/>
              <a:gd name="connsiteY13-3224" fmla="*/ 1078282 h 2529385"/>
              <a:gd name="connsiteX14-3225" fmla="*/ 633730 w 2563018"/>
              <a:gd name="connsiteY14-3226" fmla="*/ 1065632 h 2529385"/>
              <a:gd name="connsiteX15-3227" fmla="*/ 0 w 2563018"/>
              <a:gd name="connsiteY15-3228" fmla="*/ 1065632 h 2529385"/>
              <a:gd name="connsiteX16-3229" fmla="*/ 23342 w 2563018"/>
              <a:gd name="connsiteY16-3230" fmla="*/ 1057227 h 2529385"/>
              <a:gd name="connsiteX0-3231" fmla="*/ 7051 w 2546727"/>
              <a:gd name="connsiteY0-3232" fmla="*/ 1057227 h 2529385"/>
              <a:gd name="connsiteX1-3233" fmla="*/ 10906 w 2546727"/>
              <a:gd name="connsiteY1-3234" fmla="*/ 1043139 h 2529385"/>
              <a:gd name="connsiteX2-3235" fmla="*/ 1268519 w 2546727"/>
              <a:gd name="connsiteY2-3236" fmla="*/ 3028 h 2529385"/>
              <a:gd name="connsiteX3-3237" fmla="*/ 1284664 w 2546727"/>
              <a:gd name="connsiteY3-3238" fmla="*/ 3064 h 2529385"/>
              <a:gd name="connsiteX4-3239" fmla="*/ 2542277 w 2546727"/>
              <a:gd name="connsiteY4-3240" fmla="*/ 1043175 h 2529385"/>
              <a:gd name="connsiteX5-3241" fmla="*/ 2546086 w 2546727"/>
              <a:gd name="connsiteY5-3242" fmla="*/ 1057231 h 2529385"/>
              <a:gd name="connsiteX6-3243" fmla="*/ 2534136 w 2546727"/>
              <a:gd name="connsiteY6-3244" fmla="*/ 1065631 h 2529385"/>
              <a:gd name="connsiteX7-3245" fmla="*/ 1935699 w 2546727"/>
              <a:gd name="connsiteY7-3246" fmla="*/ 1065631 h 2529385"/>
              <a:gd name="connsiteX8-3247" fmla="*/ 1922999 w 2546727"/>
              <a:gd name="connsiteY8-3248" fmla="*/ 1078331 h 2529385"/>
              <a:gd name="connsiteX9-3249" fmla="*/ 1922999 w 2546727"/>
              <a:gd name="connsiteY9-3250" fmla="*/ 2516733 h 2529385"/>
              <a:gd name="connsiteX10-3251" fmla="*/ 1910299 w 2546727"/>
              <a:gd name="connsiteY10-3252" fmla="*/ 2529385 h 2529385"/>
              <a:gd name="connsiteX11-3253" fmla="*/ 642839 w 2546727"/>
              <a:gd name="connsiteY11-3254" fmla="*/ 2529385 h 2529385"/>
              <a:gd name="connsiteX12-3255" fmla="*/ 630139 w 2546727"/>
              <a:gd name="connsiteY12-3256" fmla="*/ 2516685 h 2529385"/>
              <a:gd name="connsiteX13-3257" fmla="*/ 630139 w 2546727"/>
              <a:gd name="connsiteY13-3258" fmla="*/ 1078282 h 2529385"/>
              <a:gd name="connsiteX14-3259" fmla="*/ 617439 w 2546727"/>
              <a:gd name="connsiteY14-3260" fmla="*/ 1065632 h 2529385"/>
              <a:gd name="connsiteX15-3261" fmla="*/ 19002 w 2546727"/>
              <a:gd name="connsiteY15-3262" fmla="*/ 1065632 h 2529385"/>
              <a:gd name="connsiteX16-3263" fmla="*/ 7051 w 2546727"/>
              <a:gd name="connsiteY16-3264" fmla="*/ 1057227 h 2529385"/>
              <a:gd name="connsiteX0-3265" fmla="*/ 634 w 2540310"/>
              <a:gd name="connsiteY0-3266" fmla="*/ 1057227 h 2529385"/>
              <a:gd name="connsiteX1-3267" fmla="*/ 4489 w 2540310"/>
              <a:gd name="connsiteY1-3268" fmla="*/ 1043139 h 2529385"/>
              <a:gd name="connsiteX2-3269" fmla="*/ 1262102 w 2540310"/>
              <a:gd name="connsiteY2-3270" fmla="*/ 3028 h 2529385"/>
              <a:gd name="connsiteX3-3271" fmla="*/ 1278247 w 2540310"/>
              <a:gd name="connsiteY3-3272" fmla="*/ 3064 h 2529385"/>
              <a:gd name="connsiteX4-3273" fmla="*/ 2535860 w 2540310"/>
              <a:gd name="connsiteY4-3274" fmla="*/ 1043175 h 2529385"/>
              <a:gd name="connsiteX5-3275" fmla="*/ 2539669 w 2540310"/>
              <a:gd name="connsiteY5-3276" fmla="*/ 1057231 h 2529385"/>
              <a:gd name="connsiteX6-3277" fmla="*/ 2527719 w 2540310"/>
              <a:gd name="connsiteY6-3278" fmla="*/ 1065631 h 2529385"/>
              <a:gd name="connsiteX7-3279" fmla="*/ 1929282 w 2540310"/>
              <a:gd name="connsiteY7-3280" fmla="*/ 1065631 h 2529385"/>
              <a:gd name="connsiteX8-3281" fmla="*/ 1916582 w 2540310"/>
              <a:gd name="connsiteY8-3282" fmla="*/ 1078331 h 2529385"/>
              <a:gd name="connsiteX9-3283" fmla="*/ 1916582 w 2540310"/>
              <a:gd name="connsiteY9-3284" fmla="*/ 2516733 h 2529385"/>
              <a:gd name="connsiteX10-3285" fmla="*/ 1903882 w 2540310"/>
              <a:gd name="connsiteY10-3286" fmla="*/ 2529385 h 2529385"/>
              <a:gd name="connsiteX11-3287" fmla="*/ 636422 w 2540310"/>
              <a:gd name="connsiteY11-3288" fmla="*/ 2529385 h 2529385"/>
              <a:gd name="connsiteX12-3289" fmla="*/ 623722 w 2540310"/>
              <a:gd name="connsiteY12-3290" fmla="*/ 2516685 h 2529385"/>
              <a:gd name="connsiteX13-3291" fmla="*/ 623722 w 2540310"/>
              <a:gd name="connsiteY13-3292" fmla="*/ 1078282 h 2529385"/>
              <a:gd name="connsiteX14-3293" fmla="*/ 611022 w 2540310"/>
              <a:gd name="connsiteY14-3294" fmla="*/ 1065632 h 2529385"/>
              <a:gd name="connsiteX15-3295" fmla="*/ 12585 w 2540310"/>
              <a:gd name="connsiteY15-3296" fmla="*/ 1065632 h 2529385"/>
              <a:gd name="connsiteX16-3297" fmla="*/ 634 w 2540310"/>
              <a:gd name="connsiteY16-3298" fmla="*/ 1057227 h 2529385"/>
              <a:gd name="connsiteX0-3299" fmla="*/ 634 w 2540310"/>
              <a:gd name="connsiteY0-3300" fmla="*/ 1057227 h 2529385"/>
              <a:gd name="connsiteX1-3301" fmla="*/ 4489 w 2540310"/>
              <a:gd name="connsiteY1-3302" fmla="*/ 1043139 h 2529385"/>
              <a:gd name="connsiteX2-3303" fmla="*/ 1262102 w 2540310"/>
              <a:gd name="connsiteY2-3304" fmla="*/ 3028 h 2529385"/>
              <a:gd name="connsiteX3-3305" fmla="*/ 1278247 w 2540310"/>
              <a:gd name="connsiteY3-3306" fmla="*/ 3064 h 2529385"/>
              <a:gd name="connsiteX4-3307" fmla="*/ 2535860 w 2540310"/>
              <a:gd name="connsiteY4-3308" fmla="*/ 1043175 h 2529385"/>
              <a:gd name="connsiteX5-3309" fmla="*/ 2539669 w 2540310"/>
              <a:gd name="connsiteY5-3310" fmla="*/ 1057231 h 2529385"/>
              <a:gd name="connsiteX6-3311" fmla="*/ 2527719 w 2540310"/>
              <a:gd name="connsiteY6-3312" fmla="*/ 1065631 h 2529385"/>
              <a:gd name="connsiteX7-3313" fmla="*/ 1929282 w 2540310"/>
              <a:gd name="connsiteY7-3314" fmla="*/ 1065631 h 2529385"/>
              <a:gd name="connsiteX8-3315" fmla="*/ 1916582 w 2540310"/>
              <a:gd name="connsiteY8-3316" fmla="*/ 1078331 h 2529385"/>
              <a:gd name="connsiteX9-3317" fmla="*/ 1916582 w 2540310"/>
              <a:gd name="connsiteY9-3318" fmla="*/ 2516733 h 2529385"/>
              <a:gd name="connsiteX10-3319" fmla="*/ 1903882 w 2540310"/>
              <a:gd name="connsiteY10-3320" fmla="*/ 2529385 h 2529385"/>
              <a:gd name="connsiteX11-3321" fmla="*/ 636422 w 2540310"/>
              <a:gd name="connsiteY11-3322" fmla="*/ 2529385 h 2529385"/>
              <a:gd name="connsiteX12-3323" fmla="*/ 623722 w 2540310"/>
              <a:gd name="connsiteY12-3324" fmla="*/ 2516685 h 2529385"/>
              <a:gd name="connsiteX13-3325" fmla="*/ 623722 w 2540310"/>
              <a:gd name="connsiteY13-3326" fmla="*/ 1078282 h 2529385"/>
              <a:gd name="connsiteX14-3327" fmla="*/ 611022 w 2540310"/>
              <a:gd name="connsiteY14-3328" fmla="*/ 1065632 h 2529385"/>
              <a:gd name="connsiteX15-3329" fmla="*/ 12585 w 2540310"/>
              <a:gd name="connsiteY15-3330" fmla="*/ 1065632 h 2529385"/>
              <a:gd name="connsiteX16-3331" fmla="*/ 634 w 2540310"/>
              <a:gd name="connsiteY16-3332" fmla="*/ 1057227 h 2529385"/>
              <a:gd name="connsiteX0-3333" fmla="*/ 634 w 2540310"/>
              <a:gd name="connsiteY0-3334" fmla="*/ 1057227 h 2529385"/>
              <a:gd name="connsiteX1-3335" fmla="*/ 4489 w 2540310"/>
              <a:gd name="connsiteY1-3336" fmla="*/ 1043139 h 2529385"/>
              <a:gd name="connsiteX2-3337" fmla="*/ 1262102 w 2540310"/>
              <a:gd name="connsiteY2-3338" fmla="*/ 3028 h 2529385"/>
              <a:gd name="connsiteX3-3339" fmla="*/ 1278247 w 2540310"/>
              <a:gd name="connsiteY3-3340" fmla="*/ 3064 h 2529385"/>
              <a:gd name="connsiteX4-3341" fmla="*/ 2535860 w 2540310"/>
              <a:gd name="connsiteY4-3342" fmla="*/ 1043175 h 2529385"/>
              <a:gd name="connsiteX5-3343" fmla="*/ 2539669 w 2540310"/>
              <a:gd name="connsiteY5-3344" fmla="*/ 1057231 h 2529385"/>
              <a:gd name="connsiteX6-3345" fmla="*/ 2527719 w 2540310"/>
              <a:gd name="connsiteY6-3346" fmla="*/ 1065631 h 2529385"/>
              <a:gd name="connsiteX7-3347" fmla="*/ 1929282 w 2540310"/>
              <a:gd name="connsiteY7-3348" fmla="*/ 1065631 h 2529385"/>
              <a:gd name="connsiteX8-3349" fmla="*/ 1916582 w 2540310"/>
              <a:gd name="connsiteY8-3350" fmla="*/ 1078331 h 2529385"/>
              <a:gd name="connsiteX9-3351" fmla="*/ 1916582 w 2540310"/>
              <a:gd name="connsiteY9-3352" fmla="*/ 2516733 h 2529385"/>
              <a:gd name="connsiteX10-3353" fmla="*/ 1903882 w 2540310"/>
              <a:gd name="connsiteY10-3354" fmla="*/ 2529385 h 2529385"/>
              <a:gd name="connsiteX11-3355" fmla="*/ 636422 w 2540310"/>
              <a:gd name="connsiteY11-3356" fmla="*/ 2529385 h 2529385"/>
              <a:gd name="connsiteX12-3357" fmla="*/ 623722 w 2540310"/>
              <a:gd name="connsiteY12-3358" fmla="*/ 2516685 h 2529385"/>
              <a:gd name="connsiteX13-3359" fmla="*/ 623722 w 2540310"/>
              <a:gd name="connsiteY13-3360" fmla="*/ 1078282 h 2529385"/>
              <a:gd name="connsiteX14-3361" fmla="*/ 611022 w 2540310"/>
              <a:gd name="connsiteY14-3362" fmla="*/ 1065632 h 2529385"/>
              <a:gd name="connsiteX15-3363" fmla="*/ 12585 w 2540310"/>
              <a:gd name="connsiteY15-3364" fmla="*/ 1065632 h 2529385"/>
              <a:gd name="connsiteX16-3365" fmla="*/ 23975 w 2540310"/>
              <a:gd name="connsiteY16-3366" fmla="*/ 1048823 h 2529385"/>
              <a:gd name="connsiteX0-3367" fmla="*/ 21683 w 2538018"/>
              <a:gd name="connsiteY0-3368" fmla="*/ 1048823 h 2529385"/>
              <a:gd name="connsiteX1-3369" fmla="*/ 2197 w 2538018"/>
              <a:gd name="connsiteY1-3370" fmla="*/ 1043139 h 2529385"/>
              <a:gd name="connsiteX2-3371" fmla="*/ 1259810 w 2538018"/>
              <a:gd name="connsiteY2-3372" fmla="*/ 3028 h 2529385"/>
              <a:gd name="connsiteX3-3373" fmla="*/ 1275955 w 2538018"/>
              <a:gd name="connsiteY3-3374" fmla="*/ 3064 h 2529385"/>
              <a:gd name="connsiteX4-3375" fmla="*/ 2533568 w 2538018"/>
              <a:gd name="connsiteY4-3376" fmla="*/ 1043175 h 2529385"/>
              <a:gd name="connsiteX5-3377" fmla="*/ 2537377 w 2538018"/>
              <a:gd name="connsiteY5-3378" fmla="*/ 1057231 h 2529385"/>
              <a:gd name="connsiteX6-3379" fmla="*/ 2525427 w 2538018"/>
              <a:gd name="connsiteY6-3380" fmla="*/ 1065631 h 2529385"/>
              <a:gd name="connsiteX7-3381" fmla="*/ 1926990 w 2538018"/>
              <a:gd name="connsiteY7-3382" fmla="*/ 1065631 h 2529385"/>
              <a:gd name="connsiteX8-3383" fmla="*/ 1914290 w 2538018"/>
              <a:gd name="connsiteY8-3384" fmla="*/ 1078331 h 2529385"/>
              <a:gd name="connsiteX9-3385" fmla="*/ 1914290 w 2538018"/>
              <a:gd name="connsiteY9-3386" fmla="*/ 2516733 h 2529385"/>
              <a:gd name="connsiteX10-3387" fmla="*/ 1901590 w 2538018"/>
              <a:gd name="connsiteY10-3388" fmla="*/ 2529385 h 2529385"/>
              <a:gd name="connsiteX11-3389" fmla="*/ 634130 w 2538018"/>
              <a:gd name="connsiteY11-3390" fmla="*/ 2529385 h 2529385"/>
              <a:gd name="connsiteX12-3391" fmla="*/ 621430 w 2538018"/>
              <a:gd name="connsiteY12-3392" fmla="*/ 2516685 h 2529385"/>
              <a:gd name="connsiteX13-3393" fmla="*/ 621430 w 2538018"/>
              <a:gd name="connsiteY13-3394" fmla="*/ 1078282 h 2529385"/>
              <a:gd name="connsiteX14-3395" fmla="*/ 608730 w 2538018"/>
              <a:gd name="connsiteY14-3396" fmla="*/ 1065632 h 2529385"/>
              <a:gd name="connsiteX15-3397" fmla="*/ 10293 w 2538018"/>
              <a:gd name="connsiteY15-3398" fmla="*/ 1065632 h 2529385"/>
              <a:gd name="connsiteX16-3399" fmla="*/ 21683 w 2538018"/>
              <a:gd name="connsiteY16-3400" fmla="*/ 1048823 h 2529385"/>
              <a:gd name="connsiteX0-3401" fmla="*/ 19963 w 2536298"/>
              <a:gd name="connsiteY0-3402" fmla="*/ 1048823 h 2529385"/>
              <a:gd name="connsiteX1-3403" fmla="*/ 477 w 2536298"/>
              <a:gd name="connsiteY1-3404" fmla="*/ 1043139 h 2529385"/>
              <a:gd name="connsiteX2-3405" fmla="*/ 1258090 w 2536298"/>
              <a:gd name="connsiteY2-3406" fmla="*/ 3028 h 2529385"/>
              <a:gd name="connsiteX3-3407" fmla="*/ 1274235 w 2536298"/>
              <a:gd name="connsiteY3-3408" fmla="*/ 3064 h 2529385"/>
              <a:gd name="connsiteX4-3409" fmla="*/ 2531848 w 2536298"/>
              <a:gd name="connsiteY4-3410" fmla="*/ 1043175 h 2529385"/>
              <a:gd name="connsiteX5-3411" fmla="*/ 2535657 w 2536298"/>
              <a:gd name="connsiteY5-3412" fmla="*/ 1057231 h 2529385"/>
              <a:gd name="connsiteX6-3413" fmla="*/ 2523707 w 2536298"/>
              <a:gd name="connsiteY6-3414" fmla="*/ 1065631 h 2529385"/>
              <a:gd name="connsiteX7-3415" fmla="*/ 1925270 w 2536298"/>
              <a:gd name="connsiteY7-3416" fmla="*/ 1065631 h 2529385"/>
              <a:gd name="connsiteX8-3417" fmla="*/ 1912570 w 2536298"/>
              <a:gd name="connsiteY8-3418" fmla="*/ 1078331 h 2529385"/>
              <a:gd name="connsiteX9-3419" fmla="*/ 1912570 w 2536298"/>
              <a:gd name="connsiteY9-3420" fmla="*/ 2516733 h 2529385"/>
              <a:gd name="connsiteX10-3421" fmla="*/ 1899870 w 2536298"/>
              <a:gd name="connsiteY10-3422" fmla="*/ 2529385 h 2529385"/>
              <a:gd name="connsiteX11-3423" fmla="*/ 632410 w 2536298"/>
              <a:gd name="connsiteY11-3424" fmla="*/ 2529385 h 2529385"/>
              <a:gd name="connsiteX12-3425" fmla="*/ 619710 w 2536298"/>
              <a:gd name="connsiteY12-3426" fmla="*/ 2516685 h 2529385"/>
              <a:gd name="connsiteX13-3427" fmla="*/ 619710 w 2536298"/>
              <a:gd name="connsiteY13-3428" fmla="*/ 1078282 h 2529385"/>
              <a:gd name="connsiteX14-3429" fmla="*/ 607010 w 2536298"/>
              <a:gd name="connsiteY14-3430" fmla="*/ 1065632 h 2529385"/>
              <a:gd name="connsiteX15-3431" fmla="*/ 8573 w 2536298"/>
              <a:gd name="connsiteY15-3432" fmla="*/ 1065632 h 2529385"/>
              <a:gd name="connsiteX16-3433" fmla="*/ 19963 w 2536298"/>
              <a:gd name="connsiteY16-3434" fmla="*/ 1048823 h 2529385"/>
              <a:gd name="connsiteX0-3435" fmla="*/ 19486 w 2535821"/>
              <a:gd name="connsiteY0-3436" fmla="*/ 1048823 h 2529385"/>
              <a:gd name="connsiteX1-3437" fmla="*/ 0 w 2535821"/>
              <a:gd name="connsiteY1-3438" fmla="*/ 1043139 h 2529385"/>
              <a:gd name="connsiteX2-3439" fmla="*/ 1257613 w 2535821"/>
              <a:gd name="connsiteY2-3440" fmla="*/ 3028 h 2529385"/>
              <a:gd name="connsiteX3-3441" fmla="*/ 1273758 w 2535821"/>
              <a:gd name="connsiteY3-3442" fmla="*/ 3064 h 2529385"/>
              <a:gd name="connsiteX4-3443" fmla="*/ 2531371 w 2535821"/>
              <a:gd name="connsiteY4-3444" fmla="*/ 1043175 h 2529385"/>
              <a:gd name="connsiteX5-3445" fmla="*/ 2535180 w 2535821"/>
              <a:gd name="connsiteY5-3446" fmla="*/ 1057231 h 2529385"/>
              <a:gd name="connsiteX6-3447" fmla="*/ 2523230 w 2535821"/>
              <a:gd name="connsiteY6-3448" fmla="*/ 1065631 h 2529385"/>
              <a:gd name="connsiteX7-3449" fmla="*/ 1924793 w 2535821"/>
              <a:gd name="connsiteY7-3450" fmla="*/ 1065631 h 2529385"/>
              <a:gd name="connsiteX8-3451" fmla="*/ 1912093 w 2535821"/>
              <a:gd name="connsiteY8-3452" fmla="*/ 1078331 h 2529385"/>
              <a:gd name="connsiteX9-3453" fmla="*/ 1912093 w 2535821"/>
              <a:gd name="connsiteY9-3454" fmla="*/ 2516733 h 2529385"/>
              <a:gd name="connsiteX10-3455" fmla="*/ 1899393 w 2535821"/>
              <a:gd name="connsiteY10-3456" fmla="*/ 2529385 h 2529385"/>
              <a:gd name="connsiteX11-3457" fmla="*/ 631933 w 2535821"/>
              <a:gd name="connsiteY11-3458" fmla="*/ 2529385 h 2529385"/>
              <a:gd name="connsiteX12-3459" fmla="*/ 619233 w 2535821"/>
              <a:gd name="connsiteY12-3460" fmla="*/ 2516685 h 2529385"/>
              <a:gd name="connsiteX13-3461" fmla="*/ 619233 w 2535821"/>
              <a:gd name="connsiteY13-3462" fmla="*/ 1078282 h 2529385"/>
              <a:gd name="connsiteX14-3463" fmla="*/ 606533 w 2535821"/>
              <a:gd name="connsiteY14-3464" fmla="*/ 1065632 h 2529385"/>
              <a:gd name="connsiteX15-3465" fmla="*/ 8096 w 2535821"/>
              <a:gd name="connsiteY15-3466" fmla="*/ 1065632 h 2529385"/>
              <a:gd name="connsiteX16-3467" fmla="*/ 19486 w 2535821"/>
              <a:gd name="connsiteY16-3468" fmla="*/ 1048823 h 2529385"/>
              <a:gd name="connsiteX0-3469" fmla="*/ 12185 w 2528520"/>
              <a:gd name="connsiteY0-3470" fmla="*/ 1048823 h 2529385"/>
              <a:gd name="connsiteX1-3471" fmla="*/ 19895 w 2528520"/>
              <a:gd name="connsiteY1-3472" fmla="*/ 1020645 h 2529385"/>
              <a:gd name="connsiteX2-3473" fmla="*/ 1250312 w 2528520"/>
              <a:gd name="connsiteY2-3474" fmla="*/ 3028 h 2529385"/>
              <a:gd name="connsiteX3-3475" fmla="*/ 1266457 w 2528520"/>
              <a:gd name="connsiteY3-3476" fmla="*/ 3064 h 2529385"/>
              <a:gd name="connsiteX4-3477" fmla="*/ 2524070 w 2528520"/>
              <a:gd name="connsiteY4-3478" fmla="*/ 1043175 h 2529385"/>
              <a:gd name="connsiteX5-3479" fmla="*/ 2527879 w 2528520"/>
              <a:gd name="connsiteY5-3480" fmla="*/ 1057231 h 2529385"/>
              <a:gd name="connsiteX6-3481" fmla="*/ 2515929 w 2528520"/>
              <a:gd name="connsiteY6-3482" fmla="*/ 1065631 h 2529385"/>
              <a:gd name="connsiteX7-3483" fmla="*/ 1917492 w 2528520"/>
              <a:gd name="connsiteY7-3484" fmla="*/ 1065631 h 2529385"/>
              <a:gd name="connsiteX8-3485" fmla="*/ 1904792 w 2528520"/>
              <a:gd name="connsiteY8-3486" fmla="*/ 1078331 h 2529385"/>
              <a:gd name="connsiteX9-3487" fmla="*/ 1904792 w 2528520"/>
              <a:gd name="connsiteY9-3488" fmla="*/ 2516733 h 2529385"/>
              <a:gd name="connsiteX10-3489" fmla="*/ 1892092 w 2528520"/>
              <a:gd name="connsiteY10-3490" fmla="*/ 2529385 h 2529385"/>
              <a:gd name="connsiteX11-3491" fmla="*/ 624632 w 2528520"/>
              <a:gd name="connsiteY11-3492" fmla="*/ 2529385 h 2529385"/>
              <a:gd name="connsiteX12-3493" fmla="*/ 611932 w 2528520"/>
              <a:gd name="connsiteY12-3494" fmla="*/ 2516685 h 2529385"/>
              <a:gd name="connsiteX13-3495" fmla="*/ 611932 w 2528520"/>
              <a:gd name="connsiteY13-3496" fmla="*/ 1078282 h 2529385"/>
              <a:gd name="connsiteX14-3497" fmla="*/ 599232 w 2528520"/>
              <a:gd name="connsiteY14-3498" fmla="*/ 1065632 h 2529385"/>
              <a:gd name="connsiteX15-3499" fmla="*/ 795 w 2528520"/>
              <a:gd name="connsiteY15-3500" fmla="*/ 1065632 h 2529385"/>
              <a:gd name="connsiteX16-3501" fmla="*/ 12185 w 2528520"/>
              <a:gd name="connsiteY16-3502" fmla="*/ 1048823 h 2529385"/>
              <a:gd name="connsiteX0-3503" fmla="*/ 12185 w 2528520"/>
              <a:gd name="connsiteY0-3504" fmla="*/ 1048823 h 2529385"/>
              <a:gd name="connsiteX1-3505" fmla="*/ 19895 w 2528520"/>
              <a:gd name="connsiteY1-3506" fmla="*/ 1020645 h 2529385"/>
              <a:gd name="connsiteX2-3507" fmla="*/ 1250312 w 2528520"/>
              <a:gd name="connsiteY2-3508" fmla="*/ 3028 h 2529385"/>
              <a:gd name="connsiteX3-3509" fmla="*/ 1266457 w 2528520"/>
              <a:gd name="connsiteY3-3510" fmla="*/ 3064 h 2529385"/>
              <a:gd name="connsiteX4-3511" fmla="*/ 2524070 w 2528520"/>
              <a:gd name="connsiteY4-3512" fmla="*/ 1043175 h 2529385"/>
              <a:gd name="connsiteX5-3513" fmla="*/ 2527879 w 2528520"/>
              <a:gd name="connsiteY5-3514" fmla="*/ 1057231 h 2529385"/>
              <a:gd name="connsiteX6-3515" fmla="*/ 2515929 w 2528520"/>
              <a:gd name="connsiteY6-3516" fmla="*/ 1065631 h 2529385"/>
              <a:gd name="connsiteX7-3517" fmla="*/ 1917492 w 2528520"/>
              <a:gd name="connsiteY7-3518" fmla="*/ 1065631 h 2529385"/>
              <a:gd name="connsiteX8-3519" fmla="*/ 1904792 w 2528520"/>
              <a:gd name="connsiteY8-3520" fmla="*/ 1078331 h 2529385"/>
              <a:gd name="connsiteX9-3521" fmla="*/ 1904792 w 2528520"/>
              <a:gd name="connsiteY9-3522" fmla="*/ 2516733 h 2529385"/>
              <a:gd name="connsiteX10-3523" fmla="*/ 1892092 w 2528520"/>
              <a:gd name="connsiteY10-3524" fmla="*/ 2529385 h 2529385"/>
              <a:gd name="connsiteX11-3525" fmla="*/ 624632 w 2528520"/>
              <a:gd name="connsiteY11-3526" fmla="*/ 2529385 h 2529385"/>
              <a:gd name="connsiteX12-3527" fmla="*/ 611932 w 2528520"/>
              <a:gd name="connsiteY12-3528" fmla="*/ 2516685 h 2529385"/>
              <a:gd name="connsiteX13-3529" fmla="*/ 611932 w 2528520"/>
              <a:gd name="connsiteY13-3530" fmla="*/ 1078282 h 2529385"/>
              <a:gd name="connsiteX14-3531" fmla="*/ 599232 w 2528520"/>
              <a:gd name="connsiteY14-3532" fmla="*/ 1065632 h 2529385"/>
              <a:gd name="connsiteX15-3533" fmla="*/ 795 w 2528520"/>
              <a:gd name="connsiteY15-3534" fmla="*/ 1065632 h 2529385"/>
              <a:gd name="connsiteX16-3535" fmla="*/ 12185 w 2528520"/>
              <a:gd name="connsiteY16-3536" fmla="*/ 1048823 h 2529385"/>
              <a:gd name="connsiteX0-3537" fmla="*/ 12185 w 2528520"/>
              <a:gd name="connsiteY0-3538" fmla="*/ 1048823 h 2529385"/>
              <a:gd name="connsiteX1-3539" fmla="*/ 19895 w 2528520"/>
              <a:gd name="connsiteY1-3540" fmla="*/ 1020645 h 2529385"/>
              <a:gd name="connsiteX2-3541" fmla="*/ 1250312 w 2528520"/>
              <a:gd name="connsiteY2-3542" fmla="*/ 3028 h 2529385"/>
              <a:gd name="connsiteX3-3543" fmla="*/ 1266457 w 2528520"/>
              <a:gd name="connsiteY3-3544" fmla="*/ 3064 h 2529385"/>
              <a:gd name="connsiteX4-3545" fmla="*/ 2524070 w 2528520"/>
              <a:gd name="connsiteY4-3546" fmla="*/ 1043175 h 2529385"/>
              <a:gd name="connsiteX5-3547" fmla="*/ 2527879 w 2528520"/>
              <a:gd name="connsiteY5-3548" fmla="*/ 1057231 h 2529385"/>
              <a:gd name="connsiteX6-3549" fmla="*/ 2515929 w 2528520"/>
              <a:gd name="connsiteY6-3550" fmla="*/ 1065631 h 2529385"/>
              <a:gd name="connsiteX7-3551" fmla="*/ 1917492 w 2528520"/>
              <a:gd name="connsiteY7-3552" fmla="*/ 1065631 h 2529385"/>
              <a:gd name="connsiteX8-3553" fmla="*/ 1904792 w 2528520"/>
              <a:gd name="connsiteY8-3554" fmla="*/ 1078331 h 2529385"/>
              <a:gd name="connsiteX9-3555" fmla="*/ 1904792 w 2528520"/>
              <a:gd name="connsiteY9-3556" fmla="*/ 2516733 h 2529385"/>
              <a:gd name="connsiteX10-3557" fmla="*/ 1892092 w 2528520"/>
              <a:gd name="connsiteY10-3558" fmla="*/ 2529385 h 2529385"/>
              <a:gd name="connsiteX11-3559" fmla="*/ 624632 w 2528520"/>
              <a:gd name="connsiteY11-3560" fmla="*/ 2529385 h 2529385"/>
              <a:gd name="connsiteX12-3561" fmla="*/ 611932 w 2528520"/>
              <a:gd name="connsiteY12-3562" fmla="*/ 2516685 h 2529385"/>
              <a:gd name="connsiteX13-3563" fmla="*/ 611932 w 2528520"/>
              <a:gd name="connsiteY13-3564" fmla="*/ 1078282 h 2529385"/>
              <a:gd name="connsiteX14-3565" fmla="*/ 599232 w 2528520"/>
              <a:gd name="connsiteY14-3566" fmla="*/ 1065632 h 2529385"/>
              <a:gd name="connsiteX15-3567" fmla="*/ 795 w 2528520"/>
              <a:gd name="connsiteY15-3568" fmla="*/ 1065632 h 2529385"/>
              <a:gd name="connsiteX16-3569" fmla="*/ 12185 w 2528520"/>
              <a:gd name="connsiteY16-3570" fmla="*/ 1048823 h 2529385"/>
              <a:gd name="connsiteX0-3571" fmla="*/ 12185 w 2528520"/>
              <a:gd name="connsiteY0-3572" fmla="*/ 1048274 h 2528836"/>
              <a:gd name="connsiteX1-3573" fmla="*/ 19895 w 2528520"/>
              <a:gd name="connsiteY1-3574" fmla="*/ 1020096 h 2528836"/>
              <a:gd name="connsiteX2-3575" fmla="*/ 1242215 w 2528520"/>
              <a:gd name="connsiteY2-3576" fmla="*/ 9173 h 2528836"/>
              <a:gd name="connsiteX3-3577" fmla="*/ 1266457 w 2528520"/>
              <a:gd name="connsiteY3-3578" fmla="*/ 2515 h 2528836"/>
              <a:gd name="connsiteX4-3579" fmla="*/ 2524070 w 2528520"/>
              <a:gd name="connsiteY4-3580" fmla="*/ 1042626 h 2528836"/>
              <a:gd name="connsiteX5-3581" fmla="*/ 2527879 w 2528520"/>
              <a:gd name="connsiteY5-3582" fmla="*/ 1056682 h 2528836"/>
              <a:gd name="connsiteX6-3583" fmla="*/ 2515929 w 2528520"/>
              <a:gd name="connsiteY6-3584" fmla="*/ 1065082 h 2528836"/>
              <a:gd name="connsiteX7-3585" fmla="*/ 1917492 w 2528520"/>
              <a:gd name="connsiteY7-3586" fmla="*/ 1065082 h 2528836"/>
              <a:gd name="connsiteX8-3587" fmla="*/ 1904792 w 2528520"/>
              <a:gd name="connsiteY8-3588" fmla="*/ 1077782 h 2528836"/>
              <a:gd name="connsiteX9-3589" fmla="*/ 1904792 w 2528520"/>
              <a:gd name="connsiteY9-3590" fmla="*/ 2516184 h 2528836"/>
              <a:gd name="connsiteX10-3591" fmla="*/ 1892092 w 2528520"/>
              <a:gd name="connsiteY10-3592" fmla="*/ 2528836 h 2528836"/>
              <a:gd name="connsiteX11-3593" fmla="*/ 624632 w 2528520"/>
              <a:gd name="connsiteY11-3594" fmla="*/ 2528836 h 2528836"/>
              <a:gd name="connsiteX12-3595" fmla="*/ 611932 w 2528520"/>
              <a:gd name="connsiteY12-3596" fmla="*/ 2516136 h 2528836"/>
              <a:gd name="connsiteX13-3597" fmla="*/ 611932 w 2528520"/>
              <a:gd name="connsiteY13-3598" fmla="*/ 1077733 h 2528836"/>
              <a:gd name="connsiteX14-3599" fmla="*/ 599232 w 2528520"/>
              <a:gd name="connsiteY14-3600" fmla="*/ 1065083 h 2528836"/>
              <a:gd name="connsiteX15-3601" fmla="*/ 795 w 2528520"/>
              <a:gd name="connsiteY15-3602" fmla="*/ 1065083 h 2528836"/>
              <a:gd name="connsiteX16-3603" fmla="*/ 12185 w 2528520"/>
              <a:gd name="connsiteY16-3604" fmla="*/ 1048274 h 2528836"/>
              <a:gd name="connsiteX0-3605" fmla="*/ 12185 w 2528520"/>
              <a:gd name="connsiteY0-3606" fmla="*/ 1047650 h 2528212"/>
              <a:gd name="connsiteX1-3607" fmla="*/ 19895 w 2528520"/>
              <a:gd name="connsiteY1-3608" fmla="*/ 1019472 h 2528212"/>
              <a:gd name="connsiteX2-3609" fmla="*/ 1242215 w 2528520"/>
              <a:gd name="connsiteY2-3610" fmla="*/ 8549 h 2528212"/>
              <a:gd name="connsiteX3-3611" fmla="*/ 1266457 w 2528520"/>
              <a:gd name="connsiteY3-3612" fmla="*/ 1891 h 2528212"/>
              <a:gd name="connsiteX4-3613" fmla="*/ 2524070 w 2528520"/>
              <a:gd name="connsiteY4-3614" fmla="*/ 1042002 h 2528212"/>
              <a:gd name="connsiteX5-3615" fmla="*/ 2527879 w 2528520"/>
              <a:gd name="connsiteY5-3616" fmla="*/ 1056058 h 2528212"/>
              <a:gd name="connsiteX6-3617" fmla="*/ 2515929 w 2528520"/>
              <a:gd name="connsiteY6-3618" fmla="*/ 1064458 h 2528212"/>
              <a:gd name="connsiteX7-3619" fmla="*/ 1917492 w 2528520"/>
              <a:gd name="connsiteY7-3620" fmla="*/ 1064458 h 2528212"/>
              <a:gd name="connsiteX8-3621" fmla="*/ 1904792 w 2528520"/>
              <a:gd name="connsiteY8-3622" fmla="*/ 1077158 h 2528212"/>
              <a:gd name="connsiteX9-3623" fmla="*/ 1904792 w 2528520"/>
              <a:gd name="connsiteY9-3624" fmla="*/ 2515560 h 2528212"/>
              <a:gd name="connsiteX10-3625" fmla="*/ 1892092 w 2528520"/>
              <a:gd name="connsiteY10-3626" fmla="*/ 2528212 h 2528212"/>
              <a:gd name="connsiteX11-3627" fmla="*/ 624632 w 2528520"/>
              <a:gd name="connsiteY11-3628" fmla="*/ 2528212 h 2528212"/>
              <a:gd name="connsiteX12-3629" fmla="*/ 611932 w 2528520"/>
              <a:gd name="connsiteY12-3630" fmla="*/ 2515512 h 2528212"/>
              <a:gd name="connsiteX13-3631" fmla="*/ 611932 w 2528520"/>
              <a:gd name="connsiteY13-3632" fmla="*/ 1077109 h 2528212"/>
              <a:gd name="connsiteX14-3633" fmla="*/ 599232 w 2528520"/>
              <a:gd name="connsiteY14-3634" fmla="*/ 1064459 h 2528212"/>
              <a:gd name="connsiteX15-3635" fmla="*/ 795 w 2528520"/>
              <a:gd name="connsiteY15-3636" fmla="*/ 1064459 h 2528212"/>
              <a:gd name="connsiteX16-3637" fmla="*/ 12185 w 2528520"/>
              <a:gd name="connsiteY16-3638" fmla="*/ 1047650 h 2528212"/>
              <a:gd name="connsiteX0-3639" fmla="*/ 12185 w 2528520"/>
              <a:gd name="connsiteY0-3640" fmla="*/ 1046485 h 2527047"/>
              <a:gd name="connsiteX1-3641" fmla="*/ 19895 w 2528520"/>
              <a:gd name="connsiteY1-3642" fmla="*/ 1018307 h 2527047"/>
              <a:gd name="connsiteX2-3643" fmla="*/ 1242215 w 2528520"/>
              <a:gd name="connsiteY2-3644" fmla="*/ 7384 h 2527047"/>
              <a:gd name="connsiteX3-3645" fmla="*/ 1266457 w 2528520"/>
              <a:gd name="connsiteY3-3646" fmla="*/ 726 h 2527047"/>
              <a:gd name="connsiteX4-3647" fmla="*/ 2524070 w 2528520"/>
              <a:gd name="connsiteY4-3648" fmla="*/ 1040837 h 2527047"/>
              <a:gd name="connsiteX5-3649" fmla="*/ 2527879 w 2528520"/>
              <a:gd name="connsiteY5-3650" fmla="*/ 1054893 h 2527047"/>
              <a:gd name="connsiteX6-3651" fmla="*/ 2515929 w 2528520"/>
              <a:gd name="connsiteY6-3652" fmla="*/ 1063293 h 2527047"/>
              <a:gd name="connsiteX7-3653" fmla="*/ 1917492 w 2528520"/>
              <a:gd name="connsiteY7-3654" fmla="*/ 1063293 h 2527047"/>
              <a:gd name="connsiteX8-3655" fmla="*/ 1904792 w 2528520"/>
              <a:gd name="connsiteY8-3656" fmla="*/ 1075993 h 2527047"/>
              <a:gd name="connsiteX9-3657" fmla="*/ 1904792 w 2528520"/>
              <a:gd name="connsiteY9-3658" fmla="*/ 2514395 h 2527047"/>
              <a:gd name="connsiteX10-3659" fmla="*/ 1892092 w 2528520"/>
              <a:gd name="connsiteY10-3660" fmla="*/ 2527047 h 2527047"/>
              <a:gd name="connsiteX11-3661" fmla="*/ 624632 w 2528520"/>
              <a:gd name="connsiteY11-3662" fmla="*/ 2527047 h 2527047"/>
              <a:gd name="connsiteX12-3663" fmla="*/ 611932 w 2528520"/>
              <a:gd name="connsiteY12-3664" fmla="*/ 2514347 h 2527047"/>
              <a:gd name="connsiteX13-3665" fmla="*/ 611932 w 2528520"/>
              <a:gd name="connsiteY13-3666" fmla="*/ 1075944 h 2527047"/>
              <a:gd name="connsiteX14-3667" fmla="*/ 599232 w 2528520"/>
              <a:gd name="connsiteY14-3668" fmla="*/ 1063294 h 2527047"/>
              <a:gd name="connsiteX15-3669" fmla="*/ 795 w 2528520"/>
              <a:gd name="connsiteY15-3670" fmla="*/ 1063294 h 2527047"/>
              <a:gd name="connsiteX16-3671" fmla="*/ 12185 w 2528520"/>
              <a:gd name="connsiteY16-3672" fmla="*/ 1046485 h 2527047"/>
              <a:gd name="connsiteX0-3673" fmla="*/ 12185 w 2528520"/>
              <a:gd name="connsiteY0-3674" fmla="*/ 1045174 h 2525736"/>
              <a:gd name="connsiteX1-3675" fmla="*/ 19895 w 2528520"/>
              <a:gd name="connsiteY1-3676" fmla="*/ 1016996 h 2525736"/>
              <a:gd name="connsiteX2-3677" fmla="*/ 1242215 w 2528520"/>
              <a:gd name="connsiteY2-3678" fmla="*/ 6073 h 2525736"/>
              <a:gd name="connsiteX3-3679" fmla="*/ 1274549 w 2528520"/>
              <a:gd name="connsiteY3-3680" fmla="*/ 6109 h 2525736"/>
              <a:gd name="connsiteX4-3681" fmla="*/ 2524070 w 2528520"/>
              <a:gd name="connsiteY4-3682" fmla="*/ 1039526 h 2525736"/>
              <a:gd name="connsiteX5-3683" fmla="*/ 2527879 w 2528520"/>
              <a:gd name="connsiteY5-3684" fmla="*/ 1053582 h 2525736"/>
              <a:gd name="connsiteX6-3685" fmla="*/ 2515929 w 2528520"/>
              <a:gd name="connsiteY6-3686" fmla="*/ 1061982 h 2525736"/>
              <a:gd name="connsiteX7-3687" fmla="*/ 1917492 w 2528520"/>
              <a:gd name="connsiteY7-3688" fmla="*/ 1061982 h 2525736"/>
              <a:gd name="connsiteX8-3689" fmla="*/ 1904792 w 2528520"/>
              <a:gd name="connsiteY8-3690" fmla="*/ 1074682 h 2525736"/>
              <a:gd name="connsiteX9-3691" fmla="*/ 1904792 w 2528520"/>
              <a:gd name="connsiteY9-3692" fmla="*/ 2513084 h 2525736"/>
              <a:gd name="connsiteX10-3693" fmla="*/ 1892092 w 2528520"/>
              <a:gd name="connsiteY10-3694" fmla="*/ 2525736 h 2525736"/>
              <a:gd name="connsiteX11-3695" fmla="*/ 624632 w 2528520"/>
              <a:gd name="connsiteY11-3696" fmla="*/ 2525736 h 2525736"/>
              <a:gd name="connsiteX12-3697" fmla="*/ 611932 w 2528520"/>
              <a:gd name="connsiteY12-3698" fmla="*/ 2513036 h 2525736"/>
              <a:gd name="connsiteX13-3699" fmla="*/ 611932 w 2528520"/>
              <a:gd name="connsiteY13-3700" fmla="*/ 1074633 h 2525736"/>
              <a:gd name="connsiteX14-3701" fmla="*/ 599232 w 2528520"/>
              <a:gd name="connsiteY14-3702" fmla="*/ 1061983 h 2525736"/>
              <a:gd name="connsiteX15-3703" fmla="*/ 795 w 2528520"/>
              <a:gd name="connsiteY15-3704" fmla="*/ 1061983 h 2525736"/>
              <a:gd name="connsiteX16-3705" fmla="*/ 12185 w 2528520"/>
              <a:gd name="connsiteY16-3706" fmla="*/ 1045174 h 2525736"/>
              <a:gd name="connsiteX0-3707" fmla="*/ 12185 w 2528520"/>
              <a:gd name="connsiteY0-3708" fmla="*/ 1045174 h 2525736"/>
              <a:gd name="connsiteX1-3709" fmla="*/ 19895 w 2528520"/>
              <a:gd name="connsiteY1-3710" fmla="*/ 1016996 h 2525736"/>
              <a:gd name="connsiteX2-3711" fmla="*/ 1242215 w 2528520"/>
              <a:gd name="connsiteY2-3712" fmla="*/ 6073 h 2525736"/>
              <a:gd name="connsiteX3-3713" fmla="*/ 1274549 w 2528520"/>
              <a:gd name="connsiteY3-3714" fmla="*/ 6109 h 2525736"/>
              <a:gd name="connsiteX4-3715" fmla="*/ 2524070 w 2528520"/>
              <a:gd name="connsiteY4-3716" fmla="*/ 1039526 h 2525736"/>
              <a:gd name="connsiteX5-3717" fmla="*/ 2527879 w 2528520"/>
              <a:gd name="connsiteY5-3718" fmla="*/ 1053582 h 2525736"/>
              <a:gd name="connsiteX6-3719" fmla="*/ 2515929 w 2528520"/>
              <a:gd name="connsiteY6-3720" fmla="*/ 1061982 h 2525736"/>
              <a:gd name="connsiteX7-3721" fmla="*/ 1917492 w 2528520"/>
              <a:gd name="connsiteY7-3722" fmla="*/ 1061982 h 2525736"/>
              <a:gd name="connsiteX8-3723" fmla="*/ 1904792 w 2528520"/>
              <a:gd name="connsiteY8-3724" fmla="*/ 1074682 h 2525736"/>
              <a:gd name="connsiteX9-3725" fmla="*/ 1904792 w 2528520"/>
              <a:gd name="connsiteY9-3726" fmla="*/ 2513084 h 2525736"/>
              <a:gd name="connsiteX10-3727" fmla="*/ 1892092 w 2528520"/>
              <a:gd name="connsiteY10-3728" fmla="*/ 2525736 h 2525736"/>
              <a:gd name="connsiteX11-3729" fmla="*/ 624632 w 2528520"/>
              <a:gd name="connsiteY11-3730" fmla="*/ 2525736 h 2525736"/>
              <a:gd name="connsiteX12-3731" fmla="*/ 611932 w 2528520"/>
              <a:gd name="connsiteY12-3732" fmla="*/ 2513036 h 2525736"/>
              <a:gd name="connsiteX13-3733" fmla="*/ 611932 w 2528520"/>
              <a:gd name="connsiteY13-3734" fmla="*/ 1074633 h 2525736"/>
              <a:gd name="connsiteX14-3735" fmla="*/ 599232 w 2528520"/>
              <a:gd name="connsiteY14-3736" fmla="*/ 1061983 h 2525736"/>
              <a:gd name="connsiteX15-3737" fmla="*/ 795 w 2528520"/>
              <a:gd name="connsiteY15-3738" fmla="*/ 1061983 h 2525736"/>
              <a:gd name="connsiteX16-3739" fmla="*/ 12185 w 2528520"/>
              <a:gd name="connsiteY16-3740" fmla="*/ 1045174 h 2525736"/>
              <a:gd name="connsiteX0-3741" fmla="*/ 12185 w 2528520"/>
              <a:gd name="connsiteY0-3742" fmla="*/ 1045174 h 2525736"/>
              <a:gd name="connsiteX1-3743" fmla="*/ 19895 w 2528520"/>
              <a:gd name="connsiteY1-3744" fmla="*/ 1016996 h 2525736"/>
              <a:gd name="connsiteX2-3745" fmla="*/ 1242215 w 2528520"/>
              <a:gd name="connsiteY2-3746" fmla="*/ 6073 h 2525736"/>
              <a:gd name="connsiteX3-3747" fmla="*/ 1274549 w 2528520"/>
              <a:gd name="connsiteY3-3748" fmla="*/ 6109 h 2525736"/>
              <a:gd name="connsiteX4-3749" fmla="*/ 2524070 w 2528520"/>
              <a:gd name="connsiteY4-3750" fmla="*/ 1039526 h 2525736"/>
              <a:gd name="connsiteX5-3751" fmla="*/ 2527879 w 2528520"/>
              <a:gd name="connsiteY5-3752" fmla="*/ 1053582 h 2525736"/>
              <a:gd name="connsiteX6-3753" fmla="*/ 2515929 w 2528520"/>
              <a:gd name="connsiteY6-3754" fmla="*/ 1061982 h 2525736"/>
              <a:gd name="connsiteX7-3755" fmla="*/ 1917492 w 2528520"/>
              <a:gd name="connsiteY7-3756" fmla="*/ 1061982 h 2525736"/>
              <a:gd name="connsiteX8-3757" fmla="*/ 1904792 w 2528520"/>
              <a:gd name="connsiteY8-3758" fmla="*/ 1074682 h 2525736"/>
              <a:gd name="connsiteX9-3759" fmla="*/ 1904792 w 2528520"/>
              <a:gd name="connsiteY9-3760" fmla="*/ 2513084 h 2525736"/>
              <a:gd name="connsiteX10-3761" fmla="*/ 1892092 w 2528520"/>
              <a:gd name="connsiteY10-3762" fmla="*/ 2525736 h 2525736"/>
              <a:gd name="connsiteX11-3763" fmla="*/ 624632 w 2528520"/>
              <a:gd name="connsiteY11-3764" fmla="*/ 2525736 h 2525736"/>
              <a:gd name="connsiteX12-3765" fmla="*/ 611932 w 2528520"/>
              <a:gd name="connsiteY12-3766" fmla="*/ 2513036 h 2525736"/>
              <a:gd name="connsiteX13-3767" fmla="*/ 611932 w 2528520"/>
              <a:gd name="connsiteY13-3768" fmla="*/ 1074633 h 2525736"/>
              <a:gd name="connsiteX14-3769" fmla="*/ 599232 w 2528520"/>
              <a:gd name="connsiteY14-3770" fmla="*/ 1061983 h 2525736"/>
              <a:gd name="connsiteX15-3771" fmla="*/ 795 w 2528520"/>
              <a:gd name="connsiteY15-3772" fmla="*/ 1061983 h 2525736"/>
              <a:gd name="connsiteX16-3773" fmla="*/ 12185 w 2528520"/>
              <a:gd name="connsiteY16-3774" fmla="*/ 1045174 h 2525736"/>
              <a:gd name="connsiteX0-3775" fmla="*/ 12185 w 2528315"/>
              <a:gd name="connsiteY0-3776" fmla="*/ 1045174 h 2525736"/>
              <a:gd name="connsiteX1-3777" fmla="*/ 19895 w 2528315"/>
              <a:gd name="connsiteY1-3778" fmla="*/ 1016996 h 2525736"/>
              <a:gd name="connsiteX2-3779" fmla="*/ 1242215 w 2528315"/>
              <a:gd name="connsiteY2-3780" fmla="*/ 6073 h 2525736"/>
              <a:gd name="connsiteX3-3781" fmla="*/ 1274549 w 2528315"/>
              <a:gd name="connsiteY3-3782" fmla="*/ 6109 h 2525736"/>
              <a:gd name="connsiteX4-3783" fmla="*/ 2496871 w 2528315"/>
              <a:gd name="connsiteY4-3784" fmla="*/ 1017031 h 2525736"/>
              <a:gd name="connsiteX5-3785" fmla="*/ 2527879 w 2528315"/>
              <a:gd name="connsiteY5-3786" fmla="*/ 1053582 h 2525736"/>
              <a:gd name="connsiteX6-3787" fmla="*/ 2515929 w 2528315"/>
              <a:gd name="connsiteY6-3788" fmla="*/ 1061982 h 2525736"/>
              <a:gd name="connsiteX7-3789" fmla="*/ 1917492 w 2528315"/>
              <a:gd name="connsiteY7-3790" fmla="*/ 1061982 h 2525736"/>
              <a:gd name="connsiteX8-3791" fmla="*/ 1904792 w 2528315"/>
              <a:gd name="connsiteY8-3792" fmla="*/ 1074682 h 2525736"/>
              <a:gd name="connsiteX9-3793" fmla="*/ 1904792 w 2528315"/>
              <a:gd name="connsiteY9-3794" fmla="*/ 2513084 h 2525736"/>
              <a:gd name="connsiteX10-3795" fmla="*/ 1892092 w 2528315"/>
              <a:gd name="connsiteY10-3796" fmla="*/ 2525736 h 2525736"/>
              <a:gd name="connsiteX11-3797" fmla="*/ 624632 w 2528315"/>
              <a:gd name="connsiteY11-3798" fmla="*/ 2525736 h 2525736"/>
              <a:gd name="connsiteX12-3799" fmla="*/ 611932 w 2528315"/>
              <a:gd name="connsiteY12-3800" fmla="*/ 2513036 h 2525736"/>
              <a:gd name="connsiteX13-3801" fmla="*/ 611932 w 2528315"/>
              <a:gd name="connsiteY13-3802" fmla="*/ 1074633 h 2525736"/>
              <a:gd name="connsiteX14-3803" fmla="*/ 599232 w 2528315"/>
              <a:gd name="connsiteY14-3804" fmla="*/ 1061983 h 2525736"/>
              <a:gd name="connsiteX15-3805" fmla="*/ 795 w 2528315"/>
              <a:gd name="connsiteY15-3806" fmla="*/ 1061983 h 2525736"/>
              <a:gd name="connsiteX16-3807" fmla="*/ 12185 w 2528315"/>
              <a:gd name="connsiteY16-3808" fmla="*/ 1045174 h 2525736"/>
              <a:gd name="connsiteX0-3809" fmla="*/ 12185 w 2527958"/>
              <a:gd name="connsiteY0-3810" fmla="*/ 1045174 h 2525736"/>
              <a:gd name="connsiteX1-3811" fmla="*/ 19895 w 2527958"/>
              <a:gd name="connsiteY1-3812" fmla="*/ 1016996 h 2525736"/>
              <a:gd name="connsiteX2-3813" fmla="*/ 1242215 w 2527958"/>
              <a:gd name="connsiteY2-3814" fmla="*/ 6073 h 2525736"/>
              <a:gd name="connsiteX3-3815" fmla="*/ 1274549 w 2527958"/>
              <a:gd name="connsiteY3-3816" fmla="*/ 6109 h 2525736"/>
              <a:gd name="connsiteX4-3817" fmla="*/ 2496871 w 2527958"/>
              <a:gd name="connsiteY4-3818" fmla="*/ 1017031 h 2525736"/>
              <a:gd name="connsiteX5-3819" fmla="*/ 2527879 w 2527958"/>
              <a:gd name="connsiteY5-3820" fmla="*/ 1053582 h 2525736"/>
              <a:gd name="connsiteX6-3821" fmla="*/ 2515929 w 2527958"/>
              <a:gd name="connsiteY6-3822" fmla="*/ 1061982 h 2525736"/>
              <a:gd name="connsiteX7-3823" fmla="*/ 1917492 w 2527958"/>
              <a:gd name="connsiteY7-3824" fmla="*/ 1061982 h 2525736"/>
              <a:gd name="connsiteX8-3825" fmla="*/ 1904792 w 2527958"/>
              <a:gd name="connsiteY8-3826" fmla="*/ 1074682 h 2525736"/>
              <a:gd name="connsiteX9-3827" fmla="*/ 1904792 w 2527958"/>
              <a:gd name="connsiteY9-3828" fmla="*/ 2513084 h 2525736"/>
              <a:gd name="connsiteX10-3829" fmla="*/ 1892092 w 2527958"/>
              <a:gd name="connsiteY10-3830" fmla="*/ 2525736 h 2525736"/>
              <a:gd name="connsiteX11-3831" fmla="*/ 624632 w 2527958"/>
              <a:gd name="connsiteY11-3832" fmla="*/ 2525736 h 2525736"/>
              <a:gd name="connsiteX12-3833" fmla="*/ 611932 w 2527958"/>
              <a:gd name="connsiteY12-3834" fmla="*/ 2513036 h 2525736"/>
              <a:gd name="connsiteX13-3835" fmla="*/ 611932 w 2527958"/>
              <a:gd name="connsiteY13-3836" fmla="*/ 1074633 h 2525736"/>
              <a:gd name="connsiteX14-3837" fmla="*/ 599232 w 2527958"/>
              <a:gd name="connsiteY14-3838" fmla="*/ 1061983 h 2525736"/>
              <a:gd name="connsiteX15-3839" fmla="*/ 795 w 2527958"/>
              <a:gd name="connsiteY15-3840" fmla="*/ 1061983 h 2525736"/>
              <a:gd name="connsiteX16-3841" fmla="*/ 12185 w 2527958"/>
              <a:gd name="connsiteY16-3842" fmla="*/ 1045174 h 2525736"/>
              <a:gd name="connsiteX0-3843" fmla="*/ 12185 w 2527879"/>
              <a:gd name="connsiteY0-3844" fmla="*/ 1045174 h 2525736"/>
              <a:gd name="connsiteX1-3845" fmla="*/ 19895 w 2527879"/>
              <a:gd name="connsiteY1-3846" fmla="*/ 1016996 h 2525736"/>
              <a:gd name="connsiteX2-3847" fmla="*/ 1242215 w 2527879"/>
              <a:gd name="connsiteY2-3848" fmla="*/ 6073 h 2525736"/>
              <a:gd name="connsiteX3-3849" fmla="*/ 1274549 w 2527879"/>
              <a:gd name="connsiteY3-3850" fmla="*/ 6109 h 2525736"/>
              <a:gd name="connsiteX4-3851" fmla="*/ 2496871 w 2527879"/>
              <a:gd name="connsiteY4-3852" fmla="*/ 1017031 h 2525736"/>
              <a:gd name="connsiteX5-3853" fmla="*/ 2527879 w 2527879"/>
              <a:gd name="connsiteY5-3854" fmla="*/ 1053582 h 2525736"/>
              <a:gd name="connsiteX6-3855" fmla="*/ 2515929 w 2527879"/>
              <a:gd name="connsiteY6-3856" fmla="*/ 1061982 h 2525736"/>
              <a:gd name="connsiteX7-3857" fmla="*/ 1917492 w 2527879"/>
              <a:gd name="connsiteY7-3858" fmla="*/ 1061982 h 2525736"/>
              <a:gd name="connsiteX8-3859" fmla="*/ 1904792 w 2527879"/>
              <a:gd name="connsiteY8-3860" fmla="*/ 1074682 h 2525736"/>
              <a:gd name="connsiteX9-3861" fmla="*/ 1904792 w 2527879"/>
              <a:gd name="connsiteY9-3862" fmla="*/ 2513084 h 2525736"/>
              <a:gd name="connsiteX10-3863" fmla="*/ 1892092 w 2527879"/>
              <a:gd name="connsiteY10-3864" fmla="*/ 2525736 h 2525736"/>
              <a:gd name="connsiteX11-3865" fmla="*/ 624632 w 2527879"/>
              <a:gd name="connsiteY11-3866" fmla="*/ 2525736 h 2525736"/>
              <a:gd name="connsiteX12-3867" fmla="*/ 611932 w 2527879"/>
              <a:gd name="connsiteY12-3868" fmla="*/ 2513036 h 2525736"/>
              <a:gd name="connsiteX13-3869" fmla="*/ 611932 w 2527879"/>
              <a:gd name="connsiteY13-3870" fmla="*/ 1074633 h 2525736"/>
              <a:gd name="connsiteX14-3871" fmla="*/ 599232 w 2527879"/>
              <a:gd name="connsiteY14-3872" fmla="*/ 1061983 h 2525736"/>
              <a:gd name="connsiteX15-3873" fmla="*/ 795 w 2527879"/>
              <a:gd name="connsiteY15-3874" fmla="*/ 1061983 h 2525736"/>
              <a:gd name="connsiteX16-3875" fmla="*/ 12185 w 2527879"/>
              <a:gd name="connsiteY16-3876" fmla="*/ 1045174 h 2525736"/>
              <a:gd name="connsiteX0-3877" fmla="*/ 12185 w 2520339"/>
              <a:gd name="connsiteY0-3878" fmla="*/ 1045174 h 2525736"/>
              <a:gd name="connsiteX1-3879" fmla="*/ 19895 w 2520339"/>
              <a:gd name="connsiteY1-3880" fmla="*/ 1016996 h 2525736"/>
              <a:gd name="connsiteX2-3881" fmla="*/ 1242215 w 2520339"/>
              <a:gd name="connsiteY2-3882" fmla="*/ 6073 h 2525736"/>
              <a:gd name="connsiteX3-3883" fmla="*/ 1274549 w 2520339"/>
              <a:gd name="connsiteY3-3884" fmla="*/ 6109 h 2525736"/>
              <a:gd name="connsiteX4-3885" fmla="*/ 2496871 w 2520339"/>
              <a:gd name="connsiteY4-3886" fmla="*/ 1017031 h 2525736"/>
              <a:gd name="connsiteX5-3887" fmla="*/ 2504535 w 2520339"/>
              <a:gd name="connsiteY5-3888" fmla="*/ 1045181 h 2525736"/>
              <a:gd name="connsiteX6-3889" fmla="*/ 2515929 w 2520339"/>
              <a:gd name="connsiteY6-3890" fmla="*/ 1061982 h 2525736"/>
              <a:gd name="connsiteX7-3891" fmla="*/ 1917492 w 2520339"/>
              <a:gd name="connsiteY7-3892" fmla="*/ 1061982 h 2525736"/>
              <a:gd name="connsiteX8-3893" fmla="*/ 1904792 w 2520339"/>
              <a:gd name="connsiteY8-3894" fmla="*/ 1074682 h 2525736"/>
              <a:gd name="connsiteX9-3895" fmla="*/ 1904792 w 2520339"/>
              <a:gd name="connsiteY9-3896" fmla="*/ 2513084 h 2525736"/>
              <a:gd name="connsiteX10-3897" fmla="*/ 1892092 w 2520339"/>
              <a:gd name="connsiteY10-3898" fmla="*/ 2525736 h 2525736"/>
              <a:gd name="connsiteX11-3899" fmla="*/ 624632 w 2520339"/>
              <a:gd name="connsiteY11-3900" fmla="*/ 2525736 h 2525736"/>
              <a:gd name="connsiteX12-3901" fmla="*/ 611932 w 2520339"/>
              <a:gd name="connsiteY12-3902" fmla="*/ 2513036 h 2525736"/>
              <a:gd name="connsiteX13-3903" fmla="*/ 611932 w 2520339"/>
              <a:gd name="connsiteY13-3904" fmla="*/ 1074633 h 2525736"/>
              <a:gd name="connsiteX14-3905" fmla="*/ 599232 w 2520339"/>
              <a:gd name="connsiteY14-3906" fmla="*/ 1061983 h 2525736"/>
              <a:gd name="connsiteX15-3907" fmla="*/ 795 w 2520339"/>
              <a:gd name="connsiteY15-3908" fmla="*/ 1061983 h 2525736"/>
              <a:gd name="connsiteX16-3909" fmla="*/ 12185 w 2520339"/>
              <a:gd name="connsiteY16-3910" fmla="*/ 1045174 h 2525736"/>
              <a:gd name="connsiteX0-3911" fmla="*/ 12185 w 2516723"/>
              <a:gd name="connsiteY0-3912" fmla="*/ 1045174 h 2525736"/>
              <a:gd name="connsiteX1-3913" fmla="*/ 19895 w 2516723"/>
              <a:gd name="connsiteY1-3914" fmla="*/ 1016996 h 2525736"/>
              <a:gd name="connsiteX2-3915" fmla="*/ 1242215 w 2516723"/>
              <a:gd name="connsiteY2-3916" fmla="*/ 6073 h 2525736"/>
              <a:gd name="connsiteX3-3917" fmla="*/ 1274549 w 2516723"/>
              <a:gd name="connsiteY3-3918" fmla="*/ 6109 h 2525736"/>
              <a:gd name="connsiteX4-3919" fmla="*/ 2496871 w 2516723"/>
              <a:gd name="connsiteY4-3920" fmla="*/ 1017031 h 2525736"/>
              <a:gd name="connsiteX5-3921" fmla="*/ 2504535 w 2516723"/>
              <a:gd name="connsiteY5-3922" fmla="*/ 1045181 h 2525736"/>
              <a:gd name="connsiteX6-3923" fmla="*/ 2515929 w 2516723"/>
              <a:gd name="connsiteY6-3924" fmla="*/ 1061982 h 2525736"/>
              <a:gd name="connsiteX7-3925" fmla="*/ 1917492 w 2516723"/>
              <a:gd name="connsiteY7-3926" fmla="*/ 1061982 h 2525736"/>
              <a:gd name="connsiteX8-3927" fmla="*/ 1904792 w 2516723"/>
              <a:gd name="connsiteY8-3928" fmla="*/ 1074682 h 2525736"/>
              <a:gd name="connsiteX9-3929" fmla="*/ 1904792 w 2516723"/>
              <a:gd name="connsiteY9-3930" fmla="*/ 2513084 h 2525736"/>
              <a:gd name="connsiteX10-3931" fmla="*/ 1892092 w 2516723"/>
              <a:gd name="connsiteY10-3932" fmla="*/ 2525736 h 2525736"/>
              <a:gd name="connsiteX11-3933" fmla="*/ 624632 w 2516723"/>
              <a:gd name="connsiteY11-3934" fmla="*/ 2525736 h 2525736"/>
              <a:gd name="connsiteX12-3935" fmla="*/ 611932 w 2516723"/>
              <a:gd name="connsiteY12-3936" fmla="*/ 2513036 h 2525736"/>
              <a:gd name="connsiteX13-3937" fmla="*/ 611932 w 2516723"/>
              <a:gd name="connsiteY13-3938" fmla="*/ 1074633 h 2525736"/>
              <a:gd name="connsiteX14-3939" fmla="*/ 599232 w 2516723"/>
              <a:gd name="connsiteY14-3940" fmla="*/ 1061983 h 2525736"/>
              <a:gd name="connsiteX15-3941" fmla="*/ 795 w 2516723"/>
              <a:gd name="connsiteY15-3942" fmla="*/ 1061983 h 2525736"/>
              <a:gd name="connsiteX16-3943" fmla="*/ 12185 w 2516723"/>
              <a:gd name="connsiteY16-3944" fmla="*/ 1045174 h 2525736"/>
              <a:gd name="connsiteX0-3945" fmla="*/ 12185 w 2515929"/>
              <a:gd name="connsiteY0-3946" fmla="*/ 1045174 h 2525736"/>
              <a:gd name="connsiteX1-3947" fmla="*/ 19895 w 2515929"/>
              <a:gd name="connsiteY1-3948" fmla="*/ 1016996 h 2525736"/>
              <a:gd name="connsiteX2-3949" fmla="*/ 1242215 w 2515929"/>
              <a:gd name="connsiteY2-3950" fmla="*/ 6073 h 2525736"/>
              <a:gd name="connsiteX3-3951" fmla="*/ 1274549 w 2515929"/>
              <a:gd name="connsiteY3-3952" fmla="*/ 6109 h 2525736"/>
              <a:gd name="connsiteX4-3953" fmla="*/ 2496871 w 2515929"/>
              <a:gd name="connsiteY4-3954" fmla="*/ 1017031 h 2525736"/>
              <a:gd name="connsiteX5-3955" fmla="*/ 2504535 w 2515929"/>
              <a:gd name="connsiteY5-3956" fmla="*/ 1045181 h 2525736"/>
              <a:gd name="connsiteX6-3957" fmla="*/ 2515929 w 2515929"/>
              <a:gd name="connsiteY6-3958" fmla="*/ 1061982 h 2525736"/>
              <a:gd name="connsiteX7-3959" fmla="*/ 1917492 w 2515929"/>
              <a:gd name="connsiteY7-3960" fmla="*/ 1061982 h 2525736"/>
              <a:gd name="connsiteX8-3961" fmla="*/ 1904792 w 2515929"/>
              <a:gd name="connsiteY8-3962" fmla="*/ 1074682 h 2525736"/>
              <a:gd name="connsiteX9-3963" fmla="*/ 1904792 w 2515929"/>
              <a:gd name="connsiteY9-3964" fmla="*/ 2513084 h 2525736"/>
              <a:gd name="connsiteX10-3965" fmla="*/ 1892092 w 2515929"/>
              <a:gd name="connsiteY10-3966" fmla="*/ 2525736 h 2525736"/>
              <a:gd name="connsiteX11-3967" fmla="*/ 624632 w 2515929"/>
              <a:gd name="connsiteY11-3968" fmla="*/ 2525736 h 2525736"/>
              <a:gd name="connsiteX12-3969" fmla="*/ 611932 w 2515929"/>
              <a:gd name="connsiteY12-3970" fmla="*/ 2513036 h 2525736"/>
              <a:gd name="connsiteX13-3971" fmla="*/ 611932 w 2515929"/>
              <a:gd name="connsiteY13-3972" fmla="*/ 1074633 h 2525736"/>
              <a:gd name="connsiteX14-3973" fmla="*/ 599232 w 2515929"/>
              <a:gd name="connsiteY14-3974" fmla="*/ 1061983 h 2525736"/>
              <a:gd name="connsiteX15-3975" fmla="*/ 795 w 2515929"/>
              <a:gd name="connsiteY15-3976" fmla="*/ 1061983 h 2525736"/>
              <a:gd name="connsiteX16-3977" fmla="*/ 12185 w 2515929"/>
              <a:gd name="connsiteY16-3978" fmla="*/ 1045174 h 2525736"/>
              <a:gd name="connsiteX0-3979" fmla="*/ 12185 w 2505809"/>
              <a:gd name="connsiteY0-3980" fmla="*/ 1045174 h 2525736"/>
              <a:gd name="connsiteX1-3981" fmla="*/ 19895 w 2505809"/>
              <a:gd name="connsiteY1-3982" fmla="*/ 1016996 h 2525736"/>
              <a:gd name="connsiteX2-3983" fmla="*/ 1242215 w 2505809"/>
              <a:gd name="connsiteY2-3984" fmla="*/ 6073 h 2525736"/>
              <a:gd name="connsiteX3-3985" fmla="*/ 1274549 w 2505809"/>
              <a:gd name="connsiteY3-3986" fmla="*/ 6109 h 2525736"/>
              <a:gd name="connsiteX4-3987" fmla="*/ 2496871 w 2505809"/>
              <a:gd name="connsiteY4-3988" fmla="*/ 1017031 h 2525736"/>
              <a:gd name="connsiteX5-3989" fmla="*/ 2504535 w 2505809"/>
              <a:gd name="connsiteY5-3990" fmla="*/ 1045181 h 2525736"/>
              <a:gd name="connsiteX6-3991" fmla="*/ 2480635 w 2505809"/>
              <a:gd name="connsiteY6-3992" fmla="*/ 1061981 h 2525736"/>
              <a:gd name="connsiteX7-3993" fmla="*/ 1917492 w 2505809"/>
              <a:gd name="connsiteY7-3994" fmla="*/ 1061982 h 2525736"/>
              <a:gd name="connsiteX8-3995" fmla="*/ 1904792 w 2505809"/>
              <a:gd name="connsiteY8-3996" fmla="*/ 1074682 h 2525736"/>
              <a:gd name="connsiteX9-3997" fmla="*/ 1904792 w 2505809"/>
              <a:gd name="connsiteY9-3998" fmla="*/ 2513084 h 2525736"/>
              <a:gd name="connsiteX10-3999" fmla="*/ 1892092 w 2505809"/>
              <a:gd name="connsiteY10-4000" fmla="*/ 2525736 h 2525736"/>
              <a:gd name="connsiteX11-4001" fmla="*/ 624632 w 2505809"/>
              <a:gd name="connsiteY11-4002" fmla="*/ 2525736 h 2525736"/>
              <a:gd name="connsiteX12-4003" fmla="*/ 611932 w 2505809"/>
              <a:gd name="connsiteY12-4004" fmla="*/ 2513036 h 2525736"/>
              <a:gd name="connsiteX13-4005" fmla="*/ 611932 w 2505809"/>
              <a:gd name="connsiteY13-4006" fmla="*/ 1074633 h 2525736"/>
              <a:gd name="connsiteX14-4007" fmla="*/ 599232 w 2505809"/>
              <a:gd name="connsiteY14-4008" fmla="*/ 1061983 h 2525736"/>
              <a:gd name="connsiteX15-4009" fmla="*/ 795 w 2505809"/>
              <a:gd name="connsiteY15-4010" fmla="*/ 1061983 h 2525736"/>
              <a:gd name="connsiteX16-4011" fmla="*/ 12185 w 2505809"/>
              <a:gd name="connsiteY16-4012" fmla="*/ 1045174 h 2525736"/>
              <a:gd name="connsiteX0-4013" fmla="*/ 12185 w 2505809"/>
              <a:gd name="connsiteY0-4014" fmla="*/ 1045174 h 2525736"/>
              <a:gd name="connsiteX1-4015" fmla="*/ 19895 w 2505809"/>
              <a:gd name="connsiteY1-4016" fmla="*/ 1016996 h 2525736"/>
              <a:gd name="connsiteX2-4017" fmla="*/ 1242215 w 2505809"/>
              <a:gd name="connsiteY2-4018" fmla="*/ 6073 h 2525736"/>
              <a:gd name="connsiteX3-4019" fmla="*/ 1274549 w 2505809"/>
              <a:gd name="connsiteY3-4020" fmla="*/ 6109 h 2525736"/>
              <a:gd name="connsiteX4-4021" fmla="*/ 2496871 w 2505809"/>
              <a:gd name="connsiteY4-4022" fmla="*/ 1017031 h 2525736"/>
              <a:gd name="connsiteX5-4023" fmla="*/ 2504535 w 2505809"/>
              <a:gd name="connsiteY5-4024" fmla="*/ 1045181 h 2525736"/>
              <a:gd name="connsiteX6-4025" fmla="*/ 2480635 w 2505809"/>
              <a:gd name="connsiteY6-4026" fmla="*/ 1061981 h 2525736"/>
              <a:gd name="connsiteX7-4027" fmla="*/ 1917492 w 2505809"/>
              <a:gd name="connsiteY7-4028" fmla="*/ 1061982 h 2525736"/>
              <a:gd name="connsiteX8-4029" fmla="*/ 1904792 w 2505809"/>
              <a:gd name="connsiteY8-4030" fmla="*/ 1074682 h 2525736"/>
              <a:gd name="connsiteX9-4031" fmla="*/ 1904792 w 2505809"/>
              <a:gd name="connsiteY9-4032" fmla="*/ 2513084 h 2525736"/>
              <a:gd name="connsiteX10-4033" fmla="*/ 1892092 w 2505809"/>
              <a:gd name="connsiteY10-4034" fmla="*/ 2525736 h 2525736"/>
              <a:gd name="connsiteX11-4035" fmla="*/ 624632 w 2505809"/>
              <a:gd name="connsiteY11-4036" fmla="*/ 2525736 h 2525736"/>
              <a:gd name="connsiteX12-4037" fmla="*/ 611932 w 2505809"/>
              <a:gd name="connsiteY12-4038" fmla="*/ 2513036 h 2525736"/>
              <a:gd name="connsiteX13-4039" fmla="*/ 611932 w 2505809"/>
              <a:gd name="connsiteY13-4040" fmla="*/ 1074633 h 2525736"/>
              <a:gd name="connsiteX14-4041" fmla="*/ 599232 w 2505809"/>
              <a:gd name="connsiteY14-4042" fmla="*/ 1061983 h 2525736"/>
              <a:gd name="connsiteX15-4043" fmla="*/ 795 w 2505809"/>
              <a:gd name="connsiteY15-4044" fmla="*/ 1061983 h 2525736"/>
              <a:gd name="connsiteX16-4045" fmla="*/ 12185 w 2505809"/>
              <a:gd name="connsiteY16-4046" fmla="*/ 1045174 h 2525736"/>
              <a:gd name="connsiteX0-4047" fmla="*/ 12185 w 2505809"/>
              <a:gd name="connsiteY0-4048" fmla="*/ 1045174 h 2525736"/>
              <a:gd name="connsiteX1-4049" fmla="*/ 19895 w 2505809"/>
              <a:gd name="connsiteY1-4050" fmla="*/ 1016996 h 2525736"/>
              <a:gd name="connsiteX2-4051" fmla="*/ 1242215 w 2505809"/>
              <a:gd name="connsiteY2-4052" fmla="*/ 6073 h 2525736"/>
              <a:gd name="connsiteX3-4053" fmla="*/ 1274549 w 2505809"/>
              <a:gd name="connsiteY3-4054" fmla="*/ 6109 h 2525736"/>
              <a:gd name="connsiteX4-4055" fmla="*/ 2496871 w 2505809"/>
              <a:gd name="connsiteY4-4056" fmla="*/ 1017031 h 2525736"/>
              <a:gd name="connsiteX5-4057" fmla="*/ 2504535 w 2505809"/>
              <a:gd name="connsiteY5-4058" fmla="*/ 1045181 h 2525736"/>
              <a:gd name="connsiteX6-4059" fmla="*/ 2480635 w 2505809"/>
              <a:gd name="connsiteY6-4060" fmla="*/ 1061981 h 2525736"/>
              <a:gd name="connsiteX7-4061" fmla="*/ 1917492 w 2505809"/>
              <a:gd name="connsiteY7-4062" fmla="*/ 1061982 h 2525736"/>
              <a:gd name="connsiteX8-4063" fmla="*/ 1904792 w 2505809"/>
              <a:gd name="connsiteY8-4064" fmla="*/ 1074682 h 2525736"/>
              <a:gd name="connsiteX9-4065" fmla="*/ 1904792 w 2505809"/>
              <a:gd name="connsiteY9-4066" fmla="*/ 2513084 h 2525736"/>
              <a:gd name="connsiteX10-4067" fmla="*/ 1892092 w 2505809"/>
              <a:gd name="connsiteY10-4068" fmla="*/ 2525736 h 2525736"/>
              <a:gd name="connsiteX11-4069" fmla="*/ 624632 w 2505809"/>
              <a:gd name="connsiteY11-4070" fmla="*/ 2525736 h 2525736"/>
              <a:gd name="connsiteX12-4071" fmla="*/ 611932 w 2505809"/>
              <a:gd name="connsiteY12-4072" fmla="*/ 2513036 h 2525736"/>
              <a:gd name="connsiteX13-4073" fmla="*/ 611932 w 2505809"/>
              <a:gd name="connsiteY13-4074" fmla="*/ 1074633 h 2525736"/>
              <a:gd name="connsiteX14-4075" fmla="*/ 599232 w 2505809"/>
              <a:gd name="connsiteY14-4076" fmla="*/ 1061983 h 2525736"/>
              <a:gd name="connsiteX15-4077" fmla="*/ 795 w 2505809"/>
              <a:gd name="connsiteY15-4078" fmla="*/ 1061983 h 2525736"/>
              <a:gd name="connsiteX16-4079" fmla="*/ 12185 w 2505809"/>
              <a:gd name="connsiteY16-4080" fmla="*/ 1045174 h 2525736"/>
              <a:gd name="connsiteX0-4081" fmla="*/ 12185 w 2505809"/>
              <a:gd name="connsiteY0-4082" fmla="*/ 1045174 h 2525736"/>
              <a:gd name="connsiteX1-4083" fmla="*/ 19895 w 2505809"/>
              <a:gd name="connsiteY1-4084" fmla="*/ 1016996 h 2525736"/>
              <a:gd name="connsiteX2-4085" fmla="*/ 1242215 w 2505809"/>
              <a:gd name="connsiteY2-4086" fmla="*/ 6073 h 2525736"/>
              <a:gd name="connsiteX3-4087" fmla="*/ 1274549 w 2505809"/>
              <a:gd name="connsiteY3-4088" fmla="*/ 6109 h 2525736"/>
              <a:gd name="connsiteX4-4089" fmla="*/ 2496871 w 2505809"/>
              <a:gd name="connsiteY4-4090" fmla="*/ 1017031 h 2525736"/>
              <a:gd name="connsiteX5-4091" fmla="*/ 2504535 w 2505809"/>
              <a:gd name="connsiteY5-4092" fmla="*/ 1045181 h 2525736"/>
              <a:gd name="connsiteX6-4093" fmla="*/ 2480635 w 2505809"/>
              <a:gd name="connsiteY6-4094" fmla="*/ 1061981 h 2525736"/>
              <a:gd name="connsiteX7-4095" fmla="*/ 1930192 w 2505809"/>
              <a:gd name="connsiteY7-4096" fmla="*/ 1061981 h 2525736"/>
              <a:gd name="connsiteX8-4097" fmla="*/ 1904792 w 2505809"/>
              <a:gd name="connsiteY8-4098" fmla="*/ 1074682 h 2525736"/>
              <a:gd name="connsiteX9-4099" fmla="*/ 1904792 w 2505809"/>
              <a:gd name="connsiteY9-4100" fmla="*/ 2513084 h 2525736"/>
              <a:gd name="connsiteX10-4101" fmla="*/ 1892092 w 2505809"/>
              <a:gd name="connsiteY10-4102" fmla="*/ 2525736 h 2525736"/>
              <a:gd name="connsiteX11-4103" fmla="*/ 624632 w 2505809"/>
              <a:gd name="connsiteY11-4104" fmla="*/ 2525736 h 2525736"/>
              <a:gd name="connsiteX12-4105" fmla="*/ 611932 w 2505809"/>
              <a:gd name="connsiteY12-4106" fmla="*/ 2513036 h 2525736"/>
              <a:gd name="connsiteX13-4107" fmla="*/ 611932 w 2505809"/>
              <a:gd name="connsiteY13-4108" fmla="*/ 1074633 h 2525736"/>
              <a:gd name="connsiteX14-4109" fmla="*/ 599232 w 2505809"/>
              <a:gd name="connsiteY14-4110" fmla="*/ 1061983 h 2525736"/>
              <a:gd name="connsiteX15-4111" fmla="*/ 795 w 2505809"/>
              <a:gd name="connsiteY15-4112" fmla="*/ 1061983 h 2525736"/>
              <a:gd name="connsiteX16-4113" fmla="*/ 12185 w 2505809"/>
              <a:gd name="connsiteY16-4114" fmla="*/ 1045174 h 2525736"/>
              <a:gd name="connsiteX0-4115" fmla="*/ 12185 w 2505809"/>
              <a:gd name="connsiteY0-4116" fmla="*/ 1045174 h 2525736"/>
              <a:gd name="connsiteX1-4117" fmla="*/ 19895 w 2505809"/>
              <a:gd name="connsiteY1-4118" fmla="*/ 1016996 h 2525736"/>
              <a:gd name="connsiteX2-4119" fmla="*/ 1242215 w 2505809"/>
              <a:gd name="connsiteY2-4120" fmla="*/ 6073 h 2525736"/>
              <a:gd name="connsiteX3-4121" fmla="*/ 1274549 w 2505809"/>
              <a:gd name="connsiteY3-4122" fmla="*/ 6109 h 2525736"/>
              <a:gd name="connsiteX4-4123" fmla="*/ 2496871 w 2505809"/>
              <a:gd name="connsiteY4-4124" fmla="*/ 1017031 h 2525736"/>
              <a:gd name="connsiteX5-4125" fmla="*/ 2504535 w 2505809"/>
              <a:gd name="connsiteY5-4126" fmla="*/ 1045181 h 2525736"/>
              <a:gd name="connsiteX6-4127" fmla="*/ 2480635 w 2505809"/>
              <a:gd name="connsiteY6-4128" fmla="*/ 1061981 h 2525736"/>
              <a:gd name="connsiteX7-4129" fmla="*/ 1930192 w 2505809"/>
              <a:gd name="connsiteY7-4130" fmla="*/ 1061981 h 2525736"/>
              <a:gd name="connsiteX8-4131" fmla="*/ 1904792 w 2505809"/>
              <a:gd name="connsiteY8-4132" fmla="*/ 1074682 h 2525736"/>
              <a:gd name="connsiteX9-4133" fmla="*/ 1904792 w 2505809"/>
              <a:gd name="connsiteY9-4134" fmla="*/ 2513084 h 2525736"/>
              <a:gd name="connsiteX10-4135" fmla="*/ 1892092 w 2505809"/>
              <a:gd name="connsiteY10-4136" fmla="*/ 2525736 h 2525736"/>
              <a:gd name="connsiteX11-4137" fmla="*/ 624632 w 2505809"/>
              <a:gd name="connsiteY11-4138" fmla="*/ 2525736 h 2525736"/>
              <a:gd name="connsiteX12-4139" fmla="*/ 611932 w 2505809"/>
              <a:gd name="connsiteY12-4140" fmla="*/ 2513036 h 2525736"/>
              <a:gd name="connsiteX13-4141" fmla="*/ 611932 w 2505809"/>
              <a:gd name="connsiteY13-4142" fmla="*/ 1074633 h 2525736"/>
              <a:gd name="connsiteX14-4143" fmla="*/ 599232 w 2505809"/>
              <a:gd name="connsiteY14-4144" fmla="*/ 1061983 h 2525736"/>
              <a:gd name="connsiteX15-4145" fmla="*/ 795 w 2505809"/>
              <a:gd name="connsiteY15-4146" fmla="*/ 1061983 h 2525736"/>
              <a:gd name="connsiteX16-4147" fmla="*/ 12185 w 2505809"/>
              <a:gd name="connsiteY16-4148" fmla="*/ 1045174 h 2525736"/>
              <a:gd name="connsiteX0-4149" fmla="*/ 12185 w 2505809"/>
              <a:gd name="connsiteY0-4150" fmla="*/ 1045174 h 2525736"/>
              <a:gd name="connsiteX1-4151" fmla="*/ 19895 w 2505809"/>
              <a:gd name="connsiteY1-4152" fmla="*/ 1016996 h 2525736"/>
              <a:gd name="connsiteX2-4153" fmla="*/ 1242215 w 2505809"/>
              <a:gd name="connsiteY2-4154" fmla="*/ 6073 h 2525736"/>
              <a:gd name="connsiteX3-4155" fmla="*/ 1274549 w 2505809"/>
              <a:gd name="connsiteY3-4156" fmla="*/ 6109 h 2525736"/>
              <a:gd name="connsiteX4-4157" fmla="*/ 2496871 w 2505809"/>
              <a:gd name="connsiteY4-4158" fmla="*/ 1017031 h 2525736"/>
              <a:gd name="connsiteX5-4159" fmla="*/ 2504535 w 2505809"/>
              <a:gd name="connsiteY5-4160" fmla="*/ 1045181 h 2525736"/>
              <a:gd name="connsiteX6-4161" fmla="*/ 2480635 w 2505809"/>
              <a:gd name="connsiteY6-4162" fmla="*/ 1061981 h 2525736"/>
              <a:gd name="connsiteX7-4163" fmla="*/ 1930192 w 2505809"/>
              <a:gd name="connsiteY7-4164" fmla="*/ 1061981 h 2525736"/>
              <a:gd name="connsiteX8-4165" fmla="*/ 1904792 w 2505809"/>
              <a:gd name="connsiteY8-4166" fmla="*/ 1074682 h 2525736"/>
              <a:gd name="connsiteX9-4167" fmla="*/ 1904792 w 2505809"/>
              <a:gd name="connsiteY9-4168" fmla="*/ 2513084 h 2525736"/>
              <a:gd name="connsiteX10-4169" fmla="*/ 1892092 w 2505809"/>
              <a:gd name="connsiteY10-4170" fmla="*/ 2525736 h 2525736"/>
              <a:gd name="connsiteX11-4171" fmla="*/ 624632 w 2505809"/>
              <a:gd name="connsiteY11-4172" fmla="*/ 2525736 h 2525736"/>
              <a:gd name="connsiteX12-4173" fmla="*/ 611932 w 2505809"/>
              <a:gd name="connsiteY12-4174" fmla="*/ 2513036 h 2525736"/>
              <a:gd name="connsiteX13-4175" fmla="*/ 611932 w 2505809"/>
              <a:gd name="connsiteY13-4176" fmla="*/ 1074633 h 2525736"/>
              <a:gd name="connsiteX14-4177" fmla="*/ 599232 w 2505809"/>
              <a:gd name="connsiteY14-4178" fmla="*/ 1061983 h 2525736"/>
              <a:gd name="connsiteX15-4179" fmla="*/ 795 w 2505809"/>
              <a:gd name="connsiteY15-4180" fmla="*/ 1061983 h 2525736"/>
              <a:gd name="connsiteX16-4181" fmla="*/ 12185 w 2505809"/>
              <a:gd name="connsiteY16-4182" fmla="*/ 1045174 h 2525736"/>
              <a:gd name="connsiteX0-4183" fmla="*/ 12185 w 2505809"/>
              <a:gd name="connsiteY0-4184" fmla="*/ 1045174 h 2525736"/>
              <a:gd name="connsiteX1-4185" fmla="*/ 19895 w 2505809"/>
              <a:gd name="connsiteY1-4186" fmla="*/ 1016996 h 2525736"/>
              <a:gd name="connsiteX2-4187" fmla="*/ 1242215 w 2505809"/>
              <a:gd name="connsiteY2-4188" fmla="*/ 6073 h 2525736"/>
              <a:gd name="connsiteX3-4189" fmla="*/ 1274549 w 2505809"/>
              <a:gd name="connsiteY3-4190" fmla="*/ 6109 h 2525736"/>
              <a:gd name="connsiteX4-4191" fmla="*/ 2496871 w 2505809"/>
              <a:gd name="connsiteY4-4192" fmla="*/ 1017031 h 2525736"/>
              <a:gd name="connsiteX5-4193" fmla="*/ 2504535 w 2505809"/>
              <a:gd name="connsiteY5-4194" fmla="*/ 1045181 h 2525736"/>
              <a:gd name="connsiteX6-4195" fmla="*/ 2480635 w 2505809"/>
              <a:gd name="connsiteY6-4196" fmla="*/ 1061981 h 2525736"/>
              <a:gd name="connsiteX7-4197" fmla="*/ 1930192 w 2505809"/>
              <a:gd name="connsiteY7-4198" fmla="*/ 1061981 h 2525736"/>
              <a:gd name="connsiteX8-4199" fmla="*/ 1904792 w 2505809"/>
              <a:gd name="connsiteY8-4200" fmla="*/ 1087380 h 2525736"/>
              <a:gd name="connsiteX9-4201" fmla="*/ 1904792 w 2505809"/>
              <a:gd name="connsiteY9-4202" fmla="*/ 2513084 h 2525736"/>
              <a:gd name="connsiteX10-4203" fmla="*/ 1892092 w 2505809"/>
              <a:gd name="connsiteY10-4204" fmla="*/ 2525736 h 2525736"/>
              <a:gd name="connsiteX11-4205" fmla="*/ 624632 w 2505809"/>
              <a:gd name="connsiteY11-4206" fmla="*/ 2525736 h 2525736"/>
              <a:gd name="connsiteX12-4207" fmla="*/ 611932 w 2505809"/>
              <a:gd name="connsiteY12-4208" fmla="*/ 2513036 h 2525736"/>
              <a:gd name="connsiteX13-4209" fmla="*/ 611932 w 2505809"/>
              <a:gd name="connsiteY13-4210" fmla="*/ 1074633 h 2525736"/>
              <a:gd name="connsiteX14-4211" fmla="*/ 599232 w 2505809"/>
              <a:gd name="connsiteY14-4212" fmla="*/ 1061983 h 2525736"/>
              <a:gd name="connsiteX15-4213" fmla="*/ 795 w 2505809"/>
              <a:gd name="connsiteY15-4214" fmla="*/ 1061983 h 2525736"/>
              <a:gd name="connsiteX16-4215" fmla="*/ 12185 w 2505809"/>
              <a:gd name="connsiteY16-4216" fmla="*/ 1045174 h 2525736"/>
              <a:gd name="connsiteX0-4217" fmla="*/ 12185 w 2505809"/>
              <a:gd name="connsiteY0-4218" fmla="*/ 1045174 h 2525736"/>
              <a:gd name="connsiteX1-4219" fmla="*/ 19895 w 2505809"/>
              <a:gd name="connsiteY1-4220" fmla="*/ 1016996 h 2525736"/>
              <a:gd name="connsiteX2-4221" fmla="*/ 1242215 w 2505809"/>
              <a:gd name="connsiteY2-4222" fmla="*/ 6073 h 2525736"/>
              <a:gd name="connsiteX3-4223" fmla="*/ 1274549 w 2505809"/>
              <a:gd name="connsiteY3-4224" fmla="*/ 6109 h 2525736"/>
              <a:gd name="connsiteX4-4225" fmla="*/ 2496871 w 2505809"/>
              <a:gd name="connsiteY4-4226" fmla="*/ 1017031 h 2525736"/>
              <a:gd name="connsiteX5-4227" fmla="*/ 2504535 w 2505809"/>
              <a:gd name="connsiteY5-4228" fmla="*/ 1045181 h 2525736"/>
              <a:gd name="connsiteX6-4229" fmla="*/ 2480635 w 2505809"/>
              <a:gd name="connsiteY6-4230" fmla="*/ 1061981 h 2525736"/>
              <a:gd name="connsiteX7-4231" fmla="*/ 1930192 w 2505809"/>
              <a:gd name="connsiteY7-4232" fmla="*/ 1061981 h 2525736"/>
              <a:gd name="connsiteX8-4233" fmla="*/ 1904792 w 2505809"/>
              <a:gd name="connsiteY8-4234" fmla="*/ 1087380 h 2525736"/>
              <a:gd name="connsiteX9-4235" fmla="*/ 1904792 w 2505809"/>
              <a:gd name="connsiteY9-4236" fmla="*/ 2513084 h 2525736"/>
              <a:gd name="connsiteX10-4237" fmla="*/ 1892092 w 2505809"/>
              <a:gd name="connsiteY10-4238" fmla="*/ 2525736 h 2525736"/>
              <a:gd name="connsiteX11-4239" fmla="*/ 624632 w 2505809"/>
              <a:gd name="connsiteY11-4240" fmla="*/ 2525736 h 2525736"/>
              <a:gd name="connsiteX12-4241" fmla="*/ 611932 w 2505809"/>
              <a:gd name="connsiteY12-4242" fmla="*/ 2513036 h 2525736"/>
              <a:gd name="connsiteX13-4243" fmla="*/ 611932 w 2505809"/>
              <a:gd name="connsiteY13-4244" fmla="*/ 1074633 h 2525736"/>
              <a:gd name="connsiteX14-4245" fmla="*/ 599232 w 2505809"/>
              <a:gd name="connsiteY14-4246" fmla="*/ 1061983 h 2525736"/>
              <a:gd name="connsiteX15-4247" fmla="*/ 795 w 2505809"/>
              <a:gd name="connsiteY15-4248" fmla="*/ 1061983 h 2525736"/>
              <a:gd name="connsiteX16-4249" fmla="*/ 12185 w 2505809"/>
              <a:gd name="connsiteY16-4250" fmla="*/ 1045174 h 2525736"/>
              <a:gd name="connsiteX0-4251" fmla="*/ 12185 w 2505809"/>
              <a:gd name="connsiteY0-4252" fmla="*/ 1045174 h 2525736"/>
              <a:gd name="connsiteX1-4253" fmla="*/ 19895 w 2505809"/>
              <a:gd name="connsiteY1-4254" fmla="*/ 1016996 h 2525736"/>
              <a:gd name="connsiteX2-4255" fmla="*/ 1242215 w 2505809"/>
              <a:gd name="connsiteY2-4256" fmla="*/ 6073 h 2525736"/>
              <a:gd name="connsiteX3-4257" fmla="*/ 1274549 w 2505809"/>
              <a:gd name="connsiteY3-4258" fmla="*/ 6109 h 2525736"/>
              <a:gd name="connsiteX4-4259" fmla="*/ 2496871 w 2505809"/>
              <a:gd name="connsiteY4-4260" fmla="*/ 1017031 h 2525736"/>
              <a:gd name="connsiteX5-4261" fmla="*/ 2504535 w 2505809"/>
              <a:gd name="connsiteY5-4262" fmla="*/ 1045181 h 2525736"/>
              <a:gd name="connsiteX6-4263" fmla="*/ 2480635 w 2505809"/>
              <a:gd name="connsiteY6-4264" fmla="*/ 1061981 h 2525736"/>
              <a:gd name="connsiteX7-4265" fmla="*/ 1930192 w 2505809"/>
              <a:gd name="connsiteY7-4266" fmla="*/ 1061981 h 2525736"/>
              <a:gd name="connsiteX8-4267" fmla="*/ 1904792 w 2505809"/>
              <a:gd name="connsiteY8-4268" fmla="*/ 1087380 h 2525736"/>
              <a:gd name="connsiteX9-4269" fmla="*/ 1904792 w 2505809"/>
              <a:gd name="connsiteY9-4270" fmla="*/ 2513084 h 2525736"/>
              <a:gd name="connsiteX10-4271" fmla="*/ 1892092 w 2505809"/>
              <a:gd name="connsiteY10-4272" fmla="*/ 2525736 h 2525736"/>
              <a:gd name="connsiteX11-4273" fmla="*/ 624632 w 2505809"/>
              <a:gd name="connsiteY11-4274" fmla="*/ 2525736 h 2525736"/>
              <a:gd name="connsiteX12-4275" fmla="*/ 611932 w 2505809"/>
              <a:gd name="connsiteY12-4276" fmla="*/ 2513036 h 2525736"/>
              <a:gd name="connsiteX13-4277" fmla="*/ 611932 w 2505809"/>
              <a:gd name="connsiteY13-4278" fmla="*/ 1074633 h 2525736"/>
              <a:gd name="connsiteX14-4279" fmla="*/ 599232 w 2505809"/>
              <a:gd name="connsiteY14-4280" fmla="*/ 1061983 h 2525736"/>
              <a:gd name="connsiteX15-4281" fmla="*/ 795 w 2505809"/>
              <a:gd name="connsiteY15-4282" fmla="*/ 1061983 h 2525736"/>
              <a:gd name="connsiteX16-4283" fmla="*/ 12185 w 2505809"/>
              <a:gd name="connsiteY16-4284" fmla="*/ 1045174 h 2525736"/>
              <a:gd name="connsiteX0-4285" fmla="*/ 12185 w 2505809"/>
              <a:gd name="connsiteY0-4286" fmla="*/ 1045174 h 2525736"/>
              <a:gd name="connsiteX1-4287" fmla="*/ 19895 w 2505809"/>
              <a:gd name="connsiteY1-4288" fmla="*/ 1016996 h 2525736"/>
              <a:gd name="connsiteX2-4289" fmla="*/ 1242215 w 2505809"/>
              <a:gd name="connsiteY2-4290" fmla="*/ 6073 h 2525736"/>
              <a:gd name="connsiteX3-4291" fmla="*/ 1274549 w 2505809"/>
              <a:gd name="connsiteY3-4292" fmla="*/ 6109 h 2525736"/>
              <a:gd name="connsiteX4-4293" fmla="*/ 2496871 w 2505809"/>
              <a:gd name="connsiteY4-4294" fmla="*/ 1017031 h 2525736"/>
              <a:gd name="connsiteX5-4295" fmla="*/ 2504535 w 2505809"/>
              <a:gd name="connsiteY5-4296" fmla="*/ 1045181 h 2525736"/>
              <a:gd name="connsiteX6-4297" fmla="*/ 2480635 w 2505809"/>
              <a:gd name="connsiteY6-4298" fmla="*/ 1061981 h 2525736"/>
              <a:gd name="connsiteX7-4299" fmla="*/ 1930192 w 2505809"/>
              <a:gd name="connsiteY7-4300" fmla="*/ 1061981 h 2525736"/>
              <a:gd name="connsiteX8-4301" fmla="*/ 1904792 w 2505809"/>
              <a:gd name="connsiteY8-4302" fmla="*/ 1087380 h 2525736"/>
              <a:gd name="connsiteX9-4303" fmla="*/ 1904792 w 2505809"/>
              <a:gd name="connsiteY9-4304" fmla="*/ 2500383 h 2525736"/>
              <a:gd name="connsiteX10-4305" fmla="*/ 1892092 w 2505809"/>
              <a:gd name="connsiteY10-4306" fmla="*/ 2525736 h 2525736"/>
              <a:gd name="connsiteX11-4307" fmla="*/ 624632 w 2505809"/>
              <a:gd name="connsiteY11-4308" fmla="*/ 2525736 h 2525736"/>
              <a:gd name="connsiteX12-4309" fmla="*/ 611932 w 2505809"/>
              <a:gd name="connsiteY12-4310" fmla="*/ 2513036 h 2525736"/>
              <a:gd name="connsiteX13-4311" fmla="*/ 611932 w 2505809"/>
              <a:gd name="connsiteY13-4312" fmla="*/ 1074633 h 2525736"/>
              <a:gd name="connsiteX14-4313" fmla="*/ 599232 w 2505809"/>
              <a:gd name="connsiteY14-4314" fmla="*/ 1061983 h 2525736"/>
              <a:gd name="connsiteX15-4315" fmla="*/ 795 w 2505809"/>
              <a:gd name="connsiteY15-4316" fmla="*/ 1061983 h 2525736"/>
              <a:gd name="connsiteX16-4317" fmla="*/ 12185 w 2505809"/>
              <a:gd name="connsiteY16-4318" fmla="*/ 1045174 h 2525736"/>
              <a:gd name="connsiteX0-4319" fmla="*/ 12185 w 2505809"/>
              <a:gd name="connsiteY0-4320" fmla="*/ 1045174 h 2525736"/>
              <a:gd name="connsiteX1-4321" fmla="*/ 19895 w 2505809"/>
              <a:gd name="connsiteY1-4322" fmla="*/ 1016996 h 2525736"/>
              <a:gd name="connsiteX2-4323" fmla="*/ 1242215 w 2505809"/>
              <a:gd name="connsiteY2-4324" fmla="*/ 6073 h 2525736"/>
              <a:gd name="connsiteX3-4325" fmla="*/ 1274549 w 2505809"/>
              <a:gd name="connsiteY3-4326" fmla="*/ 6109 h 2525736"/>
              <a:gd name="connsiteX4-4327" fmla="*/ 2496871 w 2505809"/>
              <a:gd name="connsiteY4-4328" fmla="*/ 1017031 h 2525736"/>
              <a:gd name="connsiteX5-4329" fmla="*/ 2504535 w 2505809"/>
              <a:gd name="connsiteY5-4330" fmla="*/ 1045181 h 2525736"/>
              <a:gd name="connsiteX6-4331" fmla="*/ 2480635 w 2505809"/>
              <a:gd name="connsiteY6-4332" fmla="*/ 1061981 h 2525736"/>
              <a:gd name="connsiteX7-4333" fmla="*/ 1930192 w 2505809"/>
              <a:gd name="connsiteY7-4334" fmla="*/ 1061981 h 2525736"/>
              <a:gd name="connsiteX8-4335" fmla="*/ 1904792 w 2505809"/>
              <a:gd name="connsiteY8-4336" fmla="*/ 1087380 h 2525736"/>
              <a:gd name="connsiteX9-4337" fmla="*/ 1904792 w 2505809"/>
              <a:gd name="connsiteY9-4338" fmla="*/ 2500383 h 2525736"/>
              <a:gd name="connsiteX10-4339" fmla="*/ 1892092 w 2505809"/>
              <a:gd name="connsiteY10-4340" fmla="*/ 2525736 h 2525736"/>
              <a:gd name="connsiteX11-4341" fmla="*/ 624632 w 2505809"/>
              <a:gd name="connsiteY11-4342" fmla="*/ 2525736 h 2525736"/>
              <a:gd name="connsiteX12-4343" fmla="*/ 611932 w 2505809"/>
              <a:gd name="connsiteY12-4344" fmla="*/ 2513036 h 2525736"/>
              <a:gd name="connsiteX13-4345" fmla="*/ 611932 w 2505809"/>
              <a:gd name="connsiteY13-4346" fmla="*/ 1074633 h 2525736"/>
              <a:gd name="connsiteX14-4347" fmla="*/ 599232 w 2505809"/>
              <a:gd name="connsiteY14-4348" fmla="*/ 1061983 h 2525736"/>
              <a:gd name="connsiteX15-4349" fmla="*/ 795 w 2505809"/>
              <a:gd name="connsiteY15-4350" fmla="*/ 1061983 h 2525736"/>
              <a:gd name="connsiteX16-4351" fmla="*/ 12185 w 2505809"/>
              <a:gd name="connsiteY16-4352" fmla="*/ 1045174 h 2525736"/>
              <a:gd name="connsiteX0-4353" fmla="*/ 12185 w 2505809"/>
              <a:gd name="connsiteY0-4354" fmla="*/ 1045174 h 2525736"/>
              <a:gd name="connsiteX1-4355" fmla="*/ 19895 w 2505809"/>
              <a:gd name="connsiteY1-4356" fmla="*/ 1016996 h 2525736"/>
              <a:gd name="connsiteX2-4357" fmla="*/ 1242215 w 2505809"/>
              <a:gd name="connsiteY2-4358" fmla="*/ 6073 h 2525736"/>
              <a:gd name="connsiteX3-4359" fmla="*/ 1274549 w 2505809"/>
              <a:gd name="connsiteY3-4360" fmla="*/ 6109 h 2525736"/>
              <a:gd name="connsiteX4-4361" fmla="*/ 2496871 w 2505809"/>
              <a:gd name="connsiteY4-4362" fmla="*/ 1017031 h 2525736"/>
              <a:gd name="connsiteX5-4363" fmla="*/ 2504535 w 2505809"/>
              <a:gd name="connsiteY5-4364" fmla="*/ 1045181 h 2525736"/>
              <a:gd name="connsiteX6-4365" fmla="*/ 2480635 w 2505809"/>
              <a:gd name="connsiteY6-4366" fmla="*/ 1061981 h 2525736"/>
              <a:gd name="connsiteX7-4367" fmla="*/ 1930192 w 2505809"/>
              <a:gd name="connsiteY7-4368" fmla="*/ 1061981 h 2525736"/>
              <a:gd name="connsiteX8-4369" fmla="*/ 1904792 w 2505809"/>
              <a:gd name="connsiteY8-4370" fmla="*/ 1087380 h 2525736"/>
              <a:gd name="connsiteX9-4371" fmla="*/ 1904792 w 2505809"/>
              <a:gd name="connsiteY9-4372" fmla="*/ 2500383 h 2525736"/>
              <a:gd name="connsiteX10-4373" fmla="*/ 1892092 w 2505809"/>
              <a:gd name="connsiteY10-4374" fmla="*/ 2525736 h 2525736"/>
              <a:gd name="connsiteX11-4375" fmla="*/ 624632 w 2505809"/>
              <a:gd name="connsiteY11-4376" fmla="*/ 2525736 h 2525736"/>
              <a:gd name="connsiteX12-4377" fmla="*/ 611932 w 2505809"/>
              <a:gd name="connsiteY12-4378" fmla="*/ 2513036 h 2525736"/>
              <a:gd name="connsiteX13-4379" fmla="*/ 611932 w 2505809"/>
              <a:gd name="connsiteY13-4380" fmla="*/ 1074633 h 2525736"/>
              <a:gd name="connsiteX14-4381" fmla="*/ 599232 w 2505809"/>
              <a:gd name="connsiteY14-4382" fmla="*/ 1061983 h 2525736"/>
              <a:gd name="connsiteX15-4383" fmla="*/ 795 w 2505809"/>
              <a:gd name="connsiteY15-4384" fmla="*/ 1061983 h 2525736"/>
              <a:gd name="connsiteX16-4385" fmla="*/ 12185 w 2505809"/>
              <a:gd name="connsiteY16-4386" fmla="*/ 1045174 h 2525736"/>
              <a:gd name="connsiteX0-4387" fmla="*/ 12185 w 2505809"/>
              <a:gd name="connsiteY0-4388" fmla="*/ 1045174 h 2525736"/>
              <a:gd name="connsiteX1-4389" fmla="*/ 19895 w 2505809"/>
              <a:gd name="connsiteY1-4390" fmla="*/ 1016996 h 2525736"/>
              <a:gd name="connsiteX2-4391" fmla="*/ 1242215 w 2505809"/>
              <a:gd name="connsiteY2-4392" fmla="*/ 6073 h 2525736"/>
              <a:gd name="connsiteX3-4393" fmla="*/ 1274549 w 2505809"/>
              <a:gd name="connsiteY3-4394" fmla="*/ 6109 h 2525736"/>
              <a:gd name="connsiteX4-4395" fmla="*/ 2496871 w 2505809"/>
              <a:gd name="connsiteY4-4396" fmla="*/ 1017031 h 2525736"/>
              <a:gd name="connsiteX5-4397" fmla="*/ 2504535 w 2505809"/>
              <a:gd name="connsiteY5-4398" fmla="*/ 1045181 h 2525736"/>
              <a:gd name="connsiteX6-4399" fmla="*/ 2480635 w 2505809"/>
              <a:gd name="connsiteY6-4400" fmla="*/ 1061981 h 2525736"/>
              <a:gd name="connsiteX7-4401" fmla="*/ 1930192 w 2505809"/>
              <a:gd name="connsiteY7-4402" fmla="*/ 1061981 h 2525736"/>
              <a:gd name="connsiteX8-4403" fmla="*/ 1904792 w 2505809"/>
              <a:gd name="connsiteY8-4404" fmla="*/ 1087380 h 2525736"/>
              <a:gd name="connsiteX9-4405" fmla="*/ 1904792 w 2505809"/>
              <a:gd name="connsiteY9-4406" fmla="*/ 2500383 h 2525736"/>
              <a:gd name="connsiteX10-4407" fmla="*/ 1879392 w 2505809"/>
              <a:gd name="connsiteY10-4408" fmla="*/ 2525734 h 2525736"/>
              <a:gd name="connsiteX11-4409" fmla="*/ 624632 w 2505809"/>
              <a:gd name="connsiteY11-4410" fmla="*/ 2525736 h 2525736"/>
              <a:gd name="connsiteX12-4411" fmla="*/ 611932 w 2505809"/>
              <a:gd name="connsiteY12-4412" fmla="*/ 2513036 h 2525736"/>
              <a:gd name="connsiteX13-4413" fmla="*/ 611932 w 2505809"/>
              <a:gd name="connsiteY13-4414" fmla="*/ 1074633 h 2525736"/>
              <a:gd name="connsiteX14-4415" fmla="*/ 599232 w 2505809"/>
              <a:gd name="connsiteY14-4416" fmla="*/ 1061983 h 2525736"/>
              <a:gd name="connsiteX15-4417" fmla="*/ 795 w 2505809"/>
              <a:gd name="connsiteY15-4418" fmla="*/ 1061983 h 2525736"/>
              <a:gd name="connsiteX16-4419" fmla="*/ 12185 w 2505809"/>
              <a:gd name="connsiteY16-4420" fmla="*/ 1045174 h 2525736"/>
              <a:gd name="connsiteX0-4421" fmla="*/ 12185 w 2505809"/>
              <a:gd name="connsiteY0-4422" fmla="*/ 1045174 h 2525736"/>
              <a:gd name="connsiteX1-4423" fmla="*/ 19895 w 2505809"/>
              <a:gd name="connsiteY1-4424" fmla="*/ 1016996 h 2525736"/>
              <a:gd name="connsiteX2-4425" fmla="*/ 1242215 w 2505809"/>
              <a:gd name="connsiteY2-4426" fmla="*/ 6073 h 2525736"/>
              <a:gd name="connsiteX3-4427" fmla="*/ 1274549 w 2505809"/>
              <a:gd name="connsiteY3-4428" fmla="*/ 6109 h 2525736"/>
              <a:gd name="connsiteX4-4429" fmla="*/ 2496871 w 2505809"/>
              <a:gd name="connsiteY4-4430" fmla="*/ 1017031 h 2525736"/>
              <a:gd name="connsiteX5-4431" fmla="*/ 2504535 w 2505809"/>
              <a:gd name="connsiteY5-4432" fmla="*/ 1045181 h 2525736"/>
              <a:gd name="connsiteX6-4433" fmla="*/ 2480635 w 2505809"/>
              <a:gd name="connsiteY6-4434" fmla="*/ 1061981 h 2525736"/>
              <a:gd name="connsiteX7-4435" fmla="*/ 1930192 w 2505809"/>
              <a:gd name="connsiteY7-4436" fmla="*/ 1061981 h 2525736"/>
              <a:gd name="connsiteX8-4437" fmla="*/ 1904792 w 2505809"/>
              <a:gd name="connsiteY8-4438" fmla="*/ 1087380 h 2525736"/>
              <a:gd name="connsiteX9-4439" fmla="*/ 1904792 w 2505809"/>
              <a:gd name="connsiteY9-4440" fmla="*/ 2500383 h 2525736"/>
              <a:gd name="connsiteX10-4441" fmla="*/ 1879392 w 2505809"/>
              <a:gd name="connsiteY10-4442" fmla="*/ 2525734 h 2525736"/>
              <a:gd name="connsiteX11-4443" fmla="*/ 624632 w 2505809"/>
              <a:gd name="connsiteY11-4444" fmla="*/ 2525736 h 2525736"/>
              <a:gd name="connsiteX12-4445" fmla="*/ 611932 w 2505809"/>
              <a:gd name="connsiteY12-4446" fmla="*/ 2513036 h 2525736"/>
              <a:gd name="connsiteX13-4447" fmla="*/ 611932 w 2505809"/>
              <a:gd name="connsiteY13-4448" fmla="*/ 1074633 h 2525736"/>
              <a:gd name="connsiteX14-4449" fmla="*/ 599232 w 2505809"/>
              <a:gd name="connsiteY14-4450" fmla="*/ 1061983 h 2525736"/>
              <a:gd name="connsiteX15-4451" fmla="*/ 795 w 2505809"/>
              <a:gd name="connsiteY15-4452" fmla="*/ 1061983 h 2525736"/>
              <a:gd name="connsiteX16-4453" fmla="*/ 12185 w 2505809"/>
              <a:gd name="connsiteY16-4454" fmla="*/ 1045174 h 2525736"/>
              <a:gd name="connsiteX0-4455" fmla="*/ 12185 w 2505809"/>
              <a:gd name="connsiteY0-4456" fmla="*/ 1045174 h 2525736"/>
              <a:gd name="connsiteX1-4457" fmla="*/ 19895 w 2505809"/>
              <a:gd name="connsiteY1-4458" fmla="*/ 1016996 h 2525736"/>
              <a:gd name="connsiteX2-4459" fmla="*/ 1242215 w 2505809"/>
              <a:gd name="connsiteY2-4460" fmla="*/ 6073 h 2525736"/>
              <a:gd name="connsiteX3-4461" fmla="*/ 1274549 w 2505809"/>
              <a:gd name="connsiteY3-4462" fmla="*/ 6109 h 2525736"/>
              <a:gd name="connsiteX4-4463" fmla="*/ 2496871 w 2505809"/>
              <a:gd name="connsiteY4-4464" fmla="*/ 1017031 h 2525736"/>
              <a:gd name="connsiteX5-4465" fmla="*/ 2504535 w 2505809"/>
              <a:gd name="connsiteY5-4466" fmla="*/ 1045181 h 2525736"/>
              <a:gd name="connsiteX6-4467" fmla="*/ 2480635 w 2505809"/>
              <a:gd name="connsiteY6-4468" fmla="*/ 1061981 h 2525736"/>
              <a:gd name="connsiteX7-4469" fmla="*/ 1930192 w 2505809"/>
              <a:gd name="connsiteY7-4470" fmla="*/ 1061981 h 2525736"/>
              <a:gd name="connsiteX8-4471" fmla="*/ 1904792 w 2505809"/>
              <a:gd name="connsiteY8-4472" fmla="*/ 1087380 h 2525736"/>
              <a:gd name="connsiteX9-4473" fmla="*/ 1904792 w 2505809"/>
              <a:gd name="connsiteY9-4474" fmla="*/ 2500383 h 2525736"/>
              <a:gd name="connsiteX10-4475" fmla="*/ 1879392 w 2505809"/>
              <a:gd name="connsiteY10-4476" fmla="*/ 2525734 h 2525736"/>
              <a:gd name="connsiteX11-4477" fmla="*/ 624632 w 2505809"/>
              <a:gd name="connsiteY11-4478" fmla="*/ 2525736 h 2525736"/>
              <a:gd name="connsiteX12-4479" fmla="*/ 611932 w 2505809"/>
              <a:gd name="connsiteY12-4480" fmla="*/ 2513036 h 2525736"/>
              <a:gd name="connsiteX13-4481" fmla="*/ 611932 w 2505809"/>
              <a:gd name="connsiteY13-4482" fmla="*/ 1074633 h 2525736"/>
              <a:gd name="connsiteX14-4483" fmla="*/ 599232 w 2505809"/>
              <a:gd name="connsiteY14-4484" fmla="*/ 1061983 h 2525736"/>
              <a:gd name="connsiteX15-4485" fmla="*/ 795 w 2505809"/>
              <a:gd name="connsiteY15-4486" fmla="*/ 1061983 h 2525736"/>
              <a:gd name="connsiteX16-4487" fmla="*/ 12185 w 2505809"/>
              <a:gd name="connsiteY16-4488" fmla="*/ 1045174 h 2525736"/>
              <a:gd name="connsiteX0-4489" fmla="*/ 12185 w 2505809"/>
              <a:gd name="connsiteY0-4490" fmla="*/ 1045174 h 2525734"/>
              <a:gd name="connsiteX1-4491" fmla="*/ 19895 w 2505809"/>
              <a:gd name="connsiteY1-4492" fmla="*/ 1016996 h 2525734"/>
              <a:gd name="connsiteX2-4493" fmla="*/ 1242215 w 2505809"/>
              <a:gd name="connsiteY2-4494" fmla="*/ 6073 h 2525734"/>
              <a:gd name="connsiteX3-4495" fmla="*/ 1274549 w 2505809"/>
              <a:gd name="connsiteY3-4496" fmla="*/ 6109 h 2525734"/>
              <a:gd name="connsiteX4-4497" fmla="*/ 2496871 w 2505809"/>
              <a:gd name="connsiteY4-4498" fmla="*/ 1017031 h 2525734"/>
              <a:gd name="connsiteX5-4499" fmla="*/ 2504535 w 2505809"/>
              <a:gd name="connsiteY5-4500" fmla="*/ 1045181 h 2525734"/>
              <a:gd name="connsiteX6-4501" fmla="*/ 2480635 w 2505809"/>
              <a:gd name="connsiteY6-4502" fmla="*/ 1061981 h 2525734"/>
              <a:gd name="connsiteX7-4503" fmla="*/ 1930192 w 2505809"/>
              <a:gd name="connsiteY7-4504" fmla="*/ 1061981 h 2525734"/>
              <a:gd name="connsiteX8-4505" fmla="*/ 1904792 w 2505809"/>
              <a:gd name="connsiteY8-4506" fmla="*/ 1087380 h 2525734"/>
              <a:gd name="connsiteX9-4507" fmla="*/ 1904792 w 2505809"/>
              <a:gd name="connsiteY9-4508" fmla="*/ 2500383 h 2525734"/>
              <a:gd name="connsiteX10-4509" fmla="*/ 1879392 w 2505809"/>
              <a:gd name="connsiteY10-4510" fmla="*/ 2525734 h 2525734"/>
              <a:gd name="connsiteX11-4511" fmla="*/ 637332 w 2505809"/>
              <a:gd name="connsiteY11-4512" fmla="*/ 2525734 h 2525734"/>
              <a:gd name="connsiteX12-4513" fmla="*/ 611932 w 2505809"/>
              <a:gd name="connsiteY12-4514" fmla="*/ 2513036 h 2525734"/>
              <a:gd name="connsiteX13-4515" fmla="*/ 611932 w 2505809"/>
              <a:gd name="connsiteY13-4516" fmla="*/ 1074633 h 2525734"/>
              <a:gd name="connsiteX14-4517" fmla="*/ 599232 w 2505809"/>
              <a:gd name="connsiteY14-4518" fmla="*/ 1061983 h 2525734"/>
              <a:gd name="connsiteX15-4519" fmla="*/ 795 w 2505809"/>
              <a:gd name="connsiteY15-4520" fmla="*/ 1061983 h 2525734"/>
              <a:gd name="connsiteX16-4521" fmla="*/ 12185 w 2505809"/>
              <a:gd name="connsiteY16-4522" fmla="*/ 1045174 h 2525734"/>
              <a:gd name="connsiteX0-4523" fmla="*/ 12185 w 2505809"/>
              <a:gd name="connsiteY0-4524" fmla="*/ 1045174 h 2525734"/>
              <a:gd name="connsiteX1-4525" fmla="*/ 19895 w 2505809"/>
              <a:gd name="connsiteY1-4526" fmla="*/ 1016996 h 2525734"/>
              <a:gd name="connsiteX2-4527" fmla="*/ 1242215 w 2505809"/>
              <a:gd name="connsiteY2-4528" fmla="*/ 6073 h 2525734"/>
              <a:gd name="connsiteX3-4529" fmla="*/ 1274549 w 2505809"/>
              <a:gd name="connsiteY3-4530" fmla="*/ 6109 h 2525734"/>
              <a:gd name="connsiteX4-4531" fmla="*/ 2496871 w 2505809"/>
              <a:gd name="connsiteY4-4532" fmla="*/ 1017031 h 2525734"/>
              <a:gd name="connsiteX5-4533" fmla="*/ 2504535 w 2505809"/>
              <a:gd name="connsiteY5-4534" fmla="*/ 1045181 h 2525734"/>
              <a:gd name="connsiteX6-4535" fmla="*/ 2480635 w 2505809"/>
              <a:gd name="connsiteY6-4536" fmla="*/ 1061981 h 2525734"/>
              <a:gd name="connsiteX7-4537" fmla="*/ 1930192 w 2505809"/>
              <a:gd name="connsiteY7-4538" fmla="*/ 1061981 h 2525734"/>
              <a:gd name="connsiteX8-4539" fmla="*/ 1904792 w 2505809"/>
              <a:gd name="connsiteY8-4540" fmla="*/ 1087380 h 2525734"/>
              <a:gd name="connsiteX9-4541" fmla="*/ 1904792 w 2505809"/>
              <a:gd name="connsiteY9-4542" fmla="*/ 2500383 h 2525734"/>
              <a:gd name="connsiteX10-4543" fmla="*/ 1879392 w 2505809"/>
              <a:gd name="connsiteY10-4544" fmla="*/ 2525734 h 2525734"/>
              <a:gd name="connsiteX11-4545" fmla="*/ 637332 w 2505809"/>
              <a:gd name="connsiteY11-4546" fmla="*/ 2525734 h 2525734"/>
              <a:gd name="connsiteX12-4547" fmla="*/ 611932 w 2505809"/>
              <a:gd name="connsiteY12-4548" fmla="*/ 2513036 h 2525734"/>
              <a:gd name="connsiteX13-4549" fmla="*/ 611932 w 2505809"/>
              <a:gd name="connsiteY13-4550" fmla="*/ 1074633 h 2525734"/>
              <a:gd name="connsiteX14-4551" fmla="*/ 599232 w 2505809"/>
              <a:gd name="connsiteY14-4552" fmla="*/ 1061983 h 2525734"/>
              <a:gd name="connsiteX15-4553" fmla="*/ 795 w 2505809"/>
              <a:gd name="connsiteY15-4554" fmla="*/ 1061983 h 2525734"/>
              <a:gd name="connsiteX16-4555" fmla="*/ 12185 w 2505809"/>
              <a:gd name="connsiteY16-4556" fmla="*/ 1045174 h 2525734"/>
              <a:gd name="connsiteX0-4557" fmla="*/ 12185 w 2505809"/>
              <a:gd name="connsiteY0-4558" fmla="*/ 1045174 h 2525734"/>
              <a:gd name="connsiteX1-4559" fmla="*/ 19895 w 2505809"/>
              <a:gd name="connsiteY1-4560" fmla="*/ 1016996 h 2525734"/>
              <a:gd name="connsiteX2-4561" fmla="*/ 1242215 w 2505809"/>
              <a:gd name="connsiteY2-4562" fmla="*/ 6073 h 2525734"/>
              <a:gd name="connsiteX3-4563" fmla="*/ 1274549 w 2505809"/>
              <a:gd name="connsiteY3-4564" fmla="*/ 6109 h 2525734"/>
              <a:gd name="connsiteX4-4565" fmla="*/ 2496871 w 2505809"/>
              <a:gd name="connsiteY4-4566" fmla="*/ 1017031 h 2525734"/>
              <a:gd name="connsiteX5-4567" fmla="*/ 2504535 w 2505809"/>
              <a:gd name="connsiteY5-4568" fmla="*/ 1045181 h 2525734"/>
              <a:gd name="connsiteX6-4569" fmla="*/ 2480635 w 2505809"/>
              <a:gd name="connsiteY6-4570" fmla="*/ 1061981 h 2525734"/>
              <a:gd name="connsiteX7-4571" fmla="*/ 1930192 w 2505809"/>
              <a:gd name="connsiteY7-4572" fmla="*/ 1061981 h 2525734"/>
              <a:gd name="connsiteX8-4573" fmla="*/ 1904792 w 2505809"/>
              <a:gd name="connsiteY8-4574" fmla="*/ 1087380 h 2525734"/>
              <a:gd name="connsiteX9-4575" fmla="*/ 1904792 w 2505809"/>
              <a:gd name="connsiteY9-4576" fmla="*/ 2500383 h 2525734"/>
              <a:gd name="connsiteX10-4577" fmla="*/ 1879392 w 2505809"/>
              <a:gd name="connsiteY10-4578" fmla="*/ 2525734 h 2525734"/>
              <a:gd name="connsiteX11-4579" fmla="*/ 637332 w 2505809"/>
              <a:gd name="connsiteY11-4580" fmla="*/ 2525734 h 2525734"/>
              <a:gd name="connsiteX12-4581" fmla="*/ 611932 w 2505809"/>
              <a:gd name="connsiteY12-4582" fmla="*/ 2513036 h 2525734"/>
              <a:gd name="connsiteX13-4583" fmla="*/ 611932 w 2505809"/>
              <a:gd name="connsiteY13-4584" fmla="*/ 1074633 h 2525734"/>
              <a:gd name="connsiteX14-4585" fmla="*/ 599232 w 2505809"/>
              <a:gd name="connsiteY14-4586" fmla="*/ 1061983 h 2525734"/>
              <a:gd name="connsiteX15-4587" fmla="*/ 795 w 2505809"/>
              <a:gd name="connsiteY15-4588" fmla="*/ 1061983 h 2525734"/>
              <a:gd name="connsiteX16-4589" fmla="*/ 12185 w 2505809"/>
              <a:gd name="connsiteY16-4590" fmla="*/ 1045174 h 2525734"/>
              <a:gd name="connsiteX0-4591" fmla="*/ 12185 w 2505809"/>
              <a:gd name="connsiteY0-4592" fmla="*/ 1045174 h 2525734"/>
              <a:gd name="connsiteX1-4593" fmla="*/ 19895 w 2505809"/>
              <a:gd name="connsiteY1-4594" fmla="*/ 1016996 h 2525734"/>
              <a:gd name="connsiteX2-4595" fmla="*/ 1242215 w 2505809"/>
              <a:gd name="connsiteY2-4596" fmla="*/ 6073 h 2525734"/>
              <a:gd name="connsiteX3-4597" fmla="*/ 1274549 w 2505809"/>
              <a:gd name="connsiteY3-4598" fmla="*/ 6109 h 2525734"/>
              <a:gd name="connsiteX4-4599" fmla="*/ 2496871 w 2505809"/>
              <a:gd name="connsiteY4-4600" fmla="*/ 1017031 h 2525734"/>
              <a:gd name="connsiteX5-4601" fmla="*/ 2504535 w 2505809"/>
              <a:gd name="connsiteY5-4602" fmla="*/ 1045181 h 2525734"/>
              <a:gd name="connsiteX6-4603" fmla="*/ 2480635 w 2505809"/>
              <a:gd name="connsiteY6-4604" fmla="*/ 1061981 h 2525734"/>
              <a:gd name="connsiteX7-4605" fmla="*/ 1930192 w 2505809"/>
              <a:gd name="connsiteY7-4606" fmla="*/ 1061981 h 2525734"/>
              <a:gd name="connsiteX8-4607" fmla="*/ 1904792 w 2505809"/>
              <a:gd name="connsiteY8-4608" fmla="*/ 1087380 h 2525734"/>
              <a:gd name="connsiteX9-4609" fmla="*/ 1904792 w 2505809"/>
              <a:gd name="connsiteY9-4610" fmla="*/ 2500383 h 2525734"/>
              <a:gd name="connsiteX10-4611" fmla="*/ 1879392 w 2505809"/>
              <a:gd name="connsiteY10-4612" fmla="*/ 2525734 h 2525734"/>
              <a:gd name="connsiteX11-4613" fmla="*/ 637332 w 2505809"/>
              <a:gd name="connsiteY11-4614" fmla="*/ 2525734 h 2525734"/>
              <a:gd name="connsiteX12-4615" fmla="*/ 611932 w 2505809"/>
              <a:gd name="connsiteY12-4616" fmla="*/ 2500334 h 2525734"/>
              <a:gd name="connsiteX13-4617" fmla="*/ 611932 w 2505809"/>
              <a:gd name="connsiteY13-4618" fmla="*/ 1074633 h 2525734"/>
              <a:gd name="connsiteX14-4619" fmla="*/ 599232 w 2505809"/>
              <a:gd name="connsiteY14-4620" fmla="*/ 1061983 h 2525734"/>
              <a:gd name="connsiteX15-4621" fmla="*/ 795 w 2505809"/>
              <a:gd name="connsiteY15-4622" fmla="*/ 1061983 h 2525734"/>
              <a:gd name="connsiteX16-4623" fmla="*/ 12185 w 2505809"/>
              <a:gd name="connsiteY16-4624" fmla="*/ 1045174 h 2525734"/>
              <a:gd name="connsiteX0-4625" fmla="*/ 12185 w 2505809"/>
              <a:gd name="connsiteY0-4626" fmla="*/ 1045174 h 2525734"/>
              <a:gd name="connsiteX1-4627" fmla="*/ 19895 w 2505809"/>
              <a:gd name="connsiteY1-4628" fmla="*/ 1016996 h 2525734"/>
              <a:gd name="connsiteX2-4629" fmla="*/ 1242215 w 2505809"/>
              <a:gd name="connsiteY2-4630" fmla="*/ 6073 h 2525734"/>
              <a:gd name="connsiteX3-4631" fmla="*/ 1274549 w 2505809"/>
              <a:gd name="connsiteY3-4632" fmla="*/ 6109 h 2525734"/>
              <a:gd name="connsiteX4-4633" fmla="*/ 2496871 w 2505809"/>
              <a:gd name="connsiteY4-4634" fmla="*/ 1017031 h 2525734"/>
              <a:gd name="connsiteX5-4635" fmla="*/ 2504535 w 2505809"/>
              <a:gd name="connsiteY5-4636" fmla="*/ 1045181 h 2525734"/>
              <a:gd name="connsiteX6-4637" fmla="*/ 2480635 w 2505809"/>
              <a:gd name="connsiteY6-4638" fmla="*/ 1061981 h 2525734"/>
              <a:gd name="connsiteX7-4639" fmla="*/ 1930192 w 2505809"/>
              <a:gd name="connsiteY7-4640" fmla="*/ 1061981 h 2525734"/>
              <a:gd name="connsiteX8-4641" fmla="*/ 1904792 w 2505809"/>
              <a:gd name="connsiteY8-4642" fmla="*/ 1087380 h 2525734"/>
              <a:gd name="connsiteX9-4643" fmla="*/ 1904792 w 2505809"/>
              <a:gd name="connsiteY9-4644" fmla="*/ 2500383 h 2525734"/>
              <a:gd name="connsiteX10-4645" fmla="*/ 1879392 w 2505809"/>
              <a:gd name="connsiteY10-4646" fmla="*/ 2525734 h 2525734"/>
              <a:gd name="connsiteX11-4647" fmla="*/ 637332 w 2505809"/>
              <a:gd name="connsiteY11-4648" fmla="*/ 2525734 h 2525734"/>
              <a:gd name="connsiteX12-4649" fmla="*/ 611932 w 2505809"/>
              <a:gd name="connsiteY12-4650" fmla="*/ 2500334 h 2525734"/>
              <a:gd name="connsiteX13-4651" fmla="*/ 611932 w 2505809"/>
              <a:gd name="connsiteY13-4652" fmla="*/ 1074633 h 2525734"/>
              <a:gd name="connsiteX14-4653" fmla="*/ 599232 w 2505809"/>
              <a:gd name="connsiteY14-4654" fmla="*/ 1061983 h 2525734"/>
              <a:gd name="connsiteX15-4655" fmla="*/ 795 w 2505809"/>
              <a:gd name="connsiteY15-4656" fmla="*/ 1061983 h 2525734"/>
              <a:gd name="connsiteX16-4657" fmla="*/ 12185 w 2505809"/>
              <a:gd name="connsiteY16-4658" fmla="*/ 1045174 h 2525734"/>
              <a:gd name="connsiteX0-4659" fmla="*/ 12185 w 2505809"/>
              <a:gd name="connsiteY0-4660" fmla="*/ 1045174 h 2525734"/>
              <a:gd name="connsiteX1-4661" fmla="*/ 19895 w 2505809"/>
              <a:gd name="connsiteY1-4662" fmla="*/ 1016996 h 2525734"/>
              <a:gd name="connsiteX2-4663" fmla="*/ 1242215 w 2505809"/>
              <a:gd name="connsiteY2-4664" fmla="*/ 6073 h 2525734"/>
              <a:gd name="connsiteX3-4665" fmla="*/ 1274549 w 2505809"/>
              <a:gd name="connsiteY3-4666" fmla="*/ 6109 h 2525734"/>
              <a:gd name="connsiteX4-4667" fmla="*/ 2496871 w 2505809"/>
              <a:gd name="connsiteY4-4668" fmla="*/ 1017031 h 2525734"/>
              <a:gd name="connsiteX5-4669" fmla="*/ 2504535 w 2505809"/>
              <a:gd name="connsiteY5-4670" fmla="*/ 1045181 h 2525734"/>
              <a:gd name="connsiteX6-4671" fmla="*/ 2480635 w 2505809"/>
              <a:gd name="connsiteY6-4672" fmla="*/ 1061981 h 2525734"/>
              <a:gd name="connsiteX7-4673" fmla="*/ 1930192 w 2505809"/>
              <a:gd name="connsiteY7-4674" fmla="*/ 1061981 h 2525734"/>
              <a:gd name="connsiteX8-4675" fmla="*/ 1904792 w 2505809"/>
              <a:gd name="connsiteY8-4676" fmla="*/ 1087380 h 2525734"/>
              <a:gd name="connsiteX9-4677" fmla="*/ 1904792 w 2505809"/>
              <a:gd name="connsiteY9-4678" fmla="*/ 2500383 h 2525734"/>
              <a:gd name="connsiteX10-4679" fmla="*/ 1879392 w 2505809"/>
              <a:gd name="connsiteY10-4680" fmla="*/ 2525734 h 2525734"/>
              <a:gd name="connsiteX11-4681" fmla="*/ 637332 w 2505809"/>
              <a:gd name="connsiteY11-4682" fmla="*/ 2525734 h 2525734"/>
              <a:gd name="connsiteX12-4683" fmla="*/ 611932 w 2505809"/>
              <a:gd name="connsiteY12-4684" fmla="*/ 2500334 h 2525734"/>
              <a:gd name="connsiteX13-4685" fmla="*/ 611932 w 2505809"/>
              <a:gd name="connsiteY13-4686" fmla="*/ 1074633 h 2525734"/>
              <a:gd name="connsiteX14-4687" fmla="*/ 599232 w 2505809"/>
              <a:gd name="connsiteY14-4688" fmla="*/ 1061983 h 2525734"/>
              <a:gd name="connsiteX15-4689" fmla="*/ 795 w 2505809"/>
              <a:gd name="connsiteY15-4690" fmla="*/ 1061983 h 2525734"/>
              <a:gd name="connsiteX16-4691" fmla="*/ 12185 w 2505809"/>
              <a:gd name="connsiteY16-4692" fmla="*/ 1045174 h 2525734"/>
              <a:gd name="connsiteX0-4693" fmla="*/ 12185 w 2505809"/>
              <a:gd name="connsiteY0-4694" fmla="*/ 1045174 h 2525734"/>
              <a:gd name="connsiteX1-4695" fmla="*/ 19895 w 2505809"/>
              <a:gd name="connsiteY1-4696" fmla="*/ 1016996 h 2525734"/>
              <a:gd name="connsiteX2-4697" fmla="*/ 1242215 w 2505809"/>
              <a:gd name="connsiteY2-4698" fmla="*/ 6073 h 2525734"/>
              <a:gd name="connsiteX3-4699" fmla="*/ 1274549 w 2505809"/>
              <a:gd name="connsiteY3-4700" fmla="*/ 6109 h 2525734"/>
              <a:gd name="connsiteX4-4701" fmla="*/ 2496871 w 2505809"/>
              <a:gd name="connsiteY4-4702" fmla="*/ 1017031 h 2525734"/>
              <a:gd name="connsiteX5-4703" fmla="*/ 2504535 w 2505809"/>
              <a:gd name="connsiteY5-4704" fmla="*/ 1045181 h 2525734"/>
              <a:gd name="connsiteX6-4705" fmla="*/ 2480635 w 2505809"/>
              <a:gd name="connsiteY6-4706" fmla="*/ 1061981 h 2525734"/>
              <a:gd name="connsiteX7-4707" fmla="*/ 1930192 w 2505809"/>
              <a:gd name="connsiteY7-4708" fmla="*/ 1061981 h 2525734"/>
              <a:gd name="connsiteX8-4709" fmla="*/ 1904792 w 2505809"/>
              <a:gd name="connsiteY8-4710" fmla="*/ 1087380 h 2525734"/>
              <a:gd name="connsiteX9-4711" fmla="*/ 1904792 w 2505809"/>
              <a:gd name="connsiteY9-4712" fmla="*/ 2500383 h 2525734"/>
              <a:gd name="connsiteX10-4713" fmla="*/ 1879392 w 2505809"/>
              <a:gd name="connsiteY10-4714" fmla="*/ 2525734 h 2525734"/>
              <a:gd name="connsiteX11-4715" fmla="*/ 637332 w 2505809"/>
              <a:gd name="connsiteY11-4716" fmla="*/ 2525734 h 2525734"/>
              <a:gd name="connsiteX12-4717" fmla="*/ 611932 w 2505809"/>
              <a:gd name="connsiteY12-4718" fmla="*/ 2500334 h 2525734"/>
              <a:gd name="connsiteX13-4719" fmla="*/ 611932 w 2505809"/>
              <a:gd name="connsiteY13-4720" fmla="*/ 1087331 h 2525734"/>
              <a:gd name="connsiteX14-4721" fmla="*/ 599232 w 2505809"/>
              <a:gd name="connsiteY14-4722" fmla="*/ 1061983 h 2525734"/>
              <a:gd name="connsiteX15-4723" fmla="*/ 795 w 2505809"/>
              <a:gd name="connsiteY15-4724" fmla="*/ 1061983 h 2525734"/>
              <a:gd name="connsiteX16-4725" fmla="*/ 12185 w 2505809"/>
              <a:gd name="connsiteY16-4726" fmla="*/ 1045174 h 2525734"/>
              <a:gd name="connsiteX0-4727" fmla="*/ 12185 w 2505809"/>
              <a:gd name="connsiteY0-4728" fmla="*/ 1045174 h 2525734"/>
              <a:gd name="connsiteX1-4729" fmla="*/ 19895 w 2505809"/>
              <a:gd name="connsiteY1-4730" fmla="*/ 1016996 h 2525734"/>
              <a:gd name="connsiteX2-4731" fmla="*/ 1242215 w 2505809"/>
              <a:gd name="connsiteY2-4732" fmla="*/ 6073 h 2525734"/>
              <a:gd name="connsiteX3-4733" fmla="*/ 1274549 w 2505809"/>
              <a:gd name="connsiteY3-4734" fmla="*/ 6109 h 2525734"/>
              <a:gd name="connsiteX4-4735" fmla="*/ 2496871 w 2505809"/>
              <a:gd name="connsiteY4-4736" fmla="*/ 1017031 h 2525734"/>
              <a:gd name="connsiteX5-4737" fmla="*/ 2504535 w 2505809"/>
              <a:gd name="connsiteY5-4738" fmla="*/ 1045181 h 2525734"/>
              <a:gd name="connsiteX6-4739" fmla="*/ 2480635 w 2505809"/>
              <a:gd name="connsiteY6-4740" fmla="*/ 1061981 h 2525734"/>
              <a:gd name="connsiteX7-4741" fmla="*/ 1930192 w 2505809"/>
              <a:gd name="connsiteY7-4742" fmla="*/ 1061981 h 2525734"/>
              <a:gd name="connsiteX8-4743" fmla="*/ 1904792 w 2505809"/>
              <a:gd name="connsiteY8-4744" fmla="*/ 1087380 h 2525734"/>
              <a:gd name="connsiteX9-4745" fmla="*/ 1904792 w 2505809"/>
              <a:gd name="connsiteY9-4746" fmla="*/ 2500383 h 2525734"/>
              <a:gd name="connsiteX10-4747" fmla="*/ 1879392 w 2505809"/>
              <a:gd name="connsiteY10-4748" fmla="*/ 2525734 h 2525734"/>
              <a:gd name="connsiteX11-4749" fmla="*/ 637332 w 2505809"/>
              <a:gd name="connsiteY11-4750" fmla="*/ 2525734 h 2525734"/>
              <a:gd name="connsiteX12-4751" fmla="*/ 611932 w 2505809"/>
              <a:gd name="connsiteY12-4752" fmla="*/ 2500334 h 2525734"/>
              <a:gd name="connsiteX13-4753" fmla="*/ 611932 w 2505809"/>
              <a:gd name="connsiteY13-4754" fmla="*/ 1087331 h 2525734"/>
              <a:gd name="connsiteX14-4755" fmla="*/ 599232 w 2505809"/>
              <a:gd name="connsiteY14-4756" fmla="*/ 1061983 h 2525734"/>
              <a:gd name="connsiteX15-4757" fmla="*/ 795 w 2505809"/>
              <a:gd name="connsiteY15-4758" fmla="*/ 1061983 h 2525734"/>
              <a:gd name="connsiteX16-4759" fmla="*/ 12185 w 2505809"/>
              <a:gd name="connsiteY16-4760" fmla="*/ 1045174 h 2525734"/>
              <a:gd name="connsiteX0-4761" fmla="*/ 12185 w 2505809"/>
              <a:gd name="connsiteY0-4762" fmla="*/ 1045174 h 2525734"/>
              <a:gd name="connsiteX1-4763" fmla="*/ 19895 w 2505809"/>
              <a:gd name="connsiteY1-4764" fmla="*/ 1016996 h 2525734"/>
              <a:gd name="connsiteX2-4765" fmla="*/ 1242215 w 2505809"/>
              <a:gd name="connsiteY2-4766" fmla="*/ 6073 h 2525734"/>
              <a:gd name="connsiteX3-4767" fmla="*/ 1274549 w 2505809"/>
              <a:gd name="connsiteY3-4768" fmla="*/ 6109 h 2525734"/>
              <a:gd name="connsiteX4-4769" fmla="*/ 2496871 w 2505809"/>
              <a:gd name="connsiteY4-4770" fmla="*/ 1017031 h 2525734"/>
              <a:gd name="connsiteX5-4771" fmla="*/ 2504535 w 2505809"/>
              <a:gd name="connsiteY5-4772" fmla="*/ 1045181 h 2525734"/>
              <a:gd name="connsiteX6-4773" fmla="*/ 2480635 w 2505809"/>
              <a:gd name="connsiteY6-4774" fmla="*/ 1061981 h 2525734"/>
              <a:gd name="connsiteX7-4775" fmla="*/ 1930192 w 2505809"/>
              <a:gd name="connsiteY7-4776" fmla="*/ 1061981 h 2525734"/>
              <a:gd name="connsiteX8-4777" fmla="*/ 1904792 w 2505809"/>
              <a:gd name="connsiteY8-4778" fmla="*/ 1087380 h 2525734"/>
              <a:gd name="connsiteX9-4779" fmla="*/ 1904792 w 2505809"/>
              <a:gd name="connsiteY9-4780" fmla="*/ 2500383 h 2525734"/>
              <a:gd name="connsiteX10-4781" fmla="*/ 1879392 w 2505809"/>
              <a:gd name="connsiteY10-4782" fmla="*/ 2525734 h 2525734"/>
              <a:gd name="connsiteX11-4783" fmla="*/ 637332 w 2505809"/>
              <a:gd name="connsiteY11-4784" fmla="*/ 2525734 h 2525734"/>
              <a:gd name="connsiteX12-4785" fmla="*/ 611932 w 2505809"/>
              <a:gd name="connsiteY12-4786" fmla="*/ 2500334 h 2525734"/>
              <a:gd name="connsiteX13-4787" fmla="*/ 611932 w 2505809"/>
              <a:gd name="connsiteY13-4788" fmla="*/ 1087331 h 2525734"/>
              <a:gd name="connsiteX14-4789" fmla="*/ 599232 w 2505809"/>
              <a:gd name="connsiteY14-4790" fmla="*/ 1061983 h 2525734"/>
              <a:gd name="connsiteX15-4791" fmla="*/ 795 w 2505809"/>
              <a:gd name="connsiteY15-4792" fmla="*/ 1061983 h 2525734"/>
              <a:gd name="connsiteX16-4793" fmla="*/ 12185 w 2505809"/>
              <a:gd name="connsiteY16-4794" fmla="*/ 1045174 h 2525734"/>
              <a:gd name="connsiteX0-4795" fmla="*/ 12185 w 2505809"/>
              <a:gd name="connsiteY0-4796" fmla="*/ 1045174 h 2525734"/>
              <a:gd name="connsiteX1-4797" fmla="*/ 19895 w 2505809"/>
              <a:gd name="connsiteY1-4798" fmla="*/ 1016996 h 2525734"/>
              <a:gd name="connsiteX2-4799" fmla="*/ 1242215 w 2505809"/>
              <a:gd name="connsiteY2-4800" fmla="*/ 6073 h 2525734"/>
              <a:gd name="connsiteX3-4801" fmla="*/ 1274549 w 2505809"/>
              <a:gd name="connsiteY3-4802" fmla="*/ 6109 h 2525734"/>
              <a:gd name="connsiteX4-4803" fmla="*/ 2496871 w 2505809"/>
              <a:gd name="connsiteY4-4804" fmla="*/ 1017031 h 2525734"/>
              <a:gd name="connsiteX5-4805" fmla="*/ 2504535 w 2505809"/>
              <a:gd name="connsiteY5-4806" fmla="*/ 1045181 h 2525734"/>
              <a:gd name="connsiteX6-4807" fmla="*/ 2480635 w 2505809"/>
              <a:gd name="connsiteY6-4808" fmla="*/ 1061981 h 2525734"/>
              <a:gd name="connsiteX7-4809" fmla="*/ 1930192 w 2505809"/>
              <a:gd name="connsiteY7-4810" fmla="*/ 1061981 h 2525734"/>
              <a:gd name="connsiteX8-4811" fmla="*/ 1904792 w 2505809"/>
              <a:gd name="connsiteY8-4812" fmla="*/ 1087380 h 2525734"/>
              <a:gd name="connsiteX9-4813" fmla="*/ 1904792 w 2505809"/>
              <a:gd name="connsiteY9-4814" fmla="*/ 2500383 h 2525734"/>
              <a:gd name="connsiteX10-4815" fmla="*/ 1879392 w 2505809"/>
              <a:gd name="connsiteY10-4816" fmla="*/ 2525734 h 2525734"/>
              <a:gd name="connsiteX11-4817" fmla="*/ 637332 w 2505809"/>
              <a:gd name="connsiteY11-4818" fmla="*/ 2525734 h 2525734"/>
              <a:gd name="connsiteX12-4819" fmla="*/ 611932 w 2505809"/>
              <a:gd name="connsiteY12-4820" fmla="*/ 2500334 h 2525734"/>
              <a:gd name="connsiteX13-4821" fmla="*/ 611932 w 2505809"/>
              <a:gd name="connsiteY13-4822" fmla="*/ 1087331 h 2525734"/>
              <a:gd name="connsiteX14-4823" fmla="*/ 586533 w 2505809"/>
              <a:gd name="connsiteY14-4824" fmla="*/ 1061981 h 2525734"/>
              <a:gd name="connsiteX15-4825" fmla="*/ 795 w 2505809"/>
              <a:gd name="connsiteY15-4826" fmla="*/ 1061983 h 2525734"/>
              <a:gd name="connsiteX16-4827" fmla="*/ 12185 w 2505809"/>
              <a:gd name="connsiteY16-4828" fmla="*/ 1045174 h 2525734"/>
              <a:gd name="connsiteX0-4829" fmla="*/ 12185 w 2505809"/>
              <a:gd name="connsiteY0-4830" fmla="*/ 1045174 h 2525734"/>
              <a:gd name="connsiteX1-4831" fmla="*/ 19895 w 2505809"/>
              <a:gd name="connsiteY1-4832" fmla="*/ 1016996 h 2525734"/>
              <a:gd name="connsiteX2-4833" fmla="*/ 1242215 w 2505809"/>
              <a:gd name="connsiteY2-4834" fmla="*/ 6073 h 2525734"/>
              <a:gd name="connsiteX3-4835" fmla="*/ 1274549 w 2505809"/>
              <a:gd name="connsiteY3-4836" fmla="*/ 6109 h 2525734"/>
              <a:gd name="connsiteX4-4837" fmla="*/ 2496871 w 2505809"/>
              <a:gd name="connsiteY4-4838" fmla="*/ 1017031 h 2525734"/>
              <a:gd name="connsiteX5-4839" fmla="*/ 2504535 w 2505809"/>
              <a:gd name="connsiteY5-4840" fmla="*/ 1045181 h 2525734"/>
              <a:gd name="connsiteX6-4841" fmla="*/ 2480635 w 2505809"/>
              <a:gd name="connsiteY6-4842" fmla="*/ 1061981 h 2525734"/>
              <a:gd name="connsiteX7-4843" fmla="*/ 1930192 w 2505809"/>
              <a:gd name="connsiteY7-4844" fmla="*/ 1061981 h 2525734"/>
              <a:gd name="connsiteX8-4845" fmla="*/ 1904792 w 2505809"/>
              <a:gd name="connsiteY8-4846" fmla="*/ 1087380 h 2525734"/>
              <a:gd name="connsiteX9-4847" fmla="*/ 1904792 w 2505809"/>
              <a:gd name="connsiteY9-4848" fmla="*/ 2500383 h 2525734"/>
              <a:gd name="connsiteX10-4849" fmla="*/ 1879392 w 2505809"/>
              <a:gd name="connsiteY10-4850" fmla="*/ 2525734 h 2525734"/>
              <a:gd name="connsiteX11-4851" fmla="*/ 637332 w 2505809"/>
              <a:gd name="connsiteY11-4852" fmla="*/ 2525734 h 2525734"/>
              <a:gd name="connsiteX12-4853" fmla="*/ 611932 w 2505809"/>
              <a:gd name="connsiteY12-4854" fmla="*/ 2500334 h 2525734"/>
              <a:gd name="connsiteX13-4855" fmla="*/ 611932 w 2505809"/>
              <a:gd name="connsiteY13-4856" fmla="*/ 1087331 h 2525734"/>
              <a:gd name="connsiteX14-4857" fmla="*/ 586533 w 2505809"/>
              <a:gd name="connsiteY14-4858" fmla="*/ 1061981 h 2525734"/>
              <a:gd name="connsiteX15-4859" fmla="*/ 795 w 2505809"/>
              <a:gd name="connsiteY15-4860" fmla="*/ 1061983 h 2525734"/>
              <a:gd name="connsiteX16-4861" fmla="*/ 12185 w 2505809"/>
              <a:gd name="connsiteY16-4862" fmla="*/ 1045174 h 2525734"/>
              <a:gd name="connsiteX0-4863" fmla="*/ 12185 w 2505809"/>
              <a:gd name="connsiteY0-4864" fmla="*/ 1045174 h 2525734"/>
              <a:gd name="connsiteX1-4865" fmla="*/ 19895 w 2505809"/>
              <a:gd name="connsiteY1-4866" fmla="*/ 1016996 h 2525734"/>
              <a:gd name="connsiteX2-4867" fmla="*/ 1242215 w 2505809"/>
              <a:gd name="connsiteY2-4868" fmla="*/ 6073 h 2525734"/>
              <a:gd name="connsiteX3-4869" fmla="*/ 1274549 w 2505809"/>
              <a:gd name="connsiteY3-4870" fmla="*/ 6109 h 2525734"/>
              <a:gd name="connsiteX4-4871" fmla="*/ 2496871 w 2505809"/>
              <a:gd name="connsiteY4-4872" fmla="*/ 1017031 h 2525734"/>
              <a:gd name="connsiteX5-4873" fmla="*/ 2504535 w 2505809"/>
              <a:gd name="connsiteY5-4874" fmla="*/ 1045181 h 2525734"/>
              <a:gd name="connsiteX6-4875" fmla="*/ 2480635 w 2505809"/>
              <a:gd name="connsiteY6-4876" fmla="*/ 1061981 h 2525734"/>
              <a:gd name="connsiteX7-4877" fmla="*/ 1930192 w 2505809"/>
              <a:gd name="connsiteY7-4878" fmla="*/ 1061981 h 2525734"/>
              <a:gd name="connsiteX8-4879" fmla="*/ 1904792 w 2505809"/>
              <a:gd name="connsiteY8-4880" fmla="*/ 1087380 h 2525734"/>
              <a:gd name="connsiteX9-4881" fmla="*/ 1904792 w 2505809"/>
              <a:gd name="connsiteY9-4882" fmla="*/ 2500383 h 2525734"/>
              <a:gd name="connsiteX10-4883" fmla="*/ 1879392 w 2505809"/>
              <a:gd name="connsiteY10-4884" fmla="*/ 2525734 h 2525734"/>
              <a:gd name="connsiteX11-4885" fmla="*/ 637332 w 2505809"/>
              <a:gd name="connsiteY11-4886" fmla="*/ 2525734 h 2525734"/>
              <a:gd name="connsiteX12-4887" fmla="*/ 611932 w 2505809"/>
              <a:gd name="connsiteY12-4888" fmla="*/ 2500334 h 2525734"/>
              <a:gd name="connsiteX13-4889" fmla="*/ 611932 w 2505809"/>
              <a:gd name="connsiteY13-4890" fmla="*/ 1087331 h 2525734"/>
              <a:gd name="connsiteX14-4891" fmla="*/ 586533 w 2505809"/>
              <a:gd name="connsiteY14-4892" fmla="*/ 1061981 h 2525734"/>
              <a:gd name="connsiteX15-4893" fmla="*/ 795 w 2505809"/>
              <a:gd name="connsiteY15-4894" fmla="*/ 1061983 h 2525734"/>
              <a:gd name="connsiteX16-4895" fmla="*/ 12185 w 2505809"/>
              <a:gd name="connsiteY16-4896" fmla="*/ 1045174 h 2525734"/>
              <a:gd name="connsiteX0-4897" fmla="*/ 1927 w 2495551"/>
              <a:gd name="connsiteY0-4898" fmla="*/ 1045174 h 2525734"/>
              <a:gd name="connsiteX1-4899" fmla="*/ 9637 w 2495551"/>
              <a:gd name="connsiteY1-4900" fmla="*/ 1016996 h 2525734"/>
              <a:gd name="connsiteX2-4901" fmla="*/ 1231957 w 2495551"/>
              <a:gd name="connsiteY2-4902" fmla="*/ 6073 h 2525734"/>
              <a:gd name="connsiteX3-4903" fmla="*/ 1264291 w 2495551"/>
              <a:gd name="connsiteY3-4904" fmla="*/ 6109 h 2525734"/>
              <a:gd name="connsiteX4-4905" fmla="*/ 2486613 w 2495551"/>
              <a:gd name="connsiteY4-4906" fmla="*/ 1017031 h 2525734"/>
              <a:gd name="connsiteX5-4907" fmla="*/ 2494277 w 2495551"/>
              <a:gd name="connsiteY5-4908" fmla="*/ 1045181 h 2525734"/>
              <a:gd name="connsiteX6-4909" fmla="*/ 2470377 w 2495551"/>
              <a:gd name="connsiteY6-4910" fmla="*/ 1061981 h 2525734"/>
              <a:gd name="connsiteX7-4911" fmla="*/ 1919934 w 2495551"/>
              <a:gd name="connsiteY7-4912" fmla="*/ 1061981 h 2525734"/>
              <a:gd name="connsiteX8-4913" fmla="*/ 1894534 w 2495551"/>
              <a:gd name="connsiteY8-4914" fmla="*/ 1087380 h 2525734"/>
              <a:gd name="connsiteX9-4915" fmla="*/ 1894534 w 2495551"/>
              <a:gd name="connsiteY9-4916" fmla="*/ 2500383 h 2525734"/>
              <a:gd name="connsiteX10-4917" fmla="*/ 1869134 w 2495551"/>
              <a:gd name="connsiteY10-4918" fmla="*/ 2525734 h 2525734"/>
              <a:gd name="connsiteX11-4919" fmla="*/ 627074 w 2495551"/>
              <a:gd name="connsiteY11-4920" fmla="*/ 2525734 h 2525734"/>
              <a:gd name="connsiteX12-4921" fmla="*/ 601674 w 2495551"/>
              <a:gd name="connsiteY12-4922" fmla="*/ 2500334 h 2525734"/>
              <a:gd name="connsiteX13-4923" fmla="*/ 601674 w 2495551"/>
              <a:gd name="connsiteY13-4924" fmla="*/ 1087331 h 2525734"/>
              <a:gd name="connsiteX14-4925" fmla="*/ 576275 w 2495551"/>
              <a:gd name="connsiteY14-4926" fmla="*/ 1061981 h 2525734"/>
              <a:gd name="connsiteX15-4927" fmla="*/ 25831 w 2495551"/>
              <a:gd name="connsiteY15-4928" fmla="*/ 1061981 h 2525734"/>
              <a:gd name="connsiteX16-4929" fmla="*/ 1927 w 2495551"/>
              <a:gd name="connsiteY16-4930" fmla="*/ 1045174 h 2525734"/>
              <a:gd name="connsiteX0-4931" fmla="*/ 1269 w 2494893"/>
              <a:gd name="connsiteY0-4932" fmla="*/ 1045174 h 2525734"/>
              <a:gd name="connsiteX1-4933" fmla="*/ 8979 w 2494893"/>
              <a:gd name="connsiteY1-4934" fmla="*/ 1016996 h 2525734"/>
              <a:gd name="connsiteX2-4935" fmla="*/ 1231299 w 2494893"/>
              <a:gd name="connsiteY2-4936" fmla="*/ 6073 h 2525734"/>
              <a:gd name="connsiteX3-4937" fmla="*/ 1263633 w 2494893"/>
              <a:gd name="connsiteY3-4938" fmla="*/ 6109 h 2525734"/>
              <a:gd name="connsiteX4-4939" fmla="*/ 2485955 w 2494893"/>
              <a:gd name="connsiteY4-4940" fmla="*/ 1017031 h 2525734"/>
              <a:gd name="connsiteX5-4941" fmla="*/ 2493619 w 2494893"/>
              <a:gd name="connsiteY5-4942" fmla="*/ 1045181 h 2525734"/>
              <a:gd name="connsiteX6-4943" fmla="*/ 2469719 w 2494893"/>
              <a:gd name="connsiteY6-4944" fmla="*/ 1061981 h 2525734"/>
              <a:gd name="connsiteX7-4945" fmla="*/ 1919276 w 2494893"/>
              <a:gd name="connsiteY7-4946" fmla="*/ 1061981 h 2525734"/>
              <a:gd name="connsiteX8-4947" fmla="*/ 1893876 w 2494893"/>
              <a:gd name="connsiteY8-4948" fmla="*/ 1087380 h 2525734"/>
              <a:gd name="connsiteX9-4949" fmla="*/ 1893876 w 2494893"/>
              <a:gd name="connsiteY9-4950" fmla="*/ 2500383 h 2525734"/>
              <a:gd name="connsiteX10-4951" fmla="*/ 1868476 w 2494893"/>
              <a:gd name="connsiteY10-4952" fmla="*/ 2525734 h 2525734"/>
              <a:gd name="connsiteX11-4953" fmla="*/ 626416 w 2494893"/>
              <a:gd name="connsiteY11-4954" fmla="*/ 2525734 h 2525734"/>
              <a:gd name="connsiteX12-4955" fmla="*/ 601016 w 2494893"/>
              <a:gd name="connsiteY12-4956" fmla="*/ 2500334 h 2525734"/>
              <a:gd name="connsiteX13-4957" fmla="*/ 601016 w 2494893"/>
              <a:gd name="connsiteY13-4958" fmla="*/ 1087331 h 2525734"/>
              <a:gd name="connsiteX14-4959" fmla="*/ 575617 w 2494893"/>
              <a:gd name="connsiteY14-4960" fmla="*/ 1061981 h 2525734"/>
              <a:gd name="connsiteX15-4961" fmla="*/ 25173 w 2494893"/>
              <a:gd name="connsiteY15-4962" fmla="*/ 1061981 h 2525734"/>
              <a:gd name="connsiteX16-4963" fmla="*/ 1269 w 2494893"/>
              <a:gd name="connsiteY16-4964" fmla="*/ 1045174 h 2525734"/>
              <a:gd name="connsiteX0-4965" fmla="*/ 1269 w 2494893"/>
              <a:gd name="connsiteY0-4966" fmla="*/ 1045174 h 2525734"/>
              <a:gd name="connsiteX1-4967" fmla="*/ 8979 w 2494893"/>
              <a:gd name="connsiteY1-4968" fmla="*/ 1016996 h 2525734"/>
              <a:gd name="connsiteX2-4969" fmla="*/ 1231299 w 2494893"/>
              <a:gd name="connsiteY2-4970" fmla="*/ 6073 h 2525734"/>
              <a:gd name="connsiteX3-4971" fmla="*/ 1263633 w 2494893"/>
              <a:gd name="connsiteY3-4972" fmla="*/ 6109 h 2525734"/>
              <a:gd name="connsiteX4-4973" fmla="*/ 2485955 w 2494893"/>
              <a:gd name="connsiteY4-4974" fmla="*/ 1017031 h 2525734"/>
              <a:gd name="connsiteX5-4975" fmla="*/ 2493619 w 2494893"/>
              <a:gd name="connsiteY5-4976" fmla="*/ 1045181 h 2525734"/>
              <a:gd name="connsiteX6-4977" fmla="*/ 2469719 w 2494893"/>
              <a:gd name="connsiteY6-4978" fmla="*/ 1061981 h 2525734"/>
              <a:gd name="connsiteX7-4979" fmla="*/ 1919276 w 2494893"/>
              <a:gd name="connsiteY7-4980" fmla="*/ 1061981 h 2525734"/>
              <a:gd name="connsiteX8-4981" fmla="*/ 1893876 w 2494893"/>
              <a:gd name="connsiteY8-4982" fmla="*/ 1087380 h 2525734"/>
              <a:gd name="connsiteX9-4983" fmla="*/ 1893876 w 2494893"/>
              <a:gd name="connsiteY9-4984" fmla="*/ 2500383 h 2525734"/>
              <a:gd name="connsiteX10-4985" fmla="*/ 1868476 w 2494893"/>
              <a:gd name="connsiteY10-4986" fmla="*/ 2525734 h 2525734"/>
              <a:gd name="connsiteX11-4987" fmla="*/ 626416 w 2494893"/>
              <a:gd name="connsiteY11-4988" fmla="*/ 2525734 h 2525734"/>
              <a:gd name="connsiteX12-4989" fmla="*/ 601016 w 2494893"/>
              <a:gd name="connsiteY12-4990" fmla="*/ 2500334 h 2525734"/>
              <a:gd name="connsiteX13-4991" fmla="*/ 601016 w 2494893"/>
              <a:gd name="connsiteY13-4992" fmla="*/ 1087331 h 2525734"/>
              <a:gd name="connsiteX14-4993" fmla="*/ 575617 w 2494893"/>
              <a:gd name="connsiteY14-4994" fmla="*/ 1061981 h 2525734"/>
              <a:gd name="connsiteX15-4995" fmla="*/ 25173 w 2494893"/>
              <a:gd name="connsiteY15-4996" fmla="*/ 1061981 h 2525734"/>
              <a:gd name="connsiteX16-4997" fmla="*/ 1269 w 2494893"/>
              <a:gd name="connsiteY16-4998" fmla="*/ 1045174 h 2525734"/>
              <a:gd name="connsiteX0-4999" fmla="*/ 1269 w 2494893"/>
              <a:gd name="connsiteY0-5000" fmla="*/ 1045174 h 2525734"/>
              <a:gd name="connsiteX1-5001" fmla="*/ 8979 w 2494893"/>
              <a:gd name="connsiteY1-5002" fmla="*/ 1016996 h 2525734"/>
              <a:gd name="connsiteX2-5003" fmla="*/ 1231299 w 2494893"/>
              <a:gd name="connsiteY2-5004" fmla="*/ 6073 h 2525734"/>
              <a:gd name="connsiteX3-5005" fmla="*/ 1263633 w 2494893"/>
              <a:gd name="connsiteY3-5006" fmla="*/ 6109 h 2525734"/>
              <a:gd name="connsiteX4-5007" fmla="*/ 2485955 w 2494893"/>
              <a:gd name="connsiteY4-5008" fmla="*/ 1017031 h 2525734"/>
              <a:gd name="connsiteX5-5009" fmla="*/ 2493619 w 2494893"/>
              <a:gd name="connsiteY5-5010" fmla="*/ 1045181 h 2525734"/>
              <a:gd name="connsiteX6-5011" fmla="*/ 2469719 w 2494893"/>
              <a:gd name="connsiteY6-5012" fmla="*/ 1061981 h 2525734"/>
              <a:gd name="connsiteX7-5013" fmla="*/ 1919276 w 2494893"/>
              <a:gd name="connsiteY7-5014" fmla="*/ 1061981 h 2525734"/>
              <a:gd name="connsiteX8-5015" fmla="*/ 1893876 w 2494893"/>
              <a:gd name="connsiteY8-5016" fmla="*/ 1087380 h 2525734"/>
              <a:gd name="connsiteX9-5017" fmla="*/ 1893876 w 2494893"/>
              <a:gd name="connsiteY9-5018" fmla="*/ 2500383 h 2525734"/>
              <a:gd name="connsiteX10-5019" fmla="*/ 1868476 w 2494893"/>
              <a:gd name="connsiteY10-5020" fmla="*/ 2525734 h 2525734"/>
              <a:gd name="connsiteX11-5021" fmla="*/ 626416 w 2494893"/>
              <a:gd name="connsiteY11-5022" fmla="*/ 2525734 h 2525734"/>
              <a:gd name="connsiteX12-5023" fmla="*/ 601016 w 2494893"/>
              <a:gd name="connsiteY12-5024" fmla="*/ 2500334 h 2525734"/>
              <a:gd name="connsiteX13-5025" fmla="*/ 601016 w 2494893"/>
              <a:gd name="connsiteY13-5026" fmla="*/ 1087331 h 2525734"/>
              <a:gd name="connsiteX14-5027" fmla="*/ 575617 w 2494893"/>
              <a:gd name="connsiteY14-5028" fmla="*/ 1061981 h 2525734"/>
              <a:gd name="connsiteX15-5029" fmla="*/ 25173 w 2494893"/>
              <a:gd name="connsiteY15-5030" fmla="*/ 1061981 h 2525734"/>
              <a:gd name="connsiteX16-5031" fmla="*/ 24612 w 2494893"/>
              <a:gd name="connsiteY16-5032" fmla="*/ 1036768 h 2525734"/>
              <a:gd name="connsiteX0-5033" fmla="*/ 21088 w 2491369"/>
              <a:gd name="connsiteY0-5034" fmla="*/ 1036768 h 2525734"/>
              <a:gd name="connsiteX1-5035" fmla="*/ 5455 w 2491369"/>
              <a:gd name="connsiteY1-5036" fmla="*/ 1016996 h 2525734"/>
              <a:gd name="connsiteX2-5037" fmla="*/ 1227775 w 2491369"/>
              <a:gd name="connsiteY2-5038" fmla="*/ 6073 h 2525734"/>
              <a:gd name="connsiteX3-5039" fmla="*/ 1260109 w 2491369"/>
              <a:gd name="connsiteY3-5040" fmla="*/ 6109 h 2525734"/>
              <a:gd name="connsiteX4-5041" fmla="*/ 2482431 w 2491369"/>
              <a:gd name="connsiteY4-5042" fmla="*/ 1017031 h 2525734"/>
              <a:gd name="connsiteX5-5043" fmla="*/ 2490095 w 2491369"/>
              <a:gd name="connsiteY5-5044" fmla="*/ 1045181 h 2525734"/>
              <a:gd name="connsiteX6-5045" fmla="*/ 2466195 w 2491369"/>
              <a:gd name="connsiteY6-5046" fmla="*/ 1061981 h 2525734"/>
              <a:gd name="connsiteX7-5047" fmla="*/ 1915752 w 2491369"/>
              <a:gd name="connsiteY7-5048" fmla="*/ 1061981 h 2525734"/>
              <a:gd name="connsiteX8-5049" fmla="*/ 1890352 w 2491369"/>
              <a:gd name="connsiteY8-5050" fmla="*/ 1087380 h 2525734"/>
              <a:gd name="connsiteX9-5051" fmla="*/ 1890352 w 2491369"/>
              <a:gd name="connsiteY9-5052" fmla="*/ 2500383 h 2525734"/>
              <a:gd name="connsiteX10-5053" fmla="*/ 1864952 w 2491369"/>
              <a:gd name="connsiteY10-5054" fmla="*/ 2525734 h 2525734"/>
              <a:gd name="connsiteX11-5055" fmla="*/ 622892 w 2491369"/>
              <a:gd name="connsiteY11-5056" fmla="*/ 2525734 h 2525734"/>
              <a:gd name="connsiteX12-5057" fmla="*/ 597492 w 2491369"/>
              <a:gd name="connsiteY12-5058" fmla="*/ 2500334 h 2525734"/>
              <a:gd name="connsiteX13-5059" fmla="*/ 597492 w 2491369"/>
              <a:gd name="connsiteY13-5060" fmla="*/ 1087331 h 2525734"/>
              <a:gd name="connsiteX14-5061" fmla="*/ 572093 w 2491369"/>
              <a:gd name="connsiteY14-5062" fmla="*/ 1061981 h 2525734"/>
              <a:gd name="connsiteX15-5063" fmla="*/ 21649 w 2491369"/>
              <a:gd name="connsiteY15-5064" fmla="*/ 1061981 h 2525734"/>
              <a:gd name="connsiteX16-5065" fmla="*/ 21088 w 2491369"/>
              <a:gd name="connsiteY16-5066" fmla="*/ 1036768 h 2525734"/>
              <a:gd name="connsiteX0-5067" fmla="*/ 17454 w 2487735"/>
              <a:gd name="connsiteY0-5068" fmla="*/ 1036768 h 2525734"/>
              <a:gd name="connsiteX1-5069" fmla="*/ 1821 w 2487735"/>
              <a:gd name="connsiteY1-5070" fmla="*/ 1016996 h 2525734"/>
              <a:gd name="connsiteX2-5071" fmla="*/ 1224141 w 2487735"/>
              <a:gd name="connsiteY2-5072" fmla="*/ 6073 h 2525734"/>
              <a:gd name="connsiteX3-5073" fmla="*/ 1256475 w 2487735"/>
              <a:gd name="connsiteY3-5074" fmla="*/ 6109 h 2525734"/>
              <a:gd name="connsiteX4-5075" fmla="*/ 2478797 w 2487735"/>
              <a:gd name="connsiteY4-5076" fmla="*/ 1017031 h 2525734"/>
              <a:gd name="connsiteX5-5077" fmla="*/ 2486461 w 2487735"/>
              <a:gd name="connsiteY5-5078" fmla="*/ 1045181 h 2525734"/>
              <a:gd name="connsiteX6-5079" fmla="*/ 2462561 w 2487735"/>
              <a:gd name="connsiteY6-5080" fmla="*/ 1061981 h 2525734"/>
              <a:gd name="connsiteX7-5081" fmla="*/ 1912118 w 2487735"/>
              <a:gd name="connsiteY7-5082" fmla="*/ 1061981 h 2525734"/>
              <a:gd name="connsiteX8-5083" fmla="*/ 1886718 w 2487735"/>
              <a:gd name="connsiteY8-5084" fmla="*/ 1087380 h 2525734"/>
              <a:gd name="connsiteX9-5085" fmla="*/ 1886718 w 2487735"/>
              <a:gd name="connsiteY9-5086" fmla="*/ 2500383 h 2525734"/>
              <a:gd name="connsiteX10-5087" fmla="*/ 1861318 w 2487735"/>
              <a:gd name="connsiteY10-5088" fmla="*/ 2525734 h 2525734"/>
              <a:gd name="connsiteX11-5089" fmla="*/ 619258 w 2487735"/>
              <a:gd name="connsiteY11-5090" fmla="*/ 2525734 h 2525734"/>
              <a:gd name="connsiteX12-5091" fmla="*/ 593858 w 2487735"/>
              <a:gd name="connsiteY12-5092" fmla="*/ 2500334 h 2525734"/>
              <a:gd name="connsiteX13-5093" fmla="*/ 593858 w 2487735"/>
              <a:gd name="connsiteY13-5094" fmla="*/ 1087331 h 2525734"/>
              <a:gd name="connsiteX14-5095" fmla="*/ 568459 w 2487735"/>
              <a:gd name="connsiteY14-5096" fmla="*/ 1061981 h 2525734"/>
              <a:gd name="connsiteX15-5097" fmla="*/ 18015 w 2487735"/>
              <a:gd name="connsiteY15-5098" fmla="*/ 1061981 h 2525734"/>
              <a:gd name="connsiteX16-5099" fmla="*/ 17454 w 2487735"/>
              <a:gd name="connsiteY16-5100" fmla="*/ 1036768 h 2525734"/>
              <a:gd name="connsiteX0-5101" fmla="*/ 15634 w 2485915"/>
              <a:gd name="connsiteY0-5102" fmla="*/ 1036768 h 2525734"/>
              <a:gd name="connsiteX1-5103" fmla="*/ 1 w 2485915"/>
              <a:gd name="connsiteY1-5104" fmla="*/ 1016996 h 2525734"/>
              <a:gd name="connsiteX2-5105" fmla="*/ 1222321 w 2485915"/>
              <a:gd name="connsiteY2-5106" fmla="*/ 6073 h 2525734"/>
              <a:gd name="connsiteX3-5107" fmla="*/ 1254655 w 2485915"/>
              <a:gd name="connsiteY3-5108" fmla="*/ 6109 h 2525734"/>
              <a:gd name="connsiteX4-5109" fmla="*/ 2476977 w 2485915"/>
              <a:gd name="connsiteY4-5110" fmla="*/ 1017031 h 2525734"/>
              <a:gd name="connsiteX5-5111" fmla="*/ 2484641 w 2485915"/>
              <a:gd name="connsiteY5-5112" fmla="*/ 1045181 h 2525734"/>
              <a:gd name="connsiteX6-5113" fmla="*/ 2460741 w 2485915"/>
              <a:gd name="connsiteY6-5114" fmla="*/ 1061981 h 2525734"/>
              <a:gd name="connsiteX7-5115" fmla="*/ 1910298 w 2485915"/>
              <a:gd name="connsiteY7-5116" fmla="*/ 1061981 h 2525734"/>
              <a:gd name="connsiteX8-5117" fmla="*/ 1884898 w 2485915"/>
              <a:gd name="connsiteY8-5118" fmla="*/ 1087380 h 2525734"/>
              <a:gd name="connsiteX9-5119" fmla="*/ 1884898 w 2485915"/>
              <a:gd name="connsiteY9-5120" fmla="*/ 2500383 h 2525734"/>
              <a:gd name="connsiteX10-5121" fmla="*/ 1859498 w 2485915"/>
              <a:gd name="connsiteY10-5122" fmla="*/ 2525734 h 2525734"/>
              <a:gd name="connsiteX11-5123" fmla="*/ 617438 w 2485915"/>
              <a:gd name="connsiteY11-5124" fmla="*/ 2525734 h 2525734"/>
              <a:gd name="connsiteX12-5125" fmla="*/ 592038 w 2485915"/>
              <a:gd name="connsiteY12-5126" fmla="*/ 2500334 h 2525734"/>
              <a:gd name="connsiteX13-5127" fmla="*/ 592038 w 2485915"/>
              <a:gd name="connsiteY13-5128" fmla="*/ 1087331 h 2525734"/>
              <a:gd name="connsiteX14-5129" fmla="*/ 566639 w 2485915"/>
              <a:gd name="connsiteY14-5130" fmla="*/ 1061981 h 2525734"/>
              <a:gd name="connsiteX15-5131" fmla="*/ 16195 w 2485915"/>
              <a:gd name="connsiteY15-5132" fmla="*/ 1061981 h 2525734"/>
              <a:gd name="connsiteX16-5133" fmla="*/ 15634 w 2485915"/>
              <a:gd name="connsiteY16-5134" fmla="*/ 1036768 h 2525734"/>
              <a:gd name="connsiteX0-5135" fmla="*/ 2988 w 2473269"/>
              <a:gd name="connsiteY0-5136" fmla="*/ 1036768 h 2525734"/>
              <a:gd name="connsiteX1-5137" fmla="*/ 14553 w 2473269"/>
              <a:gd name="connsiteY1-5138" fmla="*/ 994501 h 2525734"/>
              <a:gd name="connsiteX2-5139" fmla="*/ 1209675 w 2473269"/>
              <a:gd name="connsiteY2-5140" fmla="*/ 6073 h 2525734"/>
              <a:gd name="connsiteX3-5141" fmla="*/ 1242009 w 2473269"/>
              <a:gd name="connsiteY3-5142" fmla="*/ 6109 h 2525734"/>
              <a:gd name="connsiteX4-5143" fmla="*/ 2464331 w 2473269"/>
              <a:gd name="connsiteY4-5144" fmla="*/ 1017031 h 2525734"/>
              <a:gd name="connsiteX5-5145" fmla="*/ 2471995 w 2473269"/>
              <a:gd name="connsiteY5-5146" fmla="*/ 1045181 h 2525734"/>
              <a:gd name="connsiteX6-5147" fmla="*/ 2448095 w 2473269"/>
              <a:gd name="connsiteY6-5148" fmla="*/ 1061981 h 2525734"/>
              <a:gd name="connsiteX7-5149" fmla="*/ 1897652 w 2473269"/>
              <a:gd name="connsiteY7-5150" fmla="*/ 1061981 h 2525734"/>
              <a:gd name="connsiteX8-5151" fmla="*/ 1872252 w 2473269"/>
              <a:gd name="connsiteY8-5152" fmla="*/ 1087380 h 2525734"/>
              <a:gd name="connsiteX9-5153" fmla="*/ 1872252 w 2473269"/>
              <a:gd name="connsiteY9-5154" fmla="*/ 2500383 h 2525734"/>
              <a:gd name="connsiteX10-5155" fmla="*/ 1846852 w 2473269"/>
              <a:gd name="connsiteY10-5156" fmla="*/ 2525734 h 2525734"/>
              <a:gd name="connsiteX11-5157" fmla="*/ 604792 w 2473269"/>
              <a:gd name="connsiteY11-5158" fmla="*/ 2525734 h 2525734"/>
              <a:gd name="connsiteX12-5159" fmla="*/ 579392 w 2473269"/>
              <a:gd name="connsiteY12-5160" fmla="*/ 2500334 h 2525734"/>
              <a:gd name="connsiteX13-5161" fmla="*/ 579392 w 2473269"/>
              <a:gd name="connsiteY13-5162" fmla="*/ 1087331 h 2525734"/>
              <a:gd name="connsiteX14-5163" fmla="*/ 553993 w 2473269"/>
              <a:gd name="connsiteY14-5164" fmla="*/ 1061981 h 2525734"/>
              <a:gd name="connsiteX15-5165" fmla="*/ 3549 w 2473269"/>
              <a:gd name="connsiteY15-5166" fmla="*/ 1061981 h 2525734"/>
              <a:gd name="connsiteX16-5167" fmla="*/ 2988 w 2473269"/>
              <a:gd name="connsiteY16-5168" fmla="*/ 1036768 h 2525734"/>
              <a:gd name="connsiteX0-5169" fmla="*/ 2988 w 2473269"/>
              <a:gd name="connsiteY0-5170" fmla="*/ 1036768 h 2525734"/>
              <a:gd name="connsiteX1-5171" fmla="*/ 14553 w 2473269"/>
              <a:gd name="connsiteY1-5172" fmla="*/ 994501 h 2525734"/>
              <a:gd name="connsiteX2-5173" fmla="*/ 1209675 w 2473269"/>
              <a:gd name="connsiteY2-5174" fmla="*/ 6073 h 2525734"/>
              <a:gd name="connsiteX3-5175" fmla="*/ 1242009 w 2473269"/>
              <a:gd name="connsiteY3-5176" fmla="*/ 6109 h 2525734"/>
              <a:gd name="connsiteX4-5177" fmla="*/ 2464331 w 2473269"/>
              <a:gd name="connsiteY4-5178" fmla="*/ 1017031 h 2525734"/>
              <a:gd name="connsiteX5-5179" fmla="*/ 2471995 w 2473269"/>
              <a:gd name="connsiteY5-5180" fmla="*/ 1045181 h 2525734"/>
              <a:gd name="connsiteX6-5181" fmla="*/ 2448095 w 2473269"/>
              <a:gd name="connsiteY6-5182" fmla="*/ 1061981 h 2525734"/>
              <a:gd name="connsiteX7-5183" fmla="*/ 1897652 w 2473269"/>
              <a:gd name="connsiteY7-5184" fmla="*/ 1061981 h 2525734"/>
              <a:gd name="connsiteX8-5185" fmla="*/ 1872252 w 2473269"/>
              <a:gd name="connsiteY8-5186" fmla="*/ 1087380 h 2525734"/>
              <a:gd name="connsiteX9-5187" fmla="*/ 1872252 w 2473269"/>
              <a:gd name="connsiteY9-5188" fmla="*/ 2500383 h 2525734"/>
              <a:gd name="connsiteX10-5189" fmla="*/ 1846852 w 2473269"/>
              <a:gd name="connsiteY10-5190" fmla="*/ 2525734 h 2525734"/>
              <a:gd name="connsiteX11-5191" fmla="*/ 604792 w 2473269"/>
              <a:gd name="connsiteY11-5192" fmla="*/ 2525734 h 2525734"/>
              <a:gd name="connsiteX12-5193" fmla="*/ 579392 w 2473269"/>
              <a:gd name="connsiteY12-5194" fmla="*/ 2500334 h 2525734"/>
              <a:gd name="connsiteX13-5195" fmla="*/ 579392 w 2473269"/>
              <a:gd name="connsiteY13-5196" fmla="*/ 1087331 h 2525734"/>
              <a:gd name="connsiteX14-5197" fmla="*/ 553993 w 2473269"/>
              <a:gd name="connsiteY14-5198" fmla="*/ 1061981 h 2525734"/>
              <a:gd name="connsiteX15-5199" fmla="*/ 3549 w 2473269"/>
              <a:gd name="connsiteY15-5200" fmla="*/ 1061981 h 2525734"/>
              <a:gd name="connsiteX16-5201" fmla="*/ 2988 w 2473269"/>
              <a:gd name="connsiteY16-5202" fmla="*/ 1036768 h 2525734"/>
              <a:gd name="connsiteX0-5203" fmla="*/ 2988 w 2473269"/>
              <a:gd name="connsiteY0-5204" fmla="*/ 1036768 h 2525734"/>
              <a:gd name="connsiteX1-5205" fmla="*/ 14553 w 2473269"/>
              <a:gd name="connsiteY1-5206" fmla="*/ 994501 h 2525734"/>
              <a:gd name="connsiteX2-5207" fmla="*/ 1209675 w 2473269"/>
              <a:gd name="connsiteY2-5208" fmla="*/ 6073 h 2525734"/>
              <a:gd name="connsiteX3-5209" fmla="*/ 1242009 w 2473269"/>
              <a:gd name="connsiteY3-5210" fmla="*/ 6109 h 2525734"/>
              <a:gd name="connsiteX4-5211" fmla="*/ 2464331 w 2473269"/>
              <a:gd name="connsiteY4-5212" fmla="*/ 1017031 h 2525734"/>
              <a:gd name="connsiteX5-5213" fmla="*/ 2471995 w 2473269"/>
              <a:gd name="connsiteY5-5214" fmla="*/ 1045181 h 2525734"/>
              <a:gd name="connsiteX6-5215" fmla="*/ 2448095 w 2473269"/>
              <a:gd name="connsiteY6-5216" fmla="*/ 1061981 h 2525734"/>
              <a:gd name="connsiteX7-5217" fmla="*/ 1897652 w 2473269"/>
              <a:gd name="connsiteY7-5218" fmla="*/ 1061981 h 2525734"/>
              <a:gd name="connsiteX8-5219" fmla="*/ 1872252 w 2473269"/>
              <a:gd name="connsiteY8-5220" fmla="*/ 1087380 h 2525734"/>
              <a:gd name="connsiteX9-5221" fmla="*/ 1872252 w 2473269"/>
              <a:gd name="connsiteY9-5222" fmla="*/ 2500383 h 2525734"/>
              <a:gd name="connsiteX10-5223" fmla="*/ 1846852 w 2473269"/>
              <a:gd name="connsiteY10-5224" fmla="*/ 2525734 h 2525734"/>
              <a:gd name="connsiteX11-5225" fmla="*/ 604792 w 2473269"/>
              <a:gd name="connsiteY11-5226" fmla="*/ 2525734 h 2525734"/>
              <a:gd name="connsiteX12-5227" fmla="*/ 579392 w 2473269"/>
              <a:gd name="connsiteY12-5228" fmla="*/ 2500334 h 2525734"/>
              <a:gd name="connsiteX13-5229" fmla="*/ 579392 w 2473269"/>
              <a:gd name="connsiteY13-5230" fmla="*/ 1087331 h 2525734"/>
              <a:gd name="connsiteX14-5231" fmla="*/ 553993 w 2473269"/>
              <a:gd name="connsiteY14-5232" fmla="*/ 1061981 h 2525734"/>
              <a:gd name="connsiteX15-5233" fmla="*/ 3549 w 2473269"/>
              <a:gd name="connsiteY15-5234" fmla="*/ 1061981 h 2525734"/>
              <a:gd name="connsiteX16-5235" fmla="*/ 2988 w 2473269"/>
              <a:gd name="connsiteY16-5236" fmla="*/ 1036768 h 2525734"/>
              <a:gd name="connsiteX0-5237" fmla="*/ 2988 w 2473269"/>
              <a:gd name="connsiteY0-5238" fmla="*/ 1036113 h 2525079"/>
              <a:gd name="connsiteX1-5239" fmla="*/ 14553 w 2473269"/>
              <a:gd name="connsiteY1-5240" fmla="*/ 993846 h 2525079"/>
              <a:gd name="connsiteX2-5241" fmla="*/ 1201583 w 2473269"/>
              <a:gd name="connsiteY2-5242" fmla="*/ 12111 h 2525079"/>
              <a:gd name="connsiteX3-5243" fmla="*/ 1242009 w 2473269"/>
              <a:gd name="connsiteY3-5244" fmla="*/ 5454 h 2525079"/>
              <a:gd name="connsiteX4-5245" fmla="*/ 2464331 w 2473269"/>
              <a:gd name="connsiteY4-5246" fmla="*/ 1016376 h 2525079"/>
              <a:gd name="connsiteX5-5247" fmla="*/ 2471995 w 2473269"/>
              <a:gd name="connsiteY5-5248" fmla="*/ 1044526 h 2525079"/>
              <a:gd name="connsiteX6-5249" fmla="*/ 2448095 w 2473269"/>
              <a:gd name="connsiteY6-5250" fmla="*/ 1061326 h 2525079"/>
              <a:gd name="connsiteX7-5251" fmla="*/ 1897652 w 2473269"/>
              <a:gd name="connsiteY7-5252" fmla="*/ 1061326 h 2525079"/>
              <a:gd name="connsiteX8-5253" fmla="*/ 1872252 w 2473269"/>
              <a:gd name="connsiteY8-5254" fmla="*/ 1086725 h 2525079"/>
              <a:gd name="connsiteX9-5255" fmla="*/ 1872252 w 2473269"/>
              <a:gd name="connsiteY9-5256" fmla="*/ 2499728 h 2525079"/>
              <a:gd name="connsiteX10-5257" fmla="*/ 1846852 w 2473269"/>
              <a:gd name="connsiteY10-5258" fmla="*/ 2525079 h 2525079"/>
              <a:gd name="connsiteX11-5259" fmla="*/ 604792 w 2473269"/>
              <a:gd name="connsiteY11-5260" fmla="*/ 2525079 h 2525079"/>
              <a:gd name="connsiteX12-5261" fmla="*/ 579392 w 2473269"/>
              <a:gd name="connsiteY12-5262" fmla="*/ 2499679 h 2525079"/>
              <a:gd name="connsiteX13-5263" fmla="*/ 579392 w 2473269"/>
              <a:gd name="connsiteY13-5264" fmla="*/ 1086676 h 2525079"/>
              <a:gd name="connsiteX14-5265" fmla="*/ 553993 w 2473269"/>
              <a:gd name="connsiteY14-5266" fmla="*/ 1061326 h 2525079"/>
              <a:gd name="connsiteX15-5267" fmla="*/ 3549 w 2473269"/>
              <a:gd name="connsiteY15-5268" fmla="*/ 1061326 h 2525079"/>
              <a:gd name="connsiteX16-5269" fmla="*/ 2988 w 2473269"/>
              <a:gd name="connsiteY16-5270" fmla="*/ 1036113 h 2525079"/>
              <a:gd name="connsiteX0-5271" fmla="*/ 2988 w 2473269"/>
              <a:gd name="connsiteY0-5272" fmla="*/ 1035337 h 2524303"/>
              <a:gd name="connsiteX1-5273" fmla="*/ 14553 w 2473269"/>
              <a:gd name="connsiteY1-5274" fmla="*/ 993070 h 2524303"/>
              <a:gd name="connsiteX2-5275" fmla="*/ 1201583 w 2473269"/>
              <a:gd name="connsiteY2-5276" fmla="*/ 11335 h 2524303"/>
              <a:gd name="connsiteX3-5277" fmla="*/ 1242009 w 2473269"/>
              <a:gd name="connsiteY3-5278" fmla="*/ 4678 h 2524303"/>
              <a:gd name="connsiteX4-5279" fmla="*/ 2464331 w 2473269"/>
              <a:gd name="connsiteY4-5280" fmla="*/ 1015600 h 2524303"/>
              <a:gd name="connsiteX5-5281" fmla="*/ 2471995 w 2473269"/>
              <a:gd name="connsiteY5-5282" fmla="*/ 1043750 h 2524303"/>
              <a:gd name="connsiteX6-5283" fmla="*/ 2448095 w 2473269"/>
              <a:gd name="connsiteY6-5284" fmla="*/ 1060550 h 2524303"/>
              <a:gd name="connsiteX7-5285" fmla="*/ 1897652 w 2473269"/>
              <a:gd name="connsiteY7-5286" fmla="*/ 1060550 h 2524303"/>
              <a:gd name="connsiteX8-5287" fmla="*/ 1872252 w 2473269"/>
              <a:gd name="connsiteY8-5288" fmla="*/ 1085949 h 2524303"/>
              <a:gd name="connsiteX9-5289" fmla="*/ 1872252 w 2473269"/>
              <a:gd name="connsiteY9-5290" fmla="*/ 2498952 h 2524303"/>
              <a:gd name="connsiteX10-5291" fmla="*/ 1846852 w 2473269"/>
              <a:gd name="connsiteY10-5292" fmla="*/ 2524303 h 2524303"/>
              <a:gd name="connsiteX11-5293" fmla="*/ 604792 w 2473269"/>
              <a:gd name="connsiteY11-5294" fmla="*/ 2524303 h 2524303"/>
              <a:gd name="connsiteX12-5295" fmla="*/ 579392 w 2473269"/>
              <a:gd name="connsiteY12-5296" fmla="*/ 2498903 h 2524303"/>
              <a:gd name="connsiteX13-5297" fmla="*/ 579392 w 2473269"/>
              <a:gd name="connsiteY13-5298" fmla="*/ 1085900 h 2524303"/>
              <a:gd name="connsiteX14-5299" fmla="*/ 553993 w 2473269"/>
              <a:gd name="connsiteY14-5300" fmla="*/ 1060550 h 2524303"/>
              <a:gd name="connsiteX15-5301" fmla="*/ 3549 w 2473269"/>
              <a:gd name="connsiteY15-5302" fmla="*/ 1060550 h 2524303"/>
              <a:gd name="connsiteX16-5303" fmla="*/ 2988 w 2473269"/>
              <a:gd name="connsiteY16-5304" fmla="*/ 1035337 h 2524303"/>
              <a:gd name="connsiteX0-5305" fmla="*/ 2988 w 2473269"/>
              <a:gd name="connsiteY0-5306" fmla="*/ 1034194 h 2523160"/>
              <a:gd name="connsiteX1-5307" fmla="*/ 14553 w 2473269"/>
              <a:gd name="connsiteY1-5308" fmla="*/ 991927 h 2523160"/>
              <a:gd name="connsiteX2-5309" fmla="*/ 1201583 w 2473269"/>
              <a:gd name="connsiteY2-5310" fmla="*/ 10192 h 2523160"/>
              <a:gd name="connsiteX3-5311" fmla="*/ 1242009 w 2473269"/>
              <a:gd name="connsiteY3-5312" fmla="*/ 3535 h 2523160"/>
              <a:gd name="connsiteX4-5313" fmla="*/ 2464331 w 2473269"/>
              <a:gd name="connsiteY4-5314" fmla="*/ 1014457 h 2523160"/>
              <a:gd name="connsiteX5-5315" fmla="*/ 2471995 w 2473269"/>
              <a:gd name="connsiteY5-5316" fmla="*/ 1042607 h 2523160"/>
              <a:gd name="connsiteX6-5317" fmla="*/ 2448095 w 2473269"/>
              <a:gd name="connsiteY6-5318" fmla="*/ 1059407 h 2523160"/>
              <a:gd name="connsiteX7-5319" fmla="*/ 1897652 w 2473269"/>
              <a:gd name="connsiteY7-5320" fmla="*/ 1059407 h 2523160"/>
              <a:gd name="connsiteX8-5321" fmla="*/ 1872252 w 2473269"/>
              <a:gd name="connsiteY8-5322" fmla="*/ 1084806 h 2523160"/>
              <a:gd name="connsiteX9-5323" fmla="*/ 1872252 w 2473269"/>
              <a:gd name="connsiteY9-5324" fmla="*/ 2497809 h 2523160"/>
              <a:gd name="connsiteX10-5325" fmla="*/ 1846852 w 2473269"/>
              <a:gd name="connsiteY10-5326" fmla="*/ 2523160 h 2523160"/>
              <a:gd name="connsiteX11-5327" fmla="*/ 604792 w 2473269"/>
              <a:gd name="connsiteY11-5328" fmla="*/ 2523160 h 2523160"/>
              <a:gd name="connsiteX12-5329" fmla="*/ 579392 w 2473269"/>
              <a:gd name="connsiteY12-5330" fmla="*/ 2497760 h 2523160"/>
              <a:gd name="connsiteX13-5331" fmla="*/ 579392 w 2473269"/>
              <a:gd name="connsiteY13-5332" fmla="*/ 1084757 h 2523160"/>
              <a:gd name="connsiteX14-5333" fmla="*/ 553993 w 2473269"/>
              <a:gd name="connsiteY14-5334" fmla="*/ 1059407 h 2523160"/>
              <a:gd name="connsiteX15-5335" fmla="*/ 3549 w 2473269"/>
              <a:gd name="connsiteY15-5336" fmla="*/ 1059407 h 2523160"/>
              <a:gd name="connsiteX16-5337" fmla="*/ 2988 w 2473269"/>
              <a:gd name="connsiteY16-5338" fmla="*/ 1034194 h 2523160"/>
              <a:gd name="connsiteX0-5339" fmla="*/ 2988 w 2473269"/>
              <a:gd name="connsiteY0-5340" fmla="*/ 1033119 h 2522085"/>
              <a:gd name="connsiteX1-5341" fmla="*/ 14553 w 2473269"/>
              <a:gd name="connsiteY1-5342" fmla="*/ 990852 h 2522085"/>
              <a:gd name="connsiteX2-5343" fmla="*/ 1201583 w 2473269"/>
              <a:gd name="connsiteY2-5344" fmla="*/ 9117 h 2522085"/>
              <a:gd name="connsiteX3-5345" fmla="*/ 1250106 w 2473269"/>
              <a:gd name="connsiteY3-5346" fmla="*/ 9153 h 2522085"/>
              <a:gd name="connsiteX4-5347" fmla="*/ 2464331 w 2473269"/>
              <a:gd name="connsiteY4-5348" fmla="*/ 1013382 h 2522085"/>
              <a:gd name="connsiteX5-5349" fmla="*/ 2471995 w 2473269"/>
              <a:gd name="connsiteY5-5350" fmla="*/ 1041532 h 2522085"/>
              <a:gd name="connsiteX6-5351" fmla="*/ 2448095 w 2473269"/>
              <a:gd name="connsiteY6-5352" fmla="*/ 1058332 h 2522085"/>
              <a:gd name="connsiteX7-5353" fmla="*/ 1897652 w 2473269"/>
              <a:gd name="connsiteY7-5354" fmla="*/ 1058332 h 2522085"/>
              <a:gd name="connsiteX8-5355" fmla="*/ 1872252 w 2473269"/>
              <a:gd name="connsiteY8-5356" fmla="*/ 1083731 h 2522085"/>
              <a:gd name="connsiteX9-5357" fmla="*/ 1872252 w 2473269"/>
              <a:gd name="connsiteY9-5358" fmla="*/ 2496734 h 2522085"/>
              <a:gd name="connsiteX10-5359" fmla="*/ 1846852 w 2473269"/>
              <a:gd name="connsiteY10-5360" fmla="*/ 2522085 h 2522085"/>
              <a:gd name="connsiteX11-5361" fmla="*/ 604792 w 2473269"/>
              <a:gd name="connsiteY11-5362" fmla="*/ 2522085 h 2522085"/>
              <a:gd name="connsiteX12-5363" fmla="*/ 579392 w 2473269"/>
              <a:gd name="connsiteY12-5364" fmla="*/ 2496685 h 2522085"/>
              <a:gd name="connsiteX13-5365" fmla="*/ 579392 w 2473269"/>
              <a:gd name="connsiteY13-5366" fmla="*/ 1083682 h 2522085"/>
              <a:gd name="connsiteX14-5367" fmla="*/ 553993 w 2473269"/>
              <a:gd name="connsiteY14-5368" fmla="*/ 1058332 h 2522085"/>
              <a:gd name="connsiteX15-5369" fmla="*/ 3549 w 2473269"/>
              <a:gd name="connsiteY15-5370" fmla="*/ 1058332 h 2522085"/>
              <a:gd name="connsiteX16-5371" fmla="*/ 2988 w 2473269"/>
              <a:gd name="connsiteY16-5372" fmla="*/ 1033119 h 2522085"/>
              <a:gd name="connsiteX0-5373" fmla="*/ 2988 w 2473269"/>
              <a:gd name="connsiteY0-5374" fmla="*/ 1033119 h 2522085"/>
              <a:gd name="connsiteX1-5375" fmla="*/ 14553 w 2473269"/>
              <a:gd name="connsiteY1-5376" fmla="*/ 990852 h 2522085"/>
              <a:gd name="connsiteX2-5377" fmla="*/ 1201583 w 2473269"/>
              <a:gd name="connsiteY2-5378" fmla="*/ 9117 h 2522085"/>
              <a:gd name="connsiteX3-5379" fmla="*/ 1250106 w 2473269"/>
              <a:gd name="connsiteY3-5380" fmla="*/ 9153 h 2522085"/>
              <a:gd name="connsiteX4-5381" fmla="*/ 2464331 w 2473269"/>
              <a:gd name="connsiteY4-5382" fmla="*/ 1013382 h 2522085"/>
              <a:gd name="connsiteX5-5383" fmla="*/ 2471995 w 2473269"/>
              <a:gd name="connsiteY5-5384" fmla="*/ 1041532 h 2522085"/>
              <a:gd name="connsiteX6-5385" fmla="*/ 2448095 w 2473269"/>
              <a:gd name="connsiteY6-5386" fmla="*/ 1058332 h 2522085"/>
              <a:gd name="connsiteX7-5387" fmla="*/ 1897652 w 2473269"/>
              <a:gd name="connsiteY7-5388" fmla="*/ 1058332 h 2522085"/>
              <a:gd name="connsiteX8-5389" fmla="*/ 1872252 w 2473269"/>
              <a:gd name="connsiteY8-5390" fmla="*/ 1083731 h 2522085"/>
              <a:gd name="connsiteX9-5391" fmla="*/ 1872252 w 2473269"/>
              <a:gd name="connsiteY9-5392" fmla="*/ 2496734 h 2522085"/>
              <a:gd name="connsiteX10-5393" fmla="*/ 1846852 w 2473269"/>
              <a:gd name="connsiteY10-5394" fmla="*/ 2522085 h 2522085"/>
              <a:gd name="connsiteX11-5395" fmla="*/ 604792 w 2473269"/>
              <a:gd name="connsiteY11-5396" fmla="*/ 2522085 h 2522085"/>
              <a:gd name="connsiteX12-5397" fmla="*/ 579392 w 2473269"/>
              <a:gd name="connsiteY12-5398" fmla="*/ 2496685 h 2522085"/>
              <a:gd name="connsiteX13-5399" fmla="*/ 579392 w 2473269"/>
              <a:gd name="connsiteY13-5400" fmla="*/ 1083682 h 2522085"/>
              <a:gd name="connsiteX14-5401" fmla="*/ 553993 w 2473269"/>
              <a:gd name="connsiteY14-5402" fmla="*/ 1058332 h 2522085"/>
              <a:gd name="connsiteX15-5403" fmla="*/ 3549 w 2473269"/>
              <a:gd name="connsiteY15-5404" fmla="*/ 1058332 h 2522085"/>
              <a:gd name="connsiteX16-5405" fmla="*/ 2988 w 2473269"/>
              <a:gd name="connsiteY16-5406" fmla="*/ 1033119 h 2522085"/>
              <a:gd name="connsiteX0-5407" fmla="*/ 2988 w 2473269"/>
              <a:gd name="connsiteY0-5408" fmla="*/ 1033119 h 2522085"/>
              <a:gd name="connsiteX1-5409" fmla="*/ 14553 w 2473269"/>
              <a:gd name="connsiteY1-5410" fmla="*/ 990852 h 2522085"/>
              <a:gd name="connsiteX2-5411" fmla="*/ 1201583 w 2473269"/>
              <a:gd name="connsiteY2-5412" fmla="*/ 9117 h 2522085"/>
              <a:gd name="connsiteX3-5413" fmla="*/ 1250106 w 2473269"/>
              <a:gd name="connsiteY3-5414" fmla="*/ 9153 h 2522085"/>
              <a:gd name="connsiteX4-5415" fmla="*/ 2464331 w 2473269"/>
              <a:gd name="connsiteY4-5416" fmla="*/ 1013382 h 2522085"/>
              <a:gd name="connsiteX5-5417" fmla="*/ 2471995 w 2473269"/>
              <a:gd name="connsiteY5-5418" fmla="*/ 1041532 h 2522085"/>
              <a:gd name="connsiteX6-5419" fmla="*/ 2448095 w 2473269"/>
              <a:gd name="connsiteY6-5420" fmla="*/ 1058332 h 2522085"/>
              <a:gd name="connsiteX7-5421" fmla="*/ 1897652 w 2473269"/>
              <a:gd name="connsiteY7-5422" fmla="*/ 1058332 h 2522085"/>
              <a:gd name="connsiteX8-5423" fmla="*/ 1872252 w 2473269"/>
              <a:gd name="connsiteY8-5424" fmla="*/ 1083731 h 2522085"/>
              <a:gd name="connsiteX9-5425" fmla="*/ 1872252 w 2473269"/>
              <a:gd name="connsiteY9-5426" fmla="*/ 2496734 h 2522085"/>
              <a:gd name="connsiteX10-5427" fmla="*/ 1846852 w 2473269"/>
              <a:gd name="connsiteY10-5428" fmla="*/ 2522085 h 2522085"/>
              <a:gd name="connsiteX11-5429" fmla="*/ 604792 w 2473269"/>
              <a:gd name="connsiteY11-5430" fmla="*/ 2522085 h 2522085"/>
              <a:gd name="connsiteX12-5431" fmla="*/ 579392 w 2473269"/>
              <a:gd name="connsiteY12-5432" fmla="*/ 2496685 h 2522085"/>
              <a:gd name="connsiteX13-5433" fmla="*/ 579392 w 2473269"/>
              <a:gd name="connsiteY13-5434" fmla="*/ 1083682 h 2522085"/>
              <a:gd name="connsiteX14-5435" fmla="*/ 553993 w 2473269"/>
              <a:gd name="connsiteY14-5436" fmla="*/ 1058332 h 2522085"/>
              <a:gd name="connsiteX15-5437" fmla="*/ 3549 w 2473269"/>
              <a:gd name="connsiteY15-5438" fmla="*/ 1058332 h 2522085"/>
              <a:gd name="connsiteX16-5439" fmla="*/ 2988 w 2473269"/>
              <a:gd name="connsiteY16-5440" fmla="*/ 1033119 h 2522085"/>
              <a:gd name="connsiteX0-5441" fmla="*/ 2988 w 2472994"/>
              <a:gd name="connsiteY0-5442" fmla="*/ 1033119 h 2522085"/>
              <a:gd name="connsiteX1-5443" fmla="*/ 14553 w 2472994"/>
              <a:gd name="connsiteY1-5444" fmla="*/ 990852 h 2522085"/>
              <a:gd name="connsiteX2-5445" fmla="*/ 1201583 w 2472994"/>
              <a:gd name="connsiteY2-5446" fmla="*/ 9117 h 2522085"/>
              <a:gd name="connsiteX3-5447" fmla="*/ 1250106 w 2472994"/>
              <a:gd name="connsiteY3-5448" fmla="*/ 9153 h 2522085"/>
              <a:gd name="connsiteX4-5449" fmla="*/ 2437136 w 2472994"/>
              <a:gd name="connsiteY4-5450" fmla="*/ 990888 h 2522085"/>
              <a:gd name="connsiteX5-5451" fmla="*/ 2471995 w 2472994"/>
              <a:gd name="connsiteY5-5452" fmla="*/ 1041532 h 2522085"/>
              <a:gd name="connsiteX6-5453" fmla="*/ 2448095 w 2472994"/>
              <a:gd name="connsiteY6-5454" fmla="*/ 1058332 h 2522085"/>
              <a:gd name="connsiteX7-5455" fmla="*/ 1897652 w 2472994"/>
              <a:gd name="connsiteY7-5456" fmla="*/ 1058332 h 2522085"/>
              <a:gd name="connsiteX8-5457" fmla="*/ 1872252 w 2472994"/>
              <a:gd name="connsiteY8-5458" fmla="*/ 1083731 h 2522085"/>
              <a:gd name="connsiteX9-5459" fmla="*/ 1872252 w 2472994"/>
              <a:gd name="connsiteY9-5460" fmla="*/ 2496734 h 2522085"/>
              <a:gd name="connsiteX10-5461" fmla="*/ 1846852 w 2472994"/>
              <a:gd name="connsiteY10-5462" fmla="*/ 2522085 h 2522085"/>
              <a:gd name="connsiteX11-5463" fmla="*/ 604792 w 2472994"/>
              <a:gd name="connsiteY11-5464" fmla="*/ 2522085 h 2522085"/>
              <a:gd name="connsiteX12-5465" fmla="*/ 579392 w 2472994"/>
              <a:gd name="connsiteY12-5466" fmla="*/ 2496685 h 2522085"/>
              <a:gd name="connsiteX13-5467" fmla="*/ 579392 w 2472994"/>
              <a:gd name="connsiteY13-5468" fmla="*/ 1083682 h 2522085"/>
              <a:gd name="connsiteX14-5469" fmla="*/ 553993 w 2472994"/>
              <a:gd name="connsiteY14-5470" fmla="*/ 1058332 h 2522085"/>
              <a:gd name="connsiteX15-5471" fmla="*/ 3549 w 2472994"/>
              <a:gd name="connsiteY15-5472" fmla="*/ 1058332 h 2522085"/>
              <a:gd name="connsiteX16-5473" fmla="*/ 2988 w 2472994"/>
              <a:gd name="connsiteY16-5474" fmla="*/ 1033119 h 2522085"/>
              <a:gd name="connsiteX0-5475" fmla="*/ 2988 w 2472278"/>
              <a:gd name="connsiteY0-5476" fmla="*/ 1033119 h 2522085"/>
              <a:gd name="connsiteX1-5477" fmla="*/ 14553 w 2472278"/>
              <a:gd name="connsiteY1-5478" fmla="*/ 990852 h 2522085"/>
              <a:gd name="connsiteX2-5479" fmla="*/ 1201583 w 2472278"/>
              <a:gd name="connsiteY2-5480" fmla="*/ 9117 h 2522085"/>
              <a:gd name="connsiteX3-5481" fmla="*/ 1250106 w 2472278"/>
              <a:gd name="connsiteY3-5482" fmla="*/ 9153 h 2522085"/>
              <a:gd name="connsiteX4-5483" fmla="*/ 2437136 w 2472278"/>
              <a:gd name="connsiteY4-5484" fmla="*/ 990888 h 2522085"/>
              <a:gd name="connsiteX5-5485" fmla="*/ 2471995 w 2472278"/>
              <a:gd name="connsiteY5-5486" fmla="*/ 1041532 h 2522085"/>
              <a:gd name="connsiteX6-5487" fmla="*/ 2448095 w 2472278"/>
              <a:gd name="connsiteY6-5488" fmla="*/ 1058332 h 2522085"/>
              <a:gd name="connsiteX7-5489" fmla="*/ 1897652 w 2472278"/>
              <a:gd name="connsiteY7-5490" fmla="*/ 1058332 h 2522085"/>
              <a:gd name="connsiteX8-5491" fmla="*/ 1872252 w 2472278"/>
              <a:gd name="connsiteY8-5492" fmla="*/ 1083731 h 2522085"/>
              <a:gd name="connsiteX9-5493" fmla="*/ 1872252 w 2472278"/>
              <a:gd name="connsiteY9-5494" fmla="*/ 2496734 h 2522085"/>
              <a:gd name="connsiteX10-5495" fmla="*/ 1846852 w 2472278"/>
              <a:gd name="connsiteY10-5496" fmla="*/ 2522085 h 2522085"/>
              <a:gd name="connsiteX11-5497" fmla="*/ 604792 w 2472278"/>
              <a:gd name="connsiteY11-5498" fmla="*/ 2522085 h 2522085"/>
              <a:gd name="connsiteX12-5499" fmla="*/ 579392 w 2472278"/>
              <a:gd name="connsiteY12-5500" fmla="*/ 2496685 h 2522085"/>
              <a:gd name="connsiteX13-5501" fmla="*/ 579392 w 2472278"/>
              <a:gd name="connsiteY13-5502" fmla="*/ 1083682 h 2522085"/>
              <a:gd name="connsiteX14-5503" fmla="*/ 553993 w 2472278"/>
              <a:gd name="connsiteY14-5504" fmla="*/ 1058332 h 2522085"/>
              <a:gd name="connsiteX15-5505" fmla="*/ 3549 w 2472278"/>
              <a:gd name="connsiteY15-5506" fmla="*/ 1058332 h 2522085"/>
              <a:gd name="connsiteX16-5507" fmla="*/ 2988 w 2472278"/>
              <a:gd name="connsiteY16-5508" fmla="*/ 1033119 h 2522085"/>
              <a:gd name="connsiteX0-5509" fmla="*/ 2988 w 2471995"/>
              <a:gd name="connsiteY0-5510" fmla="*/ 1033119 h 2522085"/>
              <a:gd name="connsiteX1-5511" fmla="*/ 14553 w 2471995"/>
              <a:gd name="connsiteY1-5512" fmla="*/ 990852 h 2522085"/>
              <a:gd name="connsiteX2-5513" fmla="*/ 1201583 w 2471995"/>
              <a:gd name="connsiteY2-5514" fmla="*/ 9117 h 2522085"/>
              <a:gd name="connsiteX3-5515" fmla="*/ 1250106 w 2471995"/>
              <a:gd name="connsiteY3-5516" fmla="*/ 9153 h 2522085"/>
              <a:gd name="connsiteX4-5517" fmla="*/ 2437136 w 2471995"/>
              <a:gd name="connsiteY4-5518" fmla="*/ 990888 h 2522085"/>
              <a:gd name="connsiteX5-5519" fmla="*/ 2471995 w 2471995"/>
              <a:gd name="connsiteY5-5520" fmla="*/ 1041532 h 2522085"/>
              <a:gd name="connsiteX6-5521" fmla="*/ 2448095 w 2471995"/>
              <a:gd name="connsiteY6-5522" fmla="*/ 1058332 h 2522085"/>
              <a:gd name="connsiteX7-5523" fmla="*/ 1897652 w 2471995"/>
              <a:gd name="connsiteY7-5524" fmla="*/ 1058332 h 2522085"/>
              <a:gd name="connsiteX8-5525" fmla="*/ 1872252 w 2471995"/>
              <a:gd name="connsiteY8-5526" fmla="*/ 1083731 h 2522085"/>
              <a:gd name="connsiteX9-5527" fmla="*/ 1872252 w 2471995"/>
              <a:gd name="connsiteY9-5528" fmla="*/ 2496734 h 2522085"/>
              <a:gd name="connsiteX10-5529" fmla="*/ 1846852 w 2471995"/>
              <a:gd name="connsiteY10-5530" fmla="*/ 2522085 h 2522085"/>
              <a:gd name="connsiteX11-5531" fmla="*/ 604792 w 2471995"/>
              <a:gd name="connsiteY11-5532" fmla="*/ 2522085 h 2522085"/>
              <a:gd name="connsiteX12-5533" fmla="*/ 579392 w 2471995"/>
              <a:gd name="connsiteY12-5534" fmla="*/ 2496685 h 2522085"/>
              <a:gd name="connsiteX13-5535" fmla="*/ 579392 w 2471995"/>
              <a:gd name="connsiteY13-5536" fmla="*/ 1083682 h 2522085"/>
              <a:gd name="connsiteX14-5537" fmla="*/ 553993 w 2471995"/>
              <a:gd name="connsiteY14-5538" fmla="*/ 1058332 h 2522085"/>
              <a:gd name="connsiteX15-5539" fmla="*/ 3549 w 2471995"/>
              <a:gd name="connsiteY15-5540" fmla="*/ 1058332 h 2522085"/>
              <a:gd name="connsiteX16-5541" fmla="*/ 2988 w 2471995"/>
              <a:gd name="connsiteY16-5542" fmla="*/ 1033119 h 2522085"/>
              <a:gd name="connsiteX0-5543" fmla="*/ 2988 w 2459944"/>
              <a:gd name="connsiteY0-5544" fmla="*/ 1033119 h 2522085"/>
              <a:gd name="connsiteX1-5545" fmla="*/ 14553 w 2459944"/>
              <a:gd name="connsiteY1-5546" fmla="*/ 990852 h 2522085"/>
              <a:gd name="connsiteX2-5547" fmla="*/ 1201583 w 2459944"/>
              <a:gd name="connsiteY2-5548" fmla="*/ 9117 h 2522085"/>
              <a:gd name="connsiteX3-5549" fmla="*/ 1250106 w 2459944"/>
              <a:gd name="connsiteY3-5550" fmla="*/ 9153 h 2522085"/>
              <a:gd name="connsiteX4-5551" fmla="*/ 2437136 w 2459944"/>
              <a:gd name="connsiteY4-5552" fmla="*/ 990888 h 2522085"/>
              <a:gd name="connsiteX5-5553" fmla="*/ 2448653 w 2459944"/>
              <a:gd name="connsiteY5-5554" fmla="*/ 1033131 h 2522085"/>
              <a:gd name="connsiteX6-5555" fmla="*/ 2448095 w 2459944"/>
              <a:gd name="connsiteY6-5556" fmla="*/ 1058332 h 2522085"/>
              <a:gd name="connsiteX7-5557" fmla="*/ 1897652 w 2459944"/>
              <a:gd name="connsiteY7-5558" fmla="*/ 1058332 h 2522085"/>
              <a:gd name="connsiteX8-5559" fmla="*/ 1872252 w 2459944"/>
              <a:gd name="connsiteY8-5560" fmla="*/ 1083731 h 2522085"/>
              <a:gd name="connsiteX9-5561" fmla="*/ 1872252 w 2459944"/>
              <a:gd name="connsiteY9-5562" fmla="*/ 2496734 h 2522085"/>
              <a:gd name="connsiteX10-5563" fmla="*/ 1846852 w 2459944"/>
              <a:gd name="connsiteY10-5564" fmla="*/ 2522085 h 2522085"/>
              <a:gd name="connsiteX11-5565" fmla="*/ 604792 w 2459944"/>
              <a:gd name="connsiteY11-5566" fmla="*/ 2522085 h 2522085"/>
              <a:gd name="connsiteX12-5567" fmla="*/ 579392 w 2459944"/>
              <a:gd name="connsiteY12-5568" fmla="*/ 2496685 h 2522085"/>
              <a:gd name="connsiteX13-5569" fmla="*/ 579392 w 2459944"/>
              <a:gd name="connsiteY13-5570" fmla="*/ 1083682 h 2522085"/>
              <a:gd name="connsiteX14-5571" fmla="*/ 553993 w 2459944"/>
              <a:gd name="connsiteY14-5572" fmla="*/ 1058332 h 2522085"/>
              <a:gd name="connsiteX15-5573" fmla="*/ 3549 w 2459944"/>
              <a:gd name="connsiteY15-5574" fmla="*/ 1058332 h 2522085"/>
              <a:gd name="connsiteX16-5575" fmla="*/ 2988 w 2459944"/>
              <a:gd name="connsiteY16-5576" fmla="*/ 1033119 h 2522085"/>
              <a:gd name="connsiteX0-5577" fmla="*/ 2988 w 2451643"/>
              <a:gd name="connsiteY0-5578" fmla="*/ 1033119 h 2522085"/>
              <a:gd name="connsiteX1-5579" fmla="*/ 14553 w 2451643"/>
              <a:gd name="connsiteY1-5580" fmla="*/ 990852 h 2522085"/>
              <a:gd name="connsiteX2-5581" fmla="*/ 1201583 w 2451643"/>
              <a:gd name="connsiteY2-5582" fmla="*/ 9117 h 2522085"/>
              <a:gd name="connsiteX3-5583" fmla="*/ 1250106 w 2451643"/>
              <a:gd name="connsiteY3-5584" fmla="*/ 9153 h 2522085"/>
              <a:gd name="connsiteX4-5585" fmla="*/ 2437136 w 2451643"/>
              <a:gd name="connsiteY4-5586" fmla="*/ 990888 h 2522085"/>
              <a:gd name="connsiteX5-5587" fmla="*/ 2448653 w 2451643"/>
              <a:gd name="connsiteY5-5588" fmla="*/ 1033131 h 2522085"/>
              <a:gd name="connsiteX6-5589" fmla="*/ 2448095 w 2451643"/>
              <a:gd name="connsiteY6-5590" fmla="*/ 1058332 h 2522085"/>
              <a:gd name="connsiteX7-5591" fmla="*/ 1897652 w 2451643"/>
              <a:gd name="connsiteY7-5592" fmla="*/ 1058332 h 2522085"/>
              <a:gd name="connsiteX8-5593" fmla="*/ 1872252 w 2451643"/>
              <a:gd name="connsiteY8-5594" fmla="*/ 1083731 h 2522085"/>
              <a:gd name="connsiteX9-5595" fmla="*/ 1872252 w 2451643"/>
              <a:gd name="connsiteY9-5596" fmla="*/ 2496734 h 2522085"/>
              <a:gd name="connsiteX10-5597" fmla="*/ 1846852 w 2451643"/>
              <a:gd name="connsiteY10-5598" fmla="*/ 2522085 h 2522085"/>
              <a:gd name="connsiteX11-5599" fmla="*/ 604792 w 2451643"/>
              <a:gd name="connsiteY11-5600" fmla="*/ 2522085 h 2522085"/>
              <a:gd name="connsiteX12-5601" fmla="*/ 579392 w 2451643"/>
              <a:gd name="connsiteY12-5602" fmla="*/ 2496685 h 2522085"/>
              <a:gd name="connsiteX13-5603" fmla="*/ 579392 w 2451643"/>
              <a:gd name="connsiteY13-5604" fmla="*/ 1083682 h 2522085"/>
              <a:gd name="connsiteX14-5605" fmla="*/ 553993 w 2451643"/>
              <a:gd name="connsiteY14-5606" fmla="*/ 1058332 h 2522085"/>
              <a:gd name="connsiteX15-5607" fmla="*/ 3549 w 2451643"/>
              <a:gd name="connsiteY15-5608" fmla="*/ 1058332 h 2522085"/>
              <a:gd name="connsiteX16-5609" fmla="*/ 2988 w 2451643"/>
              <a:gd name="connsiteY16-5610" fmla="*/ 1033119 h 2522085"/>
              <a:gd name="connsiteX0-5611" fmla="*/ 2988 w 2450561"/>
              <a:gd name="connsiteY0-5612" fmla="*/ 1033119 h 2522085"/>
              <a:gd name="connsiteX1-5613" fmla="*/ 14553 w 2450561"/>
              <a:gd name="connsiteY1-5614" fmla="*/ 990852 h 2522085"/>
              <a:gd name="connsiteX2-5615" fmla="*/ 1201583 w 2450561"/>
              <a:gd name="connsiteY2-5616" fmla="*/ 9117 h 2522085"/>
              <a:gd name="connsiteX3-5617" fmla="*/ 1250106 w 2450561"/>
              <a:gd name="connsiteY3-5618" fmla="*/ 9153 h 2522085"/>
              <a:gd name="connsiteX4-5619" fmla="*/ 2437136 w 2450561"/>
              <a:gd name="connsiteY4-5620" fmla="*/ 990888 h 2522085"/>
              <a:gd name="connsiteX5-5621" fmla="*/ 2448653 w 2450561"/>
              <a:gd name="connsiteY5-5622" fmla="*/ 1033131 h 2522085"/>
              <a:gd name="connsiteX6-5623" fmla="*/ 2448095 w 2450561"/>
              <a:gd name="connsiteY6-5624" fmla="*/ 1058332 h 2522085"/>
              <a:gd name="connsiteX7-5625" fmla="*/ 1897652 w 2450561"/>
              <a:gd name="connsiteY7-5626" fmla="*/ 1058332 h 2522085"/>
              <a:gd name="connsiteX8-5627" fmla="*/ 1872252 w 2450561"/>
              <a:gd name="connsiteY8-5628" fmla="*/ 1083731 h 2522085"/>
              <a:gd name="connsiteX9-5629" fmla="*/ 1872252 w 2450561"/>
              <a:gd name="connsiteY9-5630" fmla="*/ 2496734 h 2522085"/>
              <a:gd name="connsiteX10-5631" fmla="*/ 1846852 w 2450561"/>
              <a:gd name="connsiteY10-5632" fmla="*/ 2522085 h 2522085"/>
              <a:gd name="connsiteX11-5633" fmla="*/ 604792 w 2450561"/>
              <a:gd name="connsiteY11-5634" fmla="*/ 2522085 h 2522085"/>
              <a:gd name="connsiteX12-5635" fmla="*/ 579392 w 2450561"/>
              <a:gd name="connsiteY12-5636" fmla="*/ 2496685 h 2522085"/>
              <a:gd name="connsiteX13-5637" fmla="*/ 579392 w 2450561"/>
              <a:gd name="connsiteY13-5638" fmla="*/ 1083682 h 2522085"/>
              <a:gd name="connsiteX14-5639" fmla="*/ 553993 w 2450561"/>
              <a:gd name="connsiteY14-5640" fmla="*/ 1058332 h 2522085"/>
              <a:gd name="connsiteX15-5641" fmla="*/ 3549 w 2450561"/>
              <a:gd name="connsiteY15-5642" fmla="*/ 1058332 h 2522085"/>
              <a:gd name="connsiteX16-5643" fmla="*/ 2988 w 2450561"/>
              <a:gd name="connsiteY16-5644" fmla="*/ 1033119 h 2522085"/>
              <a:gd name="connsiteX0-5645" fmla="*/ 2988 w 2450561"/>
              <a:gd name="connsiteY0-5646" fmla="*/ 1033119 h 2522085"/>
              <a:gd name="connsiteX1-5647" fmla="*/ 14553 w 2450561"/>
              <a:gd name="connsiteY1-5648" fmla="*/ 990852 h 2522085"/>
              <a:gd name="connsiteX2-5649" fmla="*/ 1201583 w 2450561"/>
              <a:gd name="connsiteY2-5650" fmla="*/ 9117 h 2522085"/>
              <a:gd name="connsiteX3-5651" fmla="*/ 1250106 w 2450561"/>
              <a:gd name="connsiteY3-5652" fmla="*/ 9153 h 2522085"/>
              <a:gd name="connsiteX4-5653" fmla="*/ 2437136 w 2450561"/>
              <a:gd name="connsiteY4-5654" fmla="*/ 990888 h 2522085"/>
              <a:gd name="connsiteX5-5655" fmla="*/ 2448653 w 2450561"/>
              <a:gd name="connsiteY5-5656" fmla="*/ 1033131 h 2522085"/>
              <a:gd name="connsiteX6-5657" fmla="*/ 2412804 w 2450561"/>
              <a:gd name="connsiteY6-5658" fmla="*/ 1058331 h 2522085"/>
              <a:gd name="connsiteX7-5659" fmla="*/ 1897652 w 2450561"/>
              <a:gd name="connsiteY7-5660" fmla="*/ 1058332 h 2522085"/>
              <a:gd name="connsiteX8-5661" fmla="*/ 1872252 w 2450561"/>
              <a:gd name="connsiteY8-5662" fmla="*/ 1083731 h 2522085"/>
              <a:gd name="connsiteX9-5663" fmla="*/ 1872252 w 2450561"/>
              <a:gd name="connsiteY9-5664" fmla="*/ 2496734 h 2522085"/>
              <a:gd name="connsiteX10-5665" fmla="*/ 1846852 w 2450561"/>
              <a:gd name="connsiteY10-5666" fmla="*/ 2522085 h 2522085"/>
              <a:gd name="connsiteX11-5667" fmla="*/ 604792 w 2450561"/>
              <a:gd name="connsiteY11-5668" fmla="*/ 2522085 h 2522085"/>
              <a:gd name="connsiteX12-5669" fmla="*/ 579392 w 2450561"/>
              <a:gd name="connsiteY12-5670" fmla="*/ 2496685 h 2522085"/>
              <a:gd name="connsiteX13-5671" fmla="*/ 579392 w 2450561"/>
              <a:gd name="connsiteY13-5672" fmla="*/ 1083682 h 2522085"/>
              <a:gd name="connsiteX14-5673" fmla="*/ 553993 w 2450561"/>
              <a:gd name="connsiteY14-5674" fmla="*/ 1058332 h 2522085"/>
              <a:gd name="connsiteX15-5675" fmla="*/ 3549 w 2450561"/>
              <a:gd name="connsiteY15-5676" fmla="*/ 1058332 h 2522085"/>
              <a:gd name="connsiteX16-5677" fmla="*/ 2988 w 2450561"/>
              <a:gd name="connsiteY16-5678" fmla="*/ 1033119 h 2522085"/>
              <a:gd name="connsiteX0-5679" fmla="*/ 2988 w 2450561"/>
              <a:gd name="connsiteY0-5680" fmla="*/ 1033119 h 2522085"/>
              <a:gd name="connsiteX1-5681" fmla="*/ 14553 w 2450561"/>
              <a:gd name="connsiteY1-5682" fmla="*/ 990852 h 2522085"/>
              <a:gd name="connsiteX2-5683" fmla="*/ 1201583 w 2450561"/>
              <a:gd name="connsiteY2-5684" fmla="*/ 9117 h 2522085"/>
              <a:gd name="connsiteX3-5685" fmla="*/ 1250106 w 2450561"/>
              <a:gd name="connsiteY3-5686" fmla="*/ 9153 h 2522085"/>
              <a:gd name="connsiteX4-5687" fmla="*/ 2437136 w 2450561"/>
              <a:gd name="connsiteY4-5688" fmla="*/ 990888 h 2522085"/>
              <a:gd name="connsiteX5-5689" fmla="*/ 2448653 w 2450561"/>
              <a:gd name="connsiteY5-5690" fmla="*/ 1033131 h 2522085"/>
              <a:gd name="connsiteX6-5691" fmla="*/ 2412804 w 2450561"/>
              <a:gd name="connsiteY6-5692" fmla="*/ 1058331 h 2522085"/>
              <a:gd name="connsiteX7-5693" fmla="*/ 1897652 w 2450561"/>
              <a:gd name="connsiteY7-5694" fmla="*/ 1058332 h 2522085"/>
              <a:gd name="connsiteX8-5695" fmla="*/ 1872252 w 2450561"/>
              <a:gd name="connsiteY8-5696" fmla="*/ 1083731 h 2522085"/>
              <a:gd name="connsiteX9-5697" fmla="*/ 1872252 w 2450561"/>
              <a:gd name="connsiteY9-5698" fmla="*/ 2496734 h 2522085"/>
              <a:gd name="connsiteX10-5699" fmla="*/ 1846852 w 2450561"/>
              <a:gd name="connsiteY10-5700" fmla="*/ 2522085 h 2522085"/>
              <a:gd name="connsiteX11-5701" fmla="*/ 604792 w 2450561"/>
              <a:gd name="connsiteY11-5702" fmla="*/ 2522085 h 2522085"/>
              <a:gd name="connsiteX12-5703" fmla="*/ 579392 w 2450561"/>
              <a:gd name="connsiteY12-5704" fmla="*/ 2496685 h 2522085"/>
              <a:gd name="connsiteX13-5705" fmla="*/ 579392 w 2450561"/>
              <a:gd name="connsiteY13-5706" fmla="*/ 1083682 h 2522085"/>
              <a:gd name="connsiteX14-5707" fmla="*/ 553993 w 2450561"/>
              <a:gd name="connsiteY14-5708" fmla="*/ 1058332 h 2522085"/>
              <a:gd name="connsiteX15-5709" fmla="*/ 3549 w 2450561"/>
              <a:gd name="connsiteY15-5710" fmla="*/ 1058332 h 2522085"/>
              <a:gd name="connsiteX16-5711" fmla="*/ 2988 w 2450561"/>
              <a:gd name="connsiteY16-5712" fmla="*/ 1033119 h 2522085"/>
              <a:gd name="connsiteX0-5713" fmla="*/ 2988 w 2450561"/>
              <a:gd name="connsiteY0-5714" fmla="*/ 1033119 h 2522085"/>
              <a:gd name="connsiteX1-5715" fmla="*/ 14553 w 2450561"/>
              <a:gd name="connsiteY1-5716" fmla="*/ 990852 h 2522085"/>
              <a:gd name="connsiteX2-5717" fmla="*/ 1201583 w 2450561"/>
              <a:gd name="connsiteY2-5718" fmla="*/ 9117 h 2522085"/>
              <a:gd name="connsiteX3-5719" fmla="*/ 1250106 w 2450561"/>
              <a:gd name="connsiteY3-5720" fmla="*/ 9153 h 2522085"/>
              <a:gd name="connsiteX4-5721" fmla="*/ 2437136 w 2450561"/>
              <a:gd name="connsiteY4-5722" fmla="*/ 990888 h 2522085"/>
              <a:gd name="connsiteX5-5723" fmla="*/ 2448653 w 2450561"/>
              <a:gd name="connsiteY5-5724" fmla="*/ 1033131 h 2522085"/>
              <a:gd name="connsiteX6-5725" fmla="*/ 2412804 w 2450561"/>
              <a:gd name="connsiteY6-5726" fmla="*/ 1058331 h 2522085"/>
              <a:gd name="connsiteX7-5727" fmla="*/ 1897652 w 2450561"/>
              <a:gd name="connsiteY7-5728" fmla="*/ 1058332 h 2522085"/>
              <a:gd name="connsiteX8-5729" fmla="*/ 1872252 w 2450561"/>
              <a:gd name="connsiteY8-5730" fmla="*/ 1083731 h 2522085"/>
              <a:gd name="connsiteX9-5731" fmla="*/ 1872252 w 2450561"/>
              <a:gd name="connsiteY9-5732" fmla="*/ 2496734 h 2522085"/>
              <a:gd name="connsiteX10-5733" fmla="*/ 1846852 w 2450561"/>
              <a:gd name="connsiteY10-5734" fmla="*/ 2522085 h 2522085"/>
              <a:gd name="connsiteX11-5735" fmla="*/ 604792 w 2450561"/>
              <a:gd name="connsiteY11-5736" fmla="*/ 2522085 h 2522085"/>
              <a:gd name="connsiteX12-5737" fmla="*/ 579392 w 2450561"/>
              <a:gd name="connsiteY12-5738" fmla="*/ 2496685 h 2522085"/>
              <a:gd name="connsiteX13-5739" fmla="*/ 579392 w 2450561"/>
              <a:gd name="connsiteY13-5740" fmla="*/ 1083682 h 2522085"/>
              <a:gd name="connsiteX14-5741" fmla="*/ 553993 w 2450561"/>
              <a:gd name="connsiteY14-5742" fmla="*/ 1058332 h 2522085"/>
              <a:gd name="connsiteX15-5743" fmla="*/ 3549 w 2450561"/>
              <a:gd name="connsiteY15-5744" fmla="*/ 1058332 h 2522085"/>
              <a:gd name="connsiteX16-5745" fmla="*/ 2988 w 2450561"/>
              <a:gd name="connsiteY16-5746" fmla="*/ 1033119 h 2522085"/>
              <a:gd name="connsiteX0-5747" fmla="*/ 2988 w 2450561"/>
              <a:gd name="connsiteY0-5748" fmla="*/ 1033119 h 2522085"/>
              <a:gd name="connsiteX1-5749" fmla="*/ 14553 w 2450561"/>
              <a:gd name="connsiteY1-5750" fmla="*/ 990852 h 2522085"/>
              <a:gd name="connsiteX2-5751" fmla="*/ 1201583 w 2450561"/>
              <a:gd name="connsiteY2-5752" fmla="*/ 9117 h 2522085"/>
              <a:gd name="connsiteX3-5753" fmla="*/ 1250106 w 2450561"/>
              <a:gd name="connsiteY3-5754" fmla="*/ 9153 h 2522085"/>
              <a:gd name="connsiteX4-5755" fmla="*/ 2437136 w 2450561"/>
              <a:gd name="connsiteY4-5756" fmla="*/ 990888 h 2522085"/>
              <a:gd name="connsiteX5-5757" fmla="*/ 2448653 w 2450561"/>
              <a:gd name="connsiteY5-5758" fmla="*/ 1033131 h 2522085"/>
              <a:gd name="connsiteX6-5759" fmla="*/ 2412804 w 2450561"/>
              <a:gd name="connsiteY6-5760" fmla="*/ 1058331 h 2522085"/>
              <a:gd name="connsiteX7-5761" fmla="*/ 1910353 w 2450561"/>
              <a:gd name="connsiteY7-5762" fmla="*/ 1058331 h 2522085"/>
              <a:gd name="connsiteX8-5763" fmla="*/ 1872252 w 2450561"/>
              <a:gd name="connsiteY8-5764" fmla="*/ 1083731 h 2522085"/>
              <a:gd name="connsiteX9-5765" fmla="*/ 1872252 w 2450561"/>
              <a:gd name="connsiteY9-5766" fmla="*/ 2496734 h 2522085"/>
              <a:gd name="connsiteX10-5767" fmla="*/ 1846852 w 2450561"/>
              <a:gd name="connsiteY10-5768" fmla="*/ 2522085 h 2522085"/>
              <a:gd name="connsiteX11-5769" fmla="*/ 604792 w 2450561"/>
              <a:gd name="connsiteY11-5770" fmla="*/ 2522085 h 2522085"/>
              <a:gd name="connsiteX12-5771" fmla="*/ 579392 w 2450561"/>
              <a:gd name="connsiteY12-5772" fmla="*/ 2496685 h 2522085"/>
              <a:gd name="connsiteX13-5773" fmla="*/ 579392 w 2450561"/>
              <a:gd name="connsiteY13-5774" fmla="*/ 1083682 h 2522085"/>
              <a:gd name="connsiteX14-5775" fmla="*/ 553993 w 2450561"/>
              <a:gd name="connsiteY14-5776" fmla="*/ 1058332 h 2522085"/>
              <a:gd name="connsiteX15-5777" fmla="*/ 3549 w 2450561"/>
              <a:gd name="connsiteY15-5778" fmla="*/ 1058332 h 2522085"/>
              <a:gd name="connsiteX16-5779" fmla="*/ 2988 w 2450561"/>
              <a:gd name="connsiteY16-5780" fmla="*/ 1033119 h 2522085"/>
              <a:gd name="connsiteX0-5781" fmla="*/ 2988 w 2450561"/>
              <a:gd name="connsiteY0-5782" fmla="*/ 1033119 h 2522085"/>
              <a:gd name="connsiteX1-5783" fmla="*/ 14553 w 2450561"/>
              <a:gd name="connsiteY1-5784" fmla="*/ 990852 h 2522085"/>
              <a:gd name="connsiteX2-5785" fmla="*/ 1201583 w 2450561"/>
              <a:gd name="connsiteY2-5786" fmla="*/ 9117 h 2522085"/>
              <a:gd name="connsiteX3-5787" fmla="*/ 1250106 w 2450561"/>
              <a:gd name="connsiteY3-5788" fmla="*/ 9153 h 2522085"/>
              <a:gd name="connsiteX4-5789" fmla="*/ 2437136 w 2450561"/>
              <a:gd name="connsiteY4-5790" fmla="*/ 990888 h 2522085"/>
              <a:gd name="connsiteX5-5791" fmla="*/ 2448653 w 2450561"/>
              <a:gd name="connsiteY5-5792" fmla="*/ 1033131 h 2522085"/>
              <a:gd name="connsiteX6-5793" fmla="*/ 2412804 w 2450561"/>
              <a:gd name="connsiteY6-5794" fmla="*/ 1058331 h 2522085"/>
              <a:gd name="connsiteX7-5795" fmla="*/ 1910353 w 2450561"/>
              <a:gd name="connsiteY7-5796" fmla="*/ 1058331 h 2522085"/>
              <a:gd name="connsiteX8-5797" fmla="*/ 1872252 w 2450561"/>
              <a:gd name="connsiteY8-5798" fmla="*/ 1083731 h 2522085"/>
              <a:gd name="connsiteX9-5799" fmla="*/ 1872252 w 2450561"/>
              <a:gd name="connsiteY9-5800" fmla="*/ 2496734 h 2522085"/>
              <a:gd name="connsiteX10-5801" fmla="*/ 1846852 w 2450561"/>
              <a:gd name="connsiteY10-5802" fmla="*/ 2522085 h 2522085"/>
              <a:gd name="connsiteX11-5803" fmla="*/ 604792 w 2450561"/>
              <a:gd name="connsiteY11-5804" fmla="*/ 2522085 h 2522085"/>
              <a:gd name="connsiteX12-5805" fmla="*/ 579392 w 2450561"/>
              <a:gd name="connsiteY12-5806" fmla="*/ 2496685 h 2522085"/>
              <a:gd name="connsiteX13-5807" fmla="*/ 579392 w 2450561"/>
              <a:gd name="connsiteY13-5808" fmla="*/ 1083682 h 2522085"/>
              <a:gd name="connsiteX14-5809" fmla="*/ 553993 w 2450561"/>
              <a:gd name="connsiteY14-5810" fmla="*/ 1058332 h 2522085"/>
              <a:gd name="connsiteX15-5811" fmla="*/ 3549 w 2450561"/>
              <a:gd name="connsiteY15-5812" fmla="*/ 1058332 h 2522085"/>
              <a:gd name="connsiteX16-5813" fmla="*/ 2988 w 2450561"/>
              <a:gd name="connsiteY16-5814" fmla="*/ 1033119 h 2522085"/>
              <a:gd name="connsiteX0-5815" fmla="*/ 2988 w 2450561"/>
              <a:gd name="connsiteY0-5816" fmla="*/ 1033119 h 2522085"/>
              <a:gd name="connsiteX1-5817" fmla="*/ 14553 w 2450561"/>
              <a:gd name="connsiteY1-5818" fmla="*/ 990852 h 2522085"/>
              <a:gd name="connsiteX2-5819" fmla="*/ 1201583 w 2450561"/>
              <a:gd name="connsiteY2-5820" fmla="*/ 9117 h 2522085"/>
              <a:gd name="connsiteX3-5821" fmla="*/ 1250106 w 2450561"/>
              <a:gd name="connsiteY3-5822" fmla="*/ 9153 h 2522085"/>
              <a:gd name="connsiteX4-5823" fmla="*/ 2437136 w 2450561"/>
              <a:gd name="connsiteY4-5824" fmla="*/ 990888 h 2522085"/>
              <a:gd name="connsiteX5-5825" fmla="*/ 2448653 w 2450561"/>
              <a:gd name="connsiteY5-5826" fmla="*/ 1033131 h 2522085"/>
              <a:gd name="connsiteX6-5827" fmla="*/ 2412804 w 2450561"/>
              <a:gd name="connsiteY6-5828" fmla="*/ 1058331 h 2522085"/>
              <a:gd name="connsiteX7-5829" fmla="*/ 1910353 w 2450561"/>
              <a:gd name="connsiteY7-5830" fmla="*/ 1058331 h 2522085"/>
              <a:gd name="connsiteX8-5831" fmla="*/ 1872252 w 2450561"/>
              <a:gd name="connsiteY8-5832" fmla="*/ 1083731 h 2522085"/>
              <a:gd name="connsiteX9-5833" fmla="*/ 1872252 w 2450561"/>
              <a:gd name="connsiteY9-5834" fmla="*/ 2496734 h 2522085"/>
              <a:gd name="connsiteX10-5835" fmla="*/ 1846852 w 2450561"/>
              <a:gd name="connsiteY10-5836" fmla="*/ 2522085 h 2522085"/>
              <a:gd name="connsiteX11-5837" fmla="*/ 604792 w 2450561"/>
              <a:gd name="connsiteY11-5838" fmla="*/ 2522085 h 2522085"/>
              <a:gd name="connsiteX12-5839" fmla="*/ 579392 w 2450561"/>
              <a:gd name="connsiteY12-5840" fmla="*/ 2496685 h 2522085"/>
              <a:gd name="connsiteX13-5841" fmla="*/ 579392 w 2450561"/>
              <a:gd name="connsiteY13-5842" fmla="*/ 1083682 h 2522085"/>
              <a:gd name="connsiteX14-5843" fmla="*/ 553993 w 2450561"/>
              <a:gd name="connsiteY14-5844" fmla="*/ 1058332 h 2522085"/>
              <a:gd name="connsiteX15-5845" fmla="*/ 3549 w 2450561"/>
              <a:gd name="connsiteY15-5846" fmla="*/ 1058332 h 2522085"/>
              <a:gd name="connsiteX16-5847" fmla="*/ 2988 w 2450561"/>
              <a:gd name="connsiteY16-5848" fmla="*/ 1033119 h 2522085"/>
              <a:gd name="connsiteX0-5849" fmla="*/ 2988 w 2450561"/>
              <a:gd name="connsiteY0-5850" fmla="*/ 1033119 h 2522085"/>
              <a:gd name="connsiteX1-5851" fmla="*/ 14553 w 2450561"/>
              <a:gd name="connsiteY1-5852" fmla="*/ 990852 h 2522085"/>
              <a:gd name="connsiteX2-5853" fmla="*/ 1201583 w 2450561"/>
              <a:gd name="connsiteY2-5854" fmla="*/ 9117 h 2522085"/>
              <a:gd name="connsiteX3-5855" fmla="*/ 1250106 w 2450561"/>
              <a:gd name="connsiteY3-5856" fmla="*/ 9153 h 2522085"/>
              <a:gd name="connsiteX4-5857" fmla="*/ 2437136 w 2450561"/>
              <a:gd name="connsiteY4-5858" fmla="*/ 990888 h 2522085"/>
              <a:gd name="connsiteX5-5859" fmla="*/ 2448653 w 2450561"/>
              <a:gd name="connsiteY5-5860" fmla="*/ 1033131 h 2522085"/>
              <a:gd name="connsiteX6-5861" fmla="*/ 2412804 w 2450561"/>
              <a:gd name="connsiteY6-5862" fmla="*/ 1058331 h 2522085"/>
              <a:gd name="connsiteX7-5863" fmla="*/ 1910353 w 2450561"/>
              <a:gd name="connsiteY7-5864" fmla="*/ 1058331 h 2522085"/>
              <a:gd name="connsiteX8-5865" fmla="*/ 1872254 w 2450561"/>
              <a:gd name="connsiteY8-5866" fmla="*/ 1096430 h 2522085"/>
              <a:gd name="connsiteX9-5867" fmla="*/ 1872252 w 2450561"/>
              <a:gd name="connsiteY9-5868" fmla="*/ 2496734 h 2522085"/>
              <a:gd name="connsiteX10-5869" fmla="*/ 1846852 w 2450561"/>
              <a:gd name="connsiteY10-5870" fmla="*/ 2522085 h 2522085"/>
              <a:gd name="connsiteX11-5871" fmla="*/ 604792 w 2450561"/>
              <a:gd name="connsiteY11-5872" fmla="*/ 2522085 h 2522085"/>
              <a:gd name="connsiteX12-5873" fmla="*/ 579392 w 2450561"/>
              <a:gd name="connsiteY12-5874" fmla="*/ 2496685 h 2522085"/>
              <a:gd name="connsiteX13-5875" fmla="*/ 579392 w 2450561"/>
              <a:gd name="connsiteY13-5876" fmla="*/ 1083682 h 2522085"/>
              <a:gd name="connsiteX14-5877" fmla="*/ 553993 w 2450561"/>
              <a:gd name="connsiteY14-5878" fmla="*/ 1058332 h 2522085"/>
              <a:gd name="connsiteX15-5879" fmla="*/ 3549 w 2450561"/>
              <a:gd name="connsiteY15-5880" fmla="*/ 1058332 h 2522085"/>
              <a:gd name="connsiteX16-5881" fmla="*/ 2988 w 2450561"/>
              <a:gd name="connsiteY16-5882" fmla="*/ 1033119 h 2522085"/>
              <a:gd name="connsiteX0-5883" fmla="*/ 2988 w 2450561"/>
              <a:gd name="connsiteY0-5884" fmla="*/ 1033119 h 2522085"/>
              <a:gd name="connsiteX1-5885" fmla="*/ 14553 w 2450561"/>
              <a:gd name="connsiteY1-5886" fmla="*/ 990852 h 2522085"/>
              <a:gd name="connsiteX2-5887" fmla="*/ 1201583 w 2450561"/>
              <a:gd name="connsiteY2-5888" fmla="*/ 9117 h 2522085"/>
              <a:gd name="connsiteX3-5889" fmla="*/ 1250106 w 2450561"/>
              <a:gd name="connsiteY3-5890" fmla="*/ 9153 h 2522085"/>
              <a:gd name="connsiteX4-5891" fmla="*/ 2437136 w 2450561"/>
              <a:gd name="connsiteY4-5892" fmla="*/ 990888 h 2522085"/>
              <a:gd name="connsiteX5-5893" fmla="*/ 2448653 w 2450561"/>
              <a:gd name="connsiteY5-5894" fmla="*/ 1033131 h 2522085"/>
              <a:gd name="connsiteX6-5895" fmla="*/ 2412804 w 2450561"/>
              <a:gd name="connsiteY6-5896" fmla="*/ 1058331 h 2522085"/>
              <a:gd name="connsiteX7-5897" fmla="*/ 1910353 w 2450561"/>
              <a:gd name="connsiteY7-5898" fmla="*/ 1058331 h 2522085"/>
              <a:gd name="connsiteX8-5899" fmla="*/ 1872254 w 2450561"/>
              <a:gd name="connsiteY8-5900" fmla="*/ 1096430 h 2522085"/>
              <a:gd name="connsiteX9-5901" fmla="*/ 1872252 w 2450561"/>
              <a:gd name="connsiteY9-5902" fmla="*/ 2496734 h 2522085"/>
              <a:gd name="connsiteX10-5903" fmla="*/ 1846852 w 2450561"/>
              <a:gd name="connsiteY10-5904" fmla="*/ 2522085 h 2522085"/>
              <a:gd name="connsiteX11-5905" fmla="*/ 604792 w 2450561"/>
              <a:gd name="connsiteY11-5906" fmla="*/ 2522085 h 2522085"/>
              <a:gd name="connsiteX12-5907" fmla="*/ 579392 w 2450561"/>
              <a:gd name="connsiteY12-5908" fmla="*/ 2496685 h 2522085"/>
              <a:gd name="connsiteX13-5909" fmla="*/ 579392 w 2450561"/>
              <a:gd name="connsiteY13-5910" fmla="*/ 1083682 h 2522085"/>
              <a:gd name="connsiteX14-5911" fmla="*/ 553993 w 2450561"/>
              <a:gd name="connsiteY14-5912" fmla="*/ 1058332 h 2522085"/>
              <a:gd name="connsiteX15-5913" fmla="*/ 3549 w 2450561"/>
              <a:gd name="connsiteY15-5914" fmla="*/ 1058332 h 2522085"/>
              <a:gd name="connsiteX16-5915" fmla="*/ 2988 w 2450561"/>
              <a:gd name="connsiteY16-5916" fmla="*/ 1033119 h 2522085"/>
              <a:gd name="connsiteX0-5917" fmla="*/ 2988 w 2450561"/>
              <a:gd name="connsiteY0-5918" fmla="*/ 1033119 h 2522085"/>
              <a:gd name="connsiteX1-5919" fmla="*/ 14553 w 2450561"/>
              <a:gd name="connsiteY1-5920" fmla="*/ 990852 h 2522085"/>
              <a:gd name="connsiteX2-5921" fmla="*/ 1201583 w 2450561"/>
              <a:gd name="connsiteY2-5922" fmla="*/ 9117 h 2522085"/>
              <a:gd name="connsiteX3-5923" fmla="*/ 1250106 w 2450561"/>
              <a:gd name="connsiteY3-5924" fmla="*/ 9153 h 2522085"/>
              <a:gd name="connsiteX4-5925" fmla="*/ 2437136 w 2450561"/>
              <a:gd name="connsiteY4-5926" fmla="*/ 990888 h 2522085"/>
              <a:gd name="connsiteX5-5927" fmla="*/ 2448653 w 2450561"/>
              <a:gd name="connsiteY5-5928" fmla="*/ 1033131 h 2522085"/>
              <a:gd name="connsiteX6-5929" fmla="*/ 2412804 w 2450561"/>
              <a:gd name="connsiteY6-5930" fmla="*/ 1058331 h 2522085"/>
              <a:gd name="connsiteX7-5931" fmla="*/ 1910353 w 2450561"/>
              <a:gd name="connsiteY7-5932" fmla="*/ 1058331 h 2522085"/>
              <a:gd name="connsiteX8-5933" fmla="*/ 1872254 w 2450561"/>
              <a:gd name="connsiteY8-5934" fmla="*/ 1096430 h 2522085"/>
              <a:gd name="connsiteX9-5935" fmla="*/ 1872252 w 2450561"/>
              <a:gd name="connsiteY9-5936" fmla="*/ 2496734 h 2522085"/>
              <a:gd name="connsiteX10-5937" fmla="*/ 1846852 w 2450561"/>
              <a:gd name="connsiteY10-5938" fmla="*/ 2522085 h 2522085"/>
              <a:gd name="connsiteX11-5939" fmla="*/ 604792 w 2450561"/>
              <a:gd name="connsiteY11-5940" fmla="*/ 2522085 h 2522085"/>
              <a:gd name="connsiteX12-5941" fmla="*/ 579392 w 2450561"/>
              <a:gd name="connsiteY12-5942" fmla="*/ 2496685 h 2522085"/>
              <a:gd name="connsiteX13-5943" fmla="*/ 579392 w 2450561"/>
              <a:gd name="connsiteY13-5944" fmla="*/ 1083682 h 2522085"/>
              <a:gd name="connsiteX14-5945" fmla="*/ 553993 w 2450561"/>
              <a:gd name="connsiteY14-5946" fmla="*/ 1058332 h 2522085"/>
              <a:gd name="connsiteX15-5947" fmla="*/ 3549 w 2450561"/>
              <a:gd name="connsiteY15-5948" fmla="*/ 1058332 h 2522085"/>
              <a:gd name="connsiteX16-5949" fmla="*/ 2988 w 2450561"/>
              <a:gd name="connsiteY16-5950" fmla="*/ 1033119 h 2522085"/>
              <a:gd name="connsiteX0-5951" fmla="*/ 2988 w 2450561"/>
              <a:gd name="connsiteY0-5952" fmla="*/ 1033119 h 2522085"/>
              <a:gd name="connsiteX1-5953" fmla="*/ 14553 w 2450561"/>
              <a:gd name="connsiteY1-5954" fmla="*/ 990852 h 2522085"/>
              <a:gd name="connsiteX2-5955" fmla="*/ 1201583 w 2450561"/>
              <a:gd name="connsiteY2-5956" fmla="*/ 9117 h 2522085"/>
              <a:gd name="connsiteX3-5957" fmla="*/ 1250106 w 2450561"/>
              <a:gd name="connsiteY3-5958" fmla="*/ 9153 h 2522085"/>
              <a:gd name="connsiteX4-5959" fmla="*/ 2437136 w 2450561"/>
              <a:gd name="connsiteY4-5960" fmla="*/ 990888 h 2522085"/>
              <a:gd name="connsiteX5-5961" fmla="*/ 2448653 w 2450561"/>
              <a:gd name="connsiteY5-5962" fmla="*/ 1033131 h 2522085"/>
              <a:gd name="connsiteX6-5963" fmla="*/ 2412804 w 2450561"/>
              <a:gd name="connsiteY6-5964" fmla="*/ 1058331 h 2522085"/>
              <a:gd name="connsiteX7-5965" fmla="*/ 1910353 w 2450561"/>
              <a:gd name="connsiteY7-5966" fmla="*/ 1058331 h 2522085"/>
              <a:gd name="connsiteX8-5967" fmla="*/ 1872254 w 2450561"/>
              <a:gd name="connsiteY8-5968" fmla="*/ 1096430 h 2522085"/>
              <a:gd name="connsiteX9-5969" fmla="*/ 1872254 w 2450561"/>
              <a:gd name="connsiteY9-5970" fmla="*/ 2484033 h 2522085"/>
              <a:gd name="connsiteX10-5971" fmla="*/ 1846852 w 2450561"/>
              <a:gd name="connsiteY10-5972" fmla="*/ 2522085 h 2522085"/>
              <a:gd name="connsiteX11-5973" fmla="*/ 604792 w 2450561"/>
              <a:gd name="connsiteY11-5974" fmla="*/ 2522085 h 2522085"/>
              <a:gd name="connsiteX12-5975" fmla="*/ 579392 w 2450561"/>
              <a:gd name="connsiteY12-5976" fmla="*/ 2496685 h 2522085"/>
              <a:gd name="connsiteX13-5977" fmla="*/ 579392 w 2450561"/>
              <a:gd name="connsiteY13-5978" fmla="*/ 1083682 h 2522085"/>
              <a:gd name="connsiteX14-5979" fmla="*/ 553993 w 2450561"/>
              <a:gd name="connsiteY14-5980" fmla="*/ 1058332 h 2522085"/>
              <a:gd name="connsiteX15-5981" fmla="*/ 3549 w 2450561"/>
              <a:gd name="connsiteY15-5982" fmla="*/ 1058332 h 2522085"/>
              <a:gd name="connsiteX16-5983" fmla="*/ 2988 w 2450561"/>
              <a:gd name="connsiteY16-5984" fmla="*/ 1033119 h 2522085"/>
              <a:gd name="connsiteX0-5985" fmla="*/ 2988 w 2450561"/>
              <a:gd name="connsiteY0-5986" fmla="*/ 1033119 h 2522085"/>
              <a:gd name="connsiteX1-5987" fmla="*/ 14553 w 2450561"/>
              <a:gd name="connsiteY1-5988" fmla="*/ 990852 h 2522085"/>
              <a:gd name="connsiteX2-5989" fmla="*/ 1201583 w 2450561"/>
              <a:gd name="connsiteY2-5990" fmla="*/ 9117 h 2522085"/>
              <a:gd name="connsiteX3-5991" fmla="*/ 1250106 w 2450561"/>
              <a:gd name="connsiteY3-5992" fmla="*/ 9153 h 2522085"/>
              <a:gd name="connsiteX4-5993" fmla="*/ 2437136 w 2450561"/>
              <a:gd name="connsiteY4-5994" fmla="*/ 990888 h 2522085"/>
              <a:gd name="connsiteX5-5995" fmla="*/ 2448653 w 2450561"/>
              <a:gd name="connsiteY5-5996" fmla="*/ 1033131 h 2522085"/>
              <a:gd name="connsiteX6-5997" fmla="*/ 2412804 w 2450561"/>
              <a:gd name="connsiteY6-5998" fmla="*/ 1058331 h 2522085"/>
              <a:gd name="connsiteX7-5999" fmla="*/ 1910353 w 2450561"/>
              <a:gd name="connsiteY7-6000" fmla="*/ 1058331 h 2522085"/>
              <a:gd name="connsiteX8-6001" fmla="*/ 1872254 w 2450561"/>
              <a:gd name="connsiteY8-6002" fmla="*/ 1096430 h 2522085"/>
              <a:gd name="connsiteX9-6003" fmla="*/ 1872254 w 2450561"/>
              <a:gd name="connsiteY9-6004" fmla="*/ 2484033 h 2522085"/>
              <a:gd name="connsiteX10-6005" fmla="*/ 1846852 w 2450561"/>
              <a:gd name="connsiteY10-6006" fmla="*/ 2522085 h 2522085"/>
              <a:gd name="connsiteX11-6007" fmla="*/ 604792 w 2450561"/>
              <a:gd name="connsiteY11-6008" fmla="*/ 2522085 h 2522085"/>
              <a:gd name="connsiteX12-6009" fmla="*/ 579392 w 2450561"/>
              <a:gd name="connsiteY12-6010" fmla="*/ 2496685 h 2522085"/>
              <a:gd name="connsiteX13-6011" fmla="*/ 579392 w 2450561"/>
              <a:gd name="connsiteY13-6012" fmla="*/ 1083682 h 2522085"/>
              <a:gd name="connsiteX14-6013" fmla="*/ 553993 w 2450561"/>
              <a:gd name="connsiteY14-6014" fmla="*/ 1058332 h 2522085"/>
              <a:gd name="connsiteX15-6015" fmla="*/ 3549 w 2450561"/>
              <a:gd name="connsiteY15-6016" fmla="*/ 1058332 h 2522085"/>
              <a:gd name="connsiteX16-6017" fmla="*/ 2988 w 2450561"/>
              <a:gd name="connsiteY16-6018" fmla="*/ 1033119 h 2522085"/>
              <a:gd name="connsiteX0-6019" fmla="*/ 2988 w 2450561"/>
              <a:gd name="connsiteY0-6020" fmla="*/ 1033119 h 2522085"/>
              <a:gd name="connsiteX1-6021" fmla="*/ 14553 w 2450561"/>
              <a:gd name="connsiteY1-6022" fmla="*/ 990852 h 2522085"/>
              <a:gd name="connsiteX2-6023" fmla="*/ 1201583 w 2450561"/>
              <a:gd name="connsiteY2-6024" fmla="*/ 9117 h 2522085"/>
              <a:gd name="connsiteX3-6025" fmla="*/ 1250106 w 2450561"/>
              <a:gd name="connsiteY3-6026" fmla="*/ 9153 h 2522085"/>
              <a:gd name="connsiteX4-6027" fmla="*/ 2437136 w 2450561"/>
              <a:gd name="connsiteY4-6028" fmla="*/ 990888 h 2522085"/>
              <a:gd name="connsiteX5-6029" fmla="*/ 2448653 w 2450561"/>
              <a:gd name="connsiteY5-6030" fmla="*/ 1033131 h 2522085"/>
              <a:gd name="connsiteX6-6031" fmla="*/ 2412804 w 2450561"/>
              <a:gd name="connsiteY6-6032" fmla="*/ 1058331 h 2522085"/>
              <a:gd name="connsiteX7-6033" fmla="*/ 1910353 w 2450561"/>
              <a:gd name="connsiteY7-6034" fmla="*/ 1058331 h 2522085"/>
              <a:gd name="connsiteX8-6035" fmla="*/ 1872254 w 2450561"/>
              <a:gd name="connsiteY8-6036" fmla="*/ 1096430 h 2522085"/>
              <a:gd name="connsiteX9-6037" fmla="*/ 1872254 w 2450561"/>
              <a:gd name="connsiteY9-6038" fmla="*/ 2484033 h 2522085"/>
              <a:gd name="connsiteX10-6039" fmla="*/ 1846852 w 2450561"/>
              <a:gd name="connsiteY10-6040" fmla="*/ 2522085 h 2522085"/>
              <a:gd name="connsiteX11-6041" fmla="*/ 604792 w 2450561"/>
              <a:gd name="connsiteY11-6042" fmla="*/ 2522085 h 2522085"/>
              <a:gd name="connsiteX12-6043" fmla="*/ 579392 w 2450561"/>
              <a:gd name="connsiteY12-6044" fmla="*/ 2496685 h 2522085"/>
              <a:gd name="connsiteX13-6045" fmla="*/ 579392 w 2450561"/>
              <a:gd name="connsiteY13-6046" fmla="*/ 1083682 h 2522085"/>
              <a:gd name="connsiteX14-6047" fmla="*/ 553993 w 2450561"/>
              <a:gd name="connsiteY14-6048" fmla="*/ 1058332 h 2522085"/>
              <a:gd name="connsiteX15-6049" fmla="*/ 3549 w 2450561"/>
              <a:gd name="connsiteY15-6050" fmla="*/ 1058332 h 2522085"/>
              <a:gd name="connsiteX16-6051" fmla="*/ 2988 w 2450561"/>
              <a:gd name="connsiteY16-6052" fmla="*/ 1033119 h 2522085"/>
              <a:gd name="connsiteX0-6053" fmla="*/ 2988 w 2450561"/>
              <a:gd name="connsiteY0-6054" fmla="*/ 1033119 h 2522085"/>
              <a:gd name="connsiteX1-6055" fmla="*/ 14553 w 2450561"/>
              <a:gd name="connsiteY1-6056" fmla="*/ 990852 h 2522085"/>
              <a:gd name="connsiteX2-6057" fmla="*/ 1201583 w 2450561"/>
              <a:gd name="connsiteY2-6058" fmla="*/ 9117 h 2522085"/>
              <a:gd name="connsiteX3-6059" fmla="*/ 1250106 w 2450561"/>
              <a:gd name="connsiteY3-6060" fmla="*/ 9153 h 2522085"/>
              <a:gd name="connsiteX4-6061" fmla="*/ 2437136 w 2450561"/>
              <a:gd name="connsiteY4-6062" fmla="*/ 990888 h 2522085"/>
              <a:gd name="connsiteX5-6063" fmla="*/ 2448653 w 2450561"/>
              <a:gd name="connsiteY5-6064" fmla="*/ 1033131 h 2522085"/>
              <a:gd name="connsiteX6-6065" fmla="*/ 2412804 w 2450561"/>
              <a:gd name="connsiteY6-6066" fmla="*/ 1058331 h 2522085"/>
              <a:gd name="connsiteX7-6067" fmla="*/ 1910353 w 2450561"/>
              <a:gd name="connsiteY7-6068" fmla="*/ 1058331 h 2522085"/>
              <a:gd name="connsiteX8-6069" fmla="*/ 1872254 w 2450561"/>
              <a:gd name="connsiteY8-6070" fmla="*/ 1096430 h 2522085"/>
              <a:gd name="connsiteX9-6071" fmla="*/ 1872254 w 2450561"/>
              <a:gd name="connsiteY9-6072" fmla="*/ 2484033 h 2522085"/>
              <a:gd name="connsiteX10-6073" fmla="*/ 1834154 w 2450561"/>
              <a:gd name="connsiteY10-6074" fmla="*/ 2522084 h 2522085"/>
              <a:gd name="connsiteX11-6075" fmla="*/ 604792 w 2450561"/>
              <a:gd name="connsiteY11-6076" fmla="*/ 2522085 h 2522085"/>
              <a:gd name="connsiteX12-6077" fmla="*/ 579392 w 2450561"/>
              <a:gd name="connsiteY12-6078" fmla="*/ 2496685 h 2522085"/>
              <a:gd name="connsiteX13-6079" fmla="*/ 579392 w 2450561"/>
              <a:gd name="connsiteY13-6080" fmla="*/ 1083682 h 2522085"/>
              <a:gd name="connsiteX14-6081" fmla="*/ 553993 w 2450561"/>
              <a:gd name="connsiteY14-6082" fmla="*/ 1058332 h 2522085"/>
              <a:gd name="connsiteX15-6083" fmla="*/ 3549 w 2450561"/>
              <a:gd name="connsiteY15-6084" fmla="*/ 1058332 h 2522085"/>
              <a:gd name="connsiteX16-6085" fmla="*/ 2988 w 2450561"/>
              <a:gd name="connsiteY16-6086" fmla="*/ 1033119 h 2522085"/>
              <a:gd name="connsiteX0-6087" fmla="*/ 2988 w 2450561"/>
              <a:gd name="connsiteY0-6088" fmla="*/ 1033119 h 2522085"/>
              <a:gd name="connsiteX1-6089" fmla="*/ 14553 w 2450561"/>
              <a:gd name="connsiteY1-6090" fmla="*/ 990852 h 2522085"/>
              <a:gd name="connsiteX2-6091" fmla="*/ 1201583 w 2450561"/>
              <a:gd name="connsiteY2-6092" fmla="*/ 9117 h 2522085"/>
              <a:gd name="connsiteX3-6093" fmla="*/ 1250106 w 2450561"/>
              <a:gd name="connsiteY3-6094" fmla="*/ 9153 h 2522085"/>
              <a:gd name="connsiteX4-6095" fmla="*/ 2437136 w 2450561"/>
              <a:gd name="connsiteY4-6096" fmla="*/ 990888 h 2522085"/>
              <a:gd name="connsiteX5-6097" fmla="*/ 2448653 w 2450561"/>
              <a:gd name="connsiteY5-6098" fmla="*/ 1033131 h 2522085"/>
              <a:gd name="connsiteX6-6099" fmla="*/ 2412804 w 2450561"/>
              <a:gd name="connsiteY6-6100" fmla="*/ 1058331 h 2522085"/>
              <a:gd name="connsiteX7-6101" fmla="*/ 1910353 w 2450561"/>
              <a:gd name="connsiteY7-6102" fmla="*/ 1058331 h 2522085"/>
              <a:gd name="connsiteX8-6103" fmla="*/ 1872254 w 2450561"/>
              <a:gd name="connsiteY8-6104" fmla="*/ 1096430 h 2522085"/>
              <a:gd name="connsiteX9-6105" fmla="*/ 1872254 w 2450561"/>
              <a:gd name="connsiteY9-6106" fmla="*/ 2484033 h 2522085"/>
              <a:gd name="connsiteX10-6107" fmla="*/ 1834154 w 2450561"/>
              <a:gd name="connsiteY10-6108" fmla="*/ 2522084 h 2522085"/>
              <a:gd name="connsiteX11-6109" fmla="*/ 604792 w 2450561"/>
              <a:gd name="connsiteY11-6110" fmla="*/ 2522085 h 2522085"/>
              <a:gd name="connsiteX12-6111" fmla="*/ 579392 w 2450561"/>
              <a:gd name="connsiteY12-6112" fmla="*/ 2496685 h 2522085"/>
              <a:gd name="connsiteX13-6113" fmla="*/ 579392 w 2450561"/>
              <a:gd name="connsiteY13-6114" fmla="*/ 1083682 h 2522085"/>
              <a:gd name="connsiteX14-6115" fmla="*/ 553993 w 2450561"/>
              <a:gd name="connsiteY14-6116" fmla="*/ 1058332 h 2522085"/>
              <a:gd name="connsiteX15-6117" fmla="*/ 3549 w 2450561"/>
              <a:gd name="connsiteY15-6118" fmla="*/ 1058332 h 2522085"/>
              <a:gd name="connsiteX16-6119" fmla="*/ 2988 w 2450561"/>
              <a:gd name="connsiteY16-6120" fmla="*/ 1033119 h 2522085"/>
              <a:gd name="connsiteX0-6121" fmla="*/ 2988 w 2450561"/>
              <a:gd name="connsiteY0-6122" fmla="*/ 1033119 h 2522085"/>
              <a:gd name="connsiteX1-6123" fmla="*/ 14553 w 2450561"/>
              <a:gd name="connsiteY1-6124" fmla="*/ 990852 h 2522085"/>
              <a:gd name="connsiteX2-6125" fmla="*/ 1201583 w 2450561"/>
              <a:gd name="connsiteY2-6126" fmla="*/ 9117 h 2522085"/>
              <a:gd name="connsiteX3-6127" fmla="*/ 1250106 w 2450561"/>
              <a:gd name="connsiteY3-6128" fmla="*/ 9153 h 2522085"/>
              <a:gd name="connsiteX4-6129" fmla="*/ 2437136 w 2450561"/>
              <a:gd name="connsiteY4-6130" fmla="*/ 990888 h 2522085"/>
              <a:gd name="connsiteX5-6131" fmla="*/ 2448653 w 2450561"/>
              <a:gd name="connsiteY5-6132" fmla="*/ 1033131 h 2522085"/>
              <a:gd name="connsiteX6-6133" fmla="*/ 2412804 w 2450561"/>
              <a:gd name="connsiteY6-6134" fmla="*/ 1058331 h 2522085"/>
              <a:gd name="connsiteX7-6135" fmla="*/ 1910353 w 2450561"/>
              <a:gd name="connsiteY7-6136" fmla="*/ 1058331 h 2522085"/>
              <a:gd name="connsiteX8-6137" fmla="*/ 1872254 w 2450561"/>
              <a:gd name="connsiteY8-6138" fmla="*/ 1096430 h 2522085"/>
              <a:gd name="connsiteX9-6139" fmla="*/ 1872254 w 2450561"/>
              <a:gd name="connsiteY9-6140" fmla="*/ 2484033 h 2522085"/>
              <a:gd name="connsiteX10-6141" fmla="*/ 1834154 w 2450561"/>
              <a:gd name="connsiteY10-6142" fmla="*/ 2522084 h 2522085"/>
              <a:gd name="connsiteX11-6143" fmla="*/ 604792 w 2450561"/>
              <a:gd name="connsiteY11-6144" fmla="*/ 2522085 h 2522085"/>
              <a:gd name="connsiteX12-6145" fmla="*/ 579392 w 2450561"/>
              <a:gd name="connsiteY12-6146" fmla="*/ 2496685 h 2522085"/>
              <a:gd name="connsiteX13-6147" fmla="*/ 579392 w 2450561"/>
              <a:gd name="connsiteY13-6148" fmla="*/ 1083682 h 2522085"/>
              <a:gd name="connsiteX14-6149" fmla="*/ 553993 w 2450561"/>
              <a:gd name="connsiteY14-6150" fmla="*/ 1058332 h 2522085"/>
              <a:gd name="connsiteX15-6151" fmla="*/ 3549 w 2450561"/>
              <a:gd name="connsiteY15-6152" fmla="*/ 1058332 h 2522085"/>
              <a:gd name="connsiteX16-6153" fmla="*/ 2988 w 2450561"/>
              <a:gd name="connsiteY16-6154" fmla="*/ 1033119 h 2522085"/>
              <a:gd name="connsiteX0-6155" fmla="*/ 2988 w 2450561"/>
              <a:gd name="connsiteY0-6156" fmla="*/ 1033119 h 2522084"/>
              <a:gd name="connsiteX1-6157" fmla="*/ 14553 w 2450561"/>
              <a:gd name="connsiteY1-6158" fmla="*/ 990852 h 2522084"/>
              <a:gd name="connsiteX2-6159" fmla="*/ 1201583 w 2450561"/>
              <a:gd name="connsiteY2-6160" fmla="*/ 9117 h 2522084"/>
              <a:gd name="connsiteX3-6161" fmla="*/ 1250106 w 2450561"/>
              <a:gd name="connsiteY3-6162" fmla="*/ 9153 h 2522084"/>
              <a:gd name="connsiteX4-6163" fmla="*/ 2437136 w 2450561"/>
              <a:gd name="connsiteY4-6164" fmla="*/ 990888 h 2522084"/>
              <a:gd name="connsiteX5-6165" fmla="*/ 2448653 w 2450561"/>
              <a:gd name="connsiteY5-6166" fmla="*/ 1033131 h 2522084"/>
              <a:gd name="connsiteX6-6167" fmla="*/ 2412804 w 2450561"/>
              <a:gd name="connsiteY6-6168" fmla="*/ 1058331 h 2522084"/>
              <a:gd name="connsiteX7-6169" fmla="*/ 1910353 w 2450561"/>
              <a:gd name="connsiteY7-6170" fmla="*/ 1058331 h 2522084"/>
              <a:gd name="connsiteX8-6171" fmla="*/ 1872254 w 2450561"/>
              <a:gd name="connsiteY8-6172" fmla="*/ 1096430 h 2522084"/>
              <a:gd name="connsiteX9-6173" fmla="*/ 1872254 w 2450561"/>
              <a:gd name="connsiteY9-6174" fmla="*/ 2484033 h 2522084"/>
              <a:gd name="connsiteX10-6175" fmla="*/ 1834154 w 2450561"/>
              <a:gd name="connsiteY10-6176" fmla="*/ 2522084 h 2522084"/>
              <a:gd name="connsiteX11-6177" fmla="*/ 617494 w 2450561"/>
              <a:gd name="connsiteY11-6178" fmla="*/ 2522084 h 2522084"/>
              <a:gd name="connsiteX12-6179" fmla="*/ 579392 w 2450561"/>
              <a:gd name="connsiteY12-6180" fmla="*/ 2496685 h 2522084"/>
              <a:gd name="connsiteX13-6181" fmla="*/ 579392 w 2450561"/>
              <a:gd name="connsiteY13-6182" fmla="*/ 1083682 h 2522084"/>
              <a:gd name="connsiteX14-6183" fmla="*/ 553993 w 2450561"/>
              <a:gd name="connsiteY14-6184" fmla="*/ 1058332 h 2522084"/>
              <a:gd name="connsiteX15-6185" fmla="*/ 3549 w 2450561"/>
              <a:gd name="connsiteY15-6186" fmla="*/ 1058332 h 2522084"/>
              <a:gd name="connsiteX16-6187" fmla="*/ 2988 w 2450561"/>
              <a:gd name="connsiteY16-6188" fmla="*/ 1033119 h 2522084"/>
              <a:gd name="connsiteX0-6189" fmla="*/ 2988 w 2450561"/>
              <a:gd name="connsiteY0-6190" fmla="*/ 1033119 h 2522084"/>
              <a:gd name="connsiteX1-6191" fmla="*/ 14553 w 2450561"/>
              <a:gd name="connsiteY1-6192" fmla="*/ 990852 h 2522084"/>
              <a:gd name="connsiteX2-6193" fmla="*/ 1201583 w 2450561"/>
              <a:gd name="connsiteY2-6194" fmla="*/ 9117 h 2522084"/>
              <a:gd name="connsiteX3-6195" fmla="*/ 1250106 w 2450561"/>
              <a:gd name="connsiteY3-6196" fmla="*/ 9153 h 2522084"/>
              <a:gd name="connsiteX4-6197" fmla="*/ 2437136 w 2450561"/>
              <a:gd name="connsiteY4-6198" fmla="*/ 990888 h 2522084"/>
              <a:gd name="connsiteX5-6199" fmla="*/ 2448653 w 2450561"/>
              <a:gd name="connsiteY5-6200" fmla="*/ 1033131 h 2522084"/>
              <a:gd name="connsiteX6-6201" fmla="*/ 2412804 w 2450561"/>
              <a:gd name="connsiteY6-6202" fmla="*/ 1058331 h 2522084"/>
              <a:gd name="connsiteX7-6203" fmla="*/ 1910353 w 2450561"/>
              <a:gd name="connsiteY7-6204" fmla="*/ 1058331 h 2522084"/>
              <a:gd name="connsiteX8-6205" fmla="*/ 1872254 w 2450561"/>
              <a:gd name="connsiteY8-6206" fmla="*/ 1096430 h 2522084"/>
              <a:gd name="connsiteX9-6207" fmla="*/ 1872254 w 2450561"/>
              <a:gd name="connsiteY9-6208" fmla="*/ 2484033 h 2522084"/>
              <a:gd name="connsiteX10-6209" fmla="*/ 1834154 w 2450561"/>
              <a:gd name="connsiteY10-6210" fmla="*/ 2522084 h 2522084"/>
              <a:gd name="connsiteX11-6211" fmla="*/ 617494 w 2450561"/>
              <a:gd name="connsiteY11-6212" fmla="*/ 2522084 h 2522084"/>
              <a:gd name="connsiteX12-6213" fmla="*/ 579392 w 2450561"/>
              <a:gd name="connsiteY12-6214" fmla="*/ 2496685 h 2522084"/>
              <a:gd name="connsiteX13-6215" fmla="*/ 579392 w 2450561"/>
              <a:gd name="connsiteY13-6216" fmla="*/ 1083682 h 2522084"/>
              <a:gd name="connsiteX14-6217" fmla="*/ 553993 w 2450561"/>
              <a:gd name="connsiteY14-6218" fmla="*/ 1058332 h 2522084"/>
              <a:gd name="connsiteX15-6219" fmla="*/ 3549 w 2450561"/>
              <a:gd name="connsiteY15-6220" fmla="*/ 1058332 h 2522084"/>
              <a:gd name="connsiteX16-6221" fmla="*/ 2988 w 2450561"/>
              <a:gd name="connsiteY16-6222" fmla="*/ 1033119 h 2522084"/>
              <a:gd name="connsiteX0-6223" fmla="*/ 2988 w 2450561"/>
              <a:gd name="connsiteY0-6224" fmla="*/ 1033119 h 2522084"/>
              <a:gd name="connsiteX1-6225" fmla="*/ 14553 w 2450561"/>
              <a:gd name="connsiteY1-6226" fmla="*/ 990852 h 2522084"/>
              <a:gd name="connsiteX2-6227" fmla="*/ 1201583 w 2450561"/>
              <a:gd name="connsiteY2-6228" fmla="*/ 9117 h 2522084"/>
              <a:gd name="connsiteX3-6229" fmla="*/ 1250106 w 2450561"/>
              <a:gd name="connsiteY3-6230" fmla="*/ 9153 h 2522084"/>
              <a:gd name="connsiteX4-6231" fmla="*/ 2437136 w 2450561"/>
              <a:gd name="connsiteY4-6232" fmla="*/ 990888 h 2522084"/>
              <a:gd name="connsiteX5-6233" fmla="*/ 2448653 w 2450561"/>
              <a:gd name="connsiteY5-6234" fmla="*/ 1033131 h 2522084"/>
              <a:gd name="connsiteX6-6235" fmla="*/ 2412804 w 2450561"/>
              <a:gd name="connsiteY6-6236" fmla="*/ 1058331 h 2522084"/>
              <a:gd name="connsiteX7-6237" fmla="*/ 1910353 w 2450561"/>
              <a:gd name="connsiteY7-6238" fmla="*/ 1058331 h 2522084"/>
              <a:gd name="connsiteX8-6239" fmla="*/ 1872254 w 2450561"/>
              <a:gd name="connsiteY8-6240" fmla="*/ 1096430 h 2522084"/>
              <a:gd name="connsiteX9-6241" fmla="*/ 1872254 w 2450561"/>
              <a:gd name="connsiteY9-6242" fmla="*/ 2484033 h 2522084"/>
              <a:gd name="connsiteX10-6243" fmla="*/ 1834154 w 2450561"/>
              <a:gd name="connsiteY10-6244" fmla="*/ 2522084 h 2522084"/>
              <a:gd name="connsiteX11-6245" fmla="*/ 617494 w 2450561"/>
              <a:gd name="connsiteY11-6246" fmla="*/ 2522084 h 2522084"/>
              <a:gd name="connsiteX12-6247" fmla="*/ 579392 w 2450561"/>
              <a:gd name="connsiteY12-6248" fmla="*/ 2496685 h 2522084"/>
              <a:gd name="connsiteX13-6249" fmla="*/ 579392 w 2450561"/>
              <a:gd name="connsiteY13-6250" fmla="*/ 1083682 h 2522084"/>
              <a:gd name="connsiteX14-6251" fmla="*/ 553993 w 2450561"/>
              <a:gd name="connsiteY14-6252" fmla="*/ 1058332 h 2522084"/>
              <a:gd name="connsiteX15-6253" fmla="*/ 3549 w 2450561"/>
              <a:gd name="connsiteY15-6254" fmla="*/ 1058332 h 2522084"/>
              <a:gd name="connsiteX16-6255" fmla="*/ 2988 w 2450561"/>
              <a:gd name="connsiteY16-6256" fmla="*/ 1033119 h 2522084"/>
              <a:gd name="connsiteX0-6257" fmla="*/ 2988 w 2450561"/>
              <a:gd name="connsiteY0-6258" fmla="*/ 1033119 h 2522084"/>
              <a:gd name="connsiteX1-6259" fmla="*/ 14553 w 2450561"/>
              <a:gd name="connsiteY1-6260" fmla="*/ 990852 h 2522084"/>
              <a:gd name="connsiteX2-6261" fmla="*/ 1201583 w 2450561"/>
              <a:gd name="connsiteY2-6262" fmla="*/ 9117 h 2522084"/>
              <a:gd name="connsiteX3-6263" fmla="*/ 1250106 w 2450561"/>
              <a:gd name="connsiteY3-6264" fmla="*/ 9153 h 2522084"/>
              <a:gd name="connsiteX4-6265" fmla="*/ 2437136 w 2450561"/>
              <a:gd name="connsiteY4-6266" fmla="*/ 990888 h 2522084"/>
              <a:gd name="connsiteX5-6267" fmla="*/ 2448653 w 2450561"/>
              <a:gd name="connsiteY5-6268" fmla="*/ 1033131 h 2522084"/>
              <a:gd name="connsiteX6-6269" fmla="*/ 2412804 w 2450561"/>
              <a:gd name="connsiteY6-6270" fmla="*/ 1058331 h 2522084"/>
              <a:gd name="connsiteX7-6271" fmla="*/ 1910353 w 2450561"/>
              <a:gd name="connsiteY7-6272" fmla="*/ 1058331 h 2522084"/>
              <a:gd name="connsiteX8-6273" fmla="*/ 1872254 w 2450561"/>
              <a:gd name="connsiteY8-6274" fmla="*/ 1096430 h 2522084"/>
              <a:gd name="connsiteX9-6275" fmla="*/ 1872254 w 2450561"/>
              <a:gd name="connsiteY9-6276" fmla="*/ 2484033 h 2522084"/>
              <a:gd name="connsiteX10-6277" fmla="*/ 1834154 w 2450561"/>
              <a:gd name="connsiteY10-6278" fmla="*/ 2522084 h 2522084"/>
              <a:gd name="connsiteX11-6279" fmla="*/ 617494 w 2450561"/>
              <a:gd name="connsiteY11-6280" fmla="*/ 2522084 h 2522084"/>
              <a:gd name="connsiteX12-6281" fmla="*/ 579394 w 2450561"/>
              <a:gd name="connsiteY12-6282" fmla="*/ 2483984 h 2522084"/>
              <a:gd name="connsiteX13-6283" fmla="*/ 579392 w 2450561"/>
              <a:gd name="connsiteY13-6284" fmla="*/ 1083682 h 2522084"/>
              <a:gd name="connsiteX14-6285" fmla="*/ 553993 w 2450561"/>
              <a:gd name="connsiteY14-6286" fmla="*/ 1058332 h 2522084"/>
              <a:gd name="connsiteX15-6287" fmla="*/ 3549 w 2450561"/>
              <a:gd name="connsiteY15-6288" fmla="*/ 1058332 h 2522084"/>
              <a:gd name="connsiteX16-6289" fmla="*/ 2988 w 2450561"/>
              <a:gd name="connsiteY16-6290" fmla="*/ 1033119 h 2522084"/>
              <a:gd name="connsiteX0-6291" fmla="*/ 2988 w 2450561"/>
              <a:gd name="connsiteY0-6292" fmla="*/ 1033119 h 2522084"/>
              <a:gd name="connsiteX1-6293" fmla="*/ 14553 w 2450561"/>
              <a:gd name="connsiteY1-6294" fmla="*/ 990852 h 2522084"/>
              <a:gd name="connsiteX2-6295" fmla="*/ 1201583 w 2450561"/>
              <a:gd name="connsiteY2-6296" fmla="*/ 9117 h 2522084"/>
              <a:gd name="connsiteX3-6297" fmla="*/ 1250106 w 2450561"/>
              <a:gd name="connsiteY3-6298" fmla="*/ 9153 h 2522084"/>
              <a:gd name="connsiteX4-6299" fmla="*/ 2437136 w 2450561"/>
              <a:gd name="connsiteY4-6300" fmla="*/ 990888 h 2522084"/>
              <a:gd name="connsiteX5-6301" fmla="*/ 2448653 w 2450561"/>
              <a:gd name="connsiteY5-6302" fmla="*/ 1033131 h 2522084"/>
              <a:gd name="connsiteX6-6303" fmla="*/ 2412804 w 2450561"/>
              <a:gd name="connsiteY6-6304" fmla="*/ 1058331 h 2522084"/>
              <a:gd name="connsiteX7-6305" fmla="*/ 1910353 w 2450561"/>
              <a:gd name="connsiteY7-6306" fmla="*/ 1058331 h 2522084"/>
              <a:gd name="connsiteX8-6307" fmla="*/ 1872254 w 2450561"/>
              <a:gd name="connsiteY8-6308" fmla="*/ 1096430 h 2522084"/>
              <a:gd name="connsiteX9-6309" fmla="*/ 1872254 w 2450561"/>
              <a:gd name="connsiteY9-6310" fmla="*/ 2484033 h 2522084"/>
              <a:gd name="connsiteX10-6311" fmla="*/ 1834154 w 2450561"/>
              <a:gd name="connsiteY10-6312" fmla="*/ 2522084 h 2522084"/>
              <a:gd name="connsiteX11-6313" fmla="*/ 617494 w 2450561"/>
              <a:gd name="connsiteY11-6314" fmla="*/ 2522084 h 2522084"/>
              <a:gd name="connsiteX12-6315" fmla="*/ 579394 w 2450561"/>
              <a:gd name="connsiteY12-6316" fmla="*/ 2483984 h 2522084"/>
              <a:gd name="connsiteX13-6317" fmla="*/ 579392 w 2450561"/>
              <a:gd name="connsiteY13-6318" fmla="*/ 1083682 h 2522084"/>
              <a:gd name="connsiteX14-6319" fmla="*/ 553993 w 2450561"/>
              <a:gd name="connsiteY14-6320" fmla="*/ 1058332 h 2522084"/>
              <a:gd name="connsiteX15-6321" fmla="*/ 3549 w 2450561"/>
              <a:gd name="connsiteY15-6322" fmla="*/ 1058332 h 2522084"/>
              <a:gd name="connsiteX16-6323" fmla="*/ 2988 w 2450561"/>
              <a:gd name="connsiteY16-6324" fmla="*/ 1033119 h 2522084"/>
              <a:gd name="connsiteX0-6325" fmla="*/ 2988 w 2450561"/>
              <a:gd name="connsiteY0-6326" fmla="*/ 1033119 h 2522084"/>
              <a:gd name="connsiteX1-6327" fmla="*/ 14553 w 2450561"/>
              <a:gd name="connsiteY1-6328" fmla="*/ 990852 h 2522084"/>
              <a:gd name="connsiteX2-6329" fmla="*/ 1201583 w 2450561"/>
              <a:gd name="connsiteY2-6330" fmla="*/ 9117 h 2522084"/>
              <a:gd name="connsiteX3-6331" fmla="*/ 1250106 w 2450561"/>
              <a:gd name="connsiteY3-6332" fmla="*/ 9153 h 2522084"/>
              <a:gd name="connsiteX4-6333" fmla="*/ 2437136 w 2450561"/>
              <a:gd name="connsiteY4-6334" fmla="*/ 990888 h 2522084"/>
              <a:gd name="connsiteX5-6335" fmla="*/ 2448653 w 2450561"/>
              <a:gd name="connsiteY5-6336" fmla="*/ 1033131 h 2522084"/>
              <a:gd name="connsiteX6-6337" fmla="*/ 2412804 w 2450561"/>
              <a:gd name="connsiteY6-6338" fmla="*/ 1058331 h 2522084"/>
              <a:gd name="connsiteX7-6339" fmla="*/ 1910353 w 2450561"/>
              <a:gd name="connsiteY7-6340" fmla="*/ 1058331 h 2522084"/>
              <a:gd name="connsiteX8-6341" fmla="*/ 1872254 w 2450561"/>
              <a:gd name="connsiteY8-6342" fmla="*/ 1096430 h 2522084"/>
              <a:gd name="connsiteX9-6343" fmla="*/ 1872254 w 2450561"/>
              <a:gd name="connsiteY9-6344" fmla="*/ 2484033 h 2522084"/>
              <a:gd name="connsiteX10-6345" fmla="*/ 1834154 w 2450561"/>
              <a:gd name="connsiteY10-6346" fmla="*/ 2522084 h 2522084"/>
              <a:gd name="connsiteX11-6347" fmla="*/ 617494 w 2450561"/>
              <a:gd name="connsiteY11-6348" fmla="*/ 2522084 h 2522084"/>
              <a:gd name="connsiteX12-6349" fmla="*/ 579394 w 2450561"/>
              <a:gd name="connsiteY12-6350" fmla="*/ 2483984 h 2522084"/>
              <a:gd name="connsiteX13-6351" fmla="*/ 579392 w 2450561"/>
              <a:gd name="connsiteY13-6352" fmla="*/ 1083682 h 2522084"/>
              <a:gd name="connsiteX14-6353" fmla="*/ 553993 w 2450561"/>
              <a:gd name="connsiteY14-6354" fmla="*/ 1058332 h 2522084"/>
              <a:gd name="connsiteX15-6355" fmla="*/ 3549 w 2450561"/>
              <a:gd name="connsiteY15-6356" fmla="*/ 1058332 h 2522084"/>
              <a:gd name="connsiteX16-6357" fmla="*/ 2988 w 2450561"/>
              <a:gd name="connsiteY16-6358" fmla="*/ 1033119 h 2522084"/>
              <a:gd name="connsiteX0-6359" fmla="*/ 2988 w 2450561"/>
              <a:gd name="connsiteY0-6360" fmla="*/ 1033119 h 2522084"/>
              <a:gd name="connsiteX1-6361" fmla="*/ 14553 w 2450561"/>
              <a:gd name="connsiteY1-6362" fmla="*/ 990852 h 2522084"/>
              <a:gd name="connsiteX2-6363" fmla="*/ 1201583 w 2450561"/>
              <a:gd name="connsiteY2-6364" fmla="*/ 9117 h 2522084"/>
              <a:gd name="connsiteX3-6365" fmla="*/ 1250106 w 2450561"/>
              <a:gd name="connsiteY3-6366" fmla="*/ 9153 h 2522084"/>
              <a:gd name="connsiteX4-6367" fmla="*/ 2437136 w 2450561"/>
              <a:gd name="connsiteY4-6368" fmla="*/ 990888 h 2522084"/>
              <a:gd name="connsiteX5-6369" fmla="*/ 2448653 w 2450561"/>
              <a:gd name="connsiteY5-6370" fmla="*/ 1033131 h 2522084"/>
              <a:gd name="connsiteX6-6371" fmla="*/ 2412804 w 2450561"/>
              <a:gd name="connsiteY6-6372" fmla="*/ 1058331 h 2522084"/>
              <a:gd name="connsiteX7-6373" fmla="*/ 1910353 w 2450561"/>
              <a:gd name="connsiteY7-6374" fmla="*/ 1058331 h 2522084"/>
              <a:gd name="connsiteX8-6375" fmla="*/ 1872254 w 2450561"/>
              <a:gd name="connsiteY8-6376" fmla="*/ 1096430 h 2522084"/>
              <a:gd name="connsiteX9-6377" fmla="*/ 1872254 w 2450561"/>
              <a:gd name="connsiteY9-6378" fmla="*/ 2484033 h 2522084"/>
              <a:gd name="connsiteX10-6379" fmla="*/ 1834154 w 2450561"/>
              <a:gd name="connsiteY10-6380" fmla="*/ 2522084 h 2522084"/>
              <a:gd name="connsiteX11-6381" fmla="*/ 617494 w 2450561"/>
              <a:gd name="connsiteY11-6382" fmla="*/ 2522084 h 2522084"/>
              <a:gd name="connsiteX12-6383" fmla="*/ 579394 w 2450561"/>
              <a:gd name="connsiteY12-6384" fmla="*/ 2483984 h 2522084"/>
              <a:gd name="connsiteX13-6385" fmla="*/ 579394 w 2450561"/>
              <a:gd name="connsiteY13-6386" fmla="*/ 1096381 h 2522084"/>
              <a:gd name="connsiteX14-6387" fmla="*/ 553993 w 2450561"/>
              <a:gd name="connsiteY14-6388" fmla="*/ 1058332 h 2522084"/>
              <a:gd name="connsiteX15-6389" fmla="*/ 3549 w 2450561"/>
              <a:gd name="connsiteY15-6390" fmla="*/ 1058332 h 2522084"/>
              <a:gd name="connsiteX16-6391" fmla="*/ 2988 w 2450561"/>
              <a:gd name="connsiteY16-6392" fmla="*/ 1033119 h 2522084"/>
              <a:gd name="connsiteX0-6393" fmla="*/ 2988 w 2450561"/>
              <a:gd name="connsiteY0-6394" fmla="*/ 1033119 h 2522084"/>
              <a:gd name="connsiteX1-6395" fmla="*/ 14553 w 2450561"/>
              <a:gd name="connsiteY1-6396" fmla="*/ 990852 h 2522084"/>
              <a:gd name="connsiteX2-6397" fmla="*/ 1201583 w 2450561"/>
              <a:gd name="connsiteY2-6398" fmla="*/ 9117 h 2522084"/>
              <a:gd name="connsiteX3-6399" fmla="*/ 1250106 w 2450561"/>
              <a:gd name="connsiteY3-6400" fmla="*/ 9153 h 2522084"/>
              <a:gd name="connsiteX4-6401" fmla="*/ 2437136 w 2450561"/>
              <a:gd name="connsiteY4-6402" fmla="*/ 990888 h 2522084"/>
              <a:gd name="connsiteX5-6403" fmla="*/ 2448653 w 2450561"/>
              <a:gd name="connsiteY5-6404" fmla="*/ 1033131 h 2522084"/>
              <a:gd name="connsiteX6-6405" fmla="*/ 2412804 w 2450561"/>
              <a:gd name="connsiteY6-6406" fmla="*/ 1058331 h 2522084"/>
              <a:gd name="connsiteX7-6407" fmla="*/ 1910353 w 2450561"/>
              <a:gd name="connsiteY7-6408" fmla="*/ 1058331 h 2522084"/>
              <a:gd name="connsiteX8-6409" fmla="*/ 1872254 w 2450561"/>
              <a:gd name="connsiteY8-6410" fmla="*/ 1096430 h 2522084"/>
              <a:gd name="connsiteX9-6411" fmla="*/ 1872254 w 2450561"/>
              <a:gd name="connsiteY9-6412" fmla="*/ 2484033 h 2522084"/>
              <a:gd name="connsiteX10-6413" fmla="*/ 1834154 w 2450561"/>
              <a:gd name="connsiteY10-6414" fmla="*/ 2522084 h 2522084"/>
              <a:gd name="connsiteX11-6415" fmla="*/ 617494 w 2450561"/>
              <a:gd name="connsiteY11-6416" fmla="*/ 2522084 h 2522084"/>
              <a:gd name="connsiteX12-6417" fmla="*/ 579394 w 2450561"/>
              <a:gd name="connsiteY12-6418" fmla="*/ 2483984 h 2522084"/>
              <a:gd name="connsiteX13-6419" fmla="*/ 579394 w 2450561"/>
              <a:gd name="connsiteY13-6420" fmla="*/ 1096381 h 2522084"/>
              <a:gd name="connsiteX14-6421" fmla="*/ 553993 w 2450561"/>
              <a:gd name="connsiteY14-6422" fmla="*/ 1058332 h 2522084"/>
              <a:gd name="connsiteX15-6423" fmla="*/ 3549 w 2450561"/>
              <a:gd name="connsiteY15-6424" fmla="*/ 1058332 h 2522084"/>
              <a:gd name="connsiteX16-6425" fmla="*/ 2988 w 2450561"/>
              <a:gd name="connsiteY16-6426" fmla="*/ 1033119 h 2522084"/>
              <a:gd name="connsiteX0-6427" fmla="*/ 2988 w 2450561"/>
              <a:gd name="connsiteY0-6428" fmla="*/ 1033119 h 2522084"/>
              <a:gd name="connsiteX1-6429" fmla="*/ 14553 w 2450561"/>
              <a:gd name="connsiteY1-6430" fmla="*/ 990852 h 2522084"/>
              <a:gd name="connsiteX2-6431" fmla="*/ 1201583 w 2450561"/>
              <a:gd name="connsiteY2-6432" fmla="*/ 9117 h 2522084"/>
              <a:gd name="connsiteX3-6433" fmla="*/ 1250106 w 2450561"/>
              <a:gd name="connsiteY3-6434" fmla="*/ 9153 h 2522084"/>
              <a:gd name="connsiteX4-6435" fmla="*/ 2437136 w 2450561"/>
              <a:gd name="connsiteY4-6436" fmla="*/ 990888 h 2522084"/>
              <a:gd name="connsiteX5-6437" fmla="*/ 2448653 w 2450561"/>
              <a:gd name="connsiteY5-6438" fmla="*/ 1033131 h 2522084"/>
              <a:gd name="connsiteX6-6439" fmla="*/ 2412804 w 2450561"/>
              <a:gd name="connsiteY6-6440" fmla="*/ 1058331 h 2522084"/>
              <a:gd name="connsiteX7-6441" fmla="*/ 1910353 w 2450561"/>
              <a:gd name="connsiteY7-6442" fmla="*/ 1058331 h 2522084"/>
              <a:gd name="connsiteX8-6443" fmla="*/ 1872254 w 2450561"/>
              <a:gd name="connsiteY8-6444" fmla="*/ 1096430 h 2522084"/>
              <a:gd name="connsiteX9-6445" fmla="*/ 1872254 w 2450561"/>
              <a:gd name="connsiteY9-6446" fmla="*/ 2484033 h 2522084"/>
              <a:gd name="connsiteX10-6447" fmla="*/ 1834154 w 2450561"/>
              <a:gd name="connsiteY10-6448" fmla="*/ 2522084 h 2522084"/>
              <a:gd name="connsiteX11-6449" fmla="*/ 617494 w 2450561"/>
              <a:gd name="connsiteY11-6450" fmla="*/ 2522084 h 2522084"/>
              <a:gd name="connsiteX12-6451" fmla="*/ 579394 w 2450561"/>
              <a:gd name="connsiteY12-6452" fmla="*/ 2483984 h 2522084"/>
              <a:gd name="connsiteX13-6453" fmla="*/ 579394 w 2450561"/>
              <a:gd name="connsiteY13-6454" fmla="*/ 1096381 h 2522084"/>
              <a:gd name="connsiteX14-6455" fmla="*/ 553993 w 2450561"/>
              <a:gd name="connsiteY14-6456" fmla="*/ 1058332 h 2522084"/>
              <a:gd name="connsiteX15-6457" fmla="*/ 3549 w 2450561"/>
              <a:gd name="connsiteY15-6458" fmla="*/ 1058332 h 2522084"/>
              <a:gd name="connsiteX16-6459" fmla="*/ 2988 w 2450561"/>
              <a:gd name="connsiteY16-6460" fmla="*/ 1033119 h 2522084"/>
              <a:gd name="connsiteX0-6461" fmla="*/ 2988 w 2450561"/>
              <a:gd name="connsiteY0-6462" fmla="*/ 1033119 h 2522084"/>
              <a:gd name="connsiteX1-6463" fmla="*/ 14553 w 2450561"/>
              <a:gd name="connsiteY1-6464" fmla="*/ 990852 h 2522084"/>
              <a:gd name="connsiteX2-6465" fmla="*/ 1201583 w 2450561"/>
              <a:gd name="connsiteY2-6466" fmla="*/ 9117 h 2522084"/>
              <a:gd name="connsiteX3-6467" fmla="*/ 1250106 w 2450561"/>
              <a:gd name="connsiteY3-6468" fmla="*/ 9153 h 2522084"/>
              <a:gd name="connsiteX4-6469" fmla="*/ 2437136 w 2450561"/>
              <a:gd name="connsiteY4-6470" fmla="*/ 990888 h 2522084"/>
              <a:gd name="connsiteX5-6471" fmla="*/ 2448653 w 2450561"/>
              <a:gd name="connsiteY5-6472" fmla="*/ 1033131 h 2522084"/>
              <a:gd name="connsiteX6-6473" fmla="*/ 2412804 w 2450561"/>
              <a:gd name="connsiteY6-6474" fmla="*/ 1058331 h 2522084"/>
              <a:gd name="connsiteX7-6475" fmla="*/ 1910353 w 2450561"/>
              <a:gd name="connsiteY7-6476" fmla="*/ 1058331 h 2522084"/>
              <a:gd name="connsiteX8-6477" fmla="*/ 1872254 w 2450561"/>
              <a:gd name="connsiteY8-6478" fmla="*/ 1096430 h 2522084"/>
              <a:gd name="connsiteX9-6479" fmla="*/ 1872254 w 2450561"/>
              <a:gd name="connsiteY9-6480" fmla="*/ 2484033 h 2522084"/>
              <a:gd name="connsiteX10-6481" fmla="*/ 1834154 w 2450561"/>
              <a:gd name="connsiteY10-6482" fmla="*/ 2522084 h 2522084"/>
              <a:gd name="connsiteX11-6483" fmla="*/ 617494 w 2450561"/>
              <a:gd name="connsiteY11-6484" fmla="*/ 2522084 h 2522084"/>
              <a:gd name="connsiteX12-6485" fmla="*/ 579394 w 2450561"/>
              <a:gd name="connsiteY12-6486" fmla="*/ 2483984 h 2522084"/>
              <a:gd name="connsiteX13-6487" fmla="*/ 579394 w 2450561"/>
              <a:gd name="connsiteY13-6488" fmla="*/ 1096381 h 2522084"/>
              <a:gd name="connsiteX14-6489" fmla="*/ 541295 w 2450561"/>
              <a:gd name="connsiteY14-6490" fmla="*/ 1058331 h 2522084"/>
              <a:gd name="connsiteX15-6491" fmla="*/ 3549 w 2450561"/>
              <a:gd name="connsiteY15-6492" fmla="*/ 1058332 h 2522084"/>
              <a:gd name="connsiteX16-6493" fmla="*/ 2988 w 2450561"/>
              <a:gd name="connsiteY16-6494" fmla="*/ 1033119 h 2522084"/>
              <a:gd name="connsiteX0-6495" fmla="*/ 2988 w 2450561"/>
              <a:gd name="connsiteY0-6496" fmla="*/ 1033119 h 2522084"/>
              <a:gd name="connsiteX1-6497" fmla="*/ 14553 w 2450561"/>
              <a:gd name="connsiteY1-6498" fmla="*/ 990852 h 2522084"/>
              <a:gd name="connsiteX2-6499" fmla="*/ 1201583 w 2450561"/>
              <a:gd name="connsiteY2-6500" fmla="*/ 9117 h 2522084"/>
              <a:gd name="connsiteX3-6501" fmla="*/ 1250106 w 2450561"/>
              <a:gd name="connsiteY3-6502" fmla="*/ 9153 h 2522084"/>
              <a:gd name="connsiteX4-6503" fmla="*/ 2437136 w 2450561"/>
              <a:gd name="connsiteY4-6504" fmla="*/ 990888 h 2522084"/>
              <a:gd name="connsiteX5-6505" fmla="*/ 2448653 w 2450561"/>
              <a:gd name="connsiteY5-6506" fmla="*/ 1033131 h 2522084"/>
              <a:gd name="connsiteX6-6507" fmla="*/ 2412804 w 2450561"/>
              <a:gd name="connsiteY6-6508" fmla="*/ 1058331 h 2522084"/>
              <a:gd name="connsiteX7-6509" fmla="*/ 1910353 w 2450561"/>
              <a:gd name="connsiteY7-6510" fmla="*/ 1058331 h 2522084"/>
              <a:gd name="connsiteX8-6511" fmla="*/ 1872254 w 2450561"/>
              <a:gd name="connsiteY8-6512" fmla="*/ 1096430 h 2522084"/>
              <a:gd name="connsiteX9-6513" fmla="*/ 1872254 w 2450561"/>
              <a:gd name="connsiteY9-6514" fmla="*/ 2484033 h 2522084"/>
              <a:gd name="connsiteX10-6515" fmla="*/ 1834154 w 2450561"/>
              <a:gd name="connsiteY10-6516" fmla="*/ 2522084 h 2522084"/>
              <a:gd name="connsiteX11-6517" fmla="*/ 617494 w 2450561"/>
              <a:gd name="connsiteY11-6518" fmla="*/ 2522084 h 2522084"/>
              <a:gd name="connsiteX12-6519" fmla="*/ 579394 w 2450561"/>
              <a:gd name="connsiteY12-6520" fmla="*/ 2483984 h 2522084"/>
              <a:gd name="connsiteX13-6521" fmla="*/ 579394 w 2450561"/>
              <a:gd name="connsiteY13-6522" fmla="*/ 1096381 h 2522084"/>
              <a:gd name="connsiteX14-6523" fmla="*/ 541295 w 2450561"/>
              <a:gd name="connsiteY14-6524" fmla="*/ 1058331 h 2522084"/>
              <a:gd name="connsiteX15-6525" fmla="*/ 3549 w 2450561"/>
              <a:gd name="connsiteY15-6526" fmla="*/ 1058332 h 2522084"/>
              <a:gd name="connsiteX16-6527" fmla="*/ 2988 w 2450561"/>
              <a:gd name="connsiteY16-6528" fmla="*/ 1033119 h 2522084"/>
              <a:gd name="connsiteX0-6529" fmla="*/ 2988 w 2450561"/>
              <a:gd name="connsiteY0-6530" fmla="*/ 1033119 h 2522084"/>
              <a:gd name="connsiteX1-6531" fmla="*/ 14553 w 2450561"/>
              <a:gd name="connsiteY1-6532" fmla="*/ 990852 h 2522084"/>
              <a:gd name="connsiteX2-6533" fmla="*/ 1201583 w 2450561"/>
              <a:gd name="connsiteY2-6534" fmla="*/ 9117 h 2522084"/>
              <a:gd name="connsiteX3-6535" fmla="*/ 1250106 w 2450561"/>
              <a:gd name="connsiteY3-6536" fmla="*/ 9153 h 2522084"/>
              <a:gd name="connsiteX4-6537" fmla="*/ 2437136 w 2450561"/>
              <a:gd name="connsiteY4-6538" fmla="*/ 990888 h 2522084"/>
              <a:gd name="connsiteX5-6539" fmla="*/ 2448653 w 2450561"/>
              <a:gd name="connsiteY5-6540" fmla="*/ 1033131 h 2522084"/>
              <a:gd name="connsiteX6-6541" fmla="*/ 2412804 w 2450561"/>
              <a:gd name="connsiteY6-6542" fmla="*/ 1058331 h 2522084"/>
              <a:gd name="connsiteX7-6543" fmla="*/ 1910353 w 2450561"/>
              <a:gd name="connsiteY7-6544" fmla="*/ 1058331 h 2522084"/>
              <a:gd name="connsiteX8-6545" fmla="*/ 1872254 w 2450561"/>
              <a:gd name="connsiteY8-6546" fmla="*/ 1096430 h 2522084"/>
              <a:gd name="connsiteX9-6547" fmla="*/ 1872254 w 2450561"/>
              <a:gd name="connsiteY9-6548" fmla="*/ 2484033 h 2522084"/>
              <a:gd name="connsiteX10-6549" fmla="*/ 1834154 w 2450561"/>
              <a:gd name="connsiteY10-6550" fmla="*/ 2522084 h 2522084"/>
              <a:gd name="connsiteX11-6551" fmla="*/ 617494 w 2450561"/>
              <a:gd name="connsiteY11-6552" fmla="*/ 2522084 h 2522084"/>
              <a:gd name="connsiteX12-6553" fmla="*/ 579394 w 2450561"/>
              <a:gd name="connsiteY12-6554" fmla="*/ 2483984 h 2522084"/>
              <a:gd name="connsiteX13-6555" fmla="*/ 579394 w 2450561"/>
              <a:gd name="connsiteY13-6556" fmla="*/ 1096381 h 2522084"/>
              <a:gd name="connsiteX14-6557" fmla="*/ 541295 w 2450561"/>
              <a:gd name="connsiteY14-6558" fmla="*/ 1058331 h 2522084"/>
              <a:gd name="connsiteX15-6559" fmla="*/ 3549 w 2450561"/>
              <a:gd name="connsiteY15-6560" fmla="*/ 1058332 h 2522084"/>
              <a:gd name="connsiteX16-6561" fmla="*/ 2988 w 2450561"/>
              <a:gd name="connsiteY16-6562" fmla="*/ 1033119 h 2522084"/>
              <a:gd name="connsiteX0-6563" fmla="*/ 1903 w 2449476"/>
              <a:gd name="connsiteY0-6564" fmla="*/ 1033119 h 2522084"/>
              <a:gd name="connsiteX1-6565" fmla="*/ 13468 w 2449476"/>
              <a:gd name="connsiteY1-6566" fmla="*/ 990852 h 2522084"/>
              <a:gd name="connsiteX2-6567" fmla="*/ 1200498 w 2449476"/>
              <a:gd name="connsiteY2-6568" fmla="*/ 9117 h 2522084"/>
              <a:gd name="connsiteX3-6569" fmla="*/ 1249021 w 2449476"/>
              <a:gd name="connsiteY3-6570" fmla="*/ 9153 h 2522084"/>
              <a:gd name="connsiteX4-6571" fmla="*/ 2436051 w 2449476"/>
              <a:gd name="connsiteY4-6572" fmla="*/ 990888 h 2522084"/>
              <a:gd name="connsiteX5-6573" fmla="*/ 2447568 w 2449476"/>
              <a:gd name="connsiteY5-6574" fmla="*/ 1033131 h 2522084"/>
              <a:gd name="connsiteX6-6575" fmla="*/ 2411719 w 2449476"/>
              <a:gd name="connsiteY6-6576" fmla="*/ 1058331 h 2522084"/>
              <a:gd name="connsiteX7-6577" fmla="*/ 1909268 w 2449476"/>
              <a:gd name="connsiteY7-6578" fmla="*/ 1058331 h 2522084"/>
              <a:gd name="connsiteX8-6579" fmla="*/ 1871169 w 2449476"/>
              <a:gd name="connsiteY8-6580" fmla="*/ 1096430 h 2522084"/>
              <a:gd name="connsiteX9-6581" fmla="*/ 1871169 w 2449476"/>
              <a:gd name="connsiteY9-6582" fmla="*/ 2484033 h 2522084"/>
              <a:gd name="connsiteX10-6583" fmla="*/ 1833069 w 2449476"/>
              <a:gd name="connsiteY10-6584" fmla="*/ 2522084 h 2522084"/>
              <a:gd name="connsiteX11-6585" fmla="*/ 616409 w 2449476"/>
              <a:gd name="connsiteY11-6586" fmla="*/ 2522084 h 2522084"/>
              <a:gd name="connsiteX12-6587" fmla="*/ 578309 w 2449476"/>
              <a:gd name="connsiteY12-6588" fmla="*/ 2483984 h 2522084"/>
              <a:gd name="connsiteX13-6589" fmla="*/ 578309 w 2449476"/>
              <a:gd name="connsiteY13-6590" fmla="*/ 1096381 h 2522084"/>
              <a:gd name="connsiteX14-6591" fmla="*/ 540210 w 2449476"/>
              <a:gd name="connsiteY14-6592" fmla="*/ 1058331 h 2522084"/>
              <a:gd name="connsiteX15-6593" fmla="*/ 37759 w 2449476"/>
              <a:gd name="connsiteY15-6594" fmla="*/ 1058331 h 2522084"/>
              <a:gd name="connsiteX16-6595" fmla="*/ 1903 w 2449476"/>
              <a:gd name="connsiteY16-6596" fmla="*/ 1033119 h 2522084"/>
              <a:gd name="connsiteX0-6597" fmla="*/ 1903 w 2449476"/>
              <a:gd name="connsiteY0-6598" fmla="*/ 1033119 h 2522084"/>
              <a:gd name="connsiteX1-6599" fmla="*/ 13468 w 2449476"/>
              <a:gd name="connsiteY1-6600" fmla="*/ 990852 h 2522084"/>
              <a:gd name="connsiteX2-6601" fmla="*/ 1200498 w 2449476"/>
              <a:gd name="connsiteY2-6602" fmla="*/ 9117 h 2522084"/>
              <a:gd name="connsiteX3-6603" fmla="*/ 1249021 w 2449476"/>
              <a:gd name="connsiteY3-6604" fmla="*/ 9153 h 2522084"/>
              <a:gd name="connsiteX4-6605" fmla="*/ 2436051 w 2449476"/>
              <a:gd name="connsiteY4-6606" fmla="*/ 990888 h 2522084"/>
              <a:gd name="connsiteX5-6607" fmla="*/ 2447568 w 2449476"/>
              <a:gd name="connsiteY5-6608" fmla="*/ 1033131 h 2522084"/>
              <a:gd name="connsiteX6-6609" fmla="*/ 2411719 w 2449476"/>
              <a:gd name="connsiteY6-6610" fmla="*/ 1058331 h 2522084"/>
              <a:gd name="connsiteX7-6611" fmla="*/ 1909268 w 2449476"/>
              <a:gd name="connsiteY7-6612" fmla="*/ 1058331 h 2522084"/>
              <a:gd name="connsiteX8-6613" fmla="*/ 1871169 w 2449476"/>
              <a:gd name="connsiteY8-6614" fmla="*/ 1096430 h 2522084"/>
              <a:gd name="connsiteX9-6615" fmla="*/ 1871169 w 2449476"/>
              <a:gd name="connsiteY9-6616" fmla="*/ 2484033 h 2522084"/>
              <a:gd name="connsiteX10-6617" fmla="*/ 1833069 w 2449476"/>
              <a:gd name="connsiteY10-6618" fmla="*/ 2522084 h 2522084"/>
              <a:gd name="connsiteX11-6619" fmla="*/ 616409 w 2449476"/>
              <a:gd name="connsiteY11-6620" fmla="*/ 2522084 h 2522084"/>
              <a:gd name="connsiteX12-6621" fmla="*/ 578309 w 2449476"/>
              <a:gd name="connsiteY12-6622" fmla="*/ 2483984 h 2522084"/>
              <a:gd name="connsiteX13-6623" fmla="*/ 578309 w 2449476"/>
              <a:gd name="connsiteY13-6624" fmla="*/ 1096381 h 2522084"/>
              <a:gd name="connsiteX14-6625" fmla="*/ 540210 w 2449476"/>
              <a:gd name="connsiteY14-6626" fmla="*/ 1058331 h 2522084"/>
              <a:gd name="connsiteX15-6627" fmla="*/ 37759 w 2449476"/>
              <a:gd name="connsiteY15-6628" fmla="*/ 1058331 h 2522084"/>
              <a:gd name="connsiteX16-6629" fmla="*/ 1903 w 2449476"/>
              <a:gd name="connsiteY16-6630" fmla="*/ 1033119 h 25220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449476" h="2522084">
                <a:moveTo>
                  <a:pt x="1903" y="1033119"/>
                </a:moveTo>
                <a:cubicBezTo>
                  <a:pt x="-3095" y="1019238"/>
                  <a:pt x="2100" y="1000255"/>
                  <a:pt x="13468" y="990852"/>
                </a:cubicBezTo>
                <a:cubicBezTo>
                  <a:pt x="13468" y="990852"/>
                  <a:pt x="1200498" y="9117"/>
                  <a:pt x="1200498" y="9117"/>
                </a:cubicBezTo>
                <a:cubicBezTo>
                  <a:pt x="1215226" y="-3063"/>
                  <a:pt x="1234293" y="-3026"/>
                  <a:pt x="1249021" y="9153"/>
                </a:cubicBezTo>
                <a:cubicBezTo>
                  <a:pt x="1249021" y="9153"/>
                  <a:pt x="2436051" y="990888"/>
                  <a:pt x="2436051" y="990888"/>
                </a:cubicBezTo>
                <a:cubicBezTo>
                  <a:pt x="2447419" y="1000290"/>
                  <a:pt x="2452562" y="1019249"/>
                  <a:pt x="2447568" y="1033131"/>
                </a:cubicBezTo>
                <a:cubicBezTo>
                  <a:pt x="2442572" y="1047013"/>
                  <a:pt x="2426472" y="1058331"/>
                  <a:pt x="2411719" y="1058331"/>
                </a:cubicBezTo>
                <a:cubicBezTo>
                  <a:pt x="2411719" y="1058331"/>
                  <a:pt x="1909268" y="1058331"/>
                  <a:pt x="1909268" y="1058331"/>
                </a:cubicBezTo>
                <a:cubicBezTo>
                  <a:pt x="1886950" y="1058331"/>
                  <a:pt x="1871169" y="1074112"/>
                  <a:pt x="1871169" y="1096430"/>
                </a:cubicBezTo>
                <a:cubicBezTo>
                  <a:pt x="1871169" y="1096430"/>
                  <a:pt x="1871169" y="2484033"/>
                  <a:pt x="1871169" y="2484033"/>
                </a:cubicBezTo>
                <a:cubicBezTo>
                  <a:pt x="1871169" y="2506352"/>
                  <a:pt x="1855388" y="2522084"/>
                  <a:pt x="1833069" y="2522084"/>
                </a:cubicBezTo>
                <a:cubicBezTo>
                  <a:pt x="1833069" y="2522084"/>
                  <a:pt x="616409" y="2522084"/>
                  <a:pt x="616409" y="2522084"/>
                </a:cubicBezTo>
                <a:cubicBezTo>
                  <a:pt x="594090" y="2522084"/>
                  <a:pt x="578309" y="2506303"/>
                  <a:pt x="578309" y="2483984"/>
                </a:cubicBezTo>
                <a:cubicBezTo>
                  <a:pt x="578309" y="2483984"/>
                  <a:pt x="578309" y="1096381"/>
                  <a:pt x="578309" y="1096381"/>
                </a:cubicBezTo>
                <a:cubicBezTo>
                  <a:pt x="578309" y="1074063"/>
                  <a:pt x="562528" y="1058331"/>
                  <a:pt x="540210" y="1058331"/>
                </a:cubicBezTo>
                <a:cubicBezTo>
                  <a:pt x="540210" y="1058331"/>
                  <a:pt x="37759" y="1058331"/>
                  <a:pt x="37759" y="1058331"/>
                </a:cubicBezTo>
                <a:cubicBezTo>
                  <a:pt x="23005" y="1058331"/>
                  <a:pt x="6901" y="1046999"/>
                  <a:pt x="1903" y="1033119"/>
                </a:cubicBezTo>
                <a:close/>
              </a:path>
            </a:pathLst>
          </a:custGeom>
          <a:gradFill>
            <a:gsLst>
              <a:gs pos="7000">
                <a:schemeClr val="accent2">
                  <a:alpha val="100000"/>
                </a:schemeClr>
              </a:gs>
              <a:gs pos="100000">
                <a:schemeClr val="accent2">
                  <a:alpha val="6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pic>
        <p:nvPicPr>
          <p:cNvPr id="716" name="图片 715" descr="/data/temp/1210657a-945d-40fe-955d-57742d1b5ff0/3eda46b1-b8eb-11f0-b789-2e0feacbf866.svg3eda46b1-b8eb-11f0-b789-2e0feacbf866"/>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rcRect/>
          <a:stretch>
            <a:fillRect/>
          </a:stretch>
        </p:blipFill>
        <p:spPr>
          <a:xfrm>
            <a:off x="7009031" y="2825684"/>
            <a:ext cx="367660" cy="367660"/>
          </a:xfrm>
          <a:prstGeom prst="rect">
            <a:avLst/>
          </a:prstGeom>
        </p:spPr>
      </p:pic>
      <p:sp>
        <p:nvSpPr>
          <p:cNvPr id="718" name="文本框 717"/>
          <p:cNvSpPr txBox="1"/>
          <p:nvPr>
            <p:custDataLst>
              <p:tags r:id="rId9"/>
            </p:custDataLst>
          </p:nvPr>
        </p:nvSpPr>
        <p:spPr>
          <a:xfrm>
            <a:off x="6184900" y="1209675"/>
            <a:ext cx="5587365" cy="5194935"/>
          </a:xfrm>
          <a:prstGeom prst="rect">
            <a:avLst/>
          </a:prstGeom>
          <a:noFill/>
        </p:spPr>
        <p:txBody>
          <a:bodyPr wrap="square" lIns="0" tIns="0" rIns="0" bIns="0" rtlCol="0">
            <a:noAutofit/>
          </a:bodyPr>
          <a:p>
            <a:pPr indent="0" algn="l" fontAlgn="auto">
              <a:lnSpc>
                <a:spcPct val="140000"/>
              </a:lnSpc>
            </a:pP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差别是否合理？这种差别是否有正当目的和合理依据？</a:t>
            </a:r>
            <a:endPar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indent="0" algn="l" fontAlgn="auto">
              <a:lnSpc>
                <a:spcPct val="140000"/>
              </a:lnSpc>
            </a:pPr>
            <a:r>
              <a:rPr lang="en-US" altLang="zh-CN"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en-US" altLang="zh-CN"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1.</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目的正当性：可能具备。</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吸引金融人才、发展地方经济可视为公共利益。</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indent="0" algn="l" fontAlgn="auto">
              <a:lnSpc>
                <a:spcPct val="140000"/>
              </a:lnSpc>
            </a:pP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en-US" altLang="zh-CN"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2.</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手段合理性：存疑。</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将子女教育优惠与人才政策挂钩，并非直接或损害最小的手段（如提供薪酬福利、改善工作环境等替代方案可能更合理）。</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indent="0" algn="l" fontAlgn="auto">
              <a:lnSpc>
                <a:spcPct val="140000"/>
              </a:lnSpc>
            </a:pP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此种基于财富和身份的优待，难谓合理差别。</a:t>
            </a:r>
            <a:endPar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720" name="文本框 719"/>
          <p:cNvSpPr txBox="1"/>
          <p:nvPr>
            <p:custDataLst>
              <p:tags r:id="rId10"/>
            </p:custDataLst>
          </p:nvPr>
        </p:nvSpPr>
        <p:spPr>
          <a:xfrm>
            <a:off x="497840" y="2058670"/>
            <a:ext cx="2287270" cy="3851275"/>
          </a:xfrm>
          <a:prstGeom prst="rect">
            <a:avLst/>
          </a:prstGeom>
          <a:noFill/>
        </p:spPr>
        <p:txBody>
          <a:bodyPr wrap="square" lIns="0" tIns="0" rIns="0" bIns="0" rtlCol="0">
            <a:noAutofit/>
          </a:bodyPr>
          <a:p>
            <a:pPr indent="0" algn="just" fontAlgn="auto">
              <a:lnSpc>
                <a:spcPct val="140000"/>
              </a:lnSpc>
            </a:pP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en-US" altLang="zh-CN"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政策是否对不同群体给予不同待遇？</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是。基于父母是否为金融高管，对考生给予不同待遇。</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6"/>
          <p:cNvSpPr/>
          <p:nvPr>
            <p:custDataLst>
              <p:tags r:id="rId1"/>
            </p:custDataLst>
          </p:nvPr>
        </p:nvSpPr>
        <p:spPr>
          <a:xfrm>
            <a:off x="0" y="0"/>
            <a:ext cx="12192000" cy="5060315"/>
          </a:xfrm>
          <a:custGeom>
            <a:avLst/>
            <a:gdLst/>
            <a:ahLst/>
            <a:cxnLst>
              <a:cxn ang="3">
                <a:pos x="hc" y="t"/>
              </a:cxn>
              <a:cxn ang="cd2">
                <a:pos x="l" y="vc"/>
              </a:cxn>
              <a:cxn ang="cd4">
                <a:pos x="hc" y="b"/>
              </a:cxn>
              <a:cxn ang="0">
                <a:pos x="r" y="vc"/>
              </a:cxn>
            </a:cxnLst>
            <a:rect l="l" t="t" r="r" b="b"/>
            <a:pathLst>
              <a:path w="19220" h="7969">
                <a:moveTo>
                  <a:pt x="1" y="0"/>
                </a:moveTo>
                <a:lnTo>
                  <a:pt x="19220" y="0"/>
                </a:lnTo>
                <a:lnTo>
                  <a:pt x="19220" y="7245"/>
                </a:lnTo>
                <a:lnTo>
                  <a:pt x="12845" y="7229"/>
                </a:lnTo>
                <a:lnTo>
                  <a:pt x="11288" y="7969"/>
                </a:lnTo>
                <a:lnTo>
                  <a:pt x="11284" y="7243"/>
                </a:lnTo>
                <a:lnTo>
                  <a:pt x="0" y="7210"/>
                </a:lnTo>
                <a:lnTo>
                  <a:pt x="1" y="0"/>
                </a:lnTo>
                <a:close/>
              </a:path>
            </a:pathLst>
          </a:custGeom>
          <a:gradFill>
            <a:gsLst>
              <a:gs pos="0">
                <a:schemeClr val="accent1"/>
              </a:gs>
              <a:gs pos="38000">
                <a:schemeClr val="accent1">
                  <a:lumMod val="90000"/>
                </a:schemeClr>
              </a:gs>
            </a:gsLst>
            <a:lin ang="0"/>
          </a:gradFill>
          <a:ln w="38100" cap="rnd">
            <a:noFill/>
            <a:round/>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effectLst/>
              <a:latin typeface="+mn-ea"/>
              <a:sym typeface="+mn-ea"/>
            </a:endParaRPr>
          </a:p>
        </p:txBody>
      </p:sp>
      <p:sp>
        <p:nvSpPr>
          <p:cNvPr id="4" name="标题 3"/>
          <p:cNvSpPr>
            <a:spLocks noGrp="1"/>
          </p:cNvSpPr>
          <p:nvPr>
            <p:ph type="title"/>
            <p:custDataLst>
              <p:tags r:id="rId2"/>
            </p:custDataLst>
          </p:nvPr>
        </p:nvSpPr>
        <p:spPr>
          <a:xfrm>
            <a:off x="4349750" y="5191760"/>
            <a:ext cx="7008495" cy="1229995"/>
          </a:xfrm>
          <a:effectLst/>
        </p:spPr>
        <p:txBody>
          <a:bodyPr vert="horz" wrap="square" lIns="0" tIns="0" rIns="0" bIns="0" rtlCol="0" anchor="t" anchorCtr="0">
            <a:normAutofit/>
          </a:bodyPr>
          <a:lstStyle/>
          <a:p>
            <a:pPr lvl="0" algn="l">
              <a:lnSpc>
                <a:spcPct val="130000"/>
              </a:lnSpc>
              <a:buClrTx/>
              <a:buSzTx/>
              <a:buFontTx/>
            </a:pPr>
            <a:r>
              <a:rPr lang="zh-CN" altLang="en-US" sz="5000">
                <a:solidFill>
                  <a:schemeClr val="tx1">
                    <a:lumMod val="85000"/>
                    <a:lumOff val="15000"/>
                    <a:alpha val="80000"/>
                  </a:schemeClr>
                </a:solidFill>
                <a:effectLst/>
                <a:sym typeface="+mn-ea"/>
              </a:rPr>
              <a:t>思考</a:t>
            </a:r>
            <a:endParaRPr lang="zh-CN" altLang="en-US" sz="5000">
              <a:solidFill>
                <a:schemeClr val="tx1">
                  <a:lumMod val="85000"/>
                  <a:lumOff val="15000"/>
                  <a:alpha val="80000"/>
                </a:schemeClr>
              </a:solidFill>
              <a:effectLst/>
              <a:sym typeface="+mn-ea"/>
            </a:endParaRPr>
          </a:p>
        </p:txBody>
      </p:sp>
      <p:sp>
        <p:nvSpPr>
          <p:cNvPr id="11" name="文本框 10"/>
          <p:cNvSpPr txBox="1"/>
          <p:nvPr>
            <p:custDataLst>
              <p:tags r:id="rId3"/>
            </p:custDataLst>
          </p:nvPr>
        </p:nvSpPr>
        <p:spPr>
          <a:xfrm>
            <a:off x="1739265" y="1740535"/>
            <a:ext cx="9476740" cy="1688465"/>
          </a:xfrm>
          <a:prstGeom prst="rect">
            <a:avLst/>
          </a:prstGeom>
          <a:noFill/>
        </p:spPr>
        <p:txBody>
          <a:bodyPr wrap="square" tIns="36195" bIns="323850" rtlCol="0" anchor="t" anchorCtr="0">
            <a:normAutofit lnSpcReduction="20000"/>
          </a:bodyPr>
          <a:lstStyle/>
          <a:p>
            <a:pPr indent="0" algn="just" fontAlgn="auto">
              <a:lnSpc>
                <a:spcPct val="120000"/>
              </a:lnSpc>
              <a:spcBef>
                <a:spcPct val="0"/>
              </a:spcBef>
              <a:spcAft>
                <a:spcPct val="0"/>
              </a:spcAft>
              <a:buNone/>
            </a:pPr>
            <a:r>
              <a:rPr lang="zh-CN" altLang="en-US" sz="4000" spc="100">
                <a:ln>
                  <a:noFill/>
                  <a:prstDash val="sysDot"/>
                </a:ln>
                <a:solidFill>
                  <a:schemeClr val="lt1"/>
                </a:solidFill>
                <a:effectLst/>
                <a:uFillTx/>
                <a:latin typeface="+mn-ea"/>
                <a:cs typeface="+mn-ea"/>
                <a:sym typeface="+mn-ea"/>
              </a:rPr>
              <a:t>退休年龄差异是否违反宪法平等权？</a:t>
            </a:r>
            <a:endParaRPr lang="zh-CN" altLang="en-US" sz="4000" spc="100">
              <a:ln>
                <a:noFill/>
                <a:prstDash val="sysDot"/>
              </a:ln>
              <a:solidFill>
                <a:schemeClr val="lt1"/>
              </a:solidFill>
              <a:effectLst/>
              <a:uFillTx/>
              <a:latin typeface="+mn-ea"/>
              <a:cs typeface="+mn-ea"/>
              <a:sym typeface="+mn-ea"/>
            </a:endParaRPr>
          </a:p>
        </p:txBody>
      </p:sp>
      <p:cxnSp>
        <p:nvCxnSpPr>
          <p:cNvPr id="3" name="直接连接符 2"/>
          <p:cNvCxnSpPr/>
          <p:nvPr>
            <p:custDataLst>
              <p:tags r:id="rId4"/>
            </p:custDataLst>
          </p:nvPr>
        </p:nvCxnSpPr>
        <p:spPr>
          <a:xfrm>
            <a:off x="1487805" y="947420"/>
            <a:ext cx="0" cy="972185"/>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cxnSp>
        <p:nvCxnSpPr>
          <p:cNvPr id="5" name="直接连接符 4"/>
          <p:cNvCxnSpPr/>
          <p:nvPr>
            <p:custDataLst>
              <p:tags r:id="rId5"/>
            </p:custDataLst>
          </p:nvPr>
        </p:nvCxnSpPr>
        <p:spPr>
          <a:xfrm>
            <a:off x="1322070" y="1137920"/>
            <a:ext cx="1283970" cy="0"/>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spTree>
    <p:custDataLst>
      <p:tags r:id="rId6"/>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normAutofit/>
          </a:bodyPr>
          <a:lstStyle/>
          <a:p>
            <a:r>
              <a:rPr lang="zh-CN" altLang="en-US" dirty="0">
                <a:latin typeface="+mn-ea"/>
                <a:ea typeface="+mn-ea"/>
                <a:cs typeface="+mn-cs"/>
              </a:rPr>
              <a:t>男女退休不同龄案</a:t>
            </a:r>
            <a:endParaRPr lang="zh-CN" altLang="en-US" dirty="0">
              <a:latin typeface="+mn-ea"/>
              <a:ea typeface="+mn-ea"/>
              <a:cs typeface="+mn-cs"/>
            </a:endParaRPr>
          </a:p>
        </p:txBody>
      </p:sp>
      <p:sp>
        <p:nvSpPr>
          <p:cNvPr id="3" name="圆角矩形 1"/>
          <p:cNvSpPr/>
          <p:nvPr>
            <p:custDataLst>
              <p:tags r:id="rId2"/>
            </p:custDataLst>
          </p:nvPr>
        </p:nvSpPr>
        <p:spPr>
          <a:xfrm>
            <a:off x="696595" y="2061318"/>
            <a:ext cx="596865" cy="596865"/>
          </a:xfrm>
          <a:prstGeom prst="roundRect">
            <a:avLst/>
          </a:prstGeom>
          <a:gradFill>
            <a:gsLst>
              <a:gs pos="0">
                <a:schemeClr val="accent1">
                  <a:lumMod val="60000"/>
                  <a:lumOff val="40000"/>
                  <a:alpha val="76000"/>
                </a:schemeClr>
              </a:gs>
              <a:gs pos="100000">
                <a:schemeClr val="accent1">
                  <a:alpha val="100000"/>
                </a:schemeClr>
              </a:gs>
            </a:gsLst>
            <a:lin ang="2700000" scaled="0"/>
          </a:gradFill>
          <a:ln>
            <a:noFill/>
          </a:ln>
          <a:effectLst>
            <a:outerShdw blurRad="177800" dist="38100" dir="2700000" algn="tl" rotWithShape="0">
              <a:schemeClr val="accent1">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mn-ea"/>
            </a:endParaRPr>
          </a:p>
        </p:txBody>
      </p:sp>
      <p:sp>
        <p:nvSpPr>
          <p:cNvPr id="20" name="矩形 19"/>
          <p:cNvSpPr/>
          <p:nvPr>
            <p:custDataLst>
              <p:tags r:id="rId3"/>
            </p:custDataLst>
          </p:nvPr>
        </p:nvSpPr>
        <p:spPr>
          <a:xfrm>
            <a:off x="1541145" y="1435100"/>
            <a:ext cx="10093325" cy="2473325"/>
          </a:xfrm>
          <a:prstGeom prst="rect">
            <a:avLst/>
          </a:prstGeom>
          <a:noFill/>
        </p:spPr>
        <p:txBody>
          <a:bodyPr wrap="square" lIns="0" tIns="0" rIns="0" bIns="0" rtlCol="0" anchor="ctr" anchorCtr="0">
            <a:noAutofit/>
          </a:bodyPr>
          <a:p>
            <a:pPr indent="0" fontAlgn="auto">
              <a:lnSpc>
                <a:spcPct val="150000"/>
              </a:lnSpc>
              <a:spcBef>
                <a:spcPct val="0"/>
              </a:spcBef>
              <a:spcAft>
                <a:spcPct val="0"/>
              </a:spcAft>
            </a:pP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原告周香华，原担任中国建设银行平顶山市分行出纳部副经理。</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2005</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年</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1</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月，该分行</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以周香华以达到法定年龄为由，通知其退休。</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而周则认为自己目前足以胜任工作，应和男职工同龄退休，故提起劳动仲裁。</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cxnSp>
        <p:nvCxnSpPr>
          <p:cNvPr id="11" name="直接连接符 10"/>
          <p:cNvCxnSpPr/>
          <p:nvPr>
            <p:custDataLst>
              <p:tags r:id="rId4"/>
            </p:custDataLst>
          </p:nvPr>
        </p:nvCxnSpPr>
        <p:spPr>
          <a:xfrm>
            <a:off x="723898" y="3907155"/>
            <a:ext cx="10772142" cy="1270"/>
          </a:xfrm>
          <a:prstGeom prst="line">
            <a:avLst/>
          </a:prstGeom>
          <a:ln>
            <a:solidFill>
              <a:schemeClr val="accent2">
                <a:alpha val="20000"/>
              </a:schemeClr>
            </a:solidFill>
          </a:ln>
        </p:spPr>
        <p:style>
          <a:lnRef idx="2">
            <a:schemeClr val="accent1"/>
          </a:lnRef>
          <a:fillRef idx="0">
            <a:srgbClr val="FFFFFF"/>
          </a:fillRef>
          <a:effectRef idx="0">
            <a:srgbClr val="FFFFFF"/>
          </a:effectRef>
          <a:fontRef idx="minor">
            <a:schemeClr val="tx1"/>
          </a:fontRef>
        </p:style>
      </p:cxnSp>
      <p:sp>
        <p:nvSpPr>
          <p:cNvPr id="6" name="矩形 5"/>
          <p:cNvSpPr/>
          <p:nvPr>
            <p:custDataLst>
              <p:tags r:id="rId5"/>
            </p:custDataLst>
          </p:nvPr>
        </p:nvSpPr>
        <p:spPr>
          <a:xfrm>
            <a:off x="1541145" y="4263390"/>
            <a:ext cx="9954895" cy="2070100"/>
          </a:xfrm>
          <a:prstGeom prst="rect">
            <a:avLst/>
          </a:prstGeom>
          <a:noFill/>
        </p:spPr>
        <p:txBody>
          <a:bodyPr wrap="square" lIns="0" tIns="0" rIns="0" bIns="0" rtlCol="0" anchor="ctr" anchorCtr="0">
            <a:noAutofit/>
          </a:bodyPr>
          <a:p>
            <a:pPr indent="0" fontAlgn="auto">
              <a:lnSpc>
                <a:spcPct val="150000"/>
              </a:lnSpc>
              <a:spcBef>
                <a:spcPct val="0"/>
              </a:spcBef>
              <a:spcAft>
                <a:spcPct val="0"/>
              </a:spcAft>
            </a:pP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平顶山市劳动争议仲裁委员会</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未予支持仲裁请求。</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周遂向平顶山湛河区法院提起诉讼，法院认为依照国务院《关于安置老弱病残干部的暂行办法》，其符合办理退休手续条件，</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不予支持周的请求。</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周女士后曾上书全国人大常委会，建议改行弹性退休制度。</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p:nvPr>
            <p:custDataLst>
              <p:tags r:id="rId6"/>
            </p:custDataLst>
          </p:nvPr>
        </p:nvSpPr>
        <p:spPr>
          <a:xfrm>
            <a:off x="695960" y="5151681"/>
            <a:ext cx="596865" cy="596865"/>
          </a:xfrm>
          <a:prstGeom prst="roundRect">
            <a:avLst/>
          </a:prstGeom>
          <a:gradFill>
            <a:gsLst>
              <a:gs pos="0">
                <a:schemeClr val="accent2">
                  <a:lumMod val="60000"/>
                  <a:lumOff val="40000"/>
                  <a:alpha val="76000"/>
                </a:schemeClr>
              </a:gs>
              <a:gs pos="100000">
                <a:schemeClr val="accent2">
                  <a:alpha val="100000"/>
                </a:schemeClr>
              </a:gs>
            </a:gsLst>
            <a:lin ang="2700000" scaled="0"/>
          </a:gradFill>
          <a:ln>
            <a:noFill/>
          </a:ln>
          <a:effectLst>
            <a:outerShdw blurRad="177800" dist="38100" dir="2700000" algn="tl" rotWithShape="0">
              <a:schemeClr val="accent2">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mn-ea"/>
            </a:endParaRPr>
          </a:p>
        </p:txBody>
      </p:sp>
      <p:pic>
        <p:nvPicPr>
          <p:cNvPr id="13" name="图片 12" descr="343439383331313b343532303031393bd2b5bca8b9dcc0ed"/>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836287" y="2201010"/>
            <a:ext cx="317481" cy="317481"/>
          </a:xfrm>
          <a:prstGeom prst="rect">
            <a:avLst/>
          </a:prstGeom>
        </p:spPr>
      </p:pic>
      <p:pic>
        <p:nvPicPr>
          <p:cNvPr id="24" name="图片 23" descr="343439383331313b343532303032303bb8f6c8cbd0c5cfa2"/>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837557" y="5293278"/>
            <a:ext cx="313672" cy="313672"/>
          </a:xfrm>
          <a:prstGeom prst="rect">
            <a:avLst/>
          </a:prstGeom>
        </p:spPr>
      </p:pic>
    </p:spTree>
    <p:custDataLst>
      <p:tags r:id="rId1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154940" y="2036445"/>
            <a:ext cx="2487930" cy="2195830"/>
          </a:xfrm>
        </p:spPr>
        <p:txBody>
          <a:bodyPr anchor="b" anchorCtr="0">
            <a:normAutofit/>
          </a:bodyPr>
          <a:lstStyle/>
          <a:p>
            <a:pPr algn="ctr"/>
            <a:r>
              <a:rPr lang="zh-CN" sz="3555"/>
              <a:t>分析提示</a:t>
            </a:r>
            <a:endParaRPr lang="zh-CN" sz="3555"/>
          </a:p>
        </p:txBody>
      </p:sp>
      <p:sp>
        <p:nvSpPr>
          <p:cNvPr id="3" name="矩形 2"/>
          <p:cNvSpPr/>
          <p:nvPr>
            <p:custDataLst>
              <p:tags r:id="rId2"/>
            </p:custDataLst>
          </p:nvPr>
        </p:nvSpPr>
        <p:spPr>
          <a:xfrm>
            <a:off x="411480"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2567940" y="165735"/>
            <a:ext cx="8752205" cy="6205220"/>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4" name="文本框 3"/>
          <p:cNvSpPr txBox="1"/>
          <p:nvPr>
            <p:custDataLst>
              <p:tags r:id="rId4"/>
            </p:custDataLst>
          </p:nvPr>
        </p:nvSpPr>
        <p:spPr>
          <a:xfrm>
            <a:off x="2879090" y="259080"/>
            <a:ext cx="8070850" cy="6029325"/>
          </a:xfrm>
          <a:prstGeom prst="rect">
            <a:avLst/>
          </a:prstGeom>
          <a:noFill/>
        </p:spPr>
        <p:txBody>
          <a:bodyPr wrap="square" rtlCol="0" anchor="ctr" anchorCtr="0">
            <a:noAutofit/>
          </a:bodyPr>
          <a:lstStyle/>
          <a:p>
            <a:pPr marL="0" lvl="0" indent="0" algn="just" fontAlgn="auto">
              <a:lnSpc>
                <a:spcPct val="150000"/>
              </a:lnSpc>
            </a:pPr>
            <a:r>
              <a:rPr lang="en-US" altLang="zh-CN" sz="2800" b="1">
                <a:solidFill>
                  <a:schemeClr val="tx1"/>
                </a:solidFill>
                <a:latin typeface="微软雅黑" panose="020B0503020204020204" charset="-122"/>
                <a:ea typeface="微软雅黑" panose="020B0503020204020204" charset="-122"/>
                <a:cs typeface="微软雅黑" panose="020B0503020204020204" charset="-122"/>
              </a:rPr>
              <a:t>      </a:t>
            </a:r>
            <a:r>
              <a:rPr lang="zh-CN" altLang="en-US" sz="2800" b="1">
                <a:solidFill>
                  <a:schemeClr val="tx1"/>
                </a:solidFill>
                <a:latin typeface="微软雅黑" panose="020B0503020204020204" charset="-122"/>
                <a:ea typeface="微软雅黑" panose="020B0503020204020204" charset="-122"/>
                <a:cs typeface="微软雅黑" panose="020B0503020204020204" charset="-122"/>
              </a:rPr>
              <a:t>立法原意</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（上世纪</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70</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年代的历史考量）</a:t>
            </a:r>
            <a:r>
              <a:rPr lang="zh-CN" altLang="en-US" sz="28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一是出于对女性生理特点和传统家庭中育儿及家务负担的照顾与保护；二是计划经济社会背景下，期望通过让女性较早退休为年轻人腾出岗位，以缓解就业压力。这一制度设计在当时被视为一种对女性的优待和现实社会需求的平衡。</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批评者认为，</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这限制了女性的职业发展，导致养老金收入性别差距，并与《宪法》的平等原则形成张力。</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我国退休制度</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2025</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年起启动渐进式改革，</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通过</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15</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年时间将男女性退休年龄逐步延迟至</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63/58/55</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周岁，并引入</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弹性退休机制</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0" y="8"/>
            <a:ext cx="4238368" cy="68579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3" name="矩形 12"/>
          <p:cNvSpPr/>
          <p:nvPr>
            <p:custDataLst>
              <p:tags r:id="rId2"/>
            </p:custDataLst>
          </p:nvPr>
        </p:nvSpPr>
        <p:spPr>
          <a:xfrm>
            <a:off x="4238365" y="717235"/>
            <a:ext cx="7953635" cy="5423523"/>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6" name="标题 5"/>
          <p:cNvSpPr>
            <a:spLocks noGrp="1"/>
          </p:cNvSpPr>
          <p:nvPr>
            <p:ph type="title"/>
            <p:custDataLst>
              <p:tags r:id="rId3"/>
            </p:custDataLst>
          </p:nvPr>
        </p:nvSpPr>
        <p:spPr>
          <a:xfrm>
            <a:off x="92710" y="3213735"/>
            <a:ext cx="4051935" cy="685165"/>
          </a:xfrm>
        </p:spPr>
        <p:txBody>
          <a:bodyPr>
            <a:noAutofit/>
          </a:bodyPr>
          <a:lstStyle/>
          <a:p>
            <a:pPr algn="ctr"/>
            <a:r>
              <a:rPr lang="zh-CN" altLang="en-US">
                <a:solidFill>
                  <a:schemeClr val="bg2"/>
                </a:solidFill>
                <a:latin typeface="微软雅黑" panose="020B0503020204020204" charset="-122"/>
                <a:ea typeface="微软雅黑" panose="020B0503020204020204" charset="-122"/>
                <a:sym typeface="+mn-ea"/>
              </a:rPr>
              <a:t>二、政治权利</a:t>
            </a:r>
            <a:endParaRPr lang="zh-CN" altLang="en-US">
              <a:solidFill>
                <a:schemeClr val="bg2"/>
              </a:solidFill>
              <a:latin typeface="微软雅黑" panose="020B0503020204020204" charset="-122"/>
              <a:ea typeface="微软雅黑" panose="020B0503020204020204" charset="-122"/>
              <a:sym typeface="+mn-ea"/>
            </a:endParaRPr>
          </a:p>
        </p:txBody>
      </p:sp>
      <p:sp>
        <p:nvSpPr>
          <p:cNvPr id="9" name="文本框 8"/>
          <p:cNvSpPr txBox="1"/>
          <p:nvPr>
            <p:custDataLst>
              <p:tags r:id="rId4"/>
            </p:custDataLst>
          </p:nvPr>
        </p:nvSpPr>
        <p:spPr>
          <a:xfrm>
            <a:off x="4779645" y="956945"/>
            <a:ext cx="6911340" cy="4603115"/>
          </a:xfrm>
          <a:prstGeom prst="rect">
            <a:avLst/>
          </a:prstGeom>
          <a:noFill/>
        </p:spPr>
        <p:txBody>
          <a:bodyPr wrap="square" rtlCol="0" anchor="ctr" anchorCtr="0">
            <a:normAutofit fontScale="90000"/>
          </a:bodyPr>
          <a:lstStyle/>
          <a:p>
            <a:pPr indent="0" algn="just" fontAlgn="auto">
              <a:lnSpc>
                <a:spcPct val="150000"/>
              </a:lnSpc>
              <a:spcAft>
                <a:spcPts val="1200"/>
              </a:spcAft>
              <a:buClr>
                <a:srgbClr val="A6A6A6"/>
              </a:buClr>
              <a:buFont typeface="Wingdings" panose="05000000000000000000" charset="0"/>
              <a:buNone/>
            </a:pPr>
            <a:r>
              <a:rPr lang="en-US" altLang="zh-CN" sz="2400">
                <a:latin typeface="微软雅黑" panose="020B0503020204020204" charset="-122"/>
                <a:ea typeface="微软雅黑" panose="020B0503020204020204" charset="-122"/>
                <a:cs typeface="微软雅黑" panose="020B0503020204020204" charset="-122"/>
                <a:sym typeface="+mn-ea"/>
              </a:rPr>
              <a:t>       </a:t>
            </a:r>
            <a:r>
              <a:rPr lang="zh-CN" altLang="en-US" sz="2400">
                <a:latin typeface="微软雅黑" panose="020B0503020204020204" charset="-122"/>
                <a:ea typeface="微软雅黑" panose="020B0503020204020204" charset="-122"/>
                <a:cs typeface="微软雅黑" panose="020B0503020204020204" charset="-122"/>
                <a:sym typeface="+mn-ea"/>
              </a:rPr>
              <a:t>政治权利是指公民依据宪法和法律的规定，参与国家政治生活的权利和自由的总称。有两种表现形式：</a:t>
            </a:r>
            <a:r>
              <a:rPr lang="zh-CN" altLang="en-US" sz="2220">
                <a:latin typeface="微软雅黑" panose="020B0503020204020204" charset="-122"/>
                <a:ea typeface="微软雅黑" panose="020B0503020204020204" charset="-122"/>
                <a:cs typeface="微软雅黑" panose="020B0503020204020204" charset="-122"/>
                <a:sym typeface="+mn-ea"/>
              </a:rPr>
              <a:t>（参见《刑法》</a:t>
            </a:r>
            <a:r>
              <a:rPr lang="en-US" altLang="zh-CN" sz="2220">
                <a:latin typeface="微软雅黑" panose="020B0503020204020204" charset="-122"/>
                <a:ea typeface="微软雅黑" panose="020B0503020204020204" charset="-122"/>
                <a:cs typeface="微软雅黑" panose="020B0503020204020204" charset="-122"/>
                <a:sym typeface="+mn-ea"/>
              </a:rPr>
              <a:t>54</a:t>
            </a:r>
            <a:r>
              <a:rPr lang="zh-CN" altLang="en-US" sz="2220">
                <a:latin typeface="微软雅黑" panose="020B0503020204020204" charset="-122"/>
                <a:ea typeface="微软雅黑" panose="020B0503020204020204" charset="-122"/>
                <a:cs typeface="微软雅黑" panose="020B0503020204020204" charset="-122"/>
                <a:sym typeface="+mn-ea"/>
              </a:rPr>
              <a:t>条中剥夺政治权利的含义）</a:t>
            </a:r>
            <a:endParaRPr lang="zh-CN" altLang="en-US" sz="2400">
              <a:latin typeface="微软雅黑" panose="020B0503020204020204" charset="-122"/>
              <a:ea typeface="微软雅黑" panose="020B0503020204020204" charset="-122"/>
              <a:cs typeface="微软雅黑" panose="020B0503020204020204" charset="-122"/>
              <a:sym typeface="+mn-ea"/>
            </a:endParaRPr>
          </a:p>
          <a:p>
            <a:pPr indent="0" algn="just" fontAlgn="auto">
              <a:lnSpc>
                <a:spcPct val="150000"/>
              </a:lnSpc>
              <a:spcAft>
                <a:spcPts val="1200"/>
              </a:spcAft>
              <a:buClr>
                <a:srgbClr val="A6A6A6"/>
              </a:buClr>
              <a:buFont typeface="Wingdings" panose="05000000000000000000" charset="0"/>
              <a:buNone/>
            </a:pPr>
            <a:r>
              <a:rPr lang="zh-CN" altLang="en-US" sz="2400">
                <a:latin typeface="微软雅黑" panose="020B0503020204020204" charset="-122"/>
                <a:ea typeface="微软雅黑" panose="020B0503020204020204" charset="-122"/>
                <a:cs typeface="微软雅黑" panose="020B0503020204020204" charset="-122"/>
                <a:sym typeface="+mn-ea"/>
              </a:rPr>
              <a:t> </a:t>
            </a:r>
            <a:r>
              <a:rPr lang="en-US" altLang="zh-CN" sz="2400">
                <a:latin typeface="微软雅黑" panose="020B0503020204020204" charset="-122"/>
                <a:ea typeface="微软雅黑" panose="020B0503020204020204" charset="-122"/>
                <a:cs typeface="微软雅黑" panose="020B0503020204020204" charset="-122"/>
                <a:sym typeface="+mn-ea"/>
              </a:rPr>
              <a:t>     </a:t>
            </a:r>
            <a:r>
              <a:rPr lang="zh-CN" altLang="en-US" sz="2400">
                <a:latin typeface="微软雅黑" panose="020B0503020204020204" charset="-122"/>
                <a:ea typeface="微软雅黑" panose="020B0503020204020204" charset="-122"/>
                <a:cs typeface="微软雅黑" panose="020B0503020204020204" charset="-122"/>
                <a:sym typeface="+mn-ea"/>
              </a:rPr>
              <a:t>（</a:t>
            </a:r>
            <a:r>
              <a:rPr lang="en-US" altLang="zh-CN" sz="2400">
                <a:latin typeface="微软雅黑" panose="020B0503020204020204" charset="-122"/>
                <a:ea typeface="微软雅黑" panose="020B0503020204020204" charset="-122"/>
                <a:cs typeface="微软雅黑" panose="020B0503020204020204" charset="-122"/>
                <a:sym typeface="+mn-ea"/>
              </a:rPr>
              <a:t>1</a:t>
            </a:r>
            <a:r>
              <a:rPr lang="zh-CN" altLang="en-US" sz="2400">
                <a:latin typeface="微软雅黑" panose="020B0503020204020204" charset="-122"/>
                <a:ea typeface="微软雅黑" panose="020B0503020204020204" charset="-122"/>
                <a:cs typeface="微软雅黑" panose="020B0503020204020204" charset="-122"/>
                <a:sym typeface="+mn-ea"/>
              </a:rPr>
              <a:t>）公民参与国家、社会组织与管理的活动，以</a:t>
            </a:r>
            <a:r>
              <a:rPr lang="zh-CN" altLang="en-US" sz="2400" b="1">
                <a:latin typeface="微软雅黑" panose="020B0503020204020204" charset="-122"/>
                <a:ea typeface="微软雅黑" panose="020B0503020204020204" charset="-122"/>
                <a:cs typeface="微软雅黑" panose="020B0503020204020204" charset="-122"/>
                <a:sym typeface="+mn-ea"/>
              </a:rPr>
              <a:t>选举权和被选举权的行使</a:t>
            </a:r>
            <a:r>
              <a:rPr lang="zh-CN" altLang="en-US" sz="2400">
                <a:latin typeface="微软雅黑" panose="020B0503020204020204" charset="-122"/>
                <a:ea typeface="微软雅黑" panose="020B0503020204020204" charset="-122"/>
                <a:cs typeface="微软雅黑" panose="020B0503020204020204" charset="-122"/>
                <a:sym typeface="+mn-ea"/>
              </a:rPr>
              <a:t>为基础；（《宪法》第</a:t>
            </a:r>
            <a:r>
              <a:rPr lang="en-US" altLang="zh-CN" sz="2400">
                <a:latin typeface="微软雅黑" panose="020B0503020204020204" charset="-122"/>
                <a:ea typeface="微软雅黑" panose="020B0503020204020204" charset="-122"/>
                <a:cs typeface="微软雅黑" panose="020B0503020204020204" charset="-122"/>
                <a:sym typeface="+mn-ea"/>
              </a:rPr>
              <a:t>34</a:t>
            </a:r>
            <a:r>
              <a:rPr lang="zh-CN" altLang="en-US" sz="2400">
                <a:latin typeface="微软雅黑" panose="020B0503020204020204" charset="-122"/>
                <a:ea typeface="微软雅黑" panose="020B0503020204020204" charset="-122"/>
                <a:cs typeface="微软雅黑" panose="020B0503020204020204" charset="-122"/>
                <a:sym typeface="+mn-ea"/>
              </a:rPr>
              <a:t>条</a:t>
            </a:r>
            <a:r>
              <a:rPr lang="en-US" altLang="zh-CN" sz="2400">
                <a:latin typeface="微软雅黑" panose="020B0503020204020204" charset="-122"/>
                <a:ea typeface="微软雅黑" panose="020B0503020204020204" charset="-122"/>
                <a:cs typeface="微软雅黑" panose="020B0503020204020204" charset="-122"/>
                <a:sym typeface="+mn-ea"/>
              </a:rPr>
              <a:t>)</a:t>
            </a:r>
            <a:endParaRPr lang="zh-CN" altLang="en-US" sz="2400">
              <a:latin typeface="微软雅黑" panose="020B0503020204020204" charset="-122"/>
              <a:ea typeface="微软雅黑" panose="020B0503020204020204" charset="-122"/>
              <a:cs typeface="微软雅黑" panose="020B0503020204020204" charset="-122"/>
              <a:sym typeface="+mn-ea"/>
            </a:endParaRPr>
          </a:p>
          <a:p>
            <a:pPr indent="0" algn="just" fontAlgn="auto">
              <a:lnSpc>
                <a:spcPct val="150000"/>
              </a:lnSpc>
              <a:spcAft>
                <a:spcPts val="1200"/>
              </a:spcAft>
              <a:buClr>
                <a:srgbClr val="A6A6A6"/>
              </a:buClr>
              <a:buFont typeface="Wingdings" panose="05000000000000000000" charset="0"/>
              <a:buNone/>
            </a:pPr>
            <a:r>
              <a:rPr lang="zh-CN" altLang="en-US" sz="2400">
                <a:latin typeface="微软雅黑" panose="020B0503020204020204" charset="-122"/>
                <a:ea typeface="微软雅黑" panose="020B0503020204020204" charset="-122"/>
                <a:cs typeface="微软雅黑" panose="020B0503020204020204" charset="-122"/>
                <a:sym typeface="+mn-ea"/>
              </a:rPr>
              <a:t> </a:t>
            </a:r>
            <a:r>
              <a:rPr lang="en-US" altLang="zh-CN" sz="2400">
                <a:latin typeface="微软雅黑" panose="020B0503020204020204" charset="-122"/>
                <a:ea typeface="微软雅黑" panose="020B0503020204020204" charset="-122"/>
                <a:cs typeface="微软雅黑" panose="020B0503020204020204" charset="-122"/>
                <a:sym typeface="+mn-ea"/>
              </a:rPr>
              <a:t>    </a:t>
            </a:r>
            <a:r>
              <a:rPr lang="zh-CN" altLang="en-US" sz="2400">
                <a:latin typeface="微软雅黑" panose="020B0503020204020204" charset="-122"/>
                <a:ea typeface="微软雅黑" panose="020B0503020204020204" charset="-122"/>
                <a:cs typeface="微软雅黑" panose="020B0503020204020204" charset="-122"/>
                <a:sym typeface="+mn-ea"/>
              </a:rPr>
              <a:t>（</a:t>
            </a:r>
            <a:r>
              <a:rPr lang="en-US" altLang="zh-CN" sz="2400">
                <a:latin typeface="微软雅黑" panose="020B0503020204020204" charset="-122"/>
                <a:ea typeface="微软雅黑" panose="020B0503020204020204" charset="-122"/>
                <a:cs typeface="微软雅黑" panose="020B0503020204020204" charset="-122"/>
                <a:sym typeface="+mn-ea"/>
              </a:rPr>
              <a:t>2</a:t>
            </a:r>
            <a:r>
              <a:rPr lang="zh-CN" altLang="en-US" sz="2400">
                <a:latin typeface="微软雅黑" panose="020B0503020204020204" charset="-122"/>
                <a:ea typeface="微软雅黑" panose="020B0503020204020204" charset="-122"/>
                <a:cs typeface="微软雅黑" panose="020B0503020204020204" charset="-122"/>
                <a:sym typeface="+mn-ea"/>
              </a:rPr>
              <a:t>）公民在</a:t>
            </a:r>
            <a:r>
              <a:rPr lang="zh-CN" altLang="en-US" sz="2400" b="1">
                <a:latin typeface="微软雅黑" panose="020B0503020204020204" charset="-122"/>
                <a:ea typeface="微软雅黑" panose="020B0503020204020204" charset="-122"/>
                <a:cs typeface="微软雅黑" panose="020B0503020204020204" charset="-122"/>
                <a:sym typeface="+mn-ea"/>
              </a:rPr>
              <a:t>国家政治生活中自由地发表意见，表达意愿的自由</a:t>
            </a:r>
            <a:r>
              <a:rPr lang="zh-CN" altLang="en-US" sz="2400">
                <a:latin typeface="微软雅黑" panose="020B0503020204020204" charset="-122"/>
                <a:ea typeface="微软雅黑" panose="020B0503020204020204" charset="-122"/>
                <a:cs typeface="微软雅黑" panose="020B0503020204020204" charset="-122"/>
                <a:sym typeface="+mn-ea"/>
              </a:rPr>
              <a:t>。通常表现为：言论、出版、结社、集会、游行、示威自由，简称政治自由。</a:t>
            </a:r>
            <a:r>
              <a:rPr lang="zh-CN" altLang="en-US" sz="2400">
                <a:latin typeface="微软雅黑" panose="020B0503020204020204" charset="-122"/>
                <a:ea typeface="微软雅黑" panose="020B0503020204020204" charset="-122"/>
                <a:cs typeface="微软雅黑" panose="020B0503020204020204" charset="-122"/>
                <a:sym typeface="+mn-ea"/>
              </a:rPr>
              <a:t>（《宪法》第</a:t>
            </a:r>
            <a:r>
              <a:rPr lang="en-US" altLang="zh-CN" sz="2400">
                <a:latin typeface="微软雅黑" panose="020B0503020204020204" charset="-122"/>
                <a:ea typeface="微软雅黑" panose="020B0503020204020204" charset="-122"/>
                <a:cs typeface="微软雅黑" panose="020B0503020204020204" charset="-122"/>
                <a:sym typeface="+mn-ea"/>
              </a:rPr>
              <a:t>35</a:t>
            </a:r>
            <a:r>
              <a:rPr lang="zh-CN" altLang="en-US" sz="2400">
                <a:latin typeface="微软雅黑" panose="020B0503020204020204" charset="-122"/>
                <a:ea typeface="微软雅黑" panose="020B0503020204020204" charset="-122"/>
                <a:cs typeface="微软雅黑" panose="020B0503020204020204" charset="-122"/>
                <a:sym typeface="+mn-ea"/>
              </a:rPr>
              <a:t>条</a:t>
            </a:r>
            <a:r>
              <a:rPr lang="en-US" altLang="zh-CN" sz="2400">
                <a:latin typeface="微软雅黑" panose="020B0503020204020204" charset="-122"/>
                <a:ea typeface="微软雅黑" panose="020B0503020204020204" charset="-122"/>
                <a:cs typeface="微软雅黑" panose="020B0503020204020204" charset="-122"/>
                <a:sym typeface="+mn-ea"/>
              </a:rPr>
              <a:t>)</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（一）选举权和被选举权</a:t>
            </a:r>
            <a:endParaRPr lang="zh-CN" altLang="en-US"/>
          </a:p>
        </p:txBody>
      </p:sp>
      <p:sp>
        <p:nvSpPr>
          <p:cNvPr id="10" name="矩形: 圆角 22"/>
          <p:cNvSpPr/>
          <p:nvPr>
            <p:custDataLst>
              <p:tags r:id="rId2"/>
            </p:custDataLst>
          </p:nvPr>
        </p:nvSpPr>
        <p:spPr>
          <a:xfrm>
            <a:off x="690880" y="1736735"/>
            <a:ext cx="5076190" cy="4070985"/>
          </a:xfrm>
          <a:prstGeom prst="roundRect">
            <a:avLst>
              <a:gd name="adj" fmla="val 6347"/>
            </a:avLst>
          </a:prstGeom>
          <a:solidFill>
            <a:srgbClr val="FFFFFF">
              <a:alpha val="5000"/>
            </a:srgbClr>
          </a:solidFill>
          <a:ln w="15875">
            <a:noFill/>
          </a:ln>
          <a:effectLst>
            <a:outerShdw blurRad="279400" dist="228600" dir="2700000" algn="tl" rotWithShape="0">
              <a:schemeClr val="accent1">
                <a:alpha val="8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342095" tIns="734060" rIns="342095" bIns="486410" rtlCol="0" anchor="ctr">
            <a:noAutofit/>
          </a:bodyPr>
          <a:p>
            <a:pPr algn="ctr">
              <a:lnSpc>
                <a:spcPct val="150000"/>
              </a:lnSpc>
            </a:pPr>
            <a:endParaRPr lang="zh-CN" altLang="zh-CN" dirty="0">
              <a:solidFill>
                <a:schemeClr val="tx1">
                  <a:lumMod val="85000"/>
                  <a:lumOff val="15000"/>
                </a:schemeClr>
              </a:solidFill>
              <a:latin typeface="+mn-ea"/>
              <a:cs typeface="+mn-ea"/>
              <a:sym typeface="+mn-ea"/>
            </a:endParaRPr>
          </a:p>
        </p:txBody>
      </p:sp>
      <p:sp>
        <p:nvSpPr>
          <p:cNvPr id="15" name="矩形: 圆角 33"/>
          <p:cNvSpPr/>
          <p:nvPr>
            <p:custDataLst>
              <p:tags r:id="rId3"/>
            </p:custDataLst>
          </p:nvPr>
        </p:nvSpPr>
        <p:spPr>
          <a:xfrm>
            <a:off x="6422390" y="1736735"/>
            <a:ext cx="5076190" cy="4070350"/>
          </a:xfrm>
          <a:prstGeom prst="roundRect">
            <a:avLst>
              <a:gd name="adj" fmla="val 6347"/>
            </a:avLst>
          </a:prstGeom>
          <a:solidFill>
            <a:srgbClr val="FFFFFF">
              <a:alpha val="5000"/>
            </a:srgbClr>
          </a:solidFill>
          <a:ln w="15875">
            <a:noFill/>
          </a:ln>
          <a:effectLst>
            <a:outerShdw blurRad="279400" dist="228600" dir="2700000" algn="tl" rotWithShape="0">
              <a:schemeClr val="accent2">
                <a:alpha val="8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342095" tIns="640080" rIns="342095" bIns="488315" rtlCol="0" anchor="ctr">
            <a:noAutofit/>
          </a:bodyPr>
          <a:p>
            <a:pPr algn="ctr">
              <a:lnSpc>
                <a:spcPct val="150000"/>
              </a:lnSpc>
            </a:pPr>
            <a:endParaRPr lang="zh-CN" altLang="zh-CN">
              <a:solidFill>
                <a:schemeClr val="tx1">
                  <a:lumMod val="85000"/>
                  <a:lumOff val="15000"/>
                </a:schemeClr>
              </a:solidFill>
              <a:latin typeface="+mn-ea"/>
              <a:cs typeface="+mn-ea"/>
              <a:sym typeface="+mn-ea"/>
            </a:endParaRPr>
          </a:p>
        </p:txBody>
      </p:sp>
      <p:sp>
        <p:nvSpPr>
          <p:cNvPr id="16" name="矩形: 圆角 2"/>
          <p:cNvSpPr/>
          <p:nvPr>
            <p:custDataLst>
              <p:tags r:id="rId4"/>
            </p:custDataLst>
          </p:nvPr>
        </p:nvSpPr>
        <p:spPr>
          <a:xfrm>
            <a:off x="690880" y="1736100"/>
            <a:ext cx="5076190" cy="4070985"/>
          </a:xfrm>
          <a:prstGeom prst="roundRect">
            <a:avLst>
              <a:gd name="adj" fmla="val 6347"/>
            </a:avLst>
          </a:prstGeom>
          <a:gradFill flip="none" rotWithShape="1">
            <a:gsLst>
              <a:gs pos="0">
                <a:schemeClr val="accent1">
                  <a:lumMod val="20000"/>
                  <a:lumOff val="80000"/>
                  <a:alpha val="20000"/>
                </a:schemeClr>
              </a:gs>
              <a:gs pos="100000">
                <a:schemeClr val="bg1">
                  <a:alpha val="0"/>
                </a:schemeClr>
              </a:gs>
            </a:gsLst>
            <a:path path="circle">
              <a:fillToRect l="100000" t="100000"/>
            </a:path>
            <a:tileRect r="-100000" b="-100000"/>
          </a:gradFill>
          <a:ln w="15875">
            <a:solidFill>
              <a:schemeClr val="accent1">
                <a:lumMod val="40000"/>
                <a:lumOff val="60000"/>
                <a:alpha val="60000"/>
              </a:schemeClr>
            </a:solidFill>
          </a:ln>
          <a:effectLst>
            <a:outerShdw blurRad="279400" dist="228600" dir="2700000" algn="tl" rotWithShape="0">
              <a:schemeClr val="accent1">
                <a:alpha val="8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342095" tIns="734060" rIns="342095" bIns="486410" rtlCol="0" anchor="ctr">
            <a:noAutofit/>
          </a:bodyPr>
          <a:p>
            <a:pPr algn="just">
              <a:lnSpc>
                <a:spcPct val="150000"/>
              </a:lnSpc>
            </a:pPr>
            <a:r>
              <a:rPr lang="en-US" altLang="zh-CN" sz="2400" dirty="0">
                <a:solidFill>
                  <a:schemeClr val="tx1">
                    <a:lumMod val="85000"/>
                    <a:lumOff val="15000"/>
                  </a:schemeClr>
                </a:solidFill>
                <a:latin typeface="+mn-ea"/>
                <a:cs typeface="+mn-ea"/>
                <a:sym typeface="+mn-ea"/>
              </a:rPr>
              <a:t> </a:t>
            </a:r>
            <a:r>
              <a:rPr lang="zh-CN" altLang="en-US" sz="2400" dirty="0">
                <a:solidFill>
                  <a:schemeClr val="tx1">
                    <a:lumMod val="85000"/>
                    <a:lumOff val="15000"/>
                  </a:schemeClr>
                </a:solidFill>
                <a:latin typeface="+mn-ea"/>
                <a:cs typeface="+mn-ea"/>
                <a:sym typeface="+mn-ea"/>
              </a:rPr>
              <a:t>选举权是指选民依法选举代表机关代表的权利。</a:t>
            </a:r>
            <a:endParaRPr lang="zh-CN" altLang="en-US" sz="2400" dirty="0">
              <a:solidFill>
                <a:schemeClr val="tx1">
                  <a:lumMod val="85000"/>
                  <a:lumOff val="15000"/>
                </a:schemeClr>
              </a:solidFill>
              <a:latin typeface="+mn-ea"/>
              <a:cs typeface="+mn-ea"/>
              <a:sym typeface="+mn-ea"/>
            </a:endParaRPr>
          </a:p>
          <a:p>
            <a:pPr algn="just">
              <a:lnSpc>
                <a:spcPct val="150000"/>
              </a:lnSpc>
            </a:pPr>
            <a:r>
              <a:rPr lang="zh-CN" altLang="en-US" sz="2400" dirty="0">
                <a:solidFill>
                  <a:schemeClr val="tx1">
                    <a:lumMod val="85000"/>
                    <a:lumOff val="15000"/>
                  </a:schemeClr>
                </a:solidFill>
                <a:latin typeface="+mn-ea"/>
                <a:cs typeface="+mn-ea"/>
                <a:sym typeface="+mn-ea"/>
              </a:rPr>
              <a:t>被选举权是指选民依法被选举为代议机关代表的权利。</a:t>
            </a:r>
            <a:endParaRPr lang="zh-CN" altLang="en-US" sz="2400" dirty="0">
              <a:solidFill>
                <a:schemeClr val="tx1">
                  <a:lumMod val="85000"/>
                  <a:lumOff val="15000"/>
                </a:schemeClr>
              </a:solidFill>
              <a:latin typeface="+mn-ea"/>
              <a:cs typeface="+mn-ea"/>
              <a:sym typeface="+mn-ea"/>
            </a:endParaRPr>
          </a:p>
        </p:txBody>
      </p:sp>
      <p:sp>
        <p:nvSpPr>
          <p:cNvPr id="29" name="任意多边形: 形状 28"/>
          <p:cNvSpPr/>
          <p:nvPr>
            <p:custDataLst>
              <p:tags r:id="rId5"/>
            </p:custDataLst>
          </p:nvPr>
        </p:nvSpPr>
        <p:spPr>
          <a:xfrm>
            <a:off x="1309370" y="1616085"/>
            <a:ext cx="3854450" cy="807720"/>
          </a:xfrm>
          <a:prstGeom prst="round2SameRect">
            <a:avLst>
              <a:gd name="adj1" fmla="val 0"/>
              <a:gd name="adj2" fmla="val 31447"/>
            </a:avLst>
          </a:prstGeom>
          <a:gradFill flip="none" rotWithShape="1">
            <a:gsLst>
              <a:gs pos="0">
                <a:schemeClr val="accent1">
                  <a:lumMod val="40000"/>
                  <a:lumOff val="60000"/>
                  <a:alpha val="100000"/>
                </a:schemeClr>
              </a:gs>
              <a:gs pos="69000">
                <a:schemeClr val="accent1">
                  <a:alpha val="100000"/>
                </a:schemeClr>
              </a:gs>
              <a:gs pos="100000">
                <a:schemeClr val="accent1">
                  <a:alpha val="100000"/>
                </a:schemeClr>
              </a:gs>
            </a:gsLst>
            <a:lin ang="2700000" scaled="1"/>
            <a:tileRect/>
          </a:gradFill>
          <a:ln>
            <a:noFill/>
          </a:ln>
          <a:effectLst>
            <a:outerShdw blurRad="101600" dist="76200" dir="2700000" algn="tl" rotWithShape="0">
              <a:schemeClr val="accent1">
                <a:alpha val="2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spcBef>
                <a:spcPct val="0"/>
              </a:spcBef>
              <a:spcAft>
                <a:spcPct val="0"/>
              </a:spcAft>
            </a:pPr>
            <a:r>
              <a:rPr lang="zh-CN" altLang="en-US" sz="2800" b="1" dirty="0">
                <a:solidFill>
                  <a:srgbClr val="FFFFFF"/>
                </a:solidFill>
                <a:uFillTx/>
                <a:latin typeface="+mn-ea"/>
                <a:cs typeface="+mn-ea"/>
                <a:sym typeface="+mn-ea"/>
              </a:rPr>
              <a:t>概念</a:t>
            </a:r>
            <a:endParaRPr lang="zh-CN" altLang="en-US" sz="2800" b="1" dirty="0">
              <a:solidFill>
                <a:srgbClr val="FFFFFF"/>
              </a:solidFill>
              <a:uFillTx/>
              <a:latin typeface="+mn-ea"/>
              <a:cs typeface="+mn-ea"/>
              <a:sym typeface="+mn-ea"/>
            </a:endParaRPr>
          </a:p>
        </p:txBody>
      </p:sp>
      <p:sp>
        <p:nvSpPr>
          <p:cNvPr id="25" name="等腰三角形 24"/>
          <p:cNvSpPr/>
          <p:nvPr>
            <p:custDataLst>
              <p:tags r:id="rId6"/>
            </p:custDataLst>
          </p:nvPr>
        </p:nvSpPr>
        <p:spPr>
          <a:xfrm>
            <a:off x="1140460" y="1616085"/>
            <a:ext cx="168561" cy="120119"/>
          </a:xfrm>
          <a:prstGeom prst="triangle">
            <a:avLst>
              <a:gd name="adj" fmla="val 100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26" name="等腰三角形 25"/>
          <p:cNvSpPr/>
          <p:nvPr>
            <p:custDataLst>
              <p:tags r:id="rId7"/>
            </p:custDataLst>
          </p:nvPr>
        </p:nvSpPr>
        <p:spPr>
          <a:xfrm flipH="1">
            <a:off x="5163820" y="1616085"/>
            <a:ext cx="168561" cy="120119"/>
          </a:xfrm>
          <a:prstGeom prst="triangle">
            <a:avLst>
              <a:gd name="adj" fmla="val 100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36" name="矩形: 圆角 35"/>
          <p:cNvSpPr/>
          <p:nvPr>
            <p:custDataLst>
              <p:tags r:id="rId8"/>
            </p:custDataLst>
          </p:nvPr>
        </p:nvSpPr>
        <p:spPr>
          <a:xfrm>
            <a:off x="6422390" y="1736100"/>
            <a:ext cx="5076190" cy="4070350"/>
          </a:xfrm>
          <a:prstGeom prst="roundRect">
            <a:avLst>
              <a:gd name="adj" fmla="val 6347"/>
            </a:avLst>
          </a:prstGeom>
          <a:gradFill flip="none" rotWithShape="1">
            <a:gsLst>
              <a:gs pos="0">
                <a:schemeClr val="accent2">
                  <a:lumMod val="20000"/>
                  <a:lumOff val="80000"/>
                  <a:alpha val="20000"/>
                </a:schemeClr>
              </a:gs>
              <a:gs pos="100000">
                <a:schemeClr val="bg1">
                  <a:alpha val="0"/>
                </a:schemeClr>
              </a:gs>
            </a:gsLst>
            <a:path path="circle">
              <a:fillToRect l="100000" t="100000"/>
            </a:path>
            <a:tileRect r="-100000" b="-100000"/>
          </a:gradFill>
          <a:ln w="15875">
            <a:solidFill>
              <a:schemeClr val="accent2">
                <a:lumMod val="40000"/>
                <a:lumOff val="60000"/>
                <a:alpha val="60000"/>
              </a:schemeClr>
            </a:solidFill>
          </a:ln>
          <a:effectLst>
            <a:outerShdw blurRad="279400" dist="228600" dir="2700000" algn="tl" rotWithShape="0">
              <a:schemeClr val="accent2">
                <a:alpha val="8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342095" tIns="640080" rIns="342095" bIns="488315" rtlCol="0" anchor="ctr">
            <a:noAutofit/>
          </a:bodyPr>
          <a:p>
            <a:pPr algn="just">
              <a:lnSpc>
                <a:spcPct val="150000"/>
              </a:lnSpc>
            </a:pPr>
            <a:r>
              <a:rPr lang="zh-CN" altLang="zh-CN" sz="2400">
                <a:solidFill>
                  <a:schemeClr val="tx1">
                    <a:lumMod val="85000"/>
                    <a:lumOff val="15000"/>
                  </a:schemeClr>
                </a:solidFill>
                <a:latin typeface="+mn-ea"/>
                <a:cs typeface="+mn-ea"/>
                <a:sym typeface="+mn-ea"/>
              </a:rPr>
              <a:t>（</a:t>
            </a:r>
            <a:r>
              <a:rPr lang="en-US" altLang="zh-CN" sz="2400">
                <a:solidFill>
                  <a:schemeClr val="tx1">
                    <a:lumMod val="85000"/>
                    <a:lumOff val="15000"/>
                  </a:schemeClr>
                </a:solidFill>
                <a:latin typeface="+mn-ea"/>
                <a:cs typeface="+mn-ea"/>
                <a:sym typeface="+mn-ea"/>
              </a:rPr>
              <a:t>1</a:t>
            </a:r>
            <a:r>
              <a:rPr lang="zh-CN" altLang="en-US" sz="2400">
                <a:solidFill>
                  <a:schemeClr val="tx1">
                    <a:lumMod val="85000"/>
                    <a:lumOff val="15000"/>
                  </a:schemeClr>
                </a:solidFill>
                <a:latin typeface="+mn-ea"/>
                <a:cs typeface="+mn-ea"/>
                <a:sym typeface="+mn-ea"/>
              </a:rPr>
              <a:t>）必须具备法定资格</a:t>
            </a:r>
            <a:r>
              <a:rPr lang="zh-CN" altLang="en-US" sz="2400" b="1">
                <a:solidFill>
                  <a:schemeClr val="tx1">
                    <a:lumMod val="85000"/>
                    <a:lumOff val="15000"/>
                  </a:schemeClr>
                </a:solidFill>
                <a:latin typeface="+mn-ea"/>
                <a:cs typeface="+mn-ea"/>
                <a:sym typeface="+mn-ea"/>
              </a:rPr>
              <a:t>（如</a:t>
            </a:r>
            <a:r>
              <a:rPr lang="en-US" altLang="zh-CN" sz="2400" b="1">
                <a:solidFill>
                  <a:schemeClr val="tx1">
                    <a:lumMod val="85000"/>
                    <a:lumOff val="15000"/>
                  </a:schemeClr>
                </a:solidFill>
                <a:latin typeface="+mn-ea"/>
                <a:cs typeface="+mn-ea"/>
                <a:sym typeface="+mn-ea"/>
              </a:rPr>
              <a:t>18</a:t>
            </a:r>
            <a:r>
              <a:rPr lang="zh-CN" altLang="en-US" sz="2400" b="1">
                <a:solidFill>
                  <a:schemeClr val="tx1">
                    <a:lumMod val="85000"/>
                    <a:lumOff val="15000"/>
                  </a:schemeClr>
                </a:solidFill>
                <a:latin typeface="+mn-ea"/>
                <a:cs typeface="+mn-ea"/>
                <a:sym typeface="+mn-ea"/>
              </a:rPr>
              <a:t>周岁，不被剥夺政治权利）；</a:t>
            </a:r>
            <a:endParaRPr lang="en-US" altLang="zh-CN" sz="2400">
              <a:solidFill>
                <a:schemeClr val="tx1">
                  <a:lumMod val="85000"/>
                  <a:lumOff val="15000"/>
                </a:schemeClr>
              </a:solidFill>
              <a:latin typeface="+mn-ea"/>
              <a:cs typeface="+mn-ea"/>
              <a:sym typeface="+mn-ea"/>
            </a:endParaRPr>
          </a:p>
          <a:p>
            <a:pPr algn="just">
              <a:lnSpc>
                <a:spcPct val="150000"/>
              </a:lnSpc>
            </a:pPr>
            <a:r>
              <a:rPr lang="zh-CN" altLang="zh-CN" sz="2400">
                <a:solidFill>
                  <a:schemeClr val="tx1">
                    <a:lumMod val="85000"/>
                    <a:lumOff val="15000"/>
                  </a:schemeClr>
                </a:solidFill>
                <a:latin typeface="+mn-ea"/>
                <a:cs typeface="+mn-ea"/>
                <a:sym typeface="+mn-ea"/>
              </a:rPr>
              <a:t>（</a:t>
            </a:r>
            <a:r>
              <a:rPr lang="en-US" altLang="zh-CN" sz="2400">
                <a:solidFill>
                  <a:schemeClr val="tx1">
                    <a:lumMod val="85000"/>
                    <a:lumOff val="15000"/>
                  </a:schemeClr>
                </a:solidFill>
                <a:latin typeface="+mn-ea"/>
                <a:cs typeface="+mn-ea"/>
                <a:sym typeface="+mn-ea"/>
              </a:rPr>
              <a:t>2</a:t>
            </a:r>
            <a:r>
              <a:rPr lang="zh-CN" altLang="en-US" sz="2400">
                <a:solidFill>
                  <a:schemeClr val="tx1">
                    <a:lumMod val="85000"/>
                    <a:lumOff val="15000"/>
                  </a:schemeClr>
                </a:solidFill>
                <a:latin typeface="+mn-ea"/>
                <a:cs typeface="+mn-ea"/>
                <a:sym typeface="+mn-ea"/>
              </a:rPr>
              <a:t>）行使对象：代议机关代表；</a:t>
            </a:r>
            <a:endParaRPr lang="en-US" altLang="zh-CN" sz="2400">
              <a:solidFill>
                <a:schemeClr val="tx1">
                  <a:lumMod val="85000"/>
                  <a:lumOff val="15000"/>
                </a:schemeClr>
              </a:solidFill>
              <a:latin typeface="+mn-ea"/>
              <a:cs typeface="+mn-ea"/>
              <a:sym typeface="+mn-ea"/>
            </a:endParaRPr>
          </a:p>
          <a:p>
            <a:pPr algn="just">
              <a:lnSpc>
                <a:spcPct val="150000"/>
              </a:lnSpc>
            </a:pPr>
            <a:r>
              <a:rPr lang="zh-CN" altLang="zh-CN" sz="2400">
                <a:solidFill>
                  <a:schemeClr val="tx1">
                    <a:lumMod val="85000"/>
                    <a:lumOff val="15000"/>
                  </a:schemeClr>
                </a:solidFill>
                <a:latin typeface="+mn-ea"/>
                <a:cs typeface="+mn-ea"/>
                <a:sym typeface="+mn-ea"/>
              </a:rPr>
              <a:t>（</a:t>
            </a:r>
            <a:r>
              <a:rPr lang="en-US" altLang="zh-CN" sz="2400">
                <a:solidFill>
                  <a:schemeClr val="tx1">
                    <a:lumMod val="85000"/>
                    <a:lumOff val="15000"/>
                  </a:schemeClr>
                </a:solidFill>
                <a:latin typeface="+mn-ea"/>
                <a:cs typeface="+mn-ea"/>
                <a:sym typeface="+mn-ea"/>
              </a:rPr>
              <a:t>3</a:t>
            </a:r>
            <a:r>
              <a:rPr lang="zh-CN" altLang="en-US" sz="2400">
                <a:solidFill>
                  <a:schemeClr val="tx1">
                    <a:lumMod val="85000"/>
                    <a:lumOff val="15000"/>
                  </a:schemeClr>
                </a:solidFill>
                <a:latin typeface="+mn-ea"/>
                <a:cs typeface="+mn-ea"/>
                <a:sym typeface="+mn-ea"/>
              </a:rPr>
              <a:t>）行使方式法定，如投票选举。</a:t>
            </a:r>
            <a:endParaRPr lang="zh-CN" altLang="en-US" sz="2400">
              <a:solidFill>
                <a:schemeClr val="tx1">
                  <a:lumMod val="85000"/>
                  <a:lumOff val="15000"/>
                </a:schemeClr>
              </a:solidFill>
              <a:latin typeface="+mn-ea"/>
              <a:cs typeface="+mn-ea"/>
              <a:sym typeface="+mn-ea"/>
            </a:endParaRPr>
          </a:p>
        </p:txBody>
      </p:sp>
      <p:sp>
        <p:nvSpPr>
          <p:cNvPr id="37" name="任意多边形: 形状 36"/>
          <p:cNvSpPr/>
          <p:nvPr>
            <p:custDataLst>
              <p:tags r:id="rId9"/>
            </p:custDataLst>
          </p:nvPr>
        </p:nvSpPr>
        <p:spPr>
          <a:xfrm>
            <a:off x="7033895" y="1616085"/>
            <a:ext cx="3854450" cy="807720"/>
          </a:xfrm>
          <a:prstGeom prst="round2SameRect">
            <a:avLst>
              <a:gd name="adj1" fmla="val 0"/>
              <a:gd name="adj2" fmla="val 31447"/>
            </a:avLst>
          </a:prstGeom>
          <a:gradFill flip="none" rotWithShape="1">
            <a:gsLst>
              <a:gs pos="0">
                <a:schemeClr val="accent2">
                  <a:lumMod val="60000"/>
                  <a:lumOff val="40000"/>
                  <a:alpha val="100000"/>
                </a:schemeClr>
              </a:gs>
              <a:gs pos="66450">
                <a:schemeClr val="accent2">
                  <a:alpha val="100000"/>
                </a:schemeClr>
              </a:gs>
              <a:gs pos="100000">
                <a:schemeClr val="accent2">
                  <a:alpha val="100000"/>
                </a:schemeClr>
              </a:gs>
            </a:gsLst>
            <a:lin ang="2700000" scaled="1"/>
            <a:tileRect/>
          </a:gradFill>
          <a:ln>
            <a:noFill/>
          </a:ln>
          <a:effectLst>
            <a:outerShdw blurRad="101600" dist="76200" dir="2700000" algn="tl" rotWithShape="0">
              <a:schemeClr val="accent2">
                <a:alpha val="2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spcBef>
                <a:spcPct val="0"/>
              </a:spcBef>
              <a:spcAft>
                <a:spcPct val="0"/>
              </a:spcAft>
            </a:pPr>
            <a:r>
              <a:rPr lang="zh-CN" altLang="en-US" sz="2800" b="1">
                <a:solidFill>
                  <a:srgbClr val="FFFFFF"/>
                </a:solidFill>
                <a:uFillTx/>
                <a:latin typeface="+mn-ea"/>
                <a:cs typeface="+mn-ea"/>
                <a:sym typeface="+mn-ea"/>
              </a:rPr>
              <a:t>特征</a:t>
            </a:r>
            <a:endParaRPr lang="zh-CN" altLang="en-US" sz="2800" b="1">
              <a:solidFill>
                <a:srgbClr val="FFFFFF"/>
              </a:solidFill>
              <a:uFillTx/>
              <a:latin typeface="+mn-ea"/>
              <a:cs typeface="+mn-ea"/>
              <a:sym typeface="+mn-ea"/>
            </a:endParaRPr>
          </a:p>
        </p:txBody>
      </p:sp>
      <p:sp>
        <p:nvSpPr>
          <p:cNvPr id="38" name="等腰三角形 37"/>
          <p:cNvSpPr/>
          <p:nvPr>
            <p:custDataLst>
              <p:tags r:id="rId10"/>
            </p:custDataLst>
          </p:nvPr>
        </p:nvSpPr>
        <p:spPr>
          <a:xfrm>
            <a:off x="6864985" y="1616085"/>
            <a:ext cx="168561" cy="120119"/>
          </a:xfrm>
          <a:prstGeom prst="triangle">
            <a:avLst>
              <a:gd name="adj" fmla="val 100000"/>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39" name="等腰三角形 38"/>
          <p:cNvSpPr/>
          <p:nvPr>
            <p:custDataLst>
              <p:tags r:id="rId11"/>
            </p:custDataLst>
          </p:nvPr>
        </p:nvSpPr>
        <p:spPr>
          <a:xfrm flipH="1">
            <a:off x="10887710" y="1616085"/>
            <a:ext cx="168561" cy="120119"/>
          </a:xfrm>
          <a:prstGeom prst="triangle">
            <a:avLst>
              <a:gd name="adj" fmla="val 100000"/>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Tree>
    <p:custDataLst>
      <p:tags r:id="rId1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948690" y="535305"/>
            <a:ext cx="10346055" cy="720090"/>
          </a:xfrm>
        </p:spPr>
        <p:txBody>
          <a:bodyPr/>
          <a:lstStyle/>
          <a:p>
            <a:r>
              <a:rPr lang="zh-CN" altLang="en-US"/>
              <a:t>贿选何时了？</a:t>
            </a:r>
            <a:endParaRPr lang="zh-CN" altLang="en-US"/>
          </a:p>
        </p:txBody>
      </p:sp>
      <p:pic>
        <p:nvPicPr>
          <p:cNvPr id="2" name="图片 1"/>
          <p:cNvPicPr>
            <a:picLocks noChangeAspect="1"/>
          </p:cNvPicPr>
          <p:nvPr/>
        </p:nvPicPr>
        <p:blipFill>
          <a:blip r:embed="rId2"/>
          <a:stretch>
            <a:fillRect/>
          </a:stretch>
        </p:blipFill>
        <p:spPr>
          <a:xfrm>
            <a:off x="0" y="3648075"/>
            <a:ext cx="4886325" cy="3209925"/>
          </a:xfrm>
          <a:prstGeom prst="rect">
            <a:avLst/>
          </a:prstGeom>
        </p:spPr>
      </p:pic>
      <p:pic>
        <p:nvPicPr>
          <p:cNvPr id="304137" name="Picture 11" descr="u=766421043,60425344&amp;fm=52&amp;gp=0"/>
          <p:cNvPicPr>
            <a:picLocks noChangeAspect="1"/>
          </p:cNvPicPr>
          <p:nvPr/>
        </p:nvPicPr>
        <p:blipFill>
          <a:blip r:embed="rId3"/>
          <a:stretch>
            <a:fillRect/>
          </a:stretch>
        </p:blipFill>
        <p:spPr>
          <a:xfrm>
            <a:off x="7708265" y="2541588"/>
            <a:ext cx="4381500" cy="4114800"/>
          </a:xfrm>
          <a:prstGeom prst="rect">
            <a:avLst/>
          </a:prstGeom>
          <a:noFill/>
          <a:ln w="9525">
            <a:noFill/>
          </a:ln>
        </p:spPr>
      </p:pic>
    </p:spTree>
    <p:custDataLst>
      <p:tags r:id="rId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文"/>
          <p:cNvSpPr txBox="1"/>
          <p:nvPr>
            <p:custDataLst>
              <p:tags r:id="rId1"/>
            </p:custDataLst>
          </p:nvPr>
        </p:nvSpPr>
        <p:spPr>
          <a:xfrm>
            <a:off x="631190" y="1511935"/>
            <a:ext cx="4980940" cy="4714240"/>
          </a:xfrm>
          <a:prstGeom prst="rect">
            <a:avLst/>
          </a:prstGeom>
          <a:noFill/>
        </p:spPr>
        <p:txBody>
          <a:bodyPr wrap="square" lIns="90170" tIns="46990" rIns="90170" bIns="46990" rtlCol="0" anchor="ctr" anchorCtr="0">
            <a:noAutofit/>
          </a:bodyPr>
          <a:lstStyle/>
          <a:p>
            <a:pPr marL="0" lvl="0" indent="0" algn="just" fontAlgn="auto">
              <a:lnSpc>
                <a:spcPct val="130000"/>
              </a:lnSpc>
            </a:pPr>
            <a:r>
              <a:rPr lang="en-US" altLang="zh-CN" sz="2300" kern="0" spc="0" dirty="0">
                <a:ln>
                  <a:noFill/>
                  <a:prstDash val="sysDot"/>
                </a:ln>
                <a:solidFill>
                  <a:schemeClr val="tx1">
                    <a:lumMod val="85000"/>
                    <a:lumOff val="15000"/>
                  </a:schemeClr>
                </a:solidFill>
                <a:latin typeface="+mn-ea"/>
                <a:ea typeface="+mn-ea"/>
                <a:sym typeface="+mn-ea"/>
              </a:rPr>
              <a:t>2012</a:t>
            </a:r>
            <a:r>
              <a:rPr lang="zh-CN" altLang="en-US" sz="2300" kern="0" spc="0" dirty="0">
                <a:ln>
                  <a:noFill/>
                  <a:prstDash val="sysDot"/>
                </a:ln>
                <a:solidFill>
                  <a:schemeClr val="tx1">
                    <a:lumMod val="85000"/>
                    <a:lumOff val="15000"/>
                  </a:schemeClr>
                </a:solidFill>
                <a:latin typeface="+mn-ea"/>
                <a:ea typeface="+mn-ea"/>
                <a:sym typeface="+mn-ea"/>
              </a:rPr>
              <a:t>年底到</a:t>
            </a:r>
            <a:r>
              <a:rPr lang="en-US" altLang="zh-CN" sz="2300" kern="0" spc="0" dirty="0">
                <a:ln>
                  <a:noFill/>
                  <a:prstDash val="sysDot"/>
                </a:ln>
                <a:solidFill>
                  <a:schemeClr val="tx1">
                    <a:lumMod val="85000"/>
                    <a:lumOff val="15000"/>
                  </a:schemeClr>
                </a:solidFill>
                <a:latin typeface="+mn-ea"/>
                <a:ea typeface="+mn-ea"/>
                <a:sym typeface="+mn-ea"/>
              </a:rPr>
              <a:t>2013</a:t>
            </a:r>
            <a:r>
              <a:rPr lang="zh-CN" altLang="en-US" sz="2300" kern="0" spc="0" dirty="0">
                <a:ln>
                  <a:noFill/>
                  <a:prstDash val="sysDot"/>
                </a:ln>
                <a:solidFill>
                  <a:schemeClr val="tx1">
                    <a:lumMod val="85000"/>
                    <a:lumOff val="15000"/>
                  </a:schemeClr>
                </a:solidFill>
                <a:latin typeface="+mn-ea"/>
                <a:ea typeface="+mn-ea"/>
                <a:sym typeface="+mn-ea"/>
              </a:rPr>
              <a:t>年初，在湖南衡阳市差额选举省第十二届人大代表的过程中，发生了以贿赂手段破坏选举的案件。案件初步调查时就发现，共有</a:t>
            </a:r>
            <a:r>
              <a:rPr lang="en-US" altLang="zh-CN" sz="2300" kern="0" spc="0" dirty="0">
                <a:ln>
                  <a:noFill/>
                  <a:prstDash val="sysDot"/>
                </a:ln>
                <a:solidFill>
                  <a:schemeClr val="tx1">
                    <a:lumMod val="85000"/>
                    <a:lumOff val="15000"/>
                  </a:schemeClr>
                </a:solidFill>
                <a:latin typeface="+mn-ea"/>
                <a:ea typeface="+mn-ea"/>
                <a:sym typeface="+mn-ea"/>
              </a:rPr>
              <a:t>56</a:t>
            </a:r>
            <a:r>
              <a:rPr lang="zh-CN" altLang="en-US" sz="2300" kern="0" spc="0" dirty="0">
                <a:ln>
                  <a:noFill/>
                  <a:prstDash val="sysDot"/>
                </a:ln>
                <a:solidFill>
                  <a:schemeClr val="tx1">
                    <a:lumMod val="85000"/>
                    <a:lumOff val="15000"/>
                  </a:schemeClr>
                </a:solidFill>
                <a:latin typeface="+mn-ea"/>
                <a:ea typeface="+mn-ea"/>
                <a:sym typeface="+mn-ea"/>
              </a:rPr>
              <a:t>名当选的湖南省人大代表存在送钱拉票行为，涉案金额人民币</a:t>
            </a:r>
            <a:r>
              <a:rPr lang="en-US" altLang="zh-CN" sz="2300" kern="0" spc="0" dirty="0">
                <a:ln>
                  <a:noFill/>
                  <a:prstDash val="sysDot"/>
                </a:ln>
                <a:solidFill>
                  <a:schemeClr val="tx1">
                    <a:lumMod val="85000"/>
                    <a:lumOff val="15000"/>
                  </a:schemeClr>
                </a:solidFill>
                <a:latin typeface="+mn-ea"/>
                <a:ea typeface="+mn-ea"/>
                <a:sym typeface="+mn-ea"/>
              </a:rPr>
              <a:t>1.1</a:t>
            </a:r>
            <a:r>
              <a:rPr lang="zh-CN" altLang="en-US" sz="2300" kern="0" spc="0" dirty="0">
                <a:ln>
                  <a:noFill/>
                  <a:prstDash val="sysDot"/>
                </a:ln>
                <a:solidFill>
                  <a:schemeClr val="tx1">
                    <a:lumMod val="85000"/>
                    <a:lumOff val="15000"/>
                  </a:schemeClr>
                </a:solidFill>
                <a:latin typeface="+mn-ea"/>
                <a:ea typeface="+mn-ea"/>
                <a:sym typeface="+mn-ea"/>
              </a:rPr>
              <a:t>亿余元，有</a:t>
            </a:r>
            <a:r>
              <a:rPr lang="en-US" altLang="zh-CN" sz="2300" kern="0" spc="0" dirty="0">
                <a:ln>
                  <a:noFill/>
                  <a:prstDash val="sysDot"/>
                </a:ln>
                <a:solidFill>
                  <a:schemeClr val="tx1">
                    <a:lumMod val="85000"/>
                    <a:lumOff val="15000"/>
                  </a:schemeClr>
                </a:solidFill>
                <a:latin typeface="+mn-ea"/>
                <a:ea typeface="+mn-ea"/>
                <a:sym typeface="+mn-ea"/>
              </a:rPr>
              <a:t>518</a:t>
            </a:r>
            <a:r>
              <a:rPr lang="zh-CN" altLang="en-US" sz="2300" kern="0" spc="0" dirty="0">
                <a:ln>
                  <a:noFill/>
                  <a:prstDash val="sysDot"/>
                </a:ln>
                <a:solidFill>
                  <a:schemeClr val="tx1">
                    <a:lumMod val="85000"/>
                    <a:lumOff val="15000"/>
                  </a:schemeClr>
                </a:solidFill>
                <a:latin typeface="+mn-ea"/>
                <a:ea typeface="+mn-ea"/>
                <a:sym typeface="+mn-ea"/>
              </a:rPr>
              <a:t>名衡阳市人大代表和</a:t>
            </a:r>
            <a:r>
              <a:rPr lang="en-US" altLang="zh-CN" sz="2300" kern="0" spc="0" dirty="0">
                <a:ln>
                  <a:noFill/>
                  <a:prstDash val="sysDot"/>
                </a:ln>
                <a:solidFill>
                  <a:schemeClr val="tx1">
                    <a:lumMod val="85000"/>
                    <a:lumOff val="15000"/>
                  </a:schemeClr>
                </a:solidFill>
                <a:latin typeface="+mn-ea"/>
                <a:ea typeface="+mn-ea"/>
                <a:sym typeface="+mn-ea"/>
              </a:rPr>
              <a:t>68</a:t>
            </a:r>
            <a:r>
              <a:rPr lang="zh-CN" altLang="en-US" sz="2300" kern="0" spc="0" dirty="0">
                <a:ln>
                  <a:noFill/>
                  <a:prstDash val="sysDot"/>
                </a:ln>
                <a:solidFill>
                  <a:schemeClr val="tx1">
                    <a:lumMod val="85000"/>
                    <a:lumOff val="15000"/>
                  </a:schemeClr>
                </a:solidFill>
                <a:latin typeface="+mn-ea"/>
                <a:ea typeface="+mn-ea"/>
                <a:sym typeface="+mn-ea"/>
              </a:rPr>
              <a:t>名大会工作人员收受钱物。时任衡阳市委书记童名谦、市人大常委会主任以及市人大机关副处级以上干部几乎被</a:t>
            </a:r>
            <a:r>
              <a:rPr lang="en-US" altLang="zh-CN" sz="2300" kern="0" spc="0" dirty="0">
                <a:ln>
                  <a:noFill/>
                  <a:prstDash val="sysDot"/>
                </a:ln>
                <a:solidFill>
                  <a:schemeClr val="tx1">
                    <a:lumMod val="85000"/>
                    <a:lumOff val="15000"/>
                  </a:schemeClr>
                </a:solidFill>
                <a:latin typeface="+mn-ea"/>
                <a:ea typeface="+mn-ea"/>
                <a:sym typeface="+mn-ea"/>
              </a:rPr>
              <a:t>“</a:t>
            </a:r>
            <a:r>
              <a:rPr lang="zh-CN" altLang="en-US" sz="2300" kern="0" spc="0" dirty="0">
                <a:ln>
                  <a:noFill/>
                  <a:prstDash val="sysDot"/>
                </a:ln>
                <a:solidFill>
                  <a:schemeClr val="tx1">
                    <a:lumMod val="85000"/>
                    <a:lumOff val="15000"/>
                  </a:schemeClr>
                </a:solidFill>
                <a:latin typeface="+mn-ea"/>
                <a:ea typeface="+mn-ea"/>
                <a:sym typeface="+mn-ea"/>
              </a:rPr>
              <a:t>一锅端</a:t>
            </a:r>
            <a:r>
              <a:rPr lang="en-US" altLang="zh-CN" sz="2300" kern="0" spc="0" dirty="0">
                <a:ln>
                  <a:noFill/>
                  <a:prstDash val="sysDot"/>
                </a:ln>
                <a:solidFill>
                  <a:schemeClr val="tx1">
                    <a:lumMod val="85000"/>
                    <a:lumOff val="15000"/>
                  </a:schemeClr>
                </a:solidFill>
                <a:latin typeface="+mn-ea"/>
                <a:ea typeface="+mn-ea"/>
                <a:sym typeface="+mn-ea"/>
              </a:rPr>
              <a:t>”</a:t>
            </a:r>
            <a:r>
              <a:rPr lang="zh-CN" altLang="en-US" sz="2300" kern="0" spc="0" dirty="0">
                <a:ln>
                  <a:noFill/>
                  <a:prstDash val="sysDot"/>
                </a:ln>
                <a:solidFill>
                  <a:schemeClr val="tx1">
                    <a:lumMod val="85000"/>
                    <a:lumOff val="15000"/>
                  </a:schemeClr>
                </a:solidFill>
                <a:latin typeface="+mn-ea"/>
                <a:ea typeface="+mn-ea"/>
                <a:sym typeface="+mn-ea"/>
              </a:rPr>
              <a:t>，</a:t>
            </a:r>
            <a:r>
              <a:rPr lang="en-US" altLang="zh-CN" sz="2300" kern="0" spc="0" dirty="0">
                <a:ln>
                  <a:noFill/>
                  <a:prstDash val="sysDot"/>
                </a:ln>
                <a:solidFill>
                  <a:schemeClr val="tx1">
                    <a:lumMod val="85000"/>
                    <a:lumOff val="15000"/>
                  </a:schemeClr>
                </a:solidFill>
                <a:latin typeface="+mn-ea"/>
                <a:ea typeface="+mn-ea"/>
                <a:sym typeface="+mn-ea"/>
              </a:rPr>
              <a:t>400</a:t>
            </a:r>
            <a:r>
              <a:rPr lang="zh-CN" altLang="en-US" sz="2300" kern="0" spc="0" dirty="0">
                <a:ln>
                  <a:noFill/>
                  <a:prstDash val="sysDot"/>
                </a:ln>
                <a:solidFill>
                  <a:schemeClr val="tx1">
                    <a:lumMod val="85000"/>
                    <a:lumOff val="15000"/>
                  </a:schemeClr>
                </a:solidFill>
                <a:latin typeface="+mn-ea"/>
                <a:ea typeface="+mn-ea"/>
                <a:sym typeface="+mn-ea"/>
              </a:rPr>
              <a:t>多名干部受到处分。</a:t>
            </a:r>
            <a:endParaRPr lang="zh-CN" altLang="en-US" sz="2300" kern="0" spc="0" dirty="0">
              <a:ln>
                <a:noFill/>
                <a:prstDash val="sysDot"/>
              </a:ln>
              <a:solidFill>
                <a:schemeClr val="tx1">
                  <a:lumMod val="85000"/>
                  <a:lumOff val="15000"/>
                </a:schemeClr>
              </a:solidFill>
              <a:latin typeface="+mn-ea"/>
              <a:ea typeface="+mn-ea"/>
              <a:sym typeface="+mn-ea"/>
            </a:endParaRPr>
          </a:p>
        </p:txBody>
      </p:sp>
      <p:sp>
        <p:nvSpPr>
          <p:cNvPr id="3" name="标题 2"/>
          <p:cNvSpPr>
            <a:spLocks noGrp="1"/>
          </p:cNvSpPr>
          <p:nvPr>
            <p:ph type="title"/>
            <p:custDataLst>
              <p:tags r:id="rId2"/>
            </p:custDataLst>
          </p:nvPr>
        </p:nvSpPr>
        <p:spPr>
          <a:xfrm>
            <a:off x="948690" y="535305"/>
            <a:ext cx="3125470" cy="720090"/>
          </a:xfrm>
        </p:spPr>
        <p:txBody>
          <a:bodyPr/>
          <a:lstStyle/>
          <a:p>
            <a:r>
              <a:rPr lang="zh-CN" altLang="en-US"/>
              <a:t>衡阳破坏选举案</a:t>
            </a:r>
            <a:endParaRPr lang="zh-CN" altLang="en-US"/>
          </a:p>
        </p:txBody>
      </p:sp>
      <p:sp>
        <p:nvSpPr>
          <p:cNvPr id="27" name="任意多边形: 形状 26"/>
          <p:cNvSpPr/>
          <p:nvPr>
            <p:custDataLst>
              <p:tags r:id="rId3"/>
            </p:custDataLst>
          </p:nvPr>
        </p:nvSpPr>
        <p:spPr>
          <a:xfrm>
            <a:off x="11736343" y="5058507"/>
            <a:ext cx="455657" cy="911313"/>
          </a:xfrm>
          <a:custGeom>
            <a:avLst/>
            <a:gdLst>
              <a:gd name="connsiteX0" fmla="*/ 455657 w 455657"/>
              <a:gd name="connsiteY0" fmla="*/ 0 h 911313"/>
              <a:gd name="connsiteX1" fmla="*/ 455657 w 455657"/>
              <a:gd name="connsiteY1" fmla="*/ 911313 h 911313"/>
              <a:gd name="connsiteX2" fmla="*/ 124404 w 455657"/>
              <a:gd name="connsiteY2" fmla="*/ 580060 h 911313"/>
              <a:gd name="connsiteX3" fmla="*/ 112496 w 455657"/>
              <a:gd name="connsiteY3" fmla="*/ 580060 h 911313"/>
              <a:gd name="connsiteX4" fmla="*/ 112496 w 455657"/>
              <a:gd name="connsiteY4" fmla="*/ 568152 h 911313"/>
              <a:gd name="connsiteX5" fmla="*/ 0 w 455657"/>
              <a:gd name="connsiteY5" fmla="*/ 455657 h 91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5657" h="911313">
                <a:moveTo>
                  <a:pt x="455657" y="0"/>
                </a:moveTo>
                <a:lnTo>
                  <a:pt x="455657" y="911313"/>
                </a:lnTo>
                <a:lnTo>
                  <a:pt x="124404" y="580060"/>
                </a:lnTo>
                <a:lnTo>
                  <a:pt x="112496" y="580060"/>
                </a:lnTo>
                <a:lnTo>
                  <a:pt x="112496" y="568152"/>
                </a:lnTo>
                <a:lnTo>
                  <a:pt x="0" y="455657"/>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custDataLst>
              <p:tags r:id="rId4"/>
            </p:custDataLst>
          </p:nvPr>
        </p:nvSpPr>
        <p:spPr>
          <a:xfrm>
            <a:off x="-1220" y="975373"/>
            <a:ext cx="632407" cy="1258493"/>
          </a:xfrm>
          <a:custGeom>
            <a:avLst/>
            <a:gdLst>
              <a:gd name="connsiteX0" fmla="*/ 0 w 2359678"/>
              <a:gd name="connsiteY0" fmla="*/ 0 h 4719355"/>
              <a:gd name="connsiteX1" fmla="*/ 2359678 w 2359678"/>
              <a:gd name="connsiteY1" fmla="*/ 2359677 h 4719355"/>
              <a:gd name="connsiteX2" fmla="*/ 0 w 2359678"/>
              <a:gd name="connsiteY2" fmla="*/ 4719355 h 4719355"/>
            </a:gdLst>
            <a:ahLst/>
            <a:cxnLst>
              <a:cxn ang="0">
                <a:pos x="connsiteX0" y="connsiteY0"/>
              </a:cxn>
              <a:cxn ang="0">
                <a:pos x="connsiteX1" y="connsiteY1"/>
              </a:cxn>
              <a:cxn ang="0">
                <a:pos x="connsiteX2" y="connsiteY2"/>
              </a:cxn>
            </a:cxnLst>
            <a:rect l="l" t="t" r="r" b="b"/>
            <a:pathLst>
              <a:path w="2359678" h="4719355">
                <a:moveTo>
                  <a:pt x="0" y="0"/>
                </a:moveTo>
                <a:lnTo>
                  <a:pt x="2359678" y="2359677"/>
                </a:lnTo>
                <a:lnTo>
                  <a:pt x="0" y="4719355"/>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p:cNvSpPr/>
          <p:nvPr>
            <p:custDataLst>
              <p:tags r:id="rId5"/>
            </p:custDataLst>
          </p:nvPr>
        </p:nvSpPr>
        <p:spPr>
          <a:xfrm>
            <a:off x="-2538" y="1104676"/>
            <a:ext cx="633424" cy="1260516"/>
          </a:xfrm>
          <a:custGeom>
            <a:avLst/>
            <a:gdLst>
              <a:gd name="connsiteX0" fmla="*/ 0 w 2576331"/>
              <a:gd name="connsiteY0" fmla="*/ 0 h 5152662"/>
              <a:gd name="connsiteX1" fmla="*/ 2576331 w 2576331"/>
              <a:gd name="connsiteY1" fmla="*/ 2576331 h 5152662"/>
              <a:gd name="connsiteX2" fmla="*/ 0 w 2576331"/>
              <a:gd name="connsiteY2" fmla="*/ 5152662 h 5152662"/>
            </a:gdLst>
            <a:ahLst/>
            <a:cxnLst>
              <a:cxn ang="0">
                <a:pos x="connsiteX0" y="connsiteY0"/>
              </a:cxn>
              <a:cxn ang="0">
                <a:pos x="connsiteX1" y="connsiteY1"/>
              </a:cxn>
              <a:cxn ang="0">
                <a:pos x="connsiteX2" y="connsiteY2"/>
              </a:cxn>
            </a:cxnLst>
            <a:rect l="l" t="t" r="r" b="b"/>
            <a:pathLst>
              <a:path w="2576331" h="5152662">
                <a:moveTo>
                  <a:pt x="0" y="0"/>
                </a:moveTo>
                <a:lnTo>
                  <a:pt x="2576331" y="2576331"/>
                </a:lnTo>
                <a:lnTo>
                  <a:pt x="0" y="51526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p:cNvSpPr/>
          <p:nvPr>
            <p:custDataLst>
              <p:tags r:id="rId6"/>
            </p:custDataLst>
          </p:nvPr>
        </p:nvSpPr>
        <p:spPr>
          <a:xfrm>
            <a:off x="11736341" y="4915409"/>
            <a:ext cx="455656" cy="911313"/>
          </a:xfrm>
          <a:custGeom>
            <a:avLst/>
            <a:gdLst>
              <a:gd name="connsiteX0" fmla="*/ 455656 w 455656"/>
              <a:gd name="connsiteY0" fmla="*/ 0 h 911313"/>
              <a:gd name="connsiteX1" fmla="*/ 455656 w 455656"/>
              <a:gd name="connsiteY1" fmla="*/ 911313 h 911313"/>
              <a:gd name="connsiteX2" fmla="*/ 0 w 455656"/>
              <a:gd name="connsiteY2" fmla="*/ 455657 h 911313"/>
            </a:gdLst>
            <a:ahLst/>
            <a:cxnLst>
              <a:cxn ang="0">
                <a:pos x="connsiteX0" y="connsiteY0"/>
              </a:cxn>
              <a:cxn ang="0">
                <a:pos x="connsiteX1" y="connsiteY1"/>
              </a:cxn>
              <a:cxn ang="0">
                <a:pos x="connsiteX2" y="connsiteY2"/>
              </a:cxn>
            </a:cxnLst>
            <a:rect l="l" t="t" r="r" b="b"/>
            <a:pathLst>
              <a:path w="455656" h="911313">
                <a:moveTo>
                  <a:pt x="455656" y="0"/>
                </a:moveTo>
                <a:lnTo>
                  <a:pt x="455656" y="911313"/>
                </a:lnTo>
                <a:lnTo>
                  <a:pt x="0" y="45565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2"/>
          <p:cNvSpPr>
            <a:spLocks noGrp="1"/>
          </p:cNvSpPr>
          <p:nvPr>
            <p:custDataLst>
              <p:tags r:id="rId7"/>
            </p:custDataLst>
          </p:nvPr>
        </p:nvSpPr>
        <p:spPr>
          <a:xfrm>
            <a:off x="7580630" y="641350"/>
            <a:ext cx="2972435" cy="720090"/>
          </a:xfrm>
          <a:prstGeom prst="rect">
            <a:avLst/>
          </a:prstGeom>
        </p:spPr>
        <p:txBody>
          <a:bodyPr vert="horz" wrap="square" lIns="0" tIns="0" rIns="0" bIns="0" rtlCol="0" anchor="b" anchorCtr="0">
            <a:normAutofit/>
          </a:bodyPr>
          <a:lst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a:lstStyle>
          <a:p>
            <a:r>
              <a:rPr lang="zh-CN" altLang="en-US"/>
              <a:t>南充拉票贿选案</a:t>
            </a:r>
            <a:endParaRPr lang="zh-CN" altLang="en-US"/>
          </a:p>
        </p:txBody>
      </p:sp>
      <p:sp>
        <p:nvSpPr>
          <p:cNvPr id="5" name="正文"/>
          <p:cNvSpPr txBox="1"/>
          <p:nvPr>
            <p:custDataLst>
              <p:tags r:id="rId8"/>
            </p:custDataLst>
          </p:nvPr>
        </p:nvSpPr>
        <p:spPr>
          <a:xfrm>
            <a:off x="6339840" y="1721485"/>
            <a:ext cx="4980940" cy="4714240"/>
          </a:xfrm>
          <a:prstGeom prst="rect">
            <a:avLst/>
          </a:prstGeom>
          <a:noFill/>
        </p:spPr>
        <p:txBody>
          <a:bodyPr wrap="square" lIns="90170" tIns="46990" rIns="90170" bIns="46990" rtlCol="0" anchor="ctr" anchorCtr="0">
            <a:noAutofit/>
          </a:bodyPr>
          <a:lstStyle/>
          <a:p>
            <a:pPr marL="0" lvl="0" indent="0" algn="just" fontAlgn="auto">
              <a:lnSpc>
                <a:spcPct val="130000"/>
              </a:lnSpc>
            </a:pPr>
            <a:r>
              <a:rPr lang="en-US" altLang="zh-CN" sz="2300" kern="0" spc="0" dirty="0">
                <a:ln>
                  <a:noFill/>
                  <a:prstDash val="sysDot"/>
                </a:ln>
                <a:solidFill>
                  <a:schemeClr val="tx1">
                    <a:lumMod val="85000"/>
                    <a:lumOff val="15000"/>
                  </a:schemeClr>
                </a:solidFill>
                <a:latin typeface="+mn-ea"/>
                <a:ea typeface="+mn-ea"/>
                <a:sym typeface="+mn-ea"/>
              </a:rPr>
              <a:t>2011</a:t>
            </a:r>
            <a:r>
              <a:rPr lang="zh-CN" altLang="en-US" sz="2300" kern="0" spc="0" dirty="0">
                <a:ln>
                  <a:noFill/>
                  <a:prstDash val="sysDot"/>
                </a:ln>
                <a:solidFill>
                  <a:schemeClr val="tx1">
                    <a:lumMod val="85000"/>
                    <a:lumOff val="15000"/>
                  </a:schemeClr>
                </a:solidFill>
                <a:latin typeface="+mn-ea"/>
                <a:ea typeface="+mn-ea"/>
                <a:sym typeface="+mn-ea"/>
              </a:rPr>
              <a:t>年南充市委换届期间，仪陇县委书记杨建华动用</a:t>
            </a:r>
            <a:r>
              <a:rPr lang="en-US" altLang="zh-CN" sz="2300" kern="0" spc="0" dirty="0">
                <a:ln>
                  <a:noFill/>
                  <a:prstDash val="sysDot"/>
                </a:ln>
                <a:solidFill>
                  <a:schemeClr val="tx1">
                    <a:lumMod val="85000"/>
                    <a:lumOff val="15000"/>
                  </a:schemeClr>
                </a:solidFill>
                <a:latin typeface="+mn-ea"/>
                <a:ea typeface="+mn-ea"/>
                <a:sym typeface="+mn-ea"/>
              </a:rPr>
              <a:t>80</a:t>
            </a:r>
            <a:r>
              <a:rPr lang="zh-CN" altLang="en-US" sz="2300" kern="0" spc="0" dirty="0">
                <a:ln>
                  <a:noFill/>
                  <a:prstDash val="sysDot"/>
                </a:ln>
                <a:solidFill>
                  <a:schemeClr val="tx1">
                    <a:lumMod val="85000"/>
                    <a:lumOff val="15000"/>
                  </a:schemeClr>
                </a:solidFill>
                <a:latin typeface="+mn-ea"/>
                <a:ea typeface="+mn-ea"/>
                <a:sym typeface="+mn-ea"/>
              </a:rPr>
              <a:t>万元公款拉票贿选当选市委常委。经深入调查，此案共涉及</a:t>
            </a:r>
            <a:r>
              <a:rPr lang="en-US" altLang="zh-CN" sz="2300" kern="0" spc="0" dirty="0">
                <a:ln>
                  <a:noFill/>
                  <a:prstDash val="sysDot"/>
                </a:ln>
                <a:solidFill>
                  <a:schemeClr val="tx1">
                    <a:lumMod val="85000"/>
                    <a:lumOff val="15000"/>
                  </a:schemeClr>
                </a:solidFill>
                <a:latin typeface="+mn-ea"/>
                <a:ea typeface="+mn-ea"/>
                <a:sym typeface="+mn-ea"/>
              </a:rPr>
              <a:t>477</a:t>
            </a:r>
            <a:r>
              <a:rPr lang="zh-CN" altLang="en-US" sz="2300" kern="0" spc="0" dirty="0">
                <a:ln>
                  <a:noFill/>
                  <a:prstDash val="sysDot"/>
                </a:ln>
                <a:solidFill>
                  <a:schemeClr val="tx1">
                    <a:lumMod val="85000"/>
                    <a:lumOff val="15000"/>
                  </a:schemeClr>
                </a:solidFill>
                <a:latin typeface="+mn-ea"/>
                <a:ea typeface="+mn-ea"/>
                <a:sym typeface="+mn-ea"/>
              </a:rPr>
              <a:t>人，组织拉票</a:t>
            </a:r>
            <a:r>
              <a:rPr lang="en-US" altLang="zh-CN" sz="2300" kern="0" spc="0" dirty="0">
                <a:ln>
                  <a:noFill/>
                  <a:prstDash val="sysDot"/>
                </a:ln>
                <a:solidFill>
                  <a:schemeClr val="tx1">
                    <a:lumMod val="85000"/>
                    <a:lumOff val="15000"/>
                  </a:schemeClr>
                </a:solidFill>
                <a:latin typeface="+mn-ea"/>
                <a:ea typeface="+mn-ea"/>
                <a:sym typeface="+mn-ea"/>
              </a:rPr>
              <a:t>16</a:t>
            </a:r>
            <a:r>
              <a:rPr lang="zh-CN" altLang="en-US" sz="2300" kern="0" spc="0" dirty="0">
                <a:ln>
                  <a:noFill/>
                  <a:prstDash val="sysDot"/>
                </a:ln>
                <a:solidFill>
                  <a:schemeClr val="tx1">
                    <a:lumMod val="85000"/>
                    <a:lumOff val="15000"/>
                  </a:schemeClr>
                </a:solidFill>
                <a:latin typeface="+mn-ea"/>
                <a:ea typeface="+mn-ea"/>
                <a:sym typeface="+mn-ea"/>
              </a:rPr>
              <a:t>人，协助拉票</a:t>
            </a:r>
            <a:r>
              <a:rPr lang="en-US" altLang="zh-CN" sz="2300" kern="0" spc="0" dirty="0">
                <a:ln>
                  <a:noFill/>
                  <a:prstDash val="sysDot"/>
                </a:ln>
                <a:solidFill>
                  <a:schemeClr val="tx1">
                    <a:lumMod val="85000"/>
                    <a:lumOff val="15000"/>
                  </a:schemeClr>
                </a:solidFill>
                <a:latin typeface="+mn-ea"/>
                <a:ea typeface="+mn-ea"/>
                <a:sym typeface="+mn-ea"/>
              </a:rPr>
              <a:t>227</a:t>
            </a:r>
            <a:r>
              <a:rPr lang="zh-CN" altLang="en-US" sz="2300" kern="0" spc="0" dirty="0">
                <a:ln>
                  <a:noFill/>
                  <a:prstDash val="sysDot"/>
                </a:ln>
                <a:solidFill>
                  <a:schemeClr val="tx1">
                    <a:lumMod val="85000"/>
                    <a:lumOff val="15000"/>
                  </a:schemeClr>
                </a:solidFill>
                <a:latin typeface="+mn-ea"/>
                <a:ea typeface="+mn-ea"/>
                <a:sym typeface="+mn-ea"/>
              </a:rPr>
              <a:t>人，接受贿选</a:t>
            </a:r>
            <a:r>
              <a:rPr lang="en-US" altLang="zh-CN" sz="2300" kern="0" spc="0" dirty="0">
                <a:ln>
                  <a:noFill/>
                  <a:prstDash val="sysDot"/>
                </a:ln>
                <a:solidFill>
                  <a:schemeClr val="tx1">
                    <a:lumMod val="85000"/>
                    <a:lumOff val="15000"/>
                  </a:schemeClr>
                </a:solidFill>
                <a:latin typeface="+mn-ea"/>
                <a:ea typeface="+mn-ea"/>
                <a:sym typeface="+mn-ea"/>
              </a:rPr>
              <a:t>230</a:t>
            </a:r>
            <a:r>
              <a:rPr lang="zh-CN" altLang="en-US" sz="2300" kern="0" spc="0" dirty="0">
                <a:ln>
                  <a:noFill/>
                  <a:prstDash val="sysDot"/>
                </a:ln>
                <a:solidFill>
                  <a:schemeClr val="tx1">
                    <a:lumMod val="85000"/>
                    <a:lumOff val="15000"/>
                  </a:schemeClr>
                </a:solidFill>
                <a:latin typeface="+mn-ea"/>
                <a:ea typeface="+mn-ea"/>
                <a:sym typeface="+mn-ea"/>
              </a:rPr>
              <a:t>人，另有</a:t>
            </a:r>
            <a:r>
              <a:rPr lang="en-US" altLang="zh-CN" sz="2300" kern="0" spc="0" dirty="0">
                <a:ln>
                  <a:noFill/>
                  <a:prstDash val="sysDot"/>
                </a:ln>
                <a:solidFill>
                  <a:schemeClr val="tx1">
                    <a:lumMod val="85000"/>
                    <a:lumOff val="15000"/>
                  </a:schemeClr>
                </a:solidFill>
                <a:latin typeface="+mn-ea"/>
                <a:ea typeface="+mn-ea"/>
                <a:sym typeface="+mn-ea"/>
              </a:rPr>
              <a:t>4</a:t>
            </a:r>
            <a:r>
              <a:rPr lang="zh-CN" altLang="en-US" sz="2300" kern="0" spc="0" dirty="0">
                <a:ln>
                  <a:noFill/>
                  <a:prstDash val="sysDot"/>
                </a:ln>
                <a:solidFill>
                  <a:schemeClr val="tx1">
                    <a:lumMod val="85000"/>
                    <a:lumOff val="15000"/>
                  </a:schemeClr>
                </a:solidFill>
                <a:latin typeface="+mn-ea"/>
                <a:ea typeface="+mn-ea"/>
                <a:sym typeface="+mn-ea"/>
              </a:rPr>
              <a:t>人失职渎职，涉案总金额达</a:t>
            </a:r>
            <a:r>
              <a:rPr lang="en-US" altLang="zh-CN" sz="2300" kern="0" spc="0" dirty="0">
                <a:ln>
                  <a:noFill/>
                  <a:prstDash val="sysDot"/>
                </a:ln>
                <a:solidFill>
                  <a:schemeClr val="tx1">
                    <a:lumMod val="85000"/>
                    <a:lumOff val="15000"/>
                  </a:schemeClr>
                </a:solidFill>
                <a:latin typeface="+mn-ea"/>
                <a:ea typeface="+mn-ea"/>
                <a:sym typeface="+mn-ea"/>
              </a:rPr>
              <a:t>1671.9</a:t>
            </a:r>
            <a:r>
              <a:rPr lang="zh-CN" altLang="en-US" sz="2300" kern="0" spc="0" dirty="0">
                <a:ln>
                  <a:noFill/>
                  <a:prstDash val="sysDot"/>
                </a:ln>
                <a:solidFill>
                  <a:schemeClr val="tx1">
                    <a:lumMod val="85000"/>
                    <a:lumOff val="15000"/>
                  </a:schemeClr>
                </a:solidFill>
                <a:latin typeface="+mn-ea"/>
                <a:ea typeface="+mn-ea"/>
                <a:sym typeface="+mn-ea"/>
              </a:rPr>
              <a:t>万元。四川省委对案件进行了严肃处理。</a:t>
            </a:r>
            <a:endParaRPr lang="zh-CN" altLang="en-US" sz="2300" kern="0" spc="0" dirty="0">
              <a:ln>
                <a:noFill/>
                <a:prstDash val="sysDot"/>
              </a:ln>
              <a:solidFill>
                <a:schemeClr val="tx1">
                  <a:lumMod val="85000"/>
                  <a:lumOff val="15000"/>
                </a:schemeClr>
              </a:solidFill>
              <a:latin typeface="+mn-ea"/>
              <a:ea typeface="+mn-ea"/>
              <a:sym typeface="+mn-ea"/>
            </a:endParaRPr>
          </a:p>
        </p:txBody>
      </p:sp>
    </p:spTree>
    <p:custDataLst>
      <p:tags r:id="rId9"/>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6"/>
          <p:cNvSpPr/>
          <p:nvPr>
            <p:custDataLst>
              <p:tags r:id="rId1"/>
            </p:custDataLst>
          </p:nvPr>
        </p:nvSpPr>
        <p:spPr>
          <a:xfrm>
            <a:off x="0" y="0"/>
            <a:ext cx="12192000" cy="5060315"/>
          </a:xfrm>
          <a:custGeom>
            <a:avLst/>
            <a:gdLst/>
            <a:ahLst/>
            <a:cxnLst>
              <a:cxn ang="3">
                <a:pos x="hc" y="t"/>
              </a:cxn>
              <a:cxn ang="cd2">
                <a:pos x="l" y="vc"/>
              </a:cxn>
              <a:cxn ang="cd4">
                <a:pos x="hc" y="b"/>
              </a:cxn>
              <a:cxn ang="0">
                <a:pos x="r" y="vc"/>
              </a:cxn>
            </a:cxnLst>
            <a:rect l="l" t="t" r="r" b="b"/>
            <a:pathLst>
              <a:path w="19220" h="7969">
                <a:moveTo>
                  <a:pt x="1" y="0"/>
                </a:moveTo>
                <a:lnTo>
                  <a:pt x="19220" y="0"/>
                </a:lnTo>
                <a:lnTo>
                  <a:pt x="19220" y="7245"/>
                </a:lnTo>
                <a:lnTo>
                  <a:pt x="12845" y="7229"/>
                </a:lnTo>
                <a:lnTo>
                  <a:pt x="11288" y="7969"/>
                </a:lnTo>
                <a:lnTo>
                  <a:pt x="11284" y="7243"/>
                </a:lnTo>
                <a:lnTo>
                  <a:pt x="0" y="7210"/>
                </a:lnTo>
                <a:lnTo>
                  <a:pt x="1" y="0"/>
                </a:lnTo>
                <a:close/>
              </a:path>
            </a:pathLst>
          </a:custGeom>
          <a:gradFill>
            <a:gsLst>
              <a:gs pos="0">
                <a:schemeClr val="accent1"/>
              </a:gs>
              <a:gs pos="38000">
                <a:schemeClr val="accent1">
                  <a:lumMod val="90000"/>
                </a:schemeClr>
              </a:gs>
            </a:gsLst>
            <a:lin ang="0"/>
          </a:gradFill>
          <a:ln w="38100" cap="rnd">
            <a:noFill/>
            <a:round/>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effectLst/>
              <a:latin typeface="+mn-ea"/>
              <a:sym typeface="+mn-ea"/>
            </a:endParaRPr>
          </a:p>
        </p:txBody>
      </p:sp>
      <p:sp>
        <p:nvSpPr>
          <p:cNvPr id="4" name="标题 3"/>
          <p:cNvSpPr>
            <a:spLocks noGrp="1"/>
          </p:cNvSpPr>
          <p:nvPr>
            <p:ph type="title"/>
            <p:custDataLst>
              <p:tags r:id="rId2"/>
            </p:custDataLst>
          </p:nvPr>
        </p:nvSpPr>
        <p:spPr>
          <a:xfrm>
            <a:off x="4349750" y="5191760"/>
            <a:ext cx="7008495" cy="1229995"/>
          </a:xfrm>
          <a:effectLst/>
        </p:spPr>
        <p:txBody>
          <a:bodyPr vert="horz" wrap="square" lIns="0" tIns="0" rIns="0" bIns="0" rtlCol="0" anchor="t" anchorCtr="0">
            <a:normAutofit/>
          </a:bodyPr>
          <a:lstStyle/>
          <a:p>
            <a:pPr lvl="0" algn="l">
              <a:lnSpc>
                <a:spcPct val="130000"/>
              </a:lnSpc>
              <a:buClrTx/>
              <a:buSzTx/>
              <a:buFontTx/>
            </a:pPr>
            <a:r>
              <a:rPr lang="zh-CN" altLang="en-US" sz="5000">
                <a:solidFill>
                  <a:schemeClr val="tx1">
                    <a:lumMod val="85000"/>
                    <a:lumOff val="15000"/>
                    <a:alpha val="80000"/>
                  </a:schemeClr>
                </a:solidFill>
                <a:effectLst/>
                <a:sym typeface="+mn-ea"/>
              </a:rPr>
              <a:t>简要分析</a:t>
            </a:r>
            <a:endParaRPr lang="zh-CN" altLang="en-US" sz="5000">
              <a:solidFill>
                <a:schemeClr val="tx1">
                  <a:lumMod val="85000"/>
                  <a:lumOff val="15000"/>
                  <a:alpha val="80000"/>
                </a:schemeClr>
              </a:solidFill>
              <a:effectLst/>
              <a:sym typeface="+mn-ea"/>
            </a:endParaRPr>
          </a:p>
        </p:txBody>
      </p:sp>
      <p:sp>
        <p:nvSpPr>
          <p:cNvPr id="11" name="文本框 10"/>
          <p:cNvSpPr txBox="1"/>
          <p:nvPr>
            <p:custDataLst>
              <p:tags r:id="rId3"/>
            </p:custDataLst>
          </p:nvPr>
        </p:nvSpPr>
        <p:spPr>
          <a:xfrm>
            <a:off x="1687830" y="1377315"/>
            <a:ext cx="9465945" cy="2775585"/>
          </a:xfrm>
          <a:prstGeom prst="rect">
            <a:avLst/>
          </a:prstGeom>
          <a:noFill/>
        </p:spPr>
        <p:txBody>
          <a:bodyPr wrap="square" tIns="36195" bIns="323850" rtlCol="0" anchor="t" anchorCtr="0">
            <a:noAutofit/>
          </a:bodyPr>
          <a:lstStyle/>
          <a:p>
            <a:pPr indent="0" algn="just" fontAlgn="auto">
              <a:lnSpc>
                <a:spcPct val="120000"/>
              </a:lnSpc>
              <a:spcBef>
                <a:spcPct val="0"/>
              </a:spcBef>
              <a:spcAft>
                <a:spcPct val="0"/>
              </a:spcAft>
              <a:buNone/>
            </a:pPr>
            <a:r>
              <a:rPr lang="en-US" altLang="zh-CN" sz="2400" spc="100">
                <a:ln>
                  <a:noFill/>
                  <a:prstDash val="sysDot"/>
                </a:ln>
                <a:solidFill>
                  <a:schemeClr val="lt1"/>
                </a:solidFill>
                <a:effectLst/>
                <a:uFillTx/>
                <a:latin typeface="+mn-ea"/>
                <a:cs typeface="+mn-ea"/>
                <a:sym typeface="+mn-ea"/>
              </a:rPr>
              <a:t>       </a:t>
            </a:r>
            <a:r>
              <a:rPr lang="zh-CN" altLang="en-US" sz="2800" spc="100">
                <a:ln>
                  <a:noFill/>
                  <a:prstDash val="sysDot"/>
                </a:ln>
                <a:solidFill>
                  <a:schemeClr val="lt1"/>
                </a:solidFill>
                <a:effectLst/>
                <a:uFillTx/>
                <a:latin typeface="+mn-ea"/>
                <a:cs typeface="+mn-ea"/>
                <a:sym typeface="+mn-ea"/>
              </a:rPr>
              <a:t>贿选案从根本上扭曲和践踏了宪法赋予的选举权与被选举权：</a:t>
            </a:r>
            <a:r>
              <a:rPr lang="zh-CN" altLang="en-US" sz="2800" b="1" spc="100">
                <a:ln>
                  <a:noFill/>
                  <a:prstDash val="sysDot"/>
                </a:ln>
                <a:solidFill>
                  <a:schemeClr val="lt1"/>
                </a:solidFill>
                <a:effectLst/>
                <a:uFillTx/>
                <a:latin typeface="+mn-ea"/>
                <a:cs typeface="+mn-ea"/>
                <a:sym typeface="+mn-ea"/>
              </a:rPr>
              <a:t>行贿者通过金钱腐蚀选举过程，滥用被选举权谋取公职；受贿代表出卖选举权，使民主投票沦为权钱交易。</a:t>
            </a:r>
            <a:endParaRPr lang="zh-CN" altLang="en-US" sz="2800" b="1" spc="100">
              <a:ln>
                <a:noFill/>
                <a:prstDash val="sysDot"/>
              </a:ln>
              <a:solidFill>
                <a:schemeClr val="lt1"/>
              </a:solidFill>
              <a:effectLst/>
              <a:uFillTx/>
              <a:latin typeface="+mn-ea"/>
              <a:cs typeface="+mn-ea"/>
              <a:sym typeface="+mn-ea"/>
            </a:endParaRPr>
          </a:p>
          <a:p>
            <a:pPr indent="0" algn="just" fontAlgn="auto">
              <a:lnSpc>
                <a:spcPct val="120000"/>
              </a:lnSpc>
              <a:spcBef>
                <a:spcPct val="0"/>
              </a:spcBef>
              <a:spcAft>
                <a:spcPct val="0"/>
              </a:spcAft>
              <a:buNone/>
            </a:pPr>
            <a:r>
              <a:rPr lang="zh-CN" altLang="en-US" sz="2800" spc="100">
                <a:ln>
                  <a:noFill/>
                  <a:prstDash val="sysDot"/>
                </a:ln>
                <a:solidFill>
                  <a:schemeClr val="lt1"/>
                </a:solidFill>
                <a:effectLst/>
                <a:uFillTx/>
                <a:latin typeface="+mn-ea"/>
                <a:cs typeface="+mn-ea"/>
                <a:sym typeface="+mn-ea"/>
              </a:rPr>
              <a:t> </a:t>
            </a:r>
            <a:r>
              <a:rPr lang="en-US" altLang="zh-CN" sz="2800" spc="100">
                <a:ln>
                  <a:noFill/>
                  <a:prstDash val="sysDot"/>
                </a:ln>
                <a:solidFill>
                  <a:schemeClr val="lt1"/>
                </a:solidFill>
                <a:effectLst/>
                <a:uFillTx/>
                <a:latin typeface="+mn-ea"/>
                <a:cs typeface="+mn-ea"/>
                <a:sym typeface="+mn-ea"/>
              </a:rPr>
              <a:t>     </a:t>
            </a:r>
            <a:r>
              <a:rPr lang="zh-CN" altLang="en-US" sz="2800" spc="100">
                <a:ln>
                  <a:noFill/>
                  <a:prstDash val="sysDot"/>
                </a:ln>
                <a:solidFill>
                  <a:schemeClr val="lt1"/>
                </a:solidFill>
                <a:effectLst/>
                <a:uFillTx/>
                <a:latin typeface="+mn-ea"/>
                <a:cs typeface="+mn-ea"/>
                <a:sym typeface="+mn-ea"/>
              </a:rPr>
              <a:t>这种行为系统性地破坏了选举的公平性与真实性，掏空了人民当家作主的制度根基，最终受到法律的严肃追究。</a:t>
            </a:r>
            <a:endParaRPr lang="zh-CN" altLang="en-US" sz="2800" spc="100">
              <a:ln>
                <a:noFill/>
                <a:prstDash val="sysDot"/>
              </a:ln>
              <a:solidFill>
                <a:schemeClr val="lt1"/>
              </a:solidFill>
              <a:effectLst/>
              <a:uFillTx/>
              <a:latin typeface="+mn-ea"/>
              <a:cs typeface="+mn-ea"/>
              <a:sym typeface="+mn-ea"/>
            </a:endParaRPr>
          </a:p>
        </p:txBody>
      </p:sp>
      <p:cxnSp>
        <p:nvCxnSpPr>
          <p:cNvPr id="3" name="直接连接符 2"/>
          <p:cNvCxnSpPr/>
          <p:nvPr>
            <p:custDataLst>
              <p:tags r:id="rId4"/>
            </p:custDataLst>
          </p:nvPr>
        </p:nvCxnSpPr>
        <p:spPr>
          <a:xfrm>
            <a:off x="1487805" y="947420"/>
            <a:ext cx="0" cy="972185"/>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cxnSp>
        <p:nvCxnSpPr>
          <p:cNvPr id="5" name="直接连接符 4"/>
          <p:cNvCxnSpPr/>
          <p:nvPr>
            <p:custDataLst>
              <p:tags r:id="rId5"/>
            </p:custDataLst>
          </p:nvPr>
        </p:nvCxnSpPr>
        <p:spPr>
          <a:xfrm>
            <a:off x="1322070" y="1137920"/>
            <a:ext cx="1283970" cy="0"/>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spTree>
    <p:custDataLst>
      <p:tags r:id="rId6"/>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（二）言论自由</a:t>
            </a:r>
            <a:endParaRPr lang="zh-CN" altLang="en-US"/>
          </a:p>
        </p:txBody>
      </p:sp>
      <p:cxnSp>
        <p:nvCxnSpPr>
          <p:cNvPr id="429" name="直接连接符 428"/>
          <p:cNvCxnSpPr/>
          <p:nvPr>
            <p:custDataLst>
              <p:tags r:id="rId2"/>
            </p:custDataLst>
          </p:nvPr>
        </p:nvCxnSpPr>
        <p:spPr>
          <a:xfrm>
            <a:off x="1082503" y="2006846"/>
            <a:ext cx="10044016" cy="0"/>
          </a:xfrm>
          <a:prstGeom prst="line">
            <a:avLst/>
          </a:prstGeom>
          <a:ln w="6350">
            <a:solidFill>
              <a:schemeClr val="tx2">
                <a:lumMod val="50000"/>
                <a:lumOff val="50000"/>
                <a:alpha val="20000"/>
              </a:schemeClr>
            </a:solidFill>
          </a:ln>
        </p:spPr>
        <p:style>
          <a:lnRef idx="2">
            <a:schemeClr val="accent1"/>
          </a:lnRef>
          <a:fillRef idx="0">
            <a:srgbClr val="FFFFFF"/>
          </a:fillRef>
          <a:effectRef idx="0">
            <a:srgbClr val="FFFFFF"/>
          </a:effectRef>
          <a:fontRef idx="minor">
            <a:schemeClr val="tx1"/>
          </a:fontRef>
        </p:style>
      </p:cxnSp>
      <p:sp>
        <p:nvSpPr>
          <p:cNvPr id="430" name="矩形 429"/>
          <p:cNvSpPr/>
          <p:nvPr>
            <p:custDataLst>
              <p:tags r:id="rId3"/>
            </p:custDataLst>
          </p:nvPr>
        </p:nvSpPr>
        <p:spPr>
          <a:xfrm>
            <a:off x="867410" y="4307205"/>
            <a:ext cx="4458335" cy="1965960"/>
          </a:xfrm>
          <a:prstGeom prst="rect">
            <a:avLst/>
          </a:prstGeom>
          <a:noFill/>
        </p:spPr>
        <p:txBody>
          <a:bodyPr wrap="square" lIns="0" tIns="0" rIns="0" bIns="0" rtlCol="0" anchor="t" anchorCtr="0">
            <a:noAutofit/>
          </a:bodyPr>
          <a:lstStyle/>
          <a:p>
            <a:pPr algn="just">
              <a:lnSpc>
                <a:spcPct val="130000"/>
              </a:lnSpc>
              <a:spcBef>
                <a:spcPct val="0"/>
              </a:spcBef>
              <a:spcAft>
                <a:spcPct val="0"/>
              </a:spcAft>
            </a:pPr>
            <a:r>
              <a:rPr lang="en-US" altLang="zh-CN" sz="2400" kern="0" dirty="0">
                <a:ln>
                  <a:noFill/>
                  <a:prstDash val="sysDot"/>
                </a:ln>
                <a:solidFill>
                  <a:schemeClr val="tx1">
                    <a:lumMod val="85000"/>
                    <a:lumOff val="15000"/>
                  </a:schemeClr>
                </a:solidFill>
                <a:latin typeface="+mn-ea"/>
                <a:sym typeface="+mn-ea"/>
              </a:rPr>
              <a:t>      </a:t>
            </a:r>
            <a:r>
              <a:rPr lang="zh-CN" altLang="en-US" sz="2400" kern="0" dirty="0">
                <a:ln>
                  <a:noFill/>
                  <a:prstDash val="sysDot"/>
                </a:ln>
                <a:solidFill>
                  <a:schemeClr val="tx1">
                    <a:lumMod val="85000"/>
                    <a:lumOff val="15000"/>
                  </a:schemeClr>
                </a:solidFill>
                <a:latin typeface="+mn-ea"/>
                <a:sym typeface="+mn-ea"/>
              </a:rPr>
              <a:t>公民有权通过各种语言形式，针对政治和社会中的各种问题表达其思想和见解的自由。</a:t>
            </a:r>
            <a:endParaRPr lang="zh-CN" altLang="en-US" sz="2400" kern="0" dirty="0">
              <a:ln>
                <a:noFill/>
                <a:prstDash val="sysDot"/>
              </a:ln>
              <a:solidFill>
                <a:schemeClr val="tx1">
                  <a:lumMod val="85000"/>
                  <a:lumOff val="15000"/>
                </a:schemeClr>
              </a:solidFill>
              <a:latin typeface="+mn-ea"/>
              <a:sym typeface="+mn-ea"/>
            </a:endParaRPr>
          </a:p>
        </p:txBody>
      </p:sp>
      <p:sp>
        <p:nvSpPr>
          <p:cNvPr id="431" name="矩形 430"/>
          <p:cNvSpPr/>
          <p:nvPr>
            <p:custDataLst>
              <p:tags r:id="rId4"/>
            </p:custDataLst>
          </p:nvPr>
        </p:nvSpPr>
        <p:spPr>
          <a:xfrm>
            <a:off x="3003202" y="3549869"/>
            <a:ext cx="2593452" cy="719439"/>
          </a:xfrm>
          <a:prstGeom prst="rect">
            <a:avLst/>
          </a:prstGeom>
          <a:noFill/>
        </p:spPr>
        <p:txBody>
          <a:bodyPr wrap="square" lIns="0" tIns="0" rIns="0" bIns="0" rtlCol="0" anchor="b">
            <a:noAutofit/>
          </a:bodyPr>
          <a:lstStyle/>
          <a:p>
            <a:pPr algn="ctr">
              <a:spcBef>
                <a:spcPct val="0"/>
              </a:spcBef>
              <a:spcAft>
                <a:spcPct val="0"/>
              </a:spcAft>
            </a:pPr>
            <a:r>
              <a:rPr lang="zh-CN" altLang="en-US" sz="2800" b="1" dirty="0">
                <a:solidFill>
                  <a:schemeClr val="accent1"/>
                </a:solidFill>
                <a:latin typeface="+mn-ea"/>
                <a:cs typeface="+mn-ea"/>
              </a:rPr>
              <a:t>概念</a:t>
            </a:r>
            <a:endParaRPr lang="zh-CN" altLang="en-US" sz="2800" b="1" dirty="0">
              <a:solidFill>
                <a:schemeClr val="accent1"/>
              </a:solidFill>
              <a:latin typeface="+mn-ea"/>
              <a:cs typeface="+mn-ea"/>
            </a:endParaRPr>
          </a:p>
        </p:txBody>
      </p:sp>
      <p:sp>
        <p:nvSpPr>
          <p:cNvPr id="432" name="矩形 431"/>
          <p:cNvSpPr/>
          <p:nvPr>
            <p:custDataLst>
              <p:tags r:id="rId5"/>
            </p:custDataLst>
          </p:nvPr>
        </p:nvSpPr>
        <p:spPr>
          <a:xfrm>
            <a:off x="5799455" y="4307205"/>
            <a:ext cx="5826760" cy="1954530"/>
          </a:xfrm>
          <a:prstGeom prst="rect">
            <a:avLst/>
          </a:prstGeom>
          <a:noFill/>
        </p:spPr>
        <p:txBody>
          <a:bodyPr wrap="square" lIns="0" tIns="0" rIns="0" bIns="0" rtlCol="0" anchor="t" anchorCtr="0">
            <a:noAutofit/>
          </a:bodyPr>
          <a:lstStyle/>
          <a:p>
            <a:pPr algn="just">
              <a:lnSpc>
                <a:spcPct val="130000"/>
              </a:lnSpc>
              <a:spcBef>
                <a:spcPct val="0"/>
              </a:spcBef>
              <a:spcAft>
                <a:spcPct val="0"/>
              </a:spcAft>
            </a:pP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言论是公民表达意愿、相互交流思想、传播信息的必要手段和基本工具，也是</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形成人民意志的基础，言论自由在公民的各项政治自由中居于首要地位。</a:t>
            </a:r>
            <a:r>
              <a:rPr lang="en-US" altLang="zh-CN"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endParaRPr lang="en-US" altLang="zh-CN"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433" name="任意多边形: 形状 36"/>
          <p:cNvSpPr/>
          <p:nvPr>
            <p:custDataLst>
              <p:tags r:id="rId6"/>
            </p:custDataLst>
          </p:nvPr>
        </p:nvSpPr>
        <p:spPr>
          <a:xfrm>
            <a:off x="3365915" y="1616600"/>
            <a:ext cx="451894" cy="390245"/>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1"/>
          </a:solidFill>
          <a:ln>
            <a:noFill/>
          </a:ln>
          <a:effectLst>
            <a:outerShdw blurRad="50800" dist="63500" dir="8100000" algn="tr"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434" name="任意多边形: 形状 38"/>
          <p:cNvSpPr/>
          <p:nvPr>
            <p:custDataLst>
              <p:tags r:id="rId7"/>
            </p:custDataLst>
          </p:nvPr>
        </p:nvSpPr>
        <p:spPr>
          <a:xfrm>
            <a:off x="3577796" y="1616002"/>
            <a:ext cx="1443666" cy="1884787"/>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1">
                  <a:lumMod val="40000"/>
                  <a:lumOff val="60000"/>
                  <a:alpha val="100000"/>
                </a:schemeClr>
              </a:gs>
              <a:gs pos="90000">
                <a:schemeClr val="accent1">
                  <a:alpha val="100000"/>
                </a:schemeClr>
              </a:gs>
            </a:gsLst>
            <a:lin ang="8100000" scaled="0"/>
            <a:tileRect/>
          </a:gradFill>
          <a:ln>
            <a:noFill/>
          </a:ln>
          <a:effectLst>
            <a:outerShdw blurRad="50800" dist="63500" dir="8100000" algn="tr"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en-US" altLang="zh-CN" sz="2400" b="1" dirty="0">
                <a:solidFill>
                  <a:srgbClr val="FFFFFF"/>
                </a:solidFill>
                <a:latin typeface="+mn-ea"/>
                <a:cs typeface="+mn-ea"/>
                <a:sym typeface="+mn-ea"/>
              </a:rPr>
              <a:t>01</a:t>
            </a:r>
            <a:endParaRPr lang="en-US" altLang="zh-CN" sz="2400" b="1" dirty="0">
              <a:solidFill>
                <a:srgbClr val="FFFFFF"/>
              </a:solidFill>
              <a:latin typeface="+mn-ea"/>
              <a:cs typeface="+mn-ea"/>
              <a:sym typeface="+mn-ea"/>
            </a:endParaRPr>
          </a:p>
        </p:txBody>
      </p:sp>
      <p:sp>
        <p:nvSpPr>
          <p:cNvPr id="435" name="任意多边形: 形状 36"/>
          <p:cNvSpPr/>
          <p:nvPr>
            <p:custDataLst>
              <p:tags r:id="rId8"/>
            </p:custDataLst>
          </p:nvPr>
        </p:nvSpPr>
        <p:spPr>
          <a:xfrm>
            <a:off x="6975679" y="1616600"/>
            <a:ext cx="451894" cy="390245"/>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2"/>
          </a:solidFill>
          <a:ln>
            <a:noFill/>
          </a:ln>
          <a:effectLst>
            <a:outerShdw blurRad="50800" dist="63500" dir="8100000" algn="tr" rotWithShape="0">
              <a:schemeClr val="accent2">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436" name="任意多边形: 形状 38"/>
          <p:cNvSpPr/>
          <p:nvPr>
            <p:custDataLst>
              <p:tags r:id="rId9"/>
            </p:custDataLst>
          </p:nvPr>
        </p:nvSpPr>
        <p:spPr>
          <a:xfrm>
            <a:off x="7187561" y="1616002"/>
            <a:ext cx="1443666" cy="1884787"/>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2">
                  <a:lumMod val="40000"/>
                  <a:lumOff val="60000"/>
                  <a:alpha val="100000"/>
                </a:schemeClr>
              </a:gs>
              <a:gs pos="90000">
                <a:schemeClr val="accent2">
                  <a:alpha val="100000"/>
                </a:schemeClr>
              </a:gs>
            </a:gsLst>
            <a:lin ang="8100000" scaled="0"/>
            <a:tileRect/>
          </a:gradFill>
          <a:ln>
            <a:noFill/>
          </a:ln>
          <a:effectLst>
            <a:outerShdw blurRad="50800" dist="63500" dir="8100000" algn="tr" rotWithShape="0">
              <a:schemeClr val="accent2">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79705" tIns="71755" rIns="107950" bIns="28829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en-US" altLang="zh-CN" sz="2400" b="1" dirty="0">
                <a:solidFill>
                  <a:srgbClr val="FFFFFF"/>
                </a:solidFill>
                <a:latin typeface="+mn-ea"/>
                <a:cs typeface="+mn-ea"/>
                <a:sym typeface="+mn-ea"/>
              </a:rPr>
              <a:t>02</a:t>
            </a:r>
            <a:endParaRPr lang="en-US" altLang="zh-CN" sz="2400" b="1" dirty="0">
              <a:solidFill>
                <a:srgbClr val="FFFFFF"/>
              </a:solidFill>
              <a:latin typeface="+mn-ea"/>
              <a:cs typeface="+mn-ea"/>
              <a:sym typeface="+mn-ea"/>
            </a:endParaRPr>
          </a:p>
        </p:txBody>
      </p:sp>
      <p:sp>
        <p:nvSpPr>
          <p:cNvPr id="437" name="矩形 436"/>
          <p:cNvSpPr/>
          <p:nvPr>
            <p:custDataLst>
              <p:tags r:id="rId10"/>
            </p:custDataLst>
          </p:nvPr>
        </p:nvSpPr>
        <p:spPr>
          <a:xfrm>
            <a:off x="6612967" y="3549869"/>
            <a:ext cx="2593452" cy="719439"/>
          </a:xfrm>
          <a:prstGeom prst="rect">
            <a:avLst/>
          </a:prstGeom>
          <a:noFill/>
        </p:spPr>
        <p:txBody>
          <a:bodyPr wrap="square" lIns="0" tIns="0" rIns="0" bIns="0" rtlCol="0" anchor="b">
            <a:noAutofit/>
          </a:bodyPr>
          <a:lstStyle/>
          <a:p>
            <a:pPr algn="ctr">
              <a:spcBef>
                <a:spcPct val="0"/>
              </a:spcBef>
              <a:spcAft>
                <a:spcPct val="0"/>
              </a:spcAft>
            </a:pPr>
            <a:r>
              <a:rPr lang="zh-CN" altLang="en-US" sz="2800" b="1">
                <a:solidFill>
                  <a:schemeClr val="accent2"/>
                </a:solidFill>
                <a:latin typeface="+mn-ea"/>
                <a:cs typeface="+mn-ea"/>
              </a:rPr>
              <a:t>宪法地位</a:t>
            </a:r>
            <a:endParaRPr lang="zh-CN" altLang="en-US" sz="2800" b="1">
              <a:solidFill>
                <a:schemeClr val="accent2"/>
              </a:solidFill>
              <a:latin typeface="+mn-ea"/>
              <a:cs typeface="+mn-ea"/>
            </a:endParaRPr>
          </a:p>
        </p:txBody>
      </p:sp>
    </p:spTree>
    <p:custDataLst>
      <p:tags r:id="rId1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（二）言论自由</a:t>
            </a:r>
            <a:endParaRPr lang="zh-CN" altLang="en-US"/>
          </a:p>
        </p:txBody>
      </p:sp>
      <p:sp>
        <p:nvSpPr>
          <p:cNvPr id="9" name="圆角矩形 14"/>
          <p:cNvSpPr/>
          <p:nvPr>
            <p:custDataLst>
              <p:tags r:id="rId2"/>
            </p:custDataLst>
          </p:nvPr>
        </p:nvSpPr>
        <p:spPr>
          <a:xfrm>
            <a:off x="695325" y="1485063"/>
            <a:ext cx="10795669" cy="1084653"/>
          </a:xfrm>
          <a:prstGeom prst="roundRect">
            <a:avLst>
              <a:gd name="adj" fmla="val 15982"/>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lIns="144145" tIns="0" rIns="144145" bIns="0" rtlCol="0" anchor="ctr">
            <a:noAutofit/>
          </a:bodyPr>
          <a:p>
            <a:pPr indent="0" algn="l" fontAlgn="auto">
              <a:lnSpc>
                <a:spcPct val="130000"/>
              </a:lnSpc>
            </a:pPr>
            <a:r>
              <a:rPr lang="zh-CN" altLang="en-US" sz="2400" b="1" kern="0">
                <a:ln>
                  <a:noFill/>
                  <a:prstDash val="sysDot"/>
                </a:ln>
                <a:solidFill>
                  <a:schemeClr val="tx1">
                    <a:lumMod val="85000"/>
                    <a:lumOff val="15000"/>
                  </a:schemeClr>
                </a:solidFill>
                <a:uFillTx/>
                <a:latin typeface="+mn-ea"/>
                <a:sym typeface="+mn-ea"/>
              </a:rPr>
              <a:t>①</a:t>
            </a:r>
            <a:r>
              <a:rPr lang="en-US" altLang="zh-CN" sz="2400" b="1" kern="0">
                <a:ln>
                  <a:noFill/>
                  <a:prstDash val="sysDot"/>
                </a:ln>
                <a:solidFill>
                  <a:schemeClr val="tx1">
                    <a:lumMod val="85000"/>
                    <a:lumOff val="15000"/>
                  </a:schemeClr>
                </a:solidFill>
                <a:uFillTx/>
                <a:latin typeface="+mn-ea"/>
                <a:sym typeface="+mn-ea"/>
              </a:rPr>
              <a:t> </a:t>
            </a:r>
            <a:r>
              <a:rPr lang="zh-CN" altLang="en-US" sz="2400" b="1" kern="0">
                <a:ln>
                  <a:noFill/>
                  <a:prstDash val="sysDot"/>
                </a:ln>
                <a:solidFill>
                  <a:schemeClr val="tx1">
                    <a:lumMod val="85000"/>
                    <a:lumOff val="15000"/>
                  </a:schemeClr>
                </a:solidFill>
                <a:uFillTx/>
                <a:latin typeface="+mn-ea"/>
                <a:sym typeface="+mn-ea"/>
              </a:rPr>
              <a:t>主体：</a:t>
            </a:r>
            <a:r>
              <a:rPr lang="zh-CN" altLang="en-US" sz="2400" kern="0">
                <a:ln>
                  <a:noFill/>
                  <a:prstDash val="sysDot"/>
                </a:ln>
                <a:solidFill>
                  <a:schemeClr val="tx1">
                    <a:lumMod val="85000"/>
                    <a:lumOff val="15000"/>
                  </a:schemeClr>
                </a:solidFill>
                <a:uFillTx/>
                <a:latin typeface="+mn-ea"/>
                <a:sym typeface="+mn-ea"/>
              </a:rPr>
              <a:t>公民；</a:t>
            </a:r>
            <a:endParaRPr lang="zh-CN" altLang="en-US" sz="2400" kern="0">
              <a:ln>
                <a:noFill/>
                <a:prstDash val="sysDot"/>
              </a:ln>
              <a:solidFill>
                <a:schemeClr val="tx1">
                  <a:lumMod val="85000"/>
                  <a:lumOff val="15000"/>
                </a:schemeClr>
              </a:solidFill>
              <a:uFillTx/>
              <a:latin typeface="+mn-ea"/>
              <a:sym typeface="+mn-ea"/>
            </a:endParaRPr>
          </a:p>
        </p:txBody>
      </p:sp>
      <p:sp>
        <p:nvSpPr>
          <p:cNvPr id="2" name="圆角矩形 9"/>
          <p:cNvSpPr/>
          <p:nvPr>
            <p:custDataLst>
              <p:tags r:id="rId3"/>
            </p:custDataLst>
          </p:nvPr>
        </p:nvSpPr>
        <p:spPr>
          <a:xfrm>
            <a:off x="926116" y="1425299"/>
            <a:ext cx="707632" cy="87739"/>
          </a:xfrm>
          <a:prstGeom prst="roundRect">
            <a:avLst>
              <a:gd name="adj" fmla="val 50000"/>
            </a:avLst>
          </a:prstGeom>
          <a:gradFill>
            <a:gsLst>
              <a:gs pos="100000">
                <a:schemeClr val="accent1">
                  <a:lumMod val="60000"/>
                  <a:lumOff val="40000"/>
                  <a:alpha val="71000"/>
                </a:schemeClr>
              </a:gs>
              <a:gs pos="0">
                <a:schemeClr val="accent1">
                  <a:alpha val="100000"/>
                </a:schemeClr>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5" name="圆角矩形 14"/>
          <p:cNvSpPr/>
          <p:nvPr>
            <p:custDataLst>
              <p:tags r:id="rId4"/>
            </p:custDataLst>
          </p:nvPr>
        </p:nvSpPr>
        <p:spPr>
          <a:xfrm>
            <a:off x="695325" y="2761724"/>
            <a:ext cx="10795669" cy="1084653"/>
          </a:xfrm>
          <a:prstGeom prst="roundRect">
            <a:avLst>
              <a:gd name="adj" fmla="val 15982"/>
            </a:avLst>
          </a:prstGeom>
          <a:solidFill>
            <a:schemeClr val="accent2">
              <a:lumMod val="60000"/>
              <a:lumOff val="40000"/>
              <a:alpha val="12000"/>
            </a:schemeClr>
          </a:solidFill>
          <a:ln w="9525">
            <a:gradFill>
              <a:gsLst>
                <a:gs pos="100000">
                  <a:schemeClr val="accent2">
                    <a:alpha val="15000"/>
                  </a:schemeClr>
                </a:gs>
                <a:gs pos="0">
                  <a:schemeClr val="accent2">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30000"/>
              </a:lnSpc>
              <a:buClrTx/>
              <a:buSzTx/>
              <a:buFontTx/>
            </a:pPr>
            <a:r>
              <a:rPr lang="zh-CN" altLang="en-US" sz="2400" b="1" kern="0">
                <a:ln>
                  <a:noFill/>
                  <a:prstDash val="sysDot"/>
                </a:ln>
                <a:solidFill>
                  <a:schemeClr val="tx1">
                    <a:lumMod val="85000"/>
                    <a:lumOff val="15000"/>
                  </a:schemeClr>
                </a:solidFill>
                <a:uFillTx/>
                <a:latin typeface="+mn-ea"/>
                <a:sym typeface="+mn-ea"/>
              </a:rPr>
              <a:t>②</a:t>
            </a:r>
            <a:r>
              <a:rPr lang="en-US" altLang="zh-CN" sz="2400" b="1" kern="0">
                <a:ln>
                  <a:noFill/>
                  <a:prstDash val="sysDot"/>
                </a:ln>
                <a:solidFill>
                  <a:schemeClr val="tx1">
                    <a:lumMod val="85000"/>
                    <a:lumOff val="15000"/>
                  </a:schemeClr>
                </a:solidFill>
                <a:uFillTx/>
                <a:latin typeface="+mn-ea"/>
                <a:sym typeface="+mn-ea"/>
              </a:rPr>
              <a:t> </a:t>
            </a:r>
            <a:r>
              <a:rPr lang="zh-CN" altLang="en-US" sz="2400" b="1" kern="0">
                <a:ln>
                  <a:noFill/>
                  <a:prstDash val="sysDot"/>
                </a:ln>
                <a:solidFill>
                  <a:schemeClr val="tx1">
                    <a:lumMod val="85000"/>
                    <a:lumOff val="15000"/>
                  </a:schemeClr>
                </a:solidFill>
                <a:uFillTx/>
                <a:latin typeface="+mn-ea"/>
                <a:sym typeface="+mn-ea"/>
              </a:rPr>
              <a:t>内容：</a:t>
            </a:r>
            <a:r>
              <a:rPr lang="zh-CN" altLang="en-US" sz="2400" kern="0">
                <a:ln>
                  <a:noFill/>
                  <a:prstDash val="sysDot"/>
                </a:ln>
                <a:solidFill>
                  <a:schemeClr val="tx1">
                    <a:lumMod val="85000"/>
                    <a:lumOff val="15000"/>
                  </a:schemeClr>
                </a:solidFill>
                <a:uFillTx/>
                <a:latin typeface="+mn-ea"/>
                <a:sym typeface="+mn-ea"/>
              </a:rPr>
              <a:t>既包括政治、经济方面的内容，也包括对社会、文化等各个领域公共政策的看法和见解；</a:t>
            </a:r>
            <a:endParaRPr lang="zh-CN" altLang="en-US" sz="2400" kern="0">
              <a:ln>
                <a:noFill/>
                <a:prstDash val="sysDot"/>
              </a:ln>
              <a:solidFill>
                <a:schemeClr val="tx1">
                  <a:lumMod val="85000"/>
                  <a:lumOff val="15000"/>
                </a:schemeClr>
              </a:solidFill>
              <a:uFillTx/>
              <a:latin typeface="+mn-ea"/>
              <a:sym typeface="+mn-ea"/>
            </a:endParaRPr>
          </a:p>
        </p:txBody>
      </p:sp>
      <p:sp>
        <p:nvSpPr>
          <p:cNvPr id="4" name="圆角矩形 10"/>
          <p:cNvSpPr/>
          <p:nvPr>
            <p:custDataLst>
              <p:tags r:id="rId5"/>
            </p:custDataLst>
          </p:nvPr>
        </p:nvSpPr>
        <p:spPr>
          <a:xfrm>
            <a:off x="926116" y="2692423"/>
            <a:ext cx="707632" cy="87739"/>
          </a:xfrm>
          <a:prstGeom prst="roundRect">
            <a:avLst>
              <a:gd name="adj" fmla="val 50000"/>
            </a:avLst>
          </a:prstGeom>
          <a:gradFill>
            <a:gsLst>
              <a:gs pos="100000">
                <a:schemeClr val="accent2">
                  <a:lumMod val="60000"/>
                  <a:lumOff val="40000"/>
                  <a:alpha val="71000"/>
                </a:schemeClr>
              </a:gs>
              <a:gs pos="0">
                <a:schemeClr val="accent2">
                  <a:alpha val="100000"/>
                </a:schemeClr>
              </a:gs>
            </a:gsLst>
            <a:lin ang="0"/>
          </a:gradFill>
          <a:ln>
            <a:noFill/>
          </a:ln>
          <a:effectLst>
            <a:outerShdw blurRad="50800" dist="38100" dir="2700000" algn="tl" rotWithShape="0">
              <a:schemeClr val="accent2">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0" name="圆角矩形 14"/>
          <p:cNvSpPr/>
          <p:nvPr>
            <p:custDataLst>
              <p:tags r:id="rId6"/>
            </p:custDataLst>
          </p:nvPr>
        </p:nvSpPr>
        <p:spPr>
          <a:xfrm>
            <a:off x="695325" y="4026940"/>
            <a:ext cx="10795669" cy="1084653"/>
          </a:xfrm>
          <a:prstGeom prst="roundRect">
            <a:avLst>
              <a:gd name="adj" fmla="val 15982"/>
            </a:avLst>
          </a:prstGeom>
          <a:solidFill>
            <a:schemeClr val="accent3">
              <a:lumMod val="60000"/>
              <a:lumOff val="40000"/>
              <a:alpha val="12000"/>
            </a:schemeClr>
          </a:solidFill>
          <a:ln w="9525">
            <a:gradFill>
              <a:gsLst>
                <a:gs pos="100000">
                  <a:schemeClr val="accent3">
                    <a:alpha val="15000"/>
                  </a:schemeClr>
                </a:gs>
                <a:gs pos="0">
                  <a:schemeClr val="accent3">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30000"/>
              </a:lnSpc>
              <a:buClrTx/>
              <a:buSzTx/>
              <a:buFontTx/>
            </a:pPr>
            <a:r>
              <a:rPr lang="zh-CN" altLang="en-US" sz="2400" b="1" kern="0">
                <a:ln>
                  <a:noFill/>
                  <a:prstDash val="sysDot"/>
                </a:ln>
                <a:solidFill>
                  <a:schemeClr val="tx1">
                    <a:lumMod val="85000"/>
                    <a:lumOff val="15000"/>
                  </a:schemeClr>
                </a:solidFill>
                <a:uFillTx/>
                <a:latin typeface="+mn-ea"/>
                <a:sym typeface="+mn-ea"/>
              </a:rPr>
              <a:t>③</a:t>
            </a:r>
            <a:r>
              <a:rPr lang="en-US" altLang="zh-CN" sz="2400" b="1" kern="0">
                <a:ln>
                  <a:noFill/>
                  <a:prstDash val="sysDot"/>
                </a:ln>
                <a:solidFill>
                  <a:schemeClr val="tx1">
                    <a:lumMod val="85000"/>
                    <a:lumOff val="15000"/>
                  </a:schemeClr>
                </a:solidFill>
                <a:uFillTx/>
                <a:latin typeface="+mn-ea"/>
                <a:sym typeface="+mn-ea"/>
              </a:rPr>
              <a:t> </a:t>
            </a:r>
            <a:r>
              <a:rPr lang="zh-CN" altLang="en-US" sz="2400" b="1" kern="0">
                <a:ln>
                  <a:noFill/>
                  <a:prstDash val="sysDot"/>
                </a:ln>
                <a:solidFill>
                  <a:schemeClr val="tx1">
                    <a:lumMod val="85000"/>
                    <a:lumOff val="15000"/>
                  </a:schemeClr>
                </a:solidFill>
                <a:uFillTx/>
                <a:latin typeface="+mn-ea"/>
                <a:sym typeface="+mn-ea"/>
              </a:rPr>
              <a:t>方式：</a:t>
            </a:r>
            <a:r>
              <a:rPr lang="zh-CN" altLang="en-US" sz="2400" kern="0">
                <a:ln>
                  <a:noFill/>
                  <a:prstDash val="sysDot"/>
                </a:ln>
                <a:solidFill>
                  <a:schemeClr val="tx1">
                    <a:lumMod val="85000"/>
                    <a:lumOff val="15000"/>
                  </a:schemeClr>
                </a:solidFill>
                <a:uFillTx/>
                <a:latin typeface="+mn-ea"/>
                <a:sym typeface="+mn-ea"/>
              </a:rPr>
              <a:t>既可采取口头形式，也可采取书面形式，必要时可以利用广播、电视、网络等传播媒介；</a:t>
            </a:r>
            <a:endParaRPr lang="zh-CN" altLang="en-US" sz="2400" kern="0">
              <a:ln>
                <a:noFill/>
                <a:prstDash val="sysDot"/>
              </a:ln>
              <a:solidFill>
                <a:schemeClr val="tx1">
                  <a:lumMod val="85000"/>
                  <a:lumOff val="15000"/>
                </a:schemeClr>
              </a:solidFill>
              <a:uFillTx/>
              <a:latin typeface="+mn-ea"/>
              <a:sym typeface="+mn-ea"/>
            </a:endParaRPr>
          </a:p>
        </p:txBody>
      </p:sp>
      <p:sp>
        <p:nvSpPr>
          <p:cNvPr id="8" name="圆角矩形 11"/>
          <p:cNvSpPr/>
          <p:nvPr>
            <p:custDataLst>
              <p:tags r:id="rId7"/>
            </p:custDataLst>
          </p:nvPr>
        </p:nvSpPr>
        <p:spPr>
          <a:xfrm>
            <a:off x="926116" y="3969084"/>
            <a:ext cx="707632" cy="87739"/>
          </a:xfrm>
          <a:prstGeom prst="roundRect">
            <a:avLst>
              <a:gd name="adj" fmla="val 50000"/>
            </a:avLst>
          </a:prstGeom>
          <a:gradFill>
            <a:gsLst>
              <a:gs pos="100000">
                <a:schemeClr val="accent3">
                  <a:lumMod val="60000"/>
                  <a:lumOff val="40000"/>
                  <a:alpha val="71000"/>
                </a:schemeClr>
              </a:gs>
              <a:gs pos="0">
                <a:schemeClr val="accent3">
                  <a:alpha val="100000"/>
                </a:schemeClr>
              </a:gs>
            </a:gsLst>
            <a:lin ang="0"/>
          </a:gradFill>
          <a:ln>
            <a:noFill/>
          </a:ln>
          <a:effectLst>
            <a:outerShdw blurRad="50800" dist="38100" dir="2700000" algn="tl" rotWithShape="0">
              <a:schemeClr val="accent3">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3" name="圆角矩形 14"/>
          <p:cNvSpPr/>
          <p:nvPr>
            <p:custDataLst>
              <p:tags r:id="rId8"/>
            </p:custDataLst>
          </p:nvPr>
        </p:nvSpPr>
        <p:spPr>
          <a:xfrm>
            <a:off x="695360" y="5280915"/>
            <a:ext cx="10800680" cy="1366523"/>
          </a:xfrm>
          <a:prstGeom prst="roundRect">
            <a:avLst>
              <a:gd name="adj" fmla="val 15982"/>
            </a:avLst>
          </a:prstGeom>
          <a:solidFill>
            <a:schemeClr val="accent4">
              <a:lumMod val="60000"/>
              <a:lumOff val="40000"/>
              <a:alpha val="12000"/>
            </a:schemeClr>
          </a:solidFill>
          <a:ln w="9525">
            <a:gradFill>
              <a:gsLst>
                <a:gs pos="100000">
                  <a:schemeClr val="accent4">
                    <a:alpha val="15000"/>
                  </a:schemeClr>
                </a:gs>
                <a:gs pos="0">
                  <a:schemeClr val="accent4">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30000"/>
              </a:lnSpc>
              <a:buClrTx/>
              <a:buSzTx/>
              <a:buFontTx/>
            </a:pPr>
            <a:r>
              <a:rPr lang="zh-CN" altLang="en-US" sz="2400" b="1" kern="0">
                <a:ln>
                  <a:noFill/>
                  <a:prstDash val="sysDot"/>
                </a:ln>
                <a:solidFill>
                  <a:schemeClr val="tx1">
                    <a:lumMod val="85000"/>
                    <a:lumOff val="15000"/>
                  </a:schemeClr>
                </a:solidFill>
                <a:uFillTx/>
                <a:latin typeface="+mn-ea"/>
                <a:sym typeface="+mn-ea"/>
              </a:rPr>
              <a:t>④</a:t>
            </a:r>
            <a:r>
              <a:rPr lang="en-US" altLang="zh-CN" sz="2400" b="1" kern="0">
                <a:ln>
                  <a:noFill/>
                  <a:prstDash val="sysDot"/>
                </a:ln>
                <a:solidFill>
                  <a:schemeClr val="tx1">
                    <a:lumMod val="85000"/>
                    <a:lumOff val="15000"/>
                  </a:schemeClr>
                </a:solidFill>
                <a:uFillTx/>
                <a:latin typeface="+mn-ea"/>
                <a:sym typeface="+mn-ea"/>
              </a:rPr>
              <a:t> </a:t>
            </a:r>
            <a:r>
              <a:rPr lang="zh-CN" altLang="en-US" sz="2400" b="1" kern="0">
                <a:ln>
                  <a:noFill/>
                  <a:prstDash val="sysDot"/>
                </a:ln>
                <a:solidFill>
                  <a:schemeClr val="tx1">
                    <a:lumMod val="85000"/>
                    <a:lumOff val="15000"/>
                  </a:schemeClr>
                </a:solidFill>
                <a:uFillTx/>
                <a:latin typeface="+mn-ea"/>
                <a:sym typeface="+mn-ea"/>
              </a:rPr>
              <a:t>限制：</a:t>
            </a:r>
            <a:r>
              <a:rPr lang="zh-CN" altLang="en-US" sz="2400" kern="0">
                <a:ln>
                  <a:noFill/>
                  <a:prstDash val="sysDot"/>
                </a:ln>
                <a:solidFill>
                  <a:schemeClr val="tx1">
                    <a:lumMod val="85000"/>
                    <a:lumOff val="15000"/>
                  </a:schemeClr>
                </a:solidFill>
                <a:uFillTx/>
                <a:latin typeface="+mn-ea"/>
                <a:sym typeface="+mn-ea"/>
              </a:rPr>
              <a:t>不能危害国家和社会安全，不能违反宪法确立的基本原则，不能危害国家的统一和民族团结，不能损害其他公民的合法权益，不能违背社会的公序良俗，等。</a:t>
            </a:r>
            <a:endParaRPr lang="zh-CN" altLang="en-US" sz="2400" kern="0">
              <a:ln>
                <a:noFill/>
                <a:prstDash val="sysDot"/>
              </a:ln>
              <a:solidFill>
                <a:schemeClr val="tx1">
                  <a:lumMod val="85000"/>
                  <a:lumOff val="15000"/>
                </a:schemeClr>
              </a:solidFill>
              <a:uFillTx/>
              <a:latin typeface="+mn-ea"/>
              <a:sym typeface="+mn-ea"/>
            </a:endParaRPr>
          </a:p>
        </p:txBody>
      </p:sp>
      <p:sp>
        <p:nvSpPr>
          <p:cNvPr id="14" name="圆角矩形 12"/>
          <p:cNvSpPr/>
          <p:nvPr>
            <p:custDataLst>
              <p:tags r:id="rId9"/>
            </p:custDataLst>
          </p:nvPr>
        </p:nvSpPr>
        <p:spPr>
          <a:xfrm>
            <a:off x="926116" y="5234301"/>
            <a:ext cx="707632" cy="87739"/>
          </a:xfrm>
          <a:prstGeom prst="roundRect">
            <a:avLst>
              <a:gd name="adj" fmla="val 50000"/>
            </a:avLst>
          </a:prstGeom>
          <a:gradFill>
            <a:gsLst>
              <a:gs pos="100000">
                <a:schemeClr val="accent4">
                  <a:lumMod val="60000"/>
                  <a:lumOff val="40000"/>
                  <a:alpha val="71000"/>
                </a:schemeClr>
              </a:gs>
              <a:gs pos="0">
                <a:schemeClr val="accent4">
                  <a:alpha val="100000"/>
                </a:schemeClr>
              </a:gs>
            </a:gsLst>
            <a:lin ang="0"/>
          </a:gradFill>
          <a:ln>
            <a:noFill/>
          </a:ln>
          <a:effectLst>
            <a:outerShdw blurRad="50800" dist="38100" dir="2700000" algn="tl" rotWithShape="0">
              <a:schemeClr val="accent4">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Tree>
    <p:custDataLst>
      <p:tags r:id="rId10"/>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0" y="8"/>
            <a:ext cx="4238368" cy="68579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3" name="矩形 12"/>
          <p:cNvSpPr/>
          <p:nvPr>
            <p:custDataLst>
              <p:tags r:id="rId2"/>
            </p:custDataLst>
          </p:nvPr>
        </p:nvSpPr>
        <p:spPr>
          <a:xfrm>
            <a:off x="4238365" y="717235"/>
            <a:ext cx="7953635" cy="5423523"/>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6" name="标题 5"/>
          <p:cNvSpPr>
            <a:spLocks noGrp="1"/>
          </p:cNvSpPr>
          <p:nvPr>
            <p:ph type="title"/>
            <p:custDataLst>
              <p:tags r:id="rId3"/>
            </p:custDataLst>
          </p:nvPr>
        </p:nvSpPr>
        <p:spPr>
          <a:xfrm>
            <a:off x="499745" y="2273935"/>
            <a:ext cx="3403600" cy="2310130"/>
          </a:xfrm>
        </p:spPr>
        <p:txBody>
          <a:bodyPr>
            <a:normAutofit/>
          </a:bodyPr>
          <a:lstStyle/>
          <a:p>
            <a:pPr algn="ctr"/>
            <a:r>
              <a:rPr lang="zh-CN" altLang="en-US" sz="4400">
                <a:solidFill>
                  <a:srgbClr val="FFFFFF"/>
                </a:solidFill>
              </a:rPr>
              <a:t>重庆彭水诗案</a:t>
            </a:r>
            <a:br>
              <a:rPr lang="zh-CN" altLang="en-US" sz="4400">
                <a:solidFill>
                  <a:srgbClr val="FFFFFF"/>
                </a:solidFill>
              </a:rPr>
            </a:br>
            <a:r>
              <a:rPr lang="zh-CN" altLang="en-US" sz="2665" b="0">
                <a:solidFill>
                  <a:srgbClr val="FFFFFF"/>
                </a:solidFill>
              </a:rPr>
              <a:t>（公民宪法权利与公权力之间的典型冲突）</a:t>
            </a:r>
            <a:endParaRPr lang="zh-CN" altLang="en-US" sz="2665" b="0">
              <a:solidFill>
                <a:srgbClr val="FFFFFF"/>
              </a:solidFill>
            </a:endParaRPr>
          </a:p>
        </p:txBody>
      </p:sp>
      <p:sp>
        <p:nvSpPr>
          <p:cNvPr id="9" name="文本框 8"/>
          <p:cNvSpPr txBox="1"/>
          <p:nvPr>
            <p:custDataLst>
              <p:tags r:id="rId4"/>
            </p:custDataLst>
          </p:nvPr>
        </p:nvSpPr>
        <p:spPr>
          <a:xfrm>
            <a:off x="4779645" y="1050921"/>
            <a:ext cx="6911340" cy="4756150"/>
          </a:xfrm>
          <a:prstGeom prst="rect">
            <a:avLst/>
          </a:prstGeom>
          <a:noFill/>
        </p:spPr>
        <p:txBody>
          <a:bodyPr wrap="square" rtlCol="0" anchor="ctr" anchorCtr="0">
            <a:normAutofit/>
          </a:bodyPr>
          <a:lstStyle/>
          <a:p>
            <a:pPr marL="342900" lvl="0" indent="-342900" algn="just" fontAlgn="auto">
              <a:lnSpc>
                <a:spcPct val="150000"/>
              </a:lnSpc>
              <a:spcAft>
                <a:spcPts val="1200"/>
              </a:spcAft>
              <a:buClr>
                <a:srgbClr val="A6A6A6"/>
              </a:buClr>
              <a:buFont typeface="Wingdings" panose="05000000000000000000" charset="0"/>
              <a:buChar char="l"/>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2006</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年</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8</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月，重庆市彭水县一名县教委的办事科员秦中飞在闲暇之余，用手机编发了一首有关时事的打油诗《沁园春</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彭水》，该词暗喻已被逮捕的彭水县原县委书记马某、和现任县委书记、县长。</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8</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月</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31</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日，秦中飞涉嫌诽谤罪被批捕。</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在媒体和舆论压力下，县公安局承认诽谤罪属于错案，向秦中飞道歉，</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并让其领取了</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2125.7</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元的国家赔偿金。</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提示：</a:t>
            </a:r>
            <a:endParaRPr lang="zh-CN" altLang="en-US"/>
          </a:p>
        </p:txBody>
      </p:sp>
      <p:sp>
        <p:nvSpPr>
          <p:cNvPr id="2" name="ComponentBackground1"/>
          <p:cNvSpPr/>
          <p:nvPr>
            <p:custDataLst>
              <p:tags r:id="rId2"/>
            </p:custDataLst>
          </p:nvPr>
        </p:nvSpPr>
        <p:spPr>
          <a:xfrm>
            <a:off x="696244" y="1440180"/>
            <a:ext cx="5178457" cy="4871115"/>
          </a:xfrm>
          <a:prstGeom prst="roundRect">
            <a:avLst>
              <a:gd name="adj" fmla="val 4364"/>
            </a:avLst>
          </a:prstGeom>
          <a:solidFill>
            <a:schemeClr val="accent1">
              <a:lumMod val="40000"/>
              <a:lumOff val="60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3" name="矩形 10"/>
          <p:cNvSpPr/>
          <p:nvPr>
            <p:custDataLst>
              <p:tags r:id="rId3"/>
            </p:custDataLst>
          </p:nvPr>
        </p:nvSpPr>
        <p:spPr>
          <a:xfrm>
            <a:off x="1074707" y="2119634"/>
            <a:ext cx="4422167" cy="3927499"/>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rPr>
              <a:t>      </a:t>
            </a:r>
            <a:r>
              <a:rPr lang="zh-CN" altLang="en-US" sz="2400" b="1" dirty="0">
                <a:ln>
                  <a:noFill/>
                  <a:prstDash val="sysDot"/>
                </a:ln>
                <a:solidFill>
                  <a:schemeClr val="tx1">
                    <a:lumMod val="85000"/>
                    <a:lumOff val="15000"/>
                  </a:schemeClr>
                </a:solidFill>
                <a:latin typeface="+mn-ea"/>
                <a:cs typeface="+mn-ea"/>
              </a:rPr>
              <a:t>此案反映出基层执法机关对言论自由界限的认知偏差：</a:t>
            </a:r>
            <a:endParaRPr lang="zh-CN" altLang="en-US" sz="2400" dirty="0">
              <a:ln>
                <a:noFill/>
                <a:prstDash val="sysDot"/>
              </a:ln>
              <a:solidFill>
                <a:schemeClr val="tx1">
                  <a:lumMod val="85000"/>
                  <a:lumOff val="15000"/>
                </a:schemeClr>
              </a:solidFill>
              <a:latin typeface="+mn-ea"/>
              <a:cs typeface="+mn-ea"/>
            </a:endParaRPr>
          </a:p>
          <a:p>
            <a:pPr algn="just">
              <a:lnSpc>
                <a:spcPct val="150000"/>
              </a:lnSpc>
              <a:spcBef>
                <a:spcPct val="0"/>
              </a:spcBef>
              <a:spcAft>
                <a:spcPct val="0"/>
              </a:spcAft>
            </a:pPr>
            <a:r>
              <a:rPr lang="zh-CN" altLang="en-US" sz="2400" dirty="0">
                <a:ln>
                  <a:noFill/>
                  <a:prstDash val="sysDot"/>
                </a:ln>
                <a:solidFill>
                  <a:schemeClr val="tx1">
                    <a:lumMod val="85000"/>
                    <a:lumOff val="15000"/>
                  </a:schemeClr>
                </a:solidFill>
                <a:latin typeface="+mn-ea"/>
                <a:cs typeface="+mn-ea"/>
              </a:rPr>
              <a:t> </a:t>
            </a:r>
            <a:r>
              <a:rPr lang="en-US" altLang="zh-CN" sz="2400" dirty="0">
                <a:ln>
                  <a:noFill/>
                  <a:prstDash val="sysDot"/>
                </a:ln>
                <a:solidFill>
                  <a:schemeClr val="tx1">
                    <a:lumMod val="85000"/>
                    <a:lumOff val="15000"/>
                  </a:schemeClr>
                </a:solidFill>
                <a:latin typeface="+mn-ea"/>
                <a:cs typeface="+mn-ea"/>
              </a:rPr>
              <a:t>     </a:t>
            </a:r>
            <a:r>
              <a:rPr lang="zh-CN" altLang="en-US" sz="2400" dirty="0">
                <a:ln>
                  <a:noFill/>
                  <a:prstDash val="sysDot"/>
                </a:ln>
                <a:solidFill>
                  <a:schemeClr val="tx1">
                    <a:lumMod val="85000"/>
                    <a:lumOff val="15000"/>
                  </a:schemeClr>
                </a:solidFill>
                <a:latin typeface="+mn-ea"/>
                <a:cs typeface="+mn-ea"/>
              </a:rPr>
              <a:t>将批评地方领导的艺术表达直接认定为</a:t>
            </a:r>
            <a:r>
              <a:rPr lang="en-US" altLang="zh-CN" sz="2400" dirty="0">
                <a:ln>
                  <a:noFill/>
                  <a:prstDash val="sysDot"/>
                </a:ln>
                <a:solidFill>
                  <a:schemeClr val="tx1">
                    <a:lumMod val="85000"/>
                    <a:lumOff val="15000"/>
                  </a:schemeClr>
                </a:solidFill>
                <a:latin typeface="+mn-ea"/>
                <a:cs typeface="+mn-ea"/>
              </a:rPr>
              <a:t>"</a:t>
            </a:r>
            <a:r>
              <a:rPr lang="zh-CN" altLang="en-US" sz="2400" dirty="0">
                <a:ln>
                  <a:noFill/>
                  <a:prstDash val="sysDot"/>
                </a:ln>
                <a:solidFill>
                  <a:schemeClr val="tx1">
                    <a:lumMod val="85000"/>
                    <a:lumOff val="15000"/>
                  </a:schemeClr>
                </a:solidFill>
                <a:latin typeface="+mn-ea"/>
                <a:cs typeface="+mn-ea"/>
              </a:rPr>
              <a:t>诽谤</a:t>
            </a:r>
            <a:r>
              <a:rPr lang="en-US" altLang="zh-CN" sz="2400" dirty="0">
                <a:ln>
                  <a:noFill/>
                  <a:prstDash val="sysDot"/>
                </a:ln>
                <a:solidFill>
                  <a:schemeClr val="tx1">
                    <a:lumMod val="85000"/>
                    <a:lumOff val="15000"/>
                  </a:schemeClr>
                </a:solidFill>
                <a:latin typeface="+mn-ea"/>
                <a:cs typeface="+mn-ea"/>
              </a:rPr>
              <a:t>";</a:t>
            </a:r>
            <a:r>
              <a:rPr lang="zh-CN" altLang="en-US" sz="2400" dirty="0">
                <a:ln>
                  <a:noFill/>
                  <a:prstDash val="sysDot"/>
                </a:ln>
                <a:solidFill>
                  <a:schemeClr val="tx1">
                    <a:lumMod val="85000"/>
                    <a:lumOff val="15000"/>
                  </a:schemeClr>
                </a:solidFill>
                <a:latin typeface="+mn-ea"/>
                <a:cs typeface="+mn-ea"/>
              </a:rPr>
              <a:t>未能区分善意批评与恶意诽谤的界限</a:t>
            </a:r>
            <a:r>
              <a:rPr lang="en-US" altLang="zh-CN" sz="2400" dirty="0">
                <a:ln>
                  <a:noFill/>
                  <a:prstDash val="sysDot"/>
                </a:ln>
                <a:solidFill>
                  <a:schemeClr val="tx1">
                    <a:lumMod val="85000"/>
                    <a:lumOff val="15000"/>
                  </a:schemeClr>
                </a:solidFill>
                <a:latin typeface="+mn-ea"/>
                <a:cs typeface="+mn-ea"/>
              </a:rPr>
              <a:t>;</a:t>
            </a:r>
            <a:r>
              <a:rPr lang="zh-CN" altLang="en-US" sz="2400" dirty="0">
                <a:ln>
                  <a:noFill/>
                  <a:prstDash val="sysDot"/>
                </a:ln>
                <a:solidFill>
                  <a:schemeClr val="tx1">
                    <a:lumMod val="85000"/>
                    <a:lumOff val="15000"/>
                  </a:schemeClr>
                </a:solidFill>
                <a:latin typeface="+mn-ea"/>
                <a:cs typeface="+mn-ea"/>
              </a:rPr>
              <a:t>忽视了公共人物应接受更广泛舆论监督的原则。</a:t>
            </a:r>
            <a:endParaRPr lang="zh-CN" altLang="en-US" sz="2400" dirty="0">
              <a:ln>
                <a:noFill/>
                <a:prstDash val="sysDot"/>
              </a:ln>
              <a:solidFill>
                <a:schemeClr val="tx1">
                  <a:lumMod val="85000"/>
                  <a:lumOff val="15000"/>
                </a:schemeClr>
              </a:solidFill>
              <a:latin typeface="+mn-ea"/>
              <a:cs typeface="+mn-ea"/>
            </a:endParaRPr>
          </a:p>
        </p:txBody>
      </p:sp>
      <p:sp>
        <p:nvSpPr>
          <p:cNvPr id="5" name="同侧圆角矩形 21"/>
          <p:cNvSpPr/>
          <p:nvPr>
            <p:custDataLst>
              <p:tags r:id="rId4"/>
            </p:custDataLst>
          </p:nvPr>
        </p:nvSpPr>
        <p:spPr>
          <a:xfrm>
            <a:off x="1102647" y="1440180"/>
            <a:ext cx="510543" cy="510543"/>
          </a:xfrm>
          <a:prstGeom prst="round2SameRect">
            <a:avLst>
              <a:gd name="adj1" fmla="val 0"/>
              <a:gd name="adj2" fmla="val 19230"/>
            </a:avLst>
          </a:prstGeom>
          <a:gradFill>
            <a:gsLst>
              <a:gs pos="0">
                <a:schemeClr val="accent1">
                  <a:lumMod val="60000"/>
                  <a:lumOff val="40000"/>
                  <a:alpha val="100000"/>
                </a:schemeClr>
              </a:gs>
              <a:gs pos="50000">
                <a:schemeClr val="accent1">
                  <a:alpha val="100000"/>
                </a:schemeClr>
              </a:gs>
            </a:gsLst>
            <a:lin ang="2700000" scaled="0"/>
          </a:gradFill>
          <a:ln>
            <a:noFill/>
          </a:ln>
          <a:effectLst>
            <a:outerShdw blurRad="114300" dist="381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b="1">
              <a:solidFill>
                <a:schemeClr val="lt1"/>
              </a:solidFill>
              <a:sym typeface="+mn-ea"/>
            </a:endParaRPr>
          </a:p>
        </p:txBody>
      </p:sp>
      <p:pic>
        <p:nvPicPr>
          <p:cNvPr id="6" name="图片 22" descr="343439383331313b343532303032343bb7a2b2bcb9dcc0ed"/>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1222028" y="1559561"/>
            <a:ext cx="271782" cy="271782"/>
          </a:xfrm>
          <a:prstGeom prst="rect">
            <a:avLst/>
          </a:prstGeom>
        </p:spPr>
      </p:pic>
      <p:sp>
        <p:nvSpPr>
          <p:cNvPr id="7" name="ComponentBackground1"/>
          <p:cNvSpPr/>
          <p:nvPr>
            <p:custDataLst>
              <p:tags r:id="rId8"/>
            </p:custDataLst>
          </p:nvPr>
        </p:nvSpPr>
        <p:spPr>
          <a:xfrm>
            <a:off x="6317299" y="1440180"/>
            <a:ext cx="5178457" cy="4871115"/>
          </a:xfrm>
          <a:prstGeom prst="roundRect">
            <a:avLst>
              <a:gd name="adj" fmla="val 4364"/>
            </a:avLst>
          </a:prstGeom>
          <a:solidFill>
            <a:schemeClr val="accent2">
              <a:lumMod val="40000"/>
              <a:lumOff val="60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8" name="矩形 29"/>
          <p:cNvSpPr/>
          <p:nvPr>
            <p:custDataLst>
              <p:tags r:id="rId9"/>
            </p:custDataLst>
          </p:nvPr>
        </p:nvSpPr>
        <p:spPr>
          <a:xfrm>
            <a:off x="6695761" y="2119634"/>
            <a:ext cx="4422167" cy="3927499"/>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rPr>
              <a:t>     </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法治社会应当保障公民对公权力的批评空间，执法机关对言论自由的限制</a:t>
            </a:r>
            <a:r>
              <a:rPr lang="zh-CN" altLang="en-US" sz="2400" b="1"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应当遵循谦抑原则</a:t>
            </a:r>
            <a:r>
              <a:rPr lang="en-US" altLang="zh-CN" sz="2400" b="1"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避免将职务批评轻易刑事化。</a:t>
            </a:r>
            <a:endPar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0" name="同侧圆角矩形 35"/>
          <p:cNvSpPr/>
          <p:nvPr>
            <p:custDataLst>
              <p:tags r:id="rId10"/>
            </p:custDataLst>
          </p:nvPr>
        </p:nvSpPr>
        <p:spPr>
          <a:xfrm>
            <a:off x="6709731" y="1440180"/>
            <a:ext cx="510543" cy="510543"/>
          </a:xfrm>
          <a:prstGeom prst="round2SameRect">
            <a:avLst>
              <a:gd name="adj1" fmla="val 0"/>
              <a:gd name="adj2" fmla="val 19230"/>
            </a:avLst>
          </a:prstGeom>
          <a:gradFill>
            <a:gsLst>
              <a:gs pos="0">
                <a:schemeClr val="accent2">
                  <a:lumMod val="60000"/>
                  <a:lumOff val="40000"/>
                  <a:alpha val="100000"/>
                </a:schemeClr>
              </a:gs>
              <a:gs pos="50000">
                <a:schemeClr val="accent2">
                  <a:alpha val="100000"/>
                </a:schemeClr>
              </a:gs>
            </a:gsLst>
            <a:lin ang="2700000" scaled="0"/>
          </a:gradFill>
          <a:ln>
            <a:noFill/>
          </a:ln>
          <a:effectLst>
            <a:outerShdw blurRad="114300" dist="38100" dir="2700000" algn="tl" rotWithShape="0">
              <a:schemeClr val="accent2">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b="1">
              <a:solidFill>
                <a:schemeClr val="lt1"/>
              </a:solidFill>
              <a:sym typeface="+mn-ea"/>
            </a:endParaRPr>
          </a:p>
        </p:txBody>
      </p:sp>
      <p:pic>
        <p:nvPicPr>
          <p:cNvPr id="12" name="图片 37" descr="343439383331313b343532303032373bbfcdbba7b5b5b0b8"/>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6835462" y="1565911"/>
            <a:ext cx="259717" cy="259717"/>
          </a:xfrm>
          <a:prstGeom prst="rect">
            <a:avLst/>
          </a:prstGeom>
        </p:spPr>
      </p:pic>
      <p:sp>
        <p:nvSpPr>
          <p:cNvPr id="13" name="圆角矩形 3"/>
          <p:cNvSpPr/>
          <p:nvPr>
            <p:custDataLst>
              <p:tags r:id="rId14"/>
            </p:custDataLst>
          </p:nvPr>
        </p:nvSpPr>
        <p:spPr>
          <a:xfrm>
            <a:off x="2130083" y="6288435"/>
            <a:ext cx="2179333" cy="64800"/>
          </a:xfrm>
          <a:prstGeom prst="roundRect">
            <a:avLst>
              <a:gd name="adj" fmla="val 36974"/>
            </a:avLst>
          </a:prstGeom>
          <a:solidFill>
            <a:schemeClr val="accent1">
              <a:lumMod val="60000"/>
              <a:lumOff val="40000"/>
              <a:alpha val="63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14" name="圆角矩形 8"/>
          <p:cNvSpPr/>
          <p:nvPr>
            <p:custDataLst>
              <p:tags r:id="rId15"/>
            </p:custDataLst>
          </p:nvPr>
        </p:nvSpPr>
        <p:spPr>
          <a:xfrm>
            <a:off x="7873058" y="6285895"/>
            <a:ext cx="2179333" cy="64800"/>
          </a:xfrm>
          <a:prstGeom prst="roundRect">
            <a:avLst>
              <a:gd name="adj" fmla="val 36974"/>
            </a:avLst>
          </a:prstGeom>
          <a:solidFill>
            <a:schemeClr val="accent2">
              <a:lumMod val="60000"/>
              <a:lumOff val="40000"/>
              <a:alpha val="63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Tree>
    <p:custDataLst>
      <p:tags r:id="rId16"/>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（三）出版自由</a:t>
            </a:r>
            <a:endParaRPr lang="zh-CN" altLang="en-US"/>
          </a:p>
        </p:txBody>
      </p:sp>
      <p:sp>
        <p:nvSpPr>
          <p:cNvPr id="18" name="矩形: 圆角 17"/>
          <p:cNvSpPr/>
          <p:nvPr>
            <p:custDataLst>
              <p:tags r:id="rId2"/>
            </p:custDataLst>
          </p:nvPr>
        </p:nvSpPr>
        <p:spPr>
          <a:xfrm>
            <a:off x="6096000" y="1901190"/>
            <a:ext cx="5684520" cy="4128770"/>
          </a:xfrm>
          <a:prstGeom prst="roundRect">
            <a:avLst>
              <a:gd name="adj" fmla="val 6098"/>
            </a:avLst>
          </a:prstGeom>
          <a:noFill/>
          <a:ln>
            <a:solidFill>
              <a:schemeClr val="accent2">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575945" tIns="504190" rIns="575945" bIns="252095" numCol="1" spcCol="0" rtlCol="0" fromWordArt="0" anchor="ctr" anchorCtr="0" forceAA="0" compatLnSpc="1">
            <a:noAutofit/>
          </a:bodyPr>
          <a:lstStyle/>
          <a:p>
            <a:pPr lvl="0" algn="just">
              <a:lnSpc>
                <a:spcPct val="150000"/>
              </a:lnSpc>
              <a:spcBef>
                <a:spcPts val="0"/>
              </a:spcBef>
              <a:spcAft>
                <a:spcPts val="0"/>
              </a:spcAft>
              <a:buClrTx/>
              <a:buSzTx/>
              <a:buFontTx/>
            </a:pPr>
            <a:r>
              <a:rPr lang="en-US" altLang="zh-CN" sz="2000" dirty="0">
                <a:ln>
                  <a:noFill/>
                </a:ln>
                <a:solidFill>
                  <a:schemeClr val="tx1">
                    <a:lumMod val="85000"/>
                    <a:lumOff val="15000"/>
                  </a:schemeClr>
                </a:solidFill>
                <a:effectLst/>
                <a:latin typeface="+mn-ea"/>
                <a:cs typeface="+mn-ea"/>
                <a:sym typeface="+mn-ea"/>
              </a:rPr>
              <a:t>   </a:t>
            </a:r>
            <a:endParaRPr lang="en-US" altLang="zh-CN" sz="2000" dirty="0">
              <a:ln>
                <a:noFill/>
              </a:ln>
              <a:solidFill>
                <a:schemeClr val="tx1">
                  <a:lumMod val="85000"/>
                  <a:lumOff val="15000"/>
                </a:schemeClr>
              </a:solidFill>
              <a:effectLst/>
              <a:latin typeface="+mn-ea"/>
              <a:cs typeface="+mn-ea"/>
              <a:sym typeface="+mn-ea"/>
            </a:endParaRPr>
          </a:p>
          <a:p>
            <a:pPr lvl="0" algn="just">
              <a:lnSpc>
                <a:spcPct val="150000"/>
              </a:lnSpc>
              <a:spcBef>
                <a:spcPts val="0"/>
              </a:spcBef>
              <a:spcAft>
                <a:spcPts val="0"/>
              </a:spcAft>
              <a:buClrTx/>
              <a:buSzTx/>
              <a:buFontTx/>
            </a:pPr>
            <a:r>
              <a:rPr lang="en-US" altLang="zh-CN" sz="2000" dirty="0">
                <a:ln>
                  <a:noFill/>
                </a:ln>
                <a:solidFill>
                  <a:schemeClr val="tx1">
                    <a:lumMod val="85000"/>
                    <a:lumOff val="15000"/>
                  </a:schemeClr>
                </a:solidFill>
                <a:effectLst/>
                <a:latin typeface="+mn-ea"/>
                <a:cs typeface="+mn-ea"/>
                <a:sym typeface="+mn-ea"/>
              </a:rPr>
              <a:t> </a:t>
            </a:r>
            <a:r>
              <a:rPr lang="en-US" altLang="zh-CN" sz="2400" dirty="0">
                <a:ln>
                  <a:noFill/>
                </a:ln>
                <a:solidFill>
                  <a:schemeClr val="tx1">
                    <a:lumMod val="85000"/>
                    <a:lumOff val="15000"/>
                  </a:schemeClr>
                </a:solidFill>
                <a:effectLst/>
                <a:latin typeface="+mn-ea"/>
                <a:cs typeface="+mn-ea"/>
                <a:sym typeface="+mn-ea"/>
              </a:rPr>
              <a:t>     </a:t>
            </a:r>
            <a:r>
              <a:rPr lang="zh-CN" altLang="en-US" sz="2400" b="1" dirty="0">
                <a:ln>
                  <a:noFill/>
                </a:ln>
                <a:solidFill>
                  <a:schemeClr val="tx1">
                    <a:lumMod val="85000"/>
                    <a:lumOff val="15000"/>
                  </a:schemeClr>
                </a:solidFill>
                <a:effectLst/>
                <a:latin typeface="+mn-ea"/>
                <a:cs typeface="+mn-ea"/>
                <a:sym typeface="+mn-ea"/>
              </a:rPr>
              <a:t>一是预防制或称事前审查制，</a:t>
            </a:r>
            <a:r>
              <a:rPr lang="zh-CN" altLang="en-US" sz="2400" dirty="0">
                <a:ln>
                  <a:noFill/>
                </a:ln>
                <a:solidFill>
                  <a:schemeClr val="tx1">
                    <a:lumMod val="85000"/>
                    <a:lumOff val="15000"/>
                  </a:schemeClr>
                </a:solidFill>
                <a:effectLst/>
                <a:latin typeface="+mn-ea"/>
                <a:cs typeface="+mn-ea"/>
                <a:sym typeface="+mn-ea"/>
              </a:rPr>
              <a:t>即在著作出版前审查其内容是否合法的制度；</a:t>
            </a:r>
            <a:r>
              <a:rPr lang="en-US" altLang="zh-CN" sz="2400" dirty="0">
                <a:ln>
                  <a:noFill/>
                </a:ln>
                <a:solidFill>
                  <a:schemeClr val="tx1">
                    <a:lumMod val="85000"/>
                    <a:lumOff val="15000"/>
                  </a:schemeClr>
                </a:solidFill>
                <a:effectLst/>
                <a:latin typeface="+mn-ea"/>
                <a:cs typeface="+mn-ea"/>
                <a:sym typeface="+mn-ea"/>
              </a:rPr>
              <a:t> </a:t>
            </a:r>
            <a:r>
              <a:rPr lang="zh-CN" altLang="en-US" sz="2400" b="1" dirty="0">
                <a:ln>
                  <a:noFill/>
                </a:ln>
                <a:solidFill>
                  <a:schemeClr val="tx1">
                    <a:lumMod val="85000"/>
                    <a:lumOff val="15000"/>
                  </a:schemeClr>
                </a:solidFill>
                <a:effectLst/>
                <a:latin typeface="+mn-ea"/>
                <a:cs typeface="+mn-ea"/>
                <a:sym typeface="+mn-ea"/>
              </a:rPr>
              <a:t>二是追惩制，</a:t>
            </a:r>
            <a:r>
              <a:rPr lang="zh-CN" altLang="en-US" sz="2400" dirty="0">
                <a:ln>
                  <a:noFill/>
                </a:ln>
                <a:solidFill>
                  <a:schemeClr val="tx1">
                    <a:lumMod val="85000"/>
                    <a:lumOff val="15000"/>
                  </a:schemeClr>
                </a:solidFill>
                <a:effectLst/>
                <a:latin typeface="+mn-ea"/>
                <a:cs typeface="+mn-ea"/>
                <a:sym typeface="+mn-ea"/>
              </a:rPr>
              <a:t>即在出版物出版后，根据其社会效果决定是否予以禁止和处罚的制度。</a:t>
            </a:r>
            <a:endParaRPr lang="zh-CN" altLang="en-US" sz="2400" dirty="0">
              <a:ln>
                <a:noFill/>
              </a:ln>
              <a:solidFill>
                <a:schemeClr val="tx1">
                  <a:lumMod val="85000"/>
                  <a:lumOff val="15000"/>
                </a:schemeClr>
              </a:solidFill>
              <a:effectLst/>
              <a:latin typeface="+mn-ea"/>
              <a:cs typeface="+mn-ea"/>
              <a:sym typeface="+mn-ea"/>
            </a:endParaRPr>
          </a:p>
          <a:p>
            <a:pPr lvl="0" algn="just">
              <a:lnSpc>
                <a:spcPct val="150000"/>
              </a:lnSpc>
              <a:spcBef>
                <a:spcPts val="0"/>
              </a:spcBef>
              <a:spcAft>
                <a:spcPts val="0"/>
              </a:spcAft>
              <a:buClrTx/>
              <a:buSzTx/>
              <a:buFontTx/>
            </a:pPr>
            <a:r>
              <a:rPr lang="en-US" altLang="zh-CN" sz="2400" dirty="0">
                <a:ln>
                  <a:noFill/>
                </a:ln>
                <a:solidFill>
                  <a:schemeClr val="tx1">
                    <a:lumMod val="85000"/>
                    <a:lumOff val="15000"/>
                  </a:schemeClr>
                </a:solidFill>
                <a:effectLst/>
                <a:latin typeface="+mn-ea"/>
                <a:cs typeface="+mn-ea"/>
                <a:sym typeface="+mn-ea"/>
              </a:rPr>
              <a:t>      </a:t>
            </a:r>
            <a:r>
              <a:rPr lang="zh-CN" altLang="en-US" sz="2400" dirty="0">
                <a:ln>
                  <a:noFill/>
                </a:ln>
                <a:solidFill>
                  <a:schemeClr val="tx1">
                    <a:lumMod val="85000"/>
                    <a:lumOff val="15000"/>
                  </a:schemeClr>
                </a:solidFill>
                <a:effectLst/>
                <a:latin typeface="+mn-ea"/>
                <a:cs typeface="+mn-ea"/>
                <a:sym typeface="+mn-ea"/>
              </a:rPr>
              <a:t>我国实</a:t>
            </a:r>
            <a:r>
              <a:rPr lang="zh-CN" altLang="en-US" sz="2400" b="1" dirty="0">
                <a:ln>
                  <a:noFill/>
                </a:ln>
                <a:solidFill>
                  <a:schemeClr val="tx1">
                    <a:lumMod val="85000"/>
                    <a:lumOff val="15000"/>
                  </a:schemeClr>
                </a:solidFill>
                <a:effectLst/>
                <a:latin typeface="+mn-ea"/>
                <a:cs typeface="+mn-ea"/>
                <a:sym typeface="+mn-ea"/>
              </a:rPr>
              <a:t>行预防制和追惩制相结合</a:t>
            </a:r>
            <a:r>
              <a:rPr lang="zh-CN" altLang="en-US" sz="2400" dirty="0">
                <a:ln>
                  <a:noFill/>
                </a:ln>
                <a:solidFill>
                  <a:schemeClr val="tx1">
                    <a:lumMod val="85000"/>
                    <a:lumOff val="15000"/>
                  </a:schemeClr>
                </a:solidFill>
                <a:effectLst/>
                <a:latin typeface="+mn-ea"/>
                <a:cs typeface="+mn-ea"/>
                <a:sym typeface="+mn-ea"/>
              </a:rPr>
              <a:t>的制度。</a:t>
            </a:r>
            <a:r>
              <a:rPr lang="en-US" altLang="zh-CN" sz="2400" dirty="0">
                <a:ln>
                  <a:noFill/>
                </a:ln>
                <a:solidFill>
                  <a:schemeClr val="tx1">
                    <a:lumMod val="85000"/>
                    <a:lumOff val="15000"/>
                  </a:schemeClr>
                </a:solidFill>
                <a:effectLst/>
                <a:latin typeface="+mn-ea"/>
                <a:cs typeface="+mn-ea"/>
                <a:sym typeface="+mn-ea"/>
              </a:rPr>
              <a:t> </a:t>
            </a:r>
            <a:endParaRPr lang="en-US" altLang="zh-CN" sz="2400" dirty="0">
              <a:ln>
                <a:noFill/>
              </a:ln>
              <a:solidFill>
                <a:schemeClr val="tx1">
                  <a:lumMod val="85000"/>
                  <a:lumOff val="15000"/>
                </a:schemeClr>
              </a:solidFill>
              <a:effectLst/>
              <a:latin typeface="+mn-ea"/>
              <a:cs typeface="+mn-ea"/>
              <a:sym typeface="+mn-ea"/>
            </a:endParaRPr>
          </a:p>
          <a:p>
            <a:pPr lvl="0" algn="just">
              <a:lnSpc>
                <a:spcPct val="150000"/>
              </a:lnSpc>
              <a:spcBef>
                <a:spcPts val="0"/>
              </a:spcBef>
              <a:spcAft>
                <a:spcPts val="0"/>
              </a:spcAft>
              <a:buClrTx/>
              <a:buSzTx/>
              <a:buFontTx/>
            </a:pPr>
            <a:endParaRPr lang="en-US" altLang="zh-CN" sz="2400" dirty="0">
              <a:ln>
                <a:noFill/>
              </a:ln>
              <a:solidFill>
                <a:schemeClr val="tx1">
                  <a:lumMod val="85000"/>
                  <a:lumOff val="15000"/>
                </a:schemeClr>
              </a:solidFill>
              <a:effectLst/>
              <a:latin typeface="+mn-ea"/>
              <a:cs typeface="+mn-ea"/>
              <a:sym typeface="+mn-ea"/>
            </a:endParaRPr>
          </a:p>
        </p:txBody>
      </p:sp>
      <p:sp>
        <p:nvSpPr>
          <p:cNvPr id="4" name="矩形: 圆角 3"/>
          <p:cNvSpPr/>
          <p:nvPr>
            <p:custDataLst>
              <p:tags r:id="rId3"/>
            </p:custDataLst>
          </p:nvPr>
        </p:nvSpPr>
        <p:spPr>
          <a:xfrm>
            <a:off x="184785" y="1901190"/>
            <a:ext cx="5594350" cy="4199890"/>
          </a:xfrm>
          <a:prstGeom prst="roundRect">
            <a:avLst>
              <a:gd name="adj" fmla="val 6098"/>
            </a:avLst>
          </a:prstGeom>
          <a:noFill/>
          <a:ln>
            <a:solidFill>
              <a:schemeClr val="accent1">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575945" tIns="504190" rIns="575945" bIns="252095" numCol="1" spcCol="0" rtlCol="0" fromWordArt="0" anchor="ctr" anchorCtr="0" forceAA="0" compatLnSpc="1">
            <a:noAutofit/>
          </a:bodyPr>
          <a:lstStyle/>
          <a:p>
            <a:pPr marL="0" algn="just" rtl="0" eaLnBrk="1" latinLnBrk="0" hangingPunct="1">
              <a:lnSpc>
                <a:spcPct val="150000"/>
              </a:lnSpc>
              <a:spcBef>
                <a:spcPts val="0"/>
              </a:spcBef>
              <a:spcAft>
                <a:spcPts val="0"/>
              </a:spcAft>
            </a:pPr>
            <a:r>
              <a:rPr lang="zh-CN" altLang="en-US" sz="2400" kern="1200" dirty="0">
                <a:ln>
                  <a:noFill/>
                </a:ln>
                <a:solidFill>
                  <a:schemeClr val="tx1">
                    <a:lumMod val="85000"/>
                    <a:lumOff val="15000"/>
                  </a:schemeClr>
                </a:solidFill>
                <a:effectLst/>
                <a:latin typeface="+mn-ea"/>
                <a:cs typeface="+mn-ea"/>
                <a:sym typeface="+mn-ea"/>
              </a:rPr>
              <a:t>公民可以</a:t>
            </a:r>
            <a:r>
              <a:rPr lang="zh-CN" altLang="en-US" sz="2400" b="1" kern="1200" dirty="0">
                <a:ln>
                  <a:noFill/>
                </a:ln>
                <a:solidFill>
                  <a:schemeClr val="tx1">
                    <a:lumMod val="85000"/>
                    <a:lumOff val="15000"/>
                  </a:schemeClr>
                </a:solidFill>
                <a:effectLst/>
                <a:latin typeface="+mn-ea"/>
                <a:cs typeface="+mn-ea"/>
                <a:sym typeface="+mn-ea"/>
              </a:rPr>
              <a:t>通过公开发行的出版物，</a:t>
            </a:r>
            <a:r>
              <a:rPr lang="zh-CN" altLang="en-US" sz="2400" kern="1200" dirty="0">
                <a:ln>
                  <a:noFill/>
                </a:ln>
                <a:solidFill>
                  <a:schemeClr val="tx1">
                    <a:lumMod val="85000"/>
                    <a:lumOff val="15000"/>
                  </a:schemeClr>
                </a:solidFill>
                <a:effectLst/>
                <a:latin typeface="+mn-ea"/>
                <a:cs typeface="+mn-ea"/>
                <a:sym typeface="+mn-ea"/>
              </a:rPr>
              <a:t>包括报纸、图书、期刊、电子出版物等形式，自由地表达自己对国家事务、经济和文化事务和社会事务的见解和看法。</a:t>
            </a:r>
            <a:r>
              <a:rPr lang="en-US" altLang="zh-CN" sz="2400" kern="1200" dirty="0">
                <a:ln>
                  <a:noFill/>
                </a:ln>
                <a:solidFill>
                  <a:schemeClr val="tx1">
                    <a:lumMod val="85000"/>
                    <a:lumOff val="15000"/>
                  </a:schemeClr>
                </a:solidFill>
                <a:effectLst/>
                <a:latin typeface="+mn-ea"/>
                <a:cs typeface="+mn-ea"/>
                <a:sym typeface="+mn-ea"/>
              </a:rPr>
              <a:t> </a:t>
            </a:r>
            <a:r>
              <a:rPr lang="zh-CN" altLang="en-US" sz="2400" kern="1200" dirty="0">
                <a:ln>
                  <a:noFill/>
                </a:ln>
                <a:solidFill>
                  <a:schemeClr val="tx1">
                    <a:lumMod val="85000"/>
                    <a:lumOff val="15000"/>
                  </a:schemeClr>
                </a:solidFill>
                <a:effectLst/>
                <a:latin typeface="+mn-ea"/>
                <a:cs typeface="+mn-ea"/>
                <a:sym typeface="+mn-ea"/>
              </a:rPr>
              <a:t>出版自由包括两方面内容</a:t>
            </a:r>
            <a:r>
              <a:rPr lang="zh-CN" altLang="en-US" sz="2400" b="1" kern="1200" dirty="0">
                <a:ln>
                  <a:noFill/>
                </a:ln>
                <a:solidFill>
                  <a:schemeClr val="tx1">
                    <a:lumMod val="85000"/>
                    <a:lumOff val="15000"/>
                  </a:schemeClr>
                </a:solidFill>
                <a:effectLst/>
                <a:latin typeface="+mn-ea"/>
                <a:cs typeface="+mn-ea"/>
                <a:sym typeface="+mn-ea"/>
              </a:rPr>
              <a:t>：著作自由和出版单位的设立与管理。</a:t>
            </a:r>
            <a:endParaRPr lang="zh-CN" altLang="en-US" sz="2400" b="1" kern="1200" dirty="0">
              <a:ln>
                <a:noFill/>
              </a:ln>
              <a:solidFill>
                <a:schemeClr val="tx1">
                  <a:lumMod val="85000"/>
                  <a:lumOff val="15000"/>
                </a:schemeClr>
              </a:solidFill>
              <a:effectLst/>
              <a:latin typeface="+mn-ea"/>
              <a:cs typeface="+mn-ea"/>
              <a:sym typeface="+mn-ea"/>
            </a:endParaRPr>
          </a:p>
        </p:txBody>
      </p:sp>
      <p:sp>
        <p:nvSpPr>
          <p:cNvPr id="2" name="标题"/>
          <p:cNvSpPr/>
          <p:nvPr>
            <p:custDataLst>
              <p:tags r:id="rId4"/>
            </p:custDataLst>
          </p:nvPr>
        </p:nvSpPr>
        <p:spPr>
          <a:xfrm>
            <a:off x="1439777" y="1500968"/>
            <a:ext cx="3083943" cy="801760"/>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sz="2800" b="1" dirty="0">
                <a:solidFill>
                  <a:srgbClr val="FFFFFF"/>
                </a:solidFill>
                <a:uFillTx/>
                <a:latin typeface="+mn-ea"/>
                <a:cs typeface="+mn-ea"/>
                <a:sym typeface="+mn-ea"/>
              </a:rPr>
              <a:t>概念</a:t>
            </a:r>
            <a:endParaRPr lang="zh-CN" altLang="en-US" sz="2800" b="1" dirty="0">
              <a:solidFill>
                <a:srgbClr val="FFFFFF"/>
              </a:solidFill>
              <a:uFillTx/>
              <a:latin typeface="+mn-ea"/>
              <a:cs typeface="+mn-ea"/>
              <a:sym typeface="+mn-ea"/>
            </a:endParaRPr>
          </a:p>
        </p:txBody>
      </p:sp>
      <p:sp>
        <p:nvSpPr>
          <p:cNvPr id="10" name="标题"/>
          <p:cNvSpPr/>
          <p:nvPr>
            <p:custDataLst>
              <p:tags r:id="rId5"/>
            </p:custDataLst>
          </p:nvPr>
        </p:nvSpPr>
        <p:spPr>
          <a:xfrm>
            <a:off x="7244715" y="1155700"/>
            <a:ext cx="3387090" cy="1146810"/>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endParaRPr lang="zh-CN" altLang="en-US" sz="2800" b="1">
              <a:solidFill>
                <a:srgbClr val="FFFFFF"/>
              </a:solidFill>
              <a:uFillTx/>
              <a:latin typeface="+mn-ea"/>
              <a:cs typeface="+mn-ea"/>
              <a:sym typeface="+mn-ea"/>
            </a:endParaRPr>
          </a:p>
          <a:p>
            <a:pPr algn="ctr">
              <a:spcBef>
                <a:spcPct val="0"/>
              </a:spcBef>
              <a:spcAft>
                <a:spcPct val="0"/>
              </a:spcAft>
            </a:pPr>
            <a:r>
              <a:rPr lang="zh-CN" altLang="en-US" sz="2800" b="1">
                <a:solidFill>
                  <a:srgbClr val="FFFFFF"/>
                </a:solidFill>
                <a:uFillTx/>
                <a:latin typeface="+mn-ea"/>
                <a:cs typeface="+mn-ea"/>
                <a:sym typeface="+mn-ea"/>
              </a:rPr>
              <a:t>出版自由的界限与出版物管理</a:t>
            </a:r>
            <a:endParaRPr lang="zh-CN" altLang="en-US" sz="2800" b="1">
              <a:solidFill>
                <a:srgbClr val="FFFFFF"/>
              </a:solidFill>
              <a:uFillTx/>
              <a:latin typeface="+mn-ea"/>
              <a:cs typeface="+mn-ea"/>
              <a:sym typeface="+mn-ea"/>
            </a:endParaRPr>
          </a:p>
          <a:p>
            <a:pPr algn="ctr">
              <a:spcBef>
                <a:spcPct val="0"/>
              </a:spcBef>
              <a:spcAft>
                <a:spcPct val="0"/>
              </a:spcAft>
            </a:pPr>
            <a:endParaRPr lang="zh-CN" altLang="en-US" sz="2800" b="1">
              <a:solidFill>
                <a:srgbClr val="FFFFFF"/>
              </a:solidFill>
              <a:uFillTx/>
              <a:latin typeface="+mn-ea"/>
              <a:cs typeface="+mn-ea"/>
              <a:sym typeface="+mn-ea"/>
            </a:endParaRPr>
          </a:p>
        </p:txBody>
      </p:sp>
    </p:spTree>
    <p:custDataLst>
      <p:tags r:id="rId6"/>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798060" y="313690"/>
            <a:ext cx="9056370" cy="763270"/>
          </a:xfrm>
        </p:spPr>
        <p:txBody>
          <a:bodyPr/>
          <a:lstStyle/>
          <a:p>
            <a:pPr algn="l"/>
            <a:r>
              <a:rPr lang="zh-CN" altLang="en-US"/>
              <a:t>陕西“渭南书案”</a:t>
            </a:r>
            <a:endParaRPr lang="zh-CN" altLang="en-US"/>
          </a:p>
        </p:txBody>
      </p:sp>
      <p:sp>
        <p:nvSpPr>
          <p:cNvPr id="3" name="文本框 2"/>
          <p:cNvSpPr txBox="1"/>
          <p:nvPr>
            <p:custDataLst>
              <p:tags r:id="rId2"/>
            </p:custDataLst>
          </p:nvPr>
        </p:nvSpPr>
        <p:spPr>
          <a:xfrm>
            <a:off x="1811020" y="1466850"/>
            <a:ext cx="10066655" cy="4631690"/>
          </a:xfrm>
          <a:prstGeom prst="rect">
            <a:avLst/>
          </a:prstGeom>
          <a:noFill/>
        </p:spPr>
        <p:txBody>
          <a:bodyPr wrap="square" lIns="0" tIns="0" rIns="0" bIns="0" rtlCol="0">
            <a:noAutofit/>
          </a:bodyPr>
          <a:lstStyle/>
          <a:p>
            <a:pPr marL="0" lvl="0" indent="0" algn="l">
              <a:lnSpc>
                <a:spcPct val="150000"/>
              </a:lnSpc>
              <a:buNone/>
            </a:pP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《方圆法治》杂志社记者谢朝平创作出《大迁徙》一书，反映陕西省渭南市三门峡水库移民的历史遗留问题，并于2010年5月自费</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在火花杂志社以增刊形式出版。</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2010年6月，陕西省渭南市文化市场稽查大队以</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“疑似非法出版物”</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为由查抄了该书。渭南市公安临渭分局认为谢朝平违反国家关于出版管理法规，擅自发行非法出版、印刷的《大迁徙》两万册，涉嫌非法经营罪，对谢朝平刑事拘留。</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0" lvl="0" indent="0" algn="l">
              <a:lnSpc>
                <a:spcPct val="150000"/>
              </a:lnSpc>
              <a:buNone/>
            </a:pP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扩展知识</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：实际操作中大部分增刊类的</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非法出版物</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并不会被定罪，多按违规处理。</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7" name="图形 95"/>
          <p:cNvSpPr/>
          <p:nvPr>
            <p:custDataLst>
              <p:tags r:id="rId3"/>
            </p:custDataLst>
          </p:nvPr>
        </p:nvSpPr>
        <p:spPr>
          <a:xfrm>
            <a:off x="1087120" y="759778"/>
            <a:ext cx="2559685" cy="5338445"/>
          </a:xfrm>
          <a:custGeom>
            <a:avLst/>
            <a:gdLst>
              <a:gd name="connsiteX0" fmla="*/ 1182053 w 1182052"/>
              <a:gd name="connsiteY0" fmla="*/ 278797 h 2029491"/>
              <a:gd name="connsiteX1" fmla="*/ 1182053 w 1182052"/>
              <a:gd name="connsiteY1" fmla="*/ 0 h 2029491"/>
              <a:gd name="connsiteX2" fmla="*/ 0 w 1182052"/>
              <a:gd name="connsiteY2" fmla="*/ 0 h 2029491"/>
              <a:gd name="connsiteX3" fmla="*/ 0 w 1182052"/>
              <a:gd name="connsiteY3" fmla="*/ 2029492 h 2029491"/>
              <a:gd name="connsiteX4" fmla="*/ 1182053 w 1182052"/>
              <a:gd name="connsiteY4" fmla="*/ 2029492 h 2029491"/>
              <a:gd name="connsiteX5" fmla="*/ 1182053 w 1182052"/>
              <a:gd name="connsiteY5" fmla="*/ 1778603 h 2029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2052" h="2029491">
                <a:moveTo>
                  <a:pt x="1182053" y="278797"/>
                </a:moveTo>
                <a:lnTo>
                  <a:pt x="1182053" y="0"/>
                </a:lnTo>
                <a:lnTo>
                  <a:pt x="0" y="0"/>
                </a:lnTo>
                <a:lnTo>
                  <a:pt x="0" y="2029492"/>
                </a:lnTo>
                <a:lnTo>
                  <a:pt x="1182053" y="2029492"/>
                </a:lnTo>
                <a:lnTo>
                  <a:pt x="1182053" y="1778603"/>
                </a:lnTo>
              </a:path>
            </a:pathLst>
          </a:custGeom>
          <a:noFill/>
          <a:ln w="53975" cap="flat">
            <a:solidFill>
              <a:schemeClr val="accent1">
                <a:alpha val="69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Tree>
    <p:custDataLst>
      <p:tags r:id="rId4"/>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6"/>
          <p:cNvSpPr/>
          <p:nvPr>
            <p:custDataLst>
              <p:tags r:id="rId1"/>
            </p:custDataLst>
          </p:nvPr>
        </p:nvSpPr>
        <p:spPr>
          <a:xfrm>
            <a:off x="0" y="0"/>
            <a:ext cx="12192000" cy="5060315"/>
          </a:xfrm>
          <a:custGeom>
            <a:avLst/>
            <a:gdLst/>
            <a:ahLst/>
            <a:cxnLst>
              <a:cxn ang="3">
                <a:pos x="hc" y="t"/>
              </a:cxn>
              <a:cxn ang="cd2">
                <a:pos x="l" y="vc"/>
              </a:cxn>
              <a:cxn ang="cd4">
                <a:pos x="hc" y="b"/>
              </a:cxn>
              <a:cxn ang="0">
                <a:pos x="r" y="vc"/>
              </a:cxn>
            </a:cxnLst>
            <a:rect l="l" t="t" r="r" b="b"/>
            <a:pathLst>
              <a:path w="19220" h="7969">
                <a:moveTo>
                  <a:pt x="1" y="0"/>
                </a:moveTo>
                <a:lnTo>
                  <a:pt x="19220" y="0"/>
                </a:lnTo>
                <a:lnTo>
                  <a:pt x="19220" y="7245"/>
                </a:lnTo>
                <a:lnTo>
                  <a:pt x="12845" y="7229"/>
                </a:lnTo>
                <a:lnTo>
                  <a:pt x="11288" y="7969"/>
                </a:lnTo>
                <a:lnTo>
                  <a:pt x="11284" y="7243"/>
                </a:lnTo>
                <a:lnTo>
                  <a:pt x="0" y="7210"/>
                </a:lnTo>
                <a:lnTo>
                  <a:pt x="1" y="0"/>
                </a:lnTo>
                <a:close/>
              </a:path>
            </a:pathLst>
          </a:custGeom>
          <a:gradFill>
            <a:gsLst>
              <a:gs pos="0">
                <a:schemeClr val="accent1"/>
              </a:gs>
              <a:gs pos="38000">
                <a:schemeClr val="accent1">
                  <a:lumMod val="90000"/>
                </a:schemeClr>
              </a:gs>
            </a:gsLst>
            <a:lin ang="0"/>
          </a:gradFill>
          <a:ln w="38100" cap="rnd">
            <a:noFill/>
            <a:round/>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effectLst/>
              <a:latin typeface="+mn-ea"/>
              <a:sym typeface="+mn-ea"/>
            </a:endParaRPr>
          </a:p>
        </p:txBody>
      </p:sp>
      <p:sp>
        <p:nvSpPr>
          <p:cNvPr id="4" name="标题 3"/>
          <p:cNvSpPr>
            <a:spLocks noGrp="1"/>
          </p:cNvSpPr>
          <p:nvPr>
            <p:ph type="title"/>
            <p:custDataLst>
              <p:tags r:id="rId2"/>
            </p:custDataLst>
          </p:nvPr>
        </p:nvSpPr>
        <p:spPr>
          <a:xfrm>
            <a:off x="6163945" y="5191760"/>
            <a:ext cx="2342515" cy="1229995"/>
          </a:xfrm>
          <a:effectLst/>
        </p:spPr>
        <p:txBody>
          <a:bodyPr vert="horz" wrap="square" lIns="0" tIns="0" rIns="0" bIns="0" rtlCol="0" anchor="t" anchorCtr="0">
            <a:normAutofit/>
          </a:bodyPr>
          <a:lstStyle/>
          <a:p>
            <a:pPr lvl="0" algn="l">
              <a:lnSpc>
                <a:spcPct val="130000"/>
              </a:lnSpc>
              <a:buClrTx/>
              <a:buSzTx/>
              <a:buFontTx/>
            </a:pPr>
            <a:r>
              <a:rPr lang="zh-CN" altLang="en-US" sz="4445">
                <a:solidFill>
                  <a:schemeClr val="tx1">
                    <a:lumMod val="85000"/>
                    <a:lumOff val="15000"/>
                    <a:alpha val="80000"/>
                  </a:schemeClr>
                </a:solidFill>
                <a:effectLst/>
                <a:latin typeface="微软雅黑" panose="020B0503020204020204" charset="-122"/>
                <a:ea typeface="微软雅黑" panose="020B0503020204020204" charset="-122"/>
                <a:sym typeface="+mn-ea"/>
              </a:rPr>
              <a:t>争议焦点</a:t>
            </a:r>
            <a:endParaRPr lang="zh-CN" altLang="en-US" sz="4445">
              <a:solidFill>
                <a:schemeClr val="tx1">
                  <a:lumMod val="85000"/>
                  <a:lumOff val="15000"/>
                  <a:alpha val="80000"/>
                </a:schemeClr>
              </a:solidFill>
              <a:effectLst/>
              <a:latin typeface="微软雅黑" panose="020B0503020204020204" charset="-122"/>
              <a:ea typeface="微软雅黑" panose="020B0503020204020204" charset="-122"/>
              <a:sym typeface="+mn-ea"/>
            </a:endParaRPr>
          </a:p>
        </p:txBody>
      </p:sp>
      <p:sp>
        <p:nvSpPr>
          <p:cNvPr id="11" name="文本框 10"/>
          <p:cNvSpPr txBox="1"/>
          <p:nvPr>
            <p:custDataLst>
              <p:tags r:id="rId3"/>
            </p:custDataLst>
          </p:nvPr>
        </p:nvSpPr>
        <p:spPr>
          <a:xfrm>
            <a:off x="1688465" y="1327785"/>
            <a:ext cx="9575800" cy="3097530"/>
          </a:xfrm>
          <a:prstGeom prst="rect">
            <a:avLst/>
          </a:prstGeom>
          <a:noFill/>
        </p:spPr>
        <p:txBody>
          <a:bodyPr wrap="square" tIns="36195" bIns="323850" rtlCol="0" anchor="t" anchorCtr="0">
            <a:noAutofit/>
          </a:bodyPr>
          <a:lstStyle/>
          <a:p>
            <a:pPr indent="0" algn="just" fontAlgn="auto">
              <a:lnSpc>
                <a:spcPct val="120000"/>
              </a:lnSpc>
              <a:spcBef>
                <a:spcPct val="0"/>
              </a:spcBef>
              <a:spcAft>
                <a:spcPct val="0"/>
              </a:spcAft>
              <a:buNone/>
            </a:pPr>
            <a:r>
              <a:rPr lang="zh-CN" altLang="en-US" sz="3200" spc="100">
                <a:ln>
                  <a:noFill/>
                  <a:prstDash val="sysDot"/>
                </a:ln>
                <a:solidFill>
                  <a:schemeClr val="lt1"/>
                </a:solidFill>
                <a:effectLst/>
                <a:uFillTx/>
                <a:latin typeface="+mn-ea"/>
                <a:cs typeface="+mn-ea"/>
                <a:sym typeface="+mn-ea"/>
              </a:rPr>
              <a:t>《火花》杂志社在《大迁徙》增刊的出版程序上确实存在报批环节的疏漏。然而，</a:t>
            </a:r>
            <a:r>
              <a:rPr lang="zh-CN" altLang="en-US" sz="3200" b="1" spc="100">
                <a:ln>
                  <a:noFill/>
                  <a:prstDash val="sysDot"/>
                </a:ln>
                <a:solidFill>
                  <a:schemeClr val="lt1"/>
                </a:solidFill>
                <a:effectLst/>
                <a:uFillTx/>
                <a:latin typeface="+mn-ea"/>
                <a:cs typeface="+mn-ea"/>
                <a:sym typeface="+mn-ea"/>
              </a:rPr>
              <a:t>这种程序性的违规，是否必然导致出版物内容的非法，</a:t>
            </a:r>
            <a:r>
              <a:rPr lang="zh-CN" altLang="en-US" sz="3200" spc="100">
                <a:ln>
                  <a:noFill/>
                  <a:prstDash val="sysDot"/>
                </a:ln>
                <a:solidFill>
                  <a:schemeClr val="lt1"/>
                </a:solidFill>
                <a:effectLst/>
                <a:uFillTx/>
                <a:latin typeface="+mn-ea"/>
                <a:cs typeface="+mn-ea"/>
                <a:sym typeface="+mn-ea"/>
              </a:rPr>
              <a:t>以及是否足以动用刑事手段（如以</a:t>
            </a:r>
            <a:r>
              <a:rPr lang="en-US" altLang="zh-CN" sz="3200" spc="100">
                <a:ln>
                  <a:noFill/>
                  <a:prstDash val="sysDot"/>
                </a:ln>
                <a:solidFill>
                  <a:schemeClr val="lt1"/>
                </a:solidFill>
                <a:effectLst/>
                <a:uFillTx/>
                <a:latin typeface="+mn-ea"/>
                <a:cs typeface="+mn-ea"/>
                <a:sym typeface="+mn-ea"/>
              </a:rPr>
              <a:t>“</a:t>
            </a:r>
            <a:r>
              <a:rPr lang="zh-CN" altLang="en-US" sz="3200" spc="100">
                <a:ln>
                  <a:noFill/>
                  <a:prstDash val="sysDot"/>
                </a:ln>
                <a:solidFill>
                  <a:schemeClr val="lt1"/>
                </a:solidFill>
                <a:effectLst/>
                <a:uFillTx/>
                <a:latin typeface="+mn-ea"/>
                <a:cs typeface="+mn-ea"/>
                <a:sym typeface="+mn-ea"/>
              </a:rPr>
              <a:t>非法经营罪</a:t>
            </a:r>
            <a:r>
              <a:rPr lang="en-US" altLang="zh-CN" sz="3200" spc="100">
                <a:ln>
                  <a:noFill/>
                  <a:prstDash val="sysDot"/>
                </a:ln>
                <a:solidFill>
                  <a:schemeClr val="lt1"/>
                </a:solidFill>
                <a:effectLst/>
                <a:uFillTx/>
                <a:latin typeface="+mn-ea"/>
                <a:cs typeface="+mn-ea"/>
                <a:sym typeface="+mn-ea"/>
              </a:rPr>
              <a:t>”</a:t>
            </a:r>
            <a:r>
              <a:rPr lang="zh-CN" altLang="en-US" sz="3200" spc="100">
                <a:ln>
                  <a:noFill/>
                  <a:prstDash val="sysDot"/>
                </a:ln>
                <a:solidFill>
                  <a:schemeClr val="lt1"/>
                </a:solidFill>
                <a:effectLst/>
                <a:uFillTx/>
                <a:latin typeface="+mn-ea"/>
                <a:cs typeface="+mn-ea"/>
                <a:sym typeface="+mn-ea"/>
              </a:rPr>
              <a:t>对作者谢朝平采取强制措施）进行干预？</a:t>
            </a:r>
            <a:endParaRPr lang="en-US" altLang="zh-CN" sz="3200" spc="100">
              <a:ln>
                <a:noFill/>
                <a:prstDash val="sysDot"/>
              </a:ln>
              <a:solidFill>
                <a:schemeClr val="lt1"/>
              </a:solidFill>
              <a:effectLst/>
              <a:uFillTx/>
              <a:latin typeface="+mn-ea"/>
              <a:cs typeface="+mn-ea"/>
              <a:sym typeface="+mn-ea"/>
            </a:endParaRPr>
          </a:p>
        </p:txBody>
      </p:sp>
      <p:cxnSp>
        <p:nvCxnSpPr>
          <p:cNvPr id="3" name="直接连接符 2"/>
          <p:cNvCxnSpPr/>
          <p:nvPr>
            <p:custDataLst>
              <p:tags r:id="rId4"/>
            </p:custDataLst>
          </p:nvPr>
        </p:nvCxnSpPr>
        <p:spPr>
          <a:xfrm>
            <a:off x="1487805" y="947420"/>
            <a:ext cx="0" cy="972185"/>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cxnSp>
        <p:nvCxnSpPr>
          <p:cNvPr id="5" name="直接连接符 4"/>
          <p:cNvCxnSpPr/>
          <p:nvPr>
            <p:custDataLst>
              <p:tags r:id="rId5"/>
            </p:custDataLst>
          </p:nvPr>
        </p:nvCxnSpPr>
        <p:spPr>
          <a:xfrm>
            <a:off x="1322070" y="1137920"/>
            <a:ext cx="1283970" cy="0"/>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spTree>
    <p:custDataLst>
      <p:tags r:id="rId6"/>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结论：</a:t>
            </a:r>
            <a:endParaRPr lang="zh-CN" altLang="en-US"/>
          </a:p>
        </p:txBody>
      </p:sp>
      <p:sp>
        <p:nvSpPr>
          <p:cNvPr id="2" name="圆角矩形 5"/>
          <p:cNvSpPr/>
          <p:nvPr>
            <p:custDataLst>
              <p:tags r:id="rId2"/>
            </p:custDataLst>
          </p:nvPr>
        </p:nvSpPr>
        <p:spPr>
          <a:xfrm>
            <a:off x="695325" y="1495601"/>
            <a:ext cx="10801350" cy="2171828"/>
          </a:xfrm>
          <a:prstGeom prst="roundRect">
            <a:avLst>
              <a:gd name="adj" fmla="val 10446"/>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en-US" altLang="zh-CN"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sym typeface="+mn-ea"/>
              </a:rPr>
              <a:t>      </a:t>
            </a: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sym typeface="+mn-ea"/>
              </a:rPr>
              <a:t>在媒体和舆论、最高检的关注下，此案出现了转折。临渭区检察院审查后认为，</a:t>
            </a:r>
            <a:r>
              <a:rPr lang="zh-CN" altLang="en-US" sz="2400" b="1" kern="0" dirty="0">
                <a:ln>
                  <a:noFill/>
                  <a:prstDash val="sysDot"/>
                </a:ln>
                <a:solidFill>
                  <a:schemeClr val="tx1">
                    <a:lumMod val="85000"/>
                    <a:lumOff val="15000"/>
                  </a:schemeClr>
                </a:solidFill>
                <a:uFillTx/>
                <a:latin typeface="微软雅黑" panose="020B0503020204020204" charset="-122"/>
                <a:ea typeface="微软雅黑" panose="020B0503020204020204" charset="-122"/>
                <a:sym typeface="+mn-ea"/>
              </a:rPr>
              <a:t>谢朝平涉嫌非法经营证据不足，</a:t>
            </a:r>
            <a:r>
              <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sym typeface="+mn-ea"/>
              </a:rPr>
              <a:t>对其作出不予批捕的决定。谢朝平随后被取保候审。</a:t>
            </a:r>
            <a:endPar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sym typeface="+mn-ea"/>
            </a:endParaRPr>
          </a:p>
        </p:txBody>
      </p:sp>
      <p:sp>
        <p:nvSpPr>
          <p:cNvPr id="4" name="圆角矩形 6"/>
          <p:cNvSpPr/>
          <p:nvPr>
            <p:custDataLst>
              <p:tags r:id="rId3"/>
            </p:custDataLst>
          </p:nvPr>
        </p:nvSpPr>
        <p:spPr>
          <a:xfrm>
            <a:off x="695325" y="4194510"/>
            <a:ext cx="10801350" cy="2171828"/>
          </a:xfrm>
          <a:prstGeom prst="roundRect">
            <a:avLst>
              <a:gd name="adj" fmla="val 10446"/>
            </a:avLst>
          </a:prstGeom>
          <a:solidFill>
            <a:schemeClr val="accent2">
              <a:lumMod val="60000"/>
              <a:lumOff val="40000"/>
              <a:alpha val="12000"/>
            </a:schemeClr>
          </a:solidFill>
          <a:ln w="9525">
            <a:gradFill>
              <a:gsLst>
                <a:gs pos="100000">
                  <a:schemeClr val="accent2">
                    <a:alpha val="15000"/>
                  </a:schemeClr>
                </a:gs>
                <a:gs pos="0">
                  <a:schemeClr val="accent2">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en-US" altLang="zh-CN" sz="2400" kern="0" dirty="0">
                <a:ln>
                  <a:noFill/>
                  <a:prstDash val="sysDot"/>
                </a:ln>
                <a:solidFill>
                  <a:schemeClr val="tx1">
                    <a:lumMod val="85000"/>
                    <a:lumOff val="15000"/>
                  </a:schemeClr>
                </a:solidFill>
                <a:uFillTx/>
                <a:latin typeface="+mj-ea"/>
                <a:ea typeface="+mj-ea"/>
                <a:cs typeface="+mj-ea"/>
                <a:sym typeface="+mn-ea"/>
              </a:rPr>
              <a:t>       "</a:t>
            </a:r>
            <a:r>
              <a:rPr lang="zh-CN" altLang="en-US" sz="2400" kern="0" dirty="0">
                <a:ln>
                  <a:noFill/>
                  <a:prstDash val="sysDot"/>
                </a:ln>
                <a:solidFill>
                  <a:schemeClr val="tx1">
                    <a:lumMod val="85000"/>
                    <a:lumOff val="15000"/>
                  </a:schemeClr>
                </a:solidFill>
                <a:uFillTx/>
                <a:latin typeface="+mj-ea"/>
                <a:ea typeface="+mj-ea"/>
                <a:cs typeface="+mj-ea"/>
                <a:sym typeface="+mn-ea"/>
              </a:rPr>
              <a:t>渭南书案</a:t>
            </a:r>
            <a:r>
              <a:rPr lang="en-US" altLang="zh-CN" sz="2400" kern="0" dirty="0">
                <a:ln>
                  <a:noFill/>
                  <a:prstDash val="sysDot"/>
                </a:ln>
                <a:solidFill>
                  <a:schemeClr val="tx1">
                    <a:lumMod val="85000"/>
                    <a:lumOff val="15000"/>
                  </a:schemeClr>
                </a:solidFill>
                <a:uFillTx/>
                <a:latin typeface="+mj-ea"/>
                <a:ea typeface="+mj-ea"/>
                <a:cs typeface="+mj-ea"/>
                <a:sym typeface="+mn-ea"/>
              </a:rPr>
              <a:t>"</a:t>
            </a:r>
            <a:r>
              <a:rPr lang="zh-CN" altLang="en-US" sz="2400" kern="0" dirty="0">
                <a:ln>
                  <a:noFill/>
                  <a:prstDash val="sysDot"/>
                </a:ln>
                <a:solidFill>
                  <a:schemeClr val="tx1">
                    <a:lumMod val="85000"/>
                    <a:lumOff val="15000"/>
                  </a:schemeClr>
                </a:solidFill>
                <a:uFillTx/>
                <a:latin typeface="+mj-ea"/>
                <a:ea typeface="+mj-ea"/>
                <a:cs typeface="+mj-ea"/>
                <a:sym typeface="+mn-ea"/>
              </a:rPr>
              <a:t>揭示了出版自由在实际运作中的复杂性。它表明：</a:t>
            </a:r>
            <a:endParaRPr lang="zh-CN" altLang="en-US" sz="2400" kern="0" dirty="0">
              <a:ln>
                <a:noFill/>
                <a:prstDash val="sysDot"/>
              </a:ln>
              <a:solidFill>
                <a:schemeClr val="tx1">
                  <a:lumMod val="85000"/>
                  <a:lumOff val="15000"/>
                </a:schemeClr>
              </a:solidFill>
              <a:uFillTx/>
              <a:latin typeface="+mj-ea"/>
              <a:ea typeface="+mj-ea"/>
              <a:cs typeface="+mj-ea"/>
              <a:sym typeface="+mn-ea"/>
            </a:endParaRPr>
          </a:p>
          <a:p>
            <a:pPr lvl="0" algn="l">
              <a:lnSpc>
                <a:spcPct val="150000"/>
              </a:lnSpc>
              <a:buClrTx/>
              <a:buSzTx/>
              <a:buFontTx/>
            </a:pPr>
            <a:r>
              <a:rPr lang="en-US" altLang="zh-CN" sz="2400" kern="0" dirty="0">
                <a:ln>
                  <a:noFill/>
                  <a:prstDash val="sysDot"/>
                </a:ln>
                <a:solidFill>
                  <a:schemeClr val="tx1">
                    <a:lumMod val="85000"/>
                    <a:lumOff val="15000"/>
                  </a:schemeClr>
                </a:solidFill>
                <a:uFillTx/>
                <a:latin typeface="+mj-ea"/>
                <a:ea typeface="+mj-ea"/>
                <a:cs typeface="+mj-ea"/>
                <a:sym typeface="+mn-ea"/>
              </a:rPr>
              <a:t>        1.</a:t>
            </a:r>
            <a:r>
              <a:rPr lang="zh-CN" altLang="en-US" sz="2400" kern="0" dirty="0">
                <a:ln>
                  <a:noFill/>
                  <a:prstDash val="sysDot"/>
                </a:ln>
                <a:solidFill>
                  <a:schemeClr val="tx1">
                    <a:lumMod val="85000"/>
                    <a:lumOff val="15000"/>
                  </a:schemeClr>
                </a:solidFill>
                <a:uFillTx/>
                <a:latin typeface="+mj-ea"/>
                <a:ea typeface="+mj-ea"/>
                <a:cs typeface="+mj-ea"/>
                <a:sym typeface="+mn-ea"/>
              </a:rPr>
              <a:t>出版自由受宪法保障，但须遵守法律内容和程序规定。</a:t>
            </a:r>
            <a:endParaRPr lang="zh-CN" altLang="en-US" sz="2400" kern="0" dirty="0">
              <a:ln>
                <a:noFill/>
                <a:prstDash val="sysDot"/>
              </a:ln>
              <a:solidFill>
                <a:schemeClr val="tx1">
                  <a:lumMod val="85000"/>
                  <a:lumOff val="15000"/>
                </a:schemeClr>
              </a:solidFill>
              <a:uFillTx/>
              <a:latin typeface="微软雅黑" panose="020B0503020204020204" charset="-122"/>
              <a:ea typeface="微软雅黑" panose="020B0503020204020204" charset="-122"/>
              <a:sym typeface="+mn-ea"/>
            </a:endParaRPr>
          </a:p>
          <a:p>
            <a:pPr lvl="0" algn="l">
              <a:lnSpc>
                <a:spcPct val="150000"/>
              </a:lnSpc>
              <a:buClrTx/>
              <a:buSzTx/>
              <a:buFontTx/>
            </a:pPr>
            <a:r>
              <a:rPr lang="en-US" altLang="zh-CN" sz="2400" kern="0" dirty="0">
                <a:ln>
                  <a:noFill/>
                  <a:prstDash val="sysDot"/>
                </a:ln>
                <a:solidFill>
                  <a:schemeClr val="tx1">
                    <a:lumMod val="85000"/>
                    <a:lumOff val="15000"/>
                  </a:schemeClr>
                </a:solidFill>
                <a:uFillTx/>
                <a:latin typeface="+mj-ea"/>
                <a:ea typeface="+mj-ea"/>
                <a:cs typeface="+mj-ea"/>
                <a:sym typeface="+mn-ea"/>
              </a:rPr>
              <a:t>        2.</a:t>
            </a:r>
            <a:r>
              <a:rPr lang="zh-CN" altLang="en-US" sz="2400" b="1" kern="0" dirty="0">
                <a:ln>
                  <a:noFill/>
                  <a:prstDash val="sysDot"/>
                </a:ln>
                <a:solidFill>
                  <a:schemeClr val="tx1">
                    <a:lumMod val="85000"/>
                    <a:lumOff val="15000"/>
                  </a:schemeClr>
                </a:solidFill>
                <a:uFillTx/>
                <a:latin typeface="+mj-ea"/>
                <a:ea typeface="+mj-ea"/>
                <a:cs typeface="+mj-ea"/>
                <a:sym typeface="+mn-ea"/>
              </a:rPr>
              <a:t>公权力对出版自由的限制必须依法审慎进行，</a:t>
            </a:r>
            <a:r>
              <a:rPr lang="zh-CN" altLang="en-US" sz="2400" kern="0" dirty="0">
                <a:ln>
                  <a:noFill/>
                  <a:prstDash val="sysDot"/>
                </a:ln>
                <a:solidFill>
                  <a:schemeClr val="tx1">
                    <a:lumMod val="85000"/>
                    <a:lumOff val="15000"/>
                  </a:schemeClr>
                </a:solidFill>
                <a:uFillTx/>
                <a:latin typeface="+mj-ea"/>
                <a:ea typeface="+mj-ea"/>
                <a:cs typeface="+mj-ea"/>
                <a:sym typeface="+mn-ea"/>
              </a:rPr>
              <a:t>程序的合法性至关重要</a:t>
            </a:r>
            <a:r>
              <a:rPr lang="zh-CN" altLang="en-US" kern="0" dirty="0">
                <a:ln>
                  <a:noFill/>
                  <a:prstDash val="sysDot"/>
                </a:ln>
                <a:solidFill>
                  <a:schemeClr val="tx1">
                    <a:lumMod val="85000"/>
                    <a:lumOff val="15000"/>
                  </a:schemeClr>
                </a:solidFill>
                <a:uFillTx/>
                <a:latin typeface="+mn-ea"/>
                <a:sym typeface="+mn-ea"/>
              </a:rPr>
              <a:t>。</a:t>
            </a:r>
            <a:endParaRPr lang="zh-CN" altLang="en-US" kern="0" dirty="0">
              <a:ln>
                <a:noFill/>
                <a:prstDash val="sysDot"/>
              </a:ln>
              <a:solidFill>
                <a:schemeClr val="tx1">
                  <a:lumMod val="85000"/>
                  <a:lumOff val="15000"/>
                </a:schemeClr>
              </a:solidFill>
              <a:uFillTx/>
              <a:latin typeface="+mn-ea"/>
              <a:sym typeface="+mn-ea"/>
            </a:endParaRPr>
          </a:p>
        </p:txBody>
      </p:sp>
      <p:sp>
        <p:nvSpPr>
          <p:cNvPr id="5" name="圆角矩形 10"/>
          <p:cNvSpPr/>
          <p:nvPr>
            <p:custDataLst>
              <p:tags r:id="rId4"/>
            </p:custDataLst>
          </p:nvPr>
        </p:nvSpPr>
        <p:spPr>
          <a:xfrm>
            <a:off x="922033" y="1432732"/>
            <a:ext cx="729023" cy="90175"/>
          </a:xfrm>
          <a:prstGeom prst="roundRect">
            <a:avLst>
              <a:gd name="adj" fmla="val 50000"/>
            </a:avLst>
          </a:prstGeom>
          <a:gradFill>
            <a:gsLst>
              <a:gs pos="100000">
                <a:schemeClr val="accent1">
                  <a:lumMod val="60000"/>
                  <a:lumOff val="40000"/>
                  <a:alpha val="71000"/>
                </a:schemeClr>
              </a:gs>
              <a:gs pos="0">
                <a:schemeClr val="accent1">
                  <a:alpha val="100000"/>
                </a:schemeClr>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8" name="圆角矩形 11"/>
          <p:cNvSpPr/>
          <p:nvPr>
            <p:custDataLst>
              <p:tags r:id="rId5"/>
            </p:custDataLst>
          </p:nvPr>
        </p:nvSpPr>
        <p:spPr>
          <a:xfrm>
            <a:off x="922033" y="4139262"/>
            <a:ext cx="729023" cy="90175"/>
          </a:xfrm>
          <a:prstGeom prst="roundRect">
            <a:avLst>
              <a:gd name="adj" fmla="val 50000"/>
            </a:avLst>
          </a:prstGeom>
          <a:gradFill>
            <a:gsLst>
              <a:gs pos="100000">
                <a:schemeClr val="accent2">
                  <a:lumMod val="60000"/>
                  <a:lumOff val="40000"/>
                  <a:alpha val="71000"/>
                </a:schemeClr>
              </a:gs>
              <a:gs pos="0">
                <a:schemeClr val="accent2">
                  <a:alpha val="100000"/>
                </a:schemeClr>
              </a:gs>
            </a:gsLst>
            <a:lin ang="0"/>
          </a:gradFill>
          <a:ln>
            <a:noFill/>
          </a:ln>
          <a:effectLst>
            <a:outerShdw blurRad="50800" dist="38100" dir="2700000" algn="tl" rotWithShape="0">
              <a:schemeClr val="accent2">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Tree>
    <p:custDataLst>
      <p:tags r:id="rId6"/>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6"/>
          <p:cNvSpPr/>
          <p:nvPr>
            <p:custDataLst>
              <p:tags r:id="rId1"/>
            </p:custDataLst>
          </p:nvPr>
        </p:nvSpPr>
        <p:spPr>
          <a:xfrm>
            <a:off x="0" y="0"/>
            <a:ext cx="12192000" cy="5060315"/>
          </a:xfrm>
          <a:custGeom>
            <a:avLst/>
            <a:gdLst/>
            <a:ahLst/>
            <a:cxnLst>
              <a:cxn ang="3">
                <a:pos x="hc" y="t"/>
              </a:cxn>
              <a:cxn ang="cd2">
                <a:pos x="l" y="vc"/>
              </a:cxn>
              <a:cxn ang="cd4">
                <a:pos x="hc" y="b"/>
              </a:cxn>
              <a:cxn ang="0">
                <a:pos x="r" y="vc"/>
              </a:cxn>
            </a:cxnLst>
            <a:rect l="l" t="t" r="r" b="b"/>
            <a:pathLst>
              <a:path w="19220" h="7969">
                <a:moveTo>
                  <a:pt x="1" y="0"/>
                </a:moveTo>
                <a:lnTo>
                  <a:pt x="19220" y="0"/>
                </a:lnTo>
                <a:lnTo>
                  <a:pt x="19220" y="7245"/>
                </a:lnTo>
                <a:lnTo>
                  <a:pt x="12845" y="7229"/>
                </a:lnTo>
                <a:lnTo>
                  <a:pt x="11288" y="7969"/>
                </a:lnTo>
                <a:lnTo>
                  <a:pt x="11284" y="7243"/>
                </a:lnTo>
                <a:lnTo>
                  <a:pt x="0" y="7210"/>
                </a:lnTo>
                <a:lnTo>
                  <a:pt x="1" y="0"/>
                </a:lnTo>
                <a:close/>
              </a:path>
            </a:pathLst>
          </a:custGeom>
          <a:gradFill>
            <a:gsLst>
              <a:gs pos="0">
                <a:schemeClr val="accent1"/>
              </a:gs>
              <a:gs pos="38000">
                <a:schemeClr val="accent1">
                  <a:lumMod val="90000"/>
                </a:schemeClr>
              </a:gs>
            </a:gsLst>
            <a:lin ang="0"/>
          </a:gradFill>
          <a:ln w="38100" cap="rnd">
            <a:noFill/>
            <a:round/>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effectLst/>
              <a:latin typeface="+mn-ea"/>
              <a:sym typeface="+mn-ea"/>
            </a:endParaRPr>
          </a:p>
        </p:txBody>
      </p:sp>
      <p:sp>
        <p:nvSpPr>
          <p:cNvPr id="4" name="标题 3"/>
          <p:cNvSpPr>
            <a:spLocks noGrp="1"/>
          </p:cNvSpPr>
          <p:nvPr>
            <p:ph type="title"/>
            <p:custDataLst>
              <p:tags r:id="rId2"/>
            </p:custDataLst>
          </p:nvPr>
        </p:nvSpPr>
        <p:spPr>
          <a:xfrm>
            <a:off x="4349750" y="5191760"/>
            <a:ext cx="7008495" cy="1229995"/>
          </a:xfrm>
          <a:effectLst/>
        </p:spPr>
        <p:txBody>
          <a:bodyPr vert="horz" wrap="square" lIns="0" tIns="0" rIns="0" bIns="0" rtlCol="0" anchor="t" anchorCtr="0">
            <a:normAutofit/>
          </a:bodyPr>
          <a:lstStyle/>
          <a:p>
            <a:pPr lvl="0" algn="l">
              <a:lnSpc>
                <a:spcPct val="130000"/>
              </a:lnSpc>
              <a:buClrTx/>
              <a:buSzTx/>
              <a:buFontTx/>
            </a:pPr>
            <a:r>
              <a:rPr lang="zh-CN" altLang="en-US" sz="5000">
                <a:solidFill>
                  <a:schemeClr val="tx1">
                    <a:lumMod val="85000"/>
                    <a:lumOff val="15000"/>
                    <a:alpha val="80000"/>
                  </a:schemeClr>
                </a:solidFill>
                <a:effectLst/>
                <a:sym typeface="+mn-ea"/>
              </a:rPr>
              <a:t>思考</a:t>
            </a:r>
            <a:endParaRPr lang="zh-CN" altLang="en-US" sz="5000">
              <a:solidFill>
                <a:schemeClr val="tx1">
                  <a:lumMod val="85000"/>
                  <a:lumOff val="15000"/>
                  <a:alpha val="80000"/>
                </a:schemeClr>
              </a:solidFill>
              <a:effectLst/>
              <a:sym typeface="+mn-ea"/>
            </a:endParaRPr>
          </a:p>
        </p:txBody>
      </p:sp>
      <p:sp>
        <p:nvSpPr>
          <p:cNvPr id="11" name="文本框 10"/>
          <p:cNvSpPr txBox="1"/>
          <p:nvPr>
            <p:custDataLst>
              <p:tags r:id="rId3"/>
            </p:custDataLst>
          </p:nvPr>
        </p:nvSpPr>
        <p:spPr>
          <a:xfrm>
            <a:off x="1677035" y="1657985"/>
            <a:ext cx="9476740" cy="1924050"/>
          </a:xfrm>
          <a:prstGeom prst="rect">
            <a:avLst/>
          </a:prstGeom>
          <a:noFill/>
        </p:spPr>
        <p:txBody>
          <a:bodyPr wrap="square" tIns="36195" bIns="323850" rtlCol="0" anchor="t" anchorCtr="0">
            <a:normAutofit/>
          </a:bodyPr>
          <a:lstStyle/>
          <a:p>
            <a:pPr indent="0" algn="ctr" fontAlgn="auto">
              <a:lnSpc>
                <a:spcPct val="120000"/>
              </a:lnSpc>
              <a:spcBef>
                <a:spcPct val="0"/>
              </a:spcBef>
              <a:spcAft>
                <a:spcPct val="0"/>
              </a:spcAft>
              <a:buNone/>
            </a:pPr>
            <a:r>
              <a:rPr lang="zh-CN" altLang="en-US" sz="3600" spc="100">
                <a:ln>
                  <a:noFill/>
                  <a:prstDash val="sysDot"/>
                </a:ln>
                <a:solidFill>
                  <a:schemeClr val="lt1"/>
                </a:solidFill>
                <a:effectLst/>
                <a:uFillTx/>
                <a:latin typeface="+mn-ea"/>
                <a:cs typeface="+mn-ea"/>
                <a:sym typeface="+mn-ea"/>
              </a:rPr>
              <a:t>出版自由和言论自由有什么关系？</a:t>
            </a:r>
            <a:endParaRPr lang="zh-CN" altLang="en-US" sz="7200" spc="100">
              <a:ln>
                <a:noFill/>
                <a:prstDash val="sysDot"/>
              </a:ln>
              <a:solidFill>
                <a:schemeClr val="lt1"/>
              </a:solidFill>
              <a:effectLst/>
              <a:uFillTx/>
              <a:latin typeface="+mn-ea"/>
              <a:cs typeface="+mn-ea"/>
              <a:sym typeface="+mn-ea"/>
            </a:endParaRPr>
          </a:p>
        </p:txBody>
      </p:sp>
      <p:cxnSp>
        <p:nvCxnSpPr>
          <p:cNvPr id="3" name="直接连接符 2"/>
          <p:cNvCxnSpPr/>
          <p:nvPr>
            <p:custDataLst>
              <p:tags r:id="rId4"/>
            </p:custDataLst>
          </p:nvPr>
        </p:nvCxnSpPr>
        <p:spPr>
          <a:xfrm>
            <a:off x="1487805" y="947420"/>
            <a:ext cx="0" cy="972185"/>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cxnSp>
        <p:nvCxnSpPr>
          <p:cNvPr id="5" name="直接连接符 4"/>
          <p:cNvCxnSpPr/>
          <p:nvPr>
            <p:custDataLst>
              <p:tags r:id="rId5"/>
            </p:custDataLst>
          </p:nvPr>
        </p:nvCxnSpPr>
        <p:spPr>
          <a:xfrm>
            <a:off x="1322070" y="1137920"/>
            <a:ext cx="1283970" cy="0"/>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spTree>
    <p:custDataLst>
      <p:tags r:id="rId6"/>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分析要点：</a:t>
            </a:r>
            <a:endParaRPr lang="zh-CN" altLang="en-US"/>
          </a:p>
        </p:txBody>
      </p:sp>
      <p:sp>
        <p:nvSpPr>
          <p:cNvPr id="300" name="边界"/>
          <p:cNvSpPr/>
          <p:nvPr>
            <p:custDataLst>
              <p:tags r:id="rId2"/>
            </p:custDataLst>
          </p:nvPr>
        </p:nvSpPr>
        <p:spPr>
          <a:xfrm>
            <a:off x="2411365" y="1442378"/>
            <a:ext cx="7553223" cy="4926381"/>
          </a:xfrm>
          <a:prstGeom prst="rect">
            <a:avLst/>
          </a:prstGeom>
          <a:solidFill>
            <a:srgbClr val="FFFFFF">
              <a:alpha val="0"/>
            </a:srgb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sp>
        <p:nvSpPr>
          <p:cNvPr id="301" name="任意多边形: 形状 32"/>
          <p:cNvSpPr/>
          <p:nvPr>
            <p:custDataLst>
              <p:tags r:id="rId3"/>
            </p:custDataLst>
          </p:nvPr>
        </p:nvSpPr>
        <p:spPr>
          <a:xfrm>
            <a:off x="1635776" y="1483260"/>
            <a:ext cx="9929941" cy="2218971"/>
          </a:xfrm>
          <a:custGeom>
            <a:avLst/>
            <a:gdLst>
              <a:gd name="connsiteX0" fmla="*/ 6632141 w 6632141"/>
              <a:gd name="connsiteY0" fmla="*/ 0 h 2059702"/>
              <a:gd name="connsiteX1" fmla="*/ 6071115 w 6632141"/>
              <a:gd name="connsiteY1" fmla="*/ 2059703 h 2059702"/>
              <a:gd name="connsiteX2" fmla="*/ 0 w 6632141"/>
              <a:gd name="connsiteY2" fmla="*/ 2059703 h 2059702"/>
              <a:gd name="connsiteX3" fmla="*/ 0 w 6632141"/>
              <a:gd name="connsiteY3" fmla="*/ 0 h 2059702"/>
              <a:gd name="connsiteX4" fmla="*/ 6632141 w 6632141"/>
              <a:gd name="connsiteY4" fmla="*/ 0 h 205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2141" h="2059702">
                <a:moveTo>
                  <a:pt x="6632141" y="0"/>
                </a:moveTo>
                <a:lnTo>
                  <a:pt x="6071115" y="2059703"/>
                </a:lnTo>
                <a:lnTo>
                  <a:pt x="0" y="2059703"/>
                </a:lnTo>
                <a:lnTo>
                  <a:pt x="0" y="0"/>
                </a:lnTo>
                <a:lnTo>
                  <a:pt x="6632141" y="0"/>
                </a:lnTo>
                <a:close/>
              </a:path>
            </a:pathLst>
          </a:custGeom>
          <a:solidFill>
            <a:srgbClr val="FFFFFF"/>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56285" tIns="0" rIns="720090" bIns="7175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indent="0" algn="l" fontAlgn="auto">
              <a:lnSpc>
                <a:spcPct val="150000"/>
              </a:lnSpc>
              <a:buClrTx/>
              <a:buSzTx/>
              <a:buFontTx/>
            </a:pPr>
            <a:r>
              <a:rPr lang="zh-CN" altLang="en-US" sz="2400" b="1" kern="0" dirty="0">
                <a:ln>
                  <a:noFill/>
                  <a:prstDash val="sysDot"/>
                </a:ln>
                <a:solidFill>
                  <a:srgbClr val="262626"/>
                </a:solidFill>
                <a:latin typeface="+mj-ea"/>
                <a:ea typeface="+mj-ea"/>
                <a:cs typeface="+mj-ea"/>
                <a:sym typeface="+mn-ea"/>
              </a:rPr>
              <a:t>主要区别在于言表达和传播自己的思想、观点、情感等内容的方式不同。</a:t>
            </a:r>
            <a:r>
              <a:rPr lang="zh-CN" altLang="en-US" sz="2400" kern="0" dirty="0">
                <a:ln>
                  <a:noFill/>
                  <a:prstDash val="sysDot"/>
                </a:ln>
                <a:solidFill>
                  <a:srgbClr val="262626"/>
                </a:solidFill>
                <a:latin typeface="+mj-ea"/>
                <a:ea typeface="+mj-ea"/>
                <a:cs typeface="+mj-ea"/>
                <a:sym typeface="+mn-ea"/>
              </a:rPr>
              <a:t>言论自由主要是通过口头表达、广播、网络等多种方式和媒介。而出版自由则限于通过公开发行的出版物，比如期刊、图书、报纸、音像制品和电子出版物等媒介。</a:t>
            </a:r>
            <a:endParaRPr lang="zh-CN" altLang="en-US" sz="2400" kern="0" dirty="0">
              <a:ln>
                <a:noFill/>
                <a:prstDash val="sysDot"/>
              </a:ln>
              <a:solidFill>
                <a:srgbClr val="262626"/>
              </a:solidFill>
              <a:latin typeface="+mj-ea"/>
              <a:ea typeface="+mj-ea"/>
              <a:cs typeface="+mj-ea"/>
              <a:sym typeface="+mn-ea"/>
            </a:endParaRPr>
          </a:p>
        </p:txBody>
      </p:sp>
      <p:sp>
        <p:nvSpPr>
          <p:cNvPr id="302" name="任意多边形: 形状 33"/>
          <p:cNvSpPr/>
          <p:nvPr>
            <p:custDataLst>
              <p:tags r:id="rId4"/>
            </p:custDataLst>
          </p:nvPr>
        </p:nvSpPr>
        <p:spPr>
          <a:xfrm>
            <a:off x="1635142" y="4130442"/>
            <a:ext cx="9930574" cy="2231006"/>
          </a:xfrm>
          <a:custGeom>
            <a:avLst/>
            <a:gdLst>
              <a:gd name="connsiteX0" fmla="*/ 5959773 w 5959772"/>
              <a:gd name="connsiteY0" fmla="*/ 0 h 2059702"/>
              <a:gd name="connsiteX1" fmla="*/ 5398747 w 5959772"/>
              <a:gd name="connsiteY1" fmla="*/ 2059703 h 2059702"/>
              <a:gd name="connsiteX2" fmla="*/ 0 w 5959772"/>
              <a:gd name="connsiteY2" fmla="*/ 2059703 h 2059702"/>
              <a:gd name="connsiteX3" fmla="*/ 0 w 5959772"/>
              <a:gd name="connsiteY3" fmla="*/ 0 h 2059702"/>
              <a:gd name="connsiteX4" fmla="*/ 5959773 w 5959772"/>
              <a:gd name="connsiteY4" fmla="*/ 0 h 205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9772" h="2059702">
                <a:moveTo>
                  <a:pt x="5959773" y="0"/>
                </a:moveTo>
                <a:lnTo>
                  <a:pt x="5398747" y="2059703"/>
                </a:lnTo>
                <a:lnTo>
                  <a:pt x="0" y="2059703"/>
                </a:lnTo>
                <a:lnTo>
                  <a:pt x="0" y="0"/>
                </a:lnTo>
                <a:lnTo>
                  <a:pt x="5959773" y="0"/>
                </a:lnTo>
                <a:close/>
              </a:path>
            </a:pathLst>
          </a:custGeom>
          <a:solidFill>
            <a:srgbClr val="FFFFFF"/>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56285" tIns="0" rIns="720090" bIns="7175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150000"/>
              </a:lnSpc>
              <a:buClrTx/>
              <a:buSzTx/>
              <a:buFontTx/>
            </a:pPr>
            <a:r>
              <a:rPr lang="zh-CN" altLang="en-US" sz="2400" b="1" kern="0" dirty="0">
                <a:ln>
                  <a:noFill/>
                  <a:prstDash val="sysDot"/>
                </a:ln>
                <a:solidFill>
                  <a:srgbClr val="262626"/>
                </a:solidFill>
                <a:latin typeface="+mn-ea"/>
                <a:sym typeface="+mn-ea"/>
              </a:rPr>
              <a:t>共同意义</a:t>
            </a:r>
            <a:r>
              <a:rPr lang="zh-CN" altLang="en-US" sz="2400" kern="0" dirty="0">
                <a:ln>
                  <a:noFill/>
                  <a:prstDash val="sysDot"/>
                </a:ln>
                <a:solidFill>
                  <a:srgbClr val="262626"/>
                </a:solidFill>
                <a:latin typeface="+mn-ea"/>
                <a:sym typeface="+mn-ea"/>
              </a:rPr>
              <a:t>在于两者都是交流思想和见解的手段，都是公民表达意愿、参与社会生活和政治生活的重要手段，也是促进科学文化发展的前提条件。</a:t>
            </a:r>
            <a:endParaRPr lang="zh-CN" altLang="en-US" sz="2400" kern="0" dirty="0">
              <a:ln>
                <a:noFill/>
                <a:prstDash val="sysDot"/>
              </a:ln>
              <a:solidFill>
                <a:srgbClr val="262626"/>
              </a:solidFill>
              <a:latin typeface="+mn-ea"/>
              <a:sym typeface="+mn-ea"/>
            </a:endParaRPr>
          </a:p>
          <a:p>
            <a:pPr lvl="0" algn="l">
              <a:lnSpc>
                <a:spcPct val="150000"/>
              </a:lnSpc>
              <a:buClrTx/>
              <a:buSzTx/>
              <a:buFontTx/>
            </a:pPr>
            <a:r>
              <a:rPr lang="zh-CN" altLang="en-US" sz="2400" b="1" kern="0" dirty="0">
                <a:ln>
                  <a:noFill/>
                  <a:prstDash val="sysDot"/>
                </a:ln>
                <a:solidFill>
                  <a:srgbClr val="262626"/>
                </a:solidFill>
                <a:latin typeface="+mn-ea"/>
                <a:sym typeface="+mn-ea"/>
              </a:rPr>
              <a:t>二者都不是无限制的基本权利和自由，</a:t>
            </a:r>
            <a:r>
              <a:rPr lang="zh-CN" altLang="en-US" sz="2400" kern="0" dirty="0">
                <a:ln>
                  <a:noFill/>
                  <a:prstDash val="sysDot"/>
                </a:ln>
                <a:solidFill>
                  <a:srgbClr val="262626"/>
                </a:solidFill>
                <a:latin typeface="+mn-ea"/>
                <a:sym typeface="+mn-ea"/>
              </a:rPr>
              <a:t>而是要受到法律的限制。</a:t>
            </a:r>
            <a:endParaRPr lang="zh-CN" altLang="en-US" sz="2400" kern="0" dirty="0">
              <a:ln>
                <a:noFill/>
                <a:prstDash val="sysDot"/>
              </a:ln>
              <a:solidFill>
                <a:srgbClr val="262626"/>
              </a:solidFill>
              <a:latin typeface="+mn-ea"/>
              <a:sym typeface="+mn-ea"/>
            </a:endParaRPr>
          </a:p>
        </p:txBody>
      </p:sp>
      <p:sp>
        <p:nvSpPr>
          <p:cNvPr id="303" name="矩形 302"/>
          <p:cNvSpPr/>
          <p:nvPr>
            <p:custDataLst>
              <p:tags r:id="rId5"/>
            </p:custDataLst>
          </p:nvPr>
        </p:nvSpPr>
        <p:spPr>
          <a:xfrm>
            <a:off x="1314871" y="2146370"/>
            <a:ext cx="740018" cy="74001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304" name="图片 15" descr="343439383331313b343532303033313bd3a6d3c3c9ccb3c7"/>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1500217" y="2331666"/>
            <a:ext cx="369325" cy="369325"/>
          </a:xfrm>
          <a:prstGeom prst="rect">
            <a:avLst/>
          </a:prstGeom>
        </p:spPr>
      </p:pic>
      <p:sp>
        <p:nvSpPr>
          <p:cNvPr id="305" name="矩形 304"/>
          <p:cNvSpPr/>
          <p:nvPr>
            <p:custDataLst>
              <p:tags r:id="rId9"/>
            </p:custDataLst>
          </p:nvPr>
        </p:nvSpPr>
        <p:spPr>
          <a:xfrm>
            <a:off x="1315504" y="4792646"/>
            <a:ext cx="740018" cy="74001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306" name="图片 16" descr="343439383331313b343532303033323bd3a6d3c3b9dcc0ed"/>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1500901" y="4978043"/>
            <a:ext cx="368355" cy="368355"/>
          </a:xfrm>
          <a:prstGeom prst="rect">
            <a:avLst/>
          </a:prstGeom>
        </p:spPr>
      </p:pic>
    </p:spTree>
    <p:custDataLst>
      <p:tags r:id="rId1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（四）结社自由</a:t>
            </a:r>
            <a:endParaRPr lang="zh-CN" altLang="en-US"/>
          </a:p>
        </p:txBody>
      </p:sp>
      <p:sp>
        <p:nvSpPr>
          <p:cNvPr id="5" name="图形 3"/>
          <p:cNvSpPr/>
          <p:nvPr>
            <p:custDataLst>
              <p:tags r:id="rId2"/>
            </p:custDataLst>
          </p:nvPr>
        </p:nvSpPr>
        <p:spPr>
          <a:xfrm>
            <a:off x="696000" y="1341726"/>
            <a:ext cx="5656527" cy="4934385"/>
          </a:xfrm>
          <a:custGeom>
            <a:avLst/>
            <a:gdLst>
              <a:gd name="connsiteX0" fmla="*/ 0 w 5656607"/>
              <a:gd name="connsiteY0" fmla="*/ 298931 h 4934454"/>
              <a:gd name="connsiteX1" fmla="*/ 0 w 5656607"/>
              <a:gd name="connsiteY1" fmla="*/ 4635524 h 4934454"/>
              <a:gd name="connsiteX2" fmla="*/ 312591 w 5656607"/>
              <a:gd name="connsiteY2" fmla="*/ 4934455 h 4934454"/>
              <a:gd name="connsiteX3" fmla="*/ 4364164 w 5656607"/>
              <a:gd name="connsiteY3" fmla="*/ 4934455 h 4934454"/>
              <a:gd name="connsiteX4" fmla="*/ 4669709 w 5656607"/>
              <a:gd name="connsiteY4" fmla="*/ 4698646 h 4934454"/>
              <a:gd name="connsiteX5" fmla="*/ 5649438 w 5656607"/>
              <a:gd name="connsiteY5" fmla="*/ 362058 h 4934454"/>
              <a:gd name="connsiteX6" fmla="*/ 5343892 w 5656607"/>
              <a:gd name="connsiteY6" fmla="*/ 0 h 4934454"/>
              <a:gd name="connsiteX7" fmla="*/ 312591 w 5656607"/>
              <a:gd name="connsiteY7" fmla="*/ 0 h 4934454"/>
              <a:gd name="connsiteX8" fmla="*/ 0 w 5656607"/>
              <a:gd name="connsiteY8" fmla="*/ 298931 h 4934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6607" h="4934454">
                <a:moveTo>
                  <a:pt x="0" y="298931"/>
                </a:moveTo>
                <a:lnTo>
                  <a:pt x="0" y="4635524"/>
                </a:lnTo>
                <a:cubicBezTo>
                  <a:pt x="0" y="4800617"/>
                  <a:pt x="139952" y="4934455"/>
                  <a:pt x="312591" y="4934455"/>
                </a:cubicBezTo>
                <a:lnTo>
                  <a:pt x="4364164" y="4934455"/>
                </a:lnTo>
                <a:cubicBezTo>
                  <a:pt x="4511369" y="4934455"/>
                  <a:pt x="4638625" y="4836244"/>
                  <a:pt x="4669709" y="4698646"/>
                </a:cubicBezTo>
                <a:lnTo>
                  <a:pt x="5649438" y="362058"/>
                </a:lnTo>
                <a:cubicBezTo>
                  <a:pt x="5691506" y="175836"/>
                  <a:pt x="5543119" y="0"/>
                  <a:pt x="5343892" y="0"/>
                </a:cubicBezTo>
                <a:lnTo>
                  <a:pt x="312591" y="0"/>
                </a:lnTo>
                <a:cubicBezTo>
                  <a:pt x="139952" y="0"/>
                  <a:pt x="0" y="133836"/>
                  <a:pt x="0" y="298931"/>
                </a:cubicBezTo>
                <a:close/>
              </a:path>
            </a:pathLst>
          </a:custGeom>
          <a:solidFill>
            <a:schemeClr val="accent1"/>
          </a:solidFill>
          <a:ln w="6243" cap="flat">
            <a:noFill/>
            <a:prstDash val="solid"/>
            <a:miter/>
          </a:ln>
        </p:spPr>
        <p:txBody>
          <a:bodyPr rtlCol="0" anchor="ctr"/>
          <a:p>
            <a:endParaRPr lang="zh-CN" altLang="en-US">
              <a:solidFill>
                <a:schemeClr val="tx1"/>
              </a:solidFill>
            </a:endParaRPr>
          </a:p>
        </p:txBody>
      </p:sp>
      <p:sp>
        <p:nvSpPr>
          <p:cNvPr id="7" name="图形 1"/>
          <p:cNvSpPr/>
          <p:nvPr>
            <p:custDataLst>
              <p:tags r:id="rId3"/>
            </p:custDataLst>
          </p:nvPr>
        </p:nvSpPr>
        <p:spPr>
          <a:xfrm flipH="1" flipV="1">
            <a:off x="5763864" y="1341726"/>
            <a:ext cx="5656527" cy="4934385"/>
          </a:xfrm>
          <a:custGeom>
            <a:avLst/>
            <a:gdLst>
              <a:gd name="connsiteX0" fmla="*/ 0 w 5656607"/>
              <a:gd name="connsiteY0" fmla="*/ 298931 h 4934454"/>
              <a:gd name="connsiteX1" fmla="*/ 0 w 5656607"/>
              <a:gd name="connsiteY1" fmla="*/ 4635524 h 4934454"/>
              <a:gd name="connsiteX2" fmla="*/ 312591 w 5656607"/>
              <a:gd name="connsiteY2" fmla="*/ 4934455 h 4934454"/>
              <a:gd name="connsiteX3" fmla="*/ 4364164 w 5656607"/>
              <a:gd name="connsiteY3" fmla="*/ 4934455 h 4934454"/>
              <a:gd name="connsiteX4" fmla="*/ 4669709 w 5656607"/>
              <a:gd name="connsiteY4" fmla="*/ 4698646 h 4934454"/>
              <a:gd name="connsiteX5" fmla="*/ 5649438 w 5656607"/>
              <a:gd name="connsiteY5" fmla="*/ 362058 h 4934454"/>
              <a:gd name="connsiteX6" fmla="*/ 5343892 w 5656607"/>
              <a:gd name="connsiteY6" fmla="*/ 0 h 4934454"/>
              <a:gd name="connsiteX7" fmla="*/ 312591 w 5656607"/>
              <a:gd name="connsiteY7" fmla="*/ 0 h 4934454"/>
              <a:gd name="connsiteX8" fmla="*/ 0 w 5656607"/>
              <a:gd name="connsiteY8" fmla="*/ 298931 h 4934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6607" h="4934454">
                <a:moveTo>
                  <a:pt x="0" y="298931"/>
                </a:moveTo>
                <a:lnTo>
                  <a:pt x="0" y="4635524"/>
                </a:lnTo>
                <a:cubicBezTo>
                  <a:pt x="0" y="4800617"/>
                  <a:pt x="139952" y="4934455"/>
                  <a:pt x="312591" y="4934455"/>
                </a:cubicBezTo>
                <a:lnTo>
                  <a:pt x="4364164" y="4934455"/>
                </a:lnTo>
                <a:cubicBezTo>
                  <a:pt x="4511369" y="4934455"/>
                  <a:pt x="4638625" y="4836244"/>
                  <a:pt x="4669709" y="4698646"/>
                </a:cubicBezTo>
                <a:lnTo>
                  <a:pt x="5649438" y="362058"/>
                </a:lnTo>
                <a:cubicBezTo>
                  <a:pt x="5691506" y="175836"/>
                  <a:pt x="5543119" y="0"/>
                  <a:pt x="5343892" y="0"/>
                </a:cubicBezTo>
                <a:lnTo>
                  <a:pt x="312591" y="0"/>
                </a:lnTo>
                <a:cubicBezTo>
                  <a:pt x="139952" y="0"/>
                  <a:pt x="0" y="133836"/>
                  <a:pt x="0" y="298931"/>
                </a:cubicBezTo>
                <a:close/>
              </a:path>
            </a:pathLst>
          </a:custGeom>
          <a:solidFill>
            <a:schemeClr val="tx1">
              <a:lumMod val="40000"/>
              <a:lumOff val="60000"/>
              <a:alpha val="15000"/>
            </a:schemeClr>
          </a:solidFill>
          <a:ln w="6243" cap="flat">
            <a:noFill/>
            <a:prstDash val="solid"/>
            <a:miter/>
          </a:ln>
        </p:spPr>
        <p:txBody>
          <a:bodyPr rtlCol="0" anchor="ctr"/>
          <a:p>
            <a:endParaRPr lang="zh-CN" altLang="en-US" dirty="0">
              <a:solidFill>
                <a:schemeClr val="bg1">
                  <a:lumMod val="95000"/>
                </a:schemeClr>
              </a:solidFill>
            </a:endParaRPr>
          </a:p>
        </p:txBody>
      </p:sp>
      <p:sp>
        <p:nvSpPr>
          <p:cNvPr id="8" name="矩形 10"/>
          <p:cNvSpPr/>
          <p:nvPr>
            <p:custDataLst>
              <p:tags r:id="rId4"/>
            </p:custDataLst>
          </p:nvPr>
        </p:nvSpPr>
        <p:spPr>
          <a:xfrm>
            <a:off x="1062390" y="2727276"/>
            <a:ext cx="4395567" cy="3179414"/>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2400" dirty="0">
                <a:ln>
                  <a:noFill/>
                  <a:prstDash val="sysDot"/>
                </a:ln>
                <a:solidFill>
                  <a:srgbClr val="FFFFFF"/>
                </a:solidFill>
                <a:latin typeface="+mn-ea"/>
                <a:cs typeface="+mn-ea"/>
              </a:rPr>
              <a:t>结社自由是指有着</a:t>
            </a:r>
            <a:r>
              <a:rPr lang="zh-CN" altLang="en-US" sz="2400" b="1" dirty="0">
                <a:ln>
                  <a:noFill/>
                  <a:prstDash val="sysDot"/>
                </a:ln>
                <a:solidFill>
                  <a:srgbClr val="FFFFFF"/>
                </a:solidFill>
                <a:latin typeface="+mn-ea"/>
                <a:cs typeface="+mn-ea"/>
              </a:rPr>
              <a:t>共同意愿或利益</a:t>
            </a:r>
            <a:r>
              <a:rPr lang="zh-CN" altLang="en-US" sz="2400" dirty="0">
                <a:ln>
                  <a:noFill/>
                  <a:prstDash val="sysDot"/>
                </a:ln>
                <a:solidFill>
                  <a:srgbClr val="FFFFFF"/>
                </a:solidFill>
                <a:latin typeface="+mn-ea"/>
                <a:cs typeface="+mn-ea"/>
              </a:rPr>
              <a:t>的公民，为了一定宗旨而依法定程序组成具有</a:t>
            </a:r>
            <a:r>
              <a:rPr lang="zh-CN" altLang="en-US" sz="2400" b="1" dirty="0">
                <a:ln>
                  <a:noFill/>
                  <a:prstDash val="sysDot"/>
                </a:ln>
                <a:solidFill>
                  <a:srgbClr val="FFFFFF"/>
                </a:solidFill>
                <a:latin typeface="+mn-ea"/>
                <a:cs typeface="+mn-ea"/>
              </a:rPr>
              <a:t>持续性</a:t>
            </a:r>
            <a:r>
              <a:rPr lang="zh-CN" altLang="en-US" sz="2400" dirty="0">
                <a:ln>
                  <a:noFill/>
                  <a:prstDash val="sysDot"/>
                </a:ln>
                <a:solidFill>
                  <a:srgbClr val="FFFFFF"/>
                </a:solidFill>
                <a:latin typeface="+mn-ea"/>
                <a:cs typeface="+mn-ea"/>
              </a:rPr>
              <a:t>的社会团体的自由。</a:t>
            </a:r>
            <a:endParaRPr lang="zh-CN" altLang="en-US" sz="2400" dirty="0">
              <a:ln>
                <a:noFill/>
                <a:prstDash val="sysDot"/>
              </a:ln>
              <a:solidFill>
                <a:srgbClr val="FFFFFF"/>
              </a:solidFill>
              <a:latin typeface="+mn-ea"/>
              <a:cs typeface="+mn-ea"/>
            </a:endParaRPr>
          </a:p>
        </p:txBody>
      </p:sp>
      <p:sp>
        <p:nvSpPr>
          <p:cNvPr id="9" name="矩形 11"/>
          <p:cNvSpPr/>
          <p:nvPr>
            <p:custDataLst>
              <p:tags r:id="rId5"/>
            </p:custDataLst>
          </p:nvPr>
        </p:nvSpPr>
        <p:spPr>
          <a:xfrm>
            <a:off x="6718890" y="2727276"/>
            <a:ext cx="4395567" cy="3179414"/>
          </a:xfrm>
          <a:prstGeom prst="rect">
            <a:avLst/>
          </a:prstGeom>
          <a:noFill/>
        </p:spPr>
        <p:txBody>
          <a:bodyPr wrap="square" lIns="0" tIns="0" rIns="0" bIns="0" rtlCol="0" anchor="t" anchorCtr="0">
            <a:noAutofit/>
          </a:bodyPr>
          <a:p>
            <a:pPr algn="r">
              <a:lnSpc>
                <a:spcPct val="150000"/>
              </a:lnSpc>
              <a:spcBef>
                <a:spcPct val="0"/>
              </a:spcBef>
              <a:spcAft>
                <a:spcPct val="0"/>
              </a:spcAft>
            </a:pPr>
            <a:r>
              <a:rPr lang="en-US" altLang="en-US" sz="1500" dirty="0">
                <a:ln>
                  <a:noFill/>
                  <a:prstDash val="sysDot"/>
                </a:ln>
                <a:solidFill>
                  <a:schemeClr val="tx1">
                    <a:lumMod val="85000"/>
                    <a:lumOff val="15000"/>
                  </a:schemeClr>
                </a:solidFill>
                <a:latin typeface="+mn-ea"/>
                <a:cs typeface="+mn-ea"/>
              </a:rPr>
              <a:t>   </a:t>
            </a:r>
            <a:endParaRPr lang="en-US" altLang="en-US" sz="1500" dirty="0">
              <a:ln>
                <a:noFill/>
                <a:prstDash val="sysDot"/>
              </a:ln>
              <a:solidFill>
                <a:schemeClr val="tx1">
                  <a:lumMod val="85000"/>
                  <a:lumOff val="15000"/>
                </a:schemeClr>
              </a:solidFill>
              <a:latin typeface="+mn-ea"/>
              <a:cs typeface="+mn-ea"/>
            </a:endParaRPr>
          </a:p>
          <a:p>
            <a:pPr algn="just">
              <a:lnSpc>
                <a:spcPct val="150000"/>
              </a:lnSpc>
              <a:spcBef>
                <a:spcPct val="0"/>
              </a:spcBef>
              <a:spcAft>
                <a:spcPct val="0"/>
              </a:spcAft>
            </a:pPr>
            <a:r>
              <a:rPr lang="en-US" altLang="en-US" sz="1500" dirty="0">
                <a:ln>
                  <a:noFill/>
                  <a:prstDash val="sysDot"/>
                </a:ln>
                <a:solidFill>
                  <a:schemeClr val="tx1">
                    <a:lumMod val="85000"/>
                    <a:lumOff val="15000"/>
                  </a:schemeClr>
                </a:solidFill>
                <a:latin typeface="+mn-ea"/>
                <a:cs typeface="+mn-ea"/>
              </a:rPr>
              <a:t>         </a:t>
            </a:r>
            <a:r>
              <a:rPr lang="zh-CN" altLang="en-US" sz="2400" b="1" dirty="0">
                <a:ln>
                  <a:noFill/>
                  <a:prstDash val="sysDot"/>
                </a:ln>
                <a:solidFill>
                  <a:schemeClr val="tx1">
                    <a:lumMod val="85000"/>
                    <a:lumOff val="15000"/>
                  </a:schemeClr>
                </a:solidFill>
                <a:latin typeface="+mn-ea"/>
                <a:cs typeface="+mn-ea"/>
              </a:rPr>
              <a:t>营利性结社和非营利性结社，</a:t>
            </a:r>
            <a:r>
              <a:rPr lang="zh-CN" altLang="en-US" sz="2400" dirty="0">
                <a:ln>
                  <a:noFill/>
                  <a:prstDash val="sysDot"/>
                </a:ln>
                <a:solidFill>
                  <a:schemeClr val="tx1">
                    <a:lumMod val="85000"/>
                    <a:lumOff val="15000"/>
                  </a:schemeClr>
                </a:solidFill>
                <a:latin typeface="+mn-ea"/>
                <a:cs typeface="+mn-ea"/>
              </a:rPr>
              <a:t>前者是以成立公司为主，由民商法调整；后者又分为政治性的结社和非政治性的结社。</a:t>
            </a:r>
            <a:endParaRPr lang="zh-CN" altLang="en-US" sz="2400" dirty="0">
              <a:ln>
                <a:noFill/>
                <a:prstDash val="sysDot"/>
              </a:ln>
              <a:solidFill>
                <a:schemeClr val="tx1">
                  <a:lumMod val="85000"/>
                  <a:lumOff val="15000"/>
                </a:schemeClr>
              </a:solidFill>
              <a:latin typeface="+mn-ea"/>
              <a:cs typeface="+mn-ea"/>
            </a:endParaRPr>
          </a:p>
        </p:txBody>
      </p:sp>
      <p:pic>
        <p:nvPicPr>
          <p:cNvPr id="13" name="图形 9"/>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4919326" y="1848449"/>
            <a:ext cx="540504" cy="723445"/>
          </a:xfrm>
          <a:prstGeom prst="rect">
            <a:avLst/>
          </a:prstGeom>
        </p:spPr>
      </p:pic>
      <p:sp>
        <p:nvSpPr>
          <p:cNvPr id="14" name="标题"/>
          <p:cNvSpPr txBox="1"/>
          <p:nvPr>
            <p:custDataLst>
              <p:tags r:id="rId9"/>
            </p:custDataLst>
          </p:nvPr>
        </p:nvSpPr>
        <p:spPr>
          <a:xfrm>
            <a:off x="1062390" y="1730975"/>
            <a:ext cx="3807406" cy="958202"/>
          </a:xfrm>
          <a:prstGeom prst="rect">
            <a:avLst/>
          </a:prstGeom>
          <a:noFill/>
        </p:spPr>
        <p:txBody>
          <a:bodyPr wrap="square" lIns="0" tIns="0" rIns="0" bIns="0" rtlCol="0" anchor="ctr">
            <a:noAutofit/>
          </a:bodyPr>
          <a:p>
            <a:pPr algn="l"/>
            <a:r>
              <a:rPr lang="en-US" altLang="zh-CN" sz="2800" b="1" spc="300" dirty="0">
                <a:solidFill>
                  <a:srgbClr val="FFFFFF"/>
                </a:solidFill>
                <a:latin typeface="+mn-ea"/>
              </a:rPr>
              <a:t>1</a:t>
            </a:r>
            <a:r>
              <a:rPr lang="zh-CN" altLang="en-US" sz="2800" b="1" spc="300" dirty="0">
                <a:solidFill>
                  <a:srgbClr val="FFFFFF"/>
                </a:solidFill>
                <a:latin typeface="+mn-ea"/>
              </a:rPr>
              <a:t>概念：</a:t>
            </a:r>
            <a:endParaRPr lang="zh-CN" altLang="en-US" sz="2800" b="1" spc="300" dirty="0">
              <a:solidFill>
                <a:srgbClr val="FFFFFF"/>
              </a:solidFill>
              <a:latin typeface="+mn-ea"/>
            </a:endParaRPr>
          </a:p>
        </p:txBody>
      </p:sp>
      <p:sp>
        <p:nvSpPr>
          <p:cNvPr id="15" name="标题"/>
          <p:cNvSpPr txBox="1"/>
          <p:nvPr>
            <p:custDataLst>
              <p:tags r:id="rId10"/>
            </p:custDataLst>
          </p:nvPr>
        </p:nvSpPr>
        <p:spPr>
          <a:xfrm>
            <a:off x="7307527" y="1730975"/>
            <a:ext cx="3807406" cy="958202"/>
          </a:xfrm>
          <a:prstGeom prst="rect">
            <a:avLst/>
          </a:prstGeom>
          <a:noFill/>
        </p:spPr>
        <p:txBody>
          <a:bodyPr wrap="square" lIns="0" tIns="0" rIns="0" bIns="0" rtlCol="0" anchor="ctr">
            <a:noAutofit/>
          </a:bodyPr>
          <a:p>
            <a:pPr algn="r"/>
            <a:endParaRPr lang="en-US" altLang="en-US" sz="2000" b="1" spc="300" dirty="0">
              <a:solidFill>
                <a:schemeClr val="accent2"/>
              </a:solidFill>
              <a:latin typeface="+mn-ea"/>
            </a:endParaRPr>
          </a:p>
          <a:p>
            <a:pPr algn="l"/>
            <a:r>
              <a:rPr lang="en-US" altLang="zh-CN" sz="2800" b="1" spc="300" dirty="0">
                <a:solidFill>
                  <a:schemeClr val="accent2"/>
                </a:solidFill>
                <a:latin typeface="+mn-ea"/>
              </a:rPr>
              <a:t>2</a:t>
            </a:r>
            <a:r>
              <a:rPr lang="zh-CN" altLang="en-US" sz="2800" b="1" spc="300" dirty="0">
                <a:solidFill>
                  <a:schemeClr val="accent2"/>
                </a:solidFill>
                <a:latin typeface="+mn-ea"/>
              </a:rPr>
              <a:t>分类：</a:t>
            </a:r>
            <a:endParaRPr lang="zh-CN" altLang="en-US" sz="2800" b="1" spc="300" dirty="0">
              <a:solidFill>
                <a:schemeClr val="accent2"/>
              </a:solidFill>
              <a:latin typeface="+mn-ea"/>
            </a:endParaRPr>
          </a:p>
        </p:txBody>
      </p:sp>
      <p:pic>
        <p:nvPicPr>
          <p:cNvPr id="16" name="图片 3" descr="333438303937363b333438313037303bb6a8cebbb2fac6b7"/>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6718890" y="1844639"/>
            <a:ext cx="675630" cy="675630"/>
          </a:xfrm>
          <a:prstGeom prst="rect">
            <a:avLst/>
          </a:prstGeom>
        </p:spPr>
      </p:pic>
    </p:spTree>
    <p:custDataLst>
      <p:tags r:id="rId14"/>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（四）结社自由</a:t>
            </a:r>
            <a:endParaRPr lang="zh-CN" altLang="en-US"/>
          </a:p>
        </p:txBody>
      </p:sp>
      <p:sp>
        <p:nvSpPr>
          <p:cNvPr id="5" name="图形 3"/>
          <p:cNvSpPr/>
          <p:nvPr>
            <p:custDataLst>
              <p:tags r:id="rId2"/>
            </p:custDataLst>
          </p:nvPr>
        </p:nvSpPr>
        <p:spPr>
          <a:xfrm>
            <a:off x="696000" y="1329374"/>
            <a:ext cx="5670687" cy="4946737"/>
          </a:xfrm>
          <a:custGeom>
            <a:avLst/>
            <a:gdLst>
              <a:gd name="connsiteX0" fmla="*/ 0 w 5656607"/>
              <a:gd name="connsiteY0" fmla="*/ 298931 h 4934454"/>
              <a:gd name="connsiteX1" fmla="*/ 0 w 5656607"/>
              <a:gd name="connsiteY1" fmla="*/ 4635524 h 4934454"/>
              <a:gd name="connsiteX2" fmla="*/ 312591 w 5656607"/>
              <a:gd name="connsiteY2" fmla="*/ 4934455 h 4934454"/>
              <a:gd name="connsiteX3" fmla="*/ 4364164 w 5656607"/>
              <a:gd name="connsiteY3" fmla="*/ 4934455 h 4934454"/>
              <a:gd name="connsiteX4" fmla="*/ 4669709 w 5656607"/>
              <a:gd name="connsiteY4" fmla="*/ 4698646 h 4934454"/>
              <a:gd name="connsiteX5" fmla="*/ 5649438 w 5656607"/>
              <a:gd name="connsiteY5" fmla="*/ 362058 h 4934454"/>
              <a:gd name="connsiteX6" fmla="*/ 5343892 w 5656607"/>
              <a:gd name="connsiteY6" fmla="*/ 0 h 4934454"/>
              <a:gd name="connsiteX7" fmla="*/ 312591 w 5656607"/>
              <a:gd name="connsiteY7" fmla="*/ 0 h 4934454"/>
              <a:gd name="connsiteX8" fmla="*/ 0 w 5656607"/>
              <a:gd name="connsiteY8" fmla="*/ 298931 h 4934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6607" h="4934454">
                <a:moveTo>
                  <a:pt x="0" y="298931"/>
                </a:moveTo>
                <a:lnTo>
                  <a:pt x="0" y="4635524"/>
                </a:lnTo>
                <a:cubicBezTo>
                  <a:pt x="0" y="4800617"/>
                  <a:pt x="139952" y="4934455"/>
                  <a:pt x="312591" y="4934455"/>
                </a:cubicBezTo>
                <a:lnTo>
                  <a:pt x="4364164" y="4934455"/>
                </a:lnTo>
                <a:cubicBezTo>
                  <a:pt x="4511369" y="4934455"/>
                  <a:pt x="4638625" y="4836244"/>
                  <a:pt x="4669709" y="4698646"/>
                </a:cubicBezTo>
                <a:lnTo>
                  <a:pt x="5649438" y="362058"/>
                </a:lnTo>
                <a:cubicBezTo>
                  <a:pt x="5691506" y="175836"/>
                  <a:pt x="5543119" y="0"/>
                  <a:pt x="5343892" y="0"/>
                </a:cubicBezTo>
                <a:lnTo>
                  <a:pt x="312591" y="0"/>
                </a:lnTo>
                <a:cubicBezTo>
                  <a:pt x="139952" y="0"/>
                  <a:pt x="0" y="133836"/>
                  <a:pt x="0" y="298931"/>
                </a:cubicBezTo>
                <a:close/>
              </a:path>
            </a:pathLst>
          </a:custGeom>
          <a:solidFill>
            <a:schemeClr val="accent1"/>
          </a:solidFill>
          <a:ln w="6243" cap="flat">
            <a:noFill/>
            <a:prstDash val="solid"/>
            <a:miter/>
          </a:ln>
        </p:spPr>
        <p:txBody>
          <a:bodyPr rtlCol="0" anchor="ctr"/>
          <a:p>
            <a:endParaRPr lang="zh-CN" altLang="en-US">
              <a:solidFill>
                <a:schemeClr val="tx1"/>
              </a:solidFill>
            </a:endParaRPr>
          </a:p>
        </p:txBody>
      </p:sp>
      <p:sp>
        <p:nvSpPr>
          <p:cNvPr id="7" name="图形 1"/>
          <p:cNvSpPr/>
          <p:nvPr>
            <p:custDataLst>
              <p:tags r:id="rId3"/>
            </p:custDataLst>
          </p:nvPr>
        </p:nvSpPr>
        <p:spPr>
          <a:xfrm flipH="1" flipV="1">
            <a:off x="5776595" y="1329690"/>
            <a:ext cx="5829300" cy="4946650"/>
          </a:xfrm>
          <a:custGeom>
            <a:avLst/>
            <a:gdLst>
              <a:gd name="connsiteX0" fmla="*/ 0 w 5656607"/>
              <a:gd name="connsiteY0" fmla="*/ 298931 h 4934454"/>
              <a:gd name="connsiteX1" fmla="*/ 0 w 5656607"/>
              <a:gd name="connsiteY1" fmla="*/ 4635524 h 4934454"/>
              <a:gd name="connsiteX2" fmla="*/ 312591 w 5656607"/>
              <a:gd name="connsiteY2" fmla="*/ 4934455 h 4934454"/>
              <a:gd name="connsiteX3" fmla="*/ 4364164 w 5656607"/>
              <a:gd name="connsiteY3" fmla="*/ 4934455 h 4934454"/>
              <a:gd name="connsiteX4" fmla="*/ 4669709 w 5656607"/>
              <a:gd name="connsiteY4" fmla="*/ 4698646 h 4934454"/>
              <a:gd name="connsiteX5" fmla="*/ 5649438 w 5656607"/>
              <a:gd name="connsiteY5" fmla="*/ 362058 h 4934454"/>
              <a:gd name="connsiteX6" fmla="*/ 5343892 w 5656607"/>
              <a:gd name="connsiteY6" fmla="*/ 0 h 4934454"/>
              <a:gd name="connsiteX7" fmla="*/ 312591 w 5656607"/>
              <a:gd name="connsiteY7" fmla="*/ 0 h 4934454"/>
              <a:gd name="connsiteX8" fmla="*/ 0 w 5656607"/>
              <a:gd name="connsiteY8" fmla="*/ 298931 h 4934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6607" h="4934454">
                <a:moveTo>
                  <a:pt x="0" y="298931"/>
                </a:moveTo>
                <a:lnTo>
                  <a:pt x="0" y="4635524"/>
                </a:lnTo>
                <a:cubicBezTo>
                  <a:pt x="0" y="4800617"/>
                  <a:pt x="139952" y="4934455"/>
                  <a:pt x="312591" y="4934455"/>
                </a:cubicBezTo>
                <a:lnTo>
                  <a:pt x="4364164" y="4934455"/>
                </a:lnTo>
                <a:cubicBezTo>
                  <a:pt x="4511369" y="4934455"/>
                  <a:pt x="4638625" y="4836244"/>
                  <a:pt x="4669709" y="4698646"/>
                </a:cubicBezTo>
                <a:lnTo>
                  <a:pt x="5649438" y="362058"/>
                </a:lnTo>
                <a:cubicBezTo>
                  <a:pt x="5691506" y="175836"/>
                  <a:pt x="5543119" y="0"/>
                  <a:pt x="5343892" y="0"/>
                </a:cubicBezTo>
                <a:lnTo>
                  <a:pt x="312591" y="0"/>
                </a:lnTo>
                <a:cubicBezTo>
                  <a:pt x="139952" y="0"/>
                  <a:pt x="0" y="133836"/>
                  <a:pt x="0" y="298931"/>
                </a:cubicBezTo>
                <a:close/>
              </a:path>
            </a:pathLst>
          </a:custGeom>
          <a:solidFill>
            <a:schemeClr val="tx1">
              <a:lumMod val="40000"/>
              <a:lumOff val="60000"/>
              <a:alpha val="15000"/>
            </a:schemeClr>
          </a:solidFill>
          <a:ln w="6243" cap="flat">
            <a:noFill/>
            <a:prstDash val="solid"/>
            <a:miter/>
          </a:ln>
        </p:spPr>
        <p:txBody>
          <a:bodyPr rtlCol="0" anchor="ctr"/>
          <a:p>
            <a:endParaRPr lang="zh-CN" altLang="en-US" dirty="0">
              <a:solidFill>
                <a:schemeClr val="bg1">
                  <a:lumMod val="95000"/>
                </a:schemeClr>
              </a:solidFill>
            </a:endParaRPr>
          </a:p>
        </p:txBody>
      </p:sp>
      <p:sp>
        <p:nvSpPr>
          <p:cNvPr id="8" name="矩形 10"/>
          <p:cNvSpPr/>
          <p:nvPr>
            <p:custDataLst>
              <p:tags r:id="rId4"/>
            </p:custDataLst>
          </p:nvPr>
        </p:nvSpPr>
        <p:spPr>
          <a:xfrm>
            <a:off x="1063307" y="2718392"/>
            <a:ext cx="4406570" cy="3187373"/>
          </a:xfrm>
          <a:prstGeom prst="rect">
            <a:avLst/>
          </a:prstGeom>
          <a:noFill/>
        </p:spPr>
        <p:txBody>
          <a:bodyPr wrap="square" lIns="0" tIns="0" rIns="0" bIns="0" rtlCol="0" anchor="t" anchorCtr="0">
            <a:noAutofit/>
          </a:bodyPr>
          <a:p>
            <a:pPr>
              <a:lnSpc>
                <a:spcPct val="150000"/>
              </a:lnSpc>
              <a:spcBef>
                <a:spcPct val="0"/>
              </a:spcBef>
              <a:spcAft>
                <a:spcPct val="0"/>
              </a:spcAft>
            </a:pPr>
            <a:r>
              <a:rPr lang="en-US" altLang="zh-CN" sz="2400" dirty="0">
                <a:ln>
                  <a:noFill/>
                  <a:prstDash val="sysDot"/>
                </a:ln>
                <a:solidFill>
                  <a:srgbClr val="FFFFFF"/>
                </a:solidFill>
                <a:latin typeface="+mn-ea"/>
                <a:cs typeface="+mn-ea"/>
              </a:rPr>
              <a:t>      </a:t>
            </a:r>
            <a:r>
              <a:rPr lang="zh-CN" altLang="en-US" sz="2400" dirty="0">
                <a:ln>
                  <a:noFill/>
                  <a:prstDash val="sysDot"/>
                </a:ln>
                <a:solidFill>
                  <a:srgbClr val="FFFFFF"/>
                </a:solidFill>
                <a:latin typeface="+mn-ea"/>
                <a:cs typeface="+mn-ea"/>
              </a:rPr>
              <a:t>联系政府与公民的桥梁和纽带；</a:t>
            </a:r>
            <a:endParaRPr lang="zh-CN" altLang="en-US" sz="2400" dirty="0">
              <a:ln>
                <a:noFill/>
                <a:prstDash val="sysDot"/>
              </a:ln>
              <a:solidFill>
                <a:srgbClr val="FFFFFF"/>
              </a:solidFill>
              <a:latin typeface="+mn-ea"/>
              <a:cs typeface="+mn-ea"/>
            </a:endParaRPr>
          </a:p>
          <a:p>
            <a:pPr>
              <a:lnSpc>
                <a:spcPct val="150000"/>
              </a:lnSpc>
              <a:spcBef>
                <a:spcPct val="0"/>
              </a:spcBef>
              <a:spcAft>
                <a:spcPct val="0"/>
              </a:spcAft>
            </a:pPr>
            <a:r>
              <a:rPr lang="zh-CN" altLang="en-US" sz="2400" dirty="0">
                <a:ln>
                  <a:noFill/>
                  <a:prstDash val="sysDot"/>
                </a:ln>
                <a:solidFill>
                  <a:srgbClr val="FFFFFF"/>
                </a:solidFill>
                <a:latin typeface="+mn-ea"/>
                <a:cs typeface="+mn-ea"/>
              </a:rPr>
              <a:t> </a:t>
            </a:r>
            <a:r>
              <a:rPr lang="en-US" altLang="zh-CN" sz="2400" dirty="0">
                <a:ln>
                  <a:noFill/>
                  <a:prstDash val="sysDot"/>
                </a:ln>
                <a:solidFill>
                  <a:srgbClr val="FFFFFF"/>
                </a:solidFill>
                <a:latin typeface="+mn-ea"/>
                <a:cs typeface="+mn-ea"/>
              </a:rPr>
              <a:t>     </a:t>
            </a:r>
            <a:r>
              <a:rPr lang="zh-CN" altLang="en-US" sz="2400" dirty="0">
                <a:ln>
                  <a:noFill/>
                  <a:prstDash val="sysDot"/>
                </a:ln>
                <a:solidFill>
                  <a:srgbClr val="FFFFFF"/>
                </a:solidFill>
                <a:latin typeface="+mn-ea"/>
                <a:cs typeface="+mn-ea"/>
              </a:rPr>
              <a:t>分担政府难以进行的行政性业务；</a:t>
            </a:r>
            <a:endParaRPr lang="zh-CN" altLang="en-US" sz="2400" dirty="0">
              <a:ln>
                <a:noFill/>
                <a:prstDash val="sysDot"/>
              </a:ln>
              <a:solidFill>
                <a:srgbClr val="FFFFFF"/>
              </a:solidFill>
              <a:latin typeface="+mn-ea"/>
              <a:cs typeface="+mn-ea"/>
            </a:endParaRPr>
          </a:p>
          <a:p>
            <a:pPr>
              <a:lnSpc>
                <a:spcPct val="150000"/>
              </a:lnSpc>
              <a:spcBef>
                <a:spcPct val="0"/>
              </a:spcBef>
              <a:spcAft>
                <a:spcPct val="0"/>
              </a:spcAft>
            </a:pPr>
            <a:r>
              <a:rPr lang="zh-CN" altLang="en-US" sz="2400" dirty="0">
                <a:ln>
                  <a:noFill/>
                  <a:prstDash val="sysDot"/>
                </a:ln>
                <a:solidFill>
                  <a:srgbClr val="FFFFFF"/>
                </a:solidFill>
                <a:latin typeface="+mn-ea"/>
                <a:cs typeface="+mn-ea"/>
              </a:rPr>
              <a:t> </a:t>
            </a:r>
            <a:r>
              <a:rPr lang="en-US" altLang="zh-CN" sz="2400" dirty="0">
                <a:ln>
                  <a:noFill/>
                  <a:prstDash val="sysDot"/>
                </a:ln>
                <a:solidFill>
                  <a:srgbClr val="FFFFFF"/>
                </a:solidFill>
                <a:latin typeface="+mn-ea"/>
                <a:cs typeface="+mn-ea"/>
              </a:rPr>
              <a:t>     </a:t>
            </a:r>
            <a:r>
              <a:rPr lang="zh-CN" altLang="en-US" sz="2400" dirty="0">
                <a:ln>
                  <a:noFill/>
                  <a:prstDash val="sysDot"/>
                </a:ln>
                <a:solidFill>
                  <a:srgbClr val="FFFFFF"/>
                </a:solidFill>
                <a:latin typeface="+mn-ea"/>
                <a:cs typeface="+mn-ea"/>
              </a:rPr>
              <a:t>有利于政府决策的科学化、民主化。</a:t>
            </a:r>
            <a:endParaRPr lang="zh-CN" altLang="en-US" sz="2400" dirty="0">
              <a:ln>
                <a:noFill/>
                <a:prstDash val="sysDot"/>
              </a:ln>
              <a:solidFill>
                <a:srgbClr val="FFFFFF"/>
              </a:solidFill>
              <a:latin typeface="+mn-ea"/>
              <a:cs typeface="+mn-ea"/>
            </a:endParaRPr>
          </a:p>
          <a:p>
            <a:pPr>
              <a:lnSpc>
                <a:spcPct val="150000"/>
              </a:lnSpc>
              <a:spcBef>
                <a:spcPct val="0"/>
              </a:spcBef>
              <a:spcAft>
                <a:spcPct val="0"/>
              </a:spcAft>
            </a:pPr>
            <a:endParaRPr lang="zh-CN" altLang="en-US" sz="2400" dirty="0">
              <a:ln>
                <a:noFill/>
                <a:prstDash val="sysDot"/>
              </a:ln>
              <a:solidFill>
                <a:srgbClr val="FFFFFF"/>
              </a:solidFill>
              <a:latin typeface="+mn-ea"/>
              <a:cs typeface="+mn-ea"/>
            </a:endParaRPr>
          </a:p>
        </p:txBody>
      </p:sp>
      <p:sp>
        <p:nvSpPr>
          <p:cNvPr id="9" name="矩形 11"/>
          <p:cNvSpPr/>
          <p:nvPr>
            <p:custDataLst>
              <p:tags r:id="rId5"/>
            </p:custDataLst>
          </p:nvPr>
        </p:nvSpPr>
        <p:spPr>
          <a:xfrm>
            <a:off x="6734012" y="2718442"/>
            <a:ext cx="4406473" cy="3352281"/>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rPr>
              <a:t>  </a:t>
            </a:r>
            <a:r>
              <a:rPr lang="en-US" altLang="en-US" sz="2400" dirty="0">
                <a:ln>
                  <a:noFill/>
                  <a:prstDash val="sysDot"/>
                </a:ln>
                <a:solidFill>
                  <a:schemeClr val="tx1">
                    <a:lumMod val="85000"/>
                    <a:lumOff val="15000"/>
                  </a:schemeClr>
                </a:solidFill>
                <a:latin typeface="+mn-ea"/>
                <a:cs typeface="+mn-ea"/>
              </a:rPr>
              <a:t>①</a:t>
            </a:r>
            <a:r>
              <a:rPr lang="en-US" altLang="zh-CN" sz="2400" dirty="0">
                <a:ln>
                  <a:noFill/>
                  <a:prstDash val="sysDot"/>
                </a:ln>
                <a:solidFill>
                  <a:schemeClr val="tx1">
                    <a:lumMod val="85000"/>
                    <a:lumOff val="15000"/>
                  </a:schemeClr>
                </a:solidFill>
                <a:latin typeface="+mn-ea"/>
                <a:cs typeface="+mn-ea"/>
              </a:rPr>
              <a:t> </a:t>
            </a:r>
            <a:r>
              <a:rPr lang="zh-CN" altLang="en-US" sz="2400" dirty="0">
                <a:ln>
                  <a:noFill/>
                  <a:prstDash val="sysDot"/>
                </a:ln>
                <a:solidFill>
                  <a:schemeClr val="tx1">
                    <a:lumMod val="85000"/>
                    <a:lumOff val="15000"/>
                  </a:schemeClr>
                </a:solidFill>
                <a:latin typeface="+mn-ea"/>
                <a:cs typeface="+mn-ea"/>
              </a:rPr>
              <a:t>社会团体的成立实行核准登记制度；</a:t>
            </a:r>
            <a:endParaRPr lang="zh-CN" altLang="en-US" sz="2400" dirty="0">
              <a:ln>
                <a:noFill/>
                <a:prstDash val="sysDot"/>
              </a:ln>
              <a:solidFill>
                <a:schemeClr val="tx1">
                  <a:lumMod val="85000"/>
                  <a:lumOff val="15000"/>
                </a:schemeClr>
              </a:solidFill>
              <a:latin typeface="+mn-ea"/>
              <a:cs typeface="+mn-ea"/>
            </a:endParaRPr>
          </a:p>
          <a:p>
            <a:pPr algn="just">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rPr>
              <a:t>  </a:t>
            </a:r>
            <a:r>
              <a:rPr lang="en-US" altLang="en-US" sz="2400" dirty="0">
                <a:ln>
                  <a:noFill/>
                  <a:prstDash val="sysDot"/>
                </a:ln>
                <a:solidFill>
                  <a:schemeClr val="tx1">
                    <a:lumMod val="85000"/>
                    <a:lumOff val="15000"/>
                  </a:schemeClr>
                </a:solidFill>
                <a:latin typeface="+mn-ea"/>
                <a:cs typeface="+mn-ea"/>
              </a:rPr>
              <a:t>②</a:t>
            </a:r>
            <a:r>
              <a:rPr lang="en-US" altLang="zh-CN" sz="2400" dirty="0">
                <a:ln>
                  <a:noFill/>
                  <a:prstDash val="sysDot"/>
                </a:ln>
                <a:solidFill>
                  <a:schemeClr val="tx1">
                    <a:lumMod val="85000"/>
                    <a:lumOff val="15000"/>
                  </a:schemeClr>
                </a:solidFill>
                <a:latin typeface="+mn-ea"/>
                <a:cs typeface="+mn-ea"/>
              </a:rPr>
              <a:t> </a:t>
            </a:r>
            <a:r>
              <a:rPr lang="zh-CN" altLang="en-US" sz="2400" dirty="0">
                <a:ln>
                  <a:noFill/>
                  <a:prstDash val="sysDot"/>
                </a:ln>
                <a:solidFill>
                  <a:schemeClr val="tx1">
                    <a:lumMod val="85000"/>
                    <a:lumOff val="15000"/>
                  </a:schemeClr>
                </a:solidFill>
                <a:latin typeface="+mn-ea"/>
                <a:cs typeface="+mn-ea"/>
              </a:rPr>
              <a:t>社会团体必须遵守宪法、法律、法规；</a:t>
            </a:r>
            <a:endParaRPr lang="zh-CN" altLang="en-US" sz="2400" dirty="0">
              <a:ln>
                <a:noFill/>
                <a:prstDash val="sysDot"/>
              </a:ln>
              <a:solidFill>
                <a:schemeClr val="tx1">
                  <a:lumMod val="85000"/>
                  <a:lumOff val="15000"/>
                </a:schemeClr>
              </a:solidFill>
              <a:latin typeface="+mn-ea"/>
              <a:cs typeface="+mn-ea"/>
            </a:endParaRPr>
          </a:p>
          <a:p>
            <a:pPr algn="just">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rPr>
              <a:t>  </a:t>
            </a:r>
            <a:r>
              <a:rPr lang="en-US" altLang="en-US" sz="2400" dirty="0">
                <a:ln>
                  <a:noFill/>
                  <a:prstDash val="sysDot"/>
                </a:ln>
                <a:solidFill>
                  <a:schemeClr val="tx1">
                    <a:lumMod val="85000"/>
                    <a:lumOff val="15000"/>
                  </a:schemeClr>
                </a:solidFill>
                <a:latin typeface="+mn-ea"/>
                <a:cs typeface="+mn-ea"/>
              </a:rPr>
              <a:t>③</a:t>
            </a:r>
            <a:r>
              <a:rPr lang="en-US" altLang="zh-CN" sz="2400" dirty="0">
                <a:ln>
                  <a:noFill/>
                  <a:prstDash val="sysDot"/>
                </a:ln>
                <a:solidFill>
                  <a:schemeClr val="tx1">
                    <a:lumMod val="85000"/>
                    <a:lumOff val="15000"/>
                  </a:schemeClr>
                </a:solidFill>
                <a:latin typeface="+mn-ea"/>
                <a:cs typeface="+mn-ea"/>
              </a:rPr>
              <a:t> </a:t>
            </a:r>
            <a:r>
              <a:rPr lang="zh-CN" altLang="en-US" sz="2400" dirty="0">
                <a:ln>
                  <a:noFill/>
                  <a:prstDash val="sysDot"/>
                </a:ln>
                <a:solidFill>
                  <a:schemeClr val="tx1">
                    <a:lumMod val="85000"/>
                    <a:lumOff val="15000"/>
                  </a:schemeClr>
                </a:solidFill>
                <a:latin typeface="+mn-ea"/>
                <a:cs typeface="+mn-ea"/>
              </a:rPr>
              <a:t>登记管理机关对社会团体活动进行法律监督。</a:t>
            </a:r>
            <a:endParaRPr lang="zh-CN" altLang="en-US" sz="2400" dirty="0">
              <a:ln>
                <a:noFill/>
                <a:prstDash val="sysDot"/>
              </a:ln>
              <a:solidFill>
                <a:schemeClr val="tx1">
                  <a:lumMod val="85000"/>
                  <a:lumOff val="15000"/>
                </a:schemeClr>
              </a:solidFill>
              <a:latin typeface="+mn-ea"/>
              <a:cs typeface="+mn-ea"/>
            </a:endParaRPr>
          </a:p>
        </p:txBody>
      </p:sp>
      <p:pic>
        <p:nvPicPr>
          <p:cNvPr id="13" name="图形 9"/>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4929898" y="1837366"/>
            <a:ext cx="541857" cy="725256"/>
          </a:xfrm>
          <a:prstGeom prst="rect">
            <a:avLst/>
          </a:prstGeom>
        </p:spPr>
      </p:pic>
      <p:sp>
        <p:nvSpPr>
          <p:cNvPr id="14" name="标题"/>
          <p:cNvSpPr txBox="1"/>
          <p:nvPr>
            <p:custDataLst>
              <p:tags r:id="rId9"/>
            </p:custDataLst>
          </p:nvPr>
        </p:nvSpPr>
        <p:spPr>
          <a:xfrm>
            <a:off x="1063307" y="1719597"/>
            <a:ext cx="3816937" cy="960601"/>
          </a:xfrm>
          <a:prstGeom prst="rect">
            <a:avLst/>
          </a:prstGeom>
          <a:noFill/>
        </p:spPr>
        <p:txBody>
          <a:bodyPr wrap="square" lIns="0" tIns="0" rIns="0" bIns="0" rtlCol="0" anchor="ctr">
            <a:noAutofit/>
          </a:bodyPr>
          <a:p>
            <a:pPr algn="l"/>
            <a:r>
              <a:rPr lang="en-US" altLang="zh-CN" sz="2800" b="1" spc="300" dirty="0">
                <a:solidFill>
                  <a:srgbClr val="FFFFFF"/>
                </a:solidFill>
                <a:latin typeface="+mn-ea"/>
              </a:rPr>
              <a:t>3</a:t>
            </a:r>
            <a:r>
              <a:rPr lang="zh-CN" altLang="en-US" sz="2800" b="1" spc="300" dirty="0">
                <a:solidFill>
                  <a:srgbClr val="FFFFFF"/>
                </a:solidFill>
                <a:latin typeface="+mn-ea"/>
              </a:rPr>
              <a:t>功能：</a:t>
            </a:r>
            <a:endParaRPr lang="zh-CN" altLang="en-US" sz="2800" b="1" spc="300" dirty="0">
              <a:solidFill>
                <a:srgbClr val="FFFFFF"/>
              </a:solidFill>
              <a:latin typeface="+mn-ea"/>
            </a:endParaRPr>
          </a:p>
        </p:txBody>
      </p:sp>
      <p:sp>
        <p:nvSpPr>
          <p:cNvPr id="15" name="标题"/>
          <p:cNvSpPr txBox="1"/>
          <p:nvPr>
            <p:custDataLst>
              <p:tags r:id="rId10"/>
            </p:custDataLst>
          </p:nvPr>
        </p:nvSpPr>
        <p:spPr>
          <a:xfrm>
            <a:off x="7324130" y="1719633"/>
            <a:ext cx="4198945" cy="960614"/>
          </a:xfrm>
          <a:prstGeom prst="rect">
            <a:avLst/>
          </a:prstGeom>
          <a:noFill/>
        </p:spPr>
        <p:txBody>
          <a:bodyPr wrap="square" lIns="0" tIns="0" rIns="0" bIns="0" rtlCol="0" anchor="ctr">
            <a:noAutofit/>
          </a:bodyPr>
          <a:p>
            <a:pPr algn="r"/>
            <a:endParaRPr lang="en-US" altLang="en-US" sz="2000" b="1" spc="300" dirty="0">
              <a:solidFill>
                <a:schemeClr val="accent2"/>
              </a:solidFill>
              <a:latin typeface="+mn-ea"/>
            </a:endParaRPr>
          </a:p>
          <a:p>
            <a:pPr algn="l"/>
            <a:r>
              <a:rPr lang="en-US" altLang="zh-CN" sz="2800" b="1" spc="300" dirty="0">
                <a:solidFill>
                  <a:schemeClr val="accent2"/>
                </a:solidFill>
                <a:latin typeface="+mn-ea"/>
              </a:rPr>
              <a:t>4</a:t>
            </a:r>
            <a:r>
              <a:rPr lang="zh-CN" altLang="en-US" sz="2800" b="1" spc="300" dirty="0">
                <a:solidFill>
                  <a:schemeClr val="accent2"/>
                </a:solidFill>
                <a:latin typeface="+mn-ea"/>
              </a:rPr>
              <a:t>结社自由的保障与限制</a:t>
            </a:r>
            <a:endParaRPr lang="zh-CN" altLang="en-US" sz="2800" b="1" spc="300" dirty="0">
              <a:solidFill>
                <a:schemeClr val="accent2"/>
              </a:solidFill>
              <a:latin typeface="+mn-ea"/>
            </a:endParaRPr>
          </a:p>
        </p:txBody>
      </p:sp>
      <p:pic>
        <p:nvPicPr>
          <p:cNvPr id="16" name="图片 3" descr="333438303937363b333438313037303bb6a8cebbb2fac6b7"/>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6733967" y="1833546"/>
            <a:ext cx="677321" cy="677321"/>
          </a:xfrm>
          <a:prstGeom prst="rect">
            <a:avLst/>
          </a:prstGeom>
        </p:spPr>
      </p:pic>
    </p:spTree>
    <p:custDataLst>
      <p:tags r:id="rId14"/>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（五）集会、游行与示威自由</a:t>
            </a:r>
            <a:endParaRPr lang="zh-CN" altLang="en-US"/>
          </a:p>
        </p:txBody>
      </p:sp>
      <p:sp>
        <p:nvSpPr>
          <p:cNvPr id="2" name="圆角矩形 1"/>
          <p:cNvSpPr/>
          <p:nvPr>
            <p:custDataLst>
              <p:tags r:id="rId2"/>
            </p:custDataLst>
          </p:nvPr>
        </p:nvSpPr>
        <p:spPr>
          <a:xfrm>
            <a:off x="707707" y="1498282"/>
            <a:ext cx="4802505" cy="4828540"/>
          </a:xfrm>
          <a:prstGeom prst="roundRect">
            <a:avLst>
              <a:gd name="adj" fmla="val 3766"/>
            </a:avLst>
          </a:prstGeom>
          <a:gradFill>
            <a:gsLst>
              <a:gs pos="0">
                <a:srgbClr val="FFFFFF">
                  <a:alpha val="10000"/>
                </a:srgbClr>
              </a:gs>
              <a:gs pos="100000">
                <a:schemeClr val="accent1">
                  <a:alpha val="15000"/>
                </a:schemeClr>
              </a:gs>
            </a:gsLst>
            <a:lin ang="5400000" scaled="0"/>
          </a:gradFill>
          <a:ln w="12700">
            <a:solidFill>
              <a:schemeClr val="accent1">
                <a:lumMod val="60000"/>
                <a:lumOff val="40000"/>
                <a:alpha val="5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3" name="任意多边形: 形状 1"/>
          <p:cNvSpPr/>
          <p:nvPr>
            <p:custDataLst>
              <p:tags r:id="rId3"/>
            </p:custDataLst>
          </p:nvPr>
        </p:nvSpPr>
        <p:spPr>
          <a:xfrm>
            <a:off x="2194242" y="1445577"/>
            <a:ext cx="240030" cy="50165"/>
          </a:xfrm>
          <a:custGeom>
            <a:avLst/>
            <a:gdLst>
              <a:gd name="connsiteX0" fmla="*/ 442648 w 885297"/>
              <a:gd name="connsiteY0" fmla="*/ 0 h 185674"/>
              <a:gd name="connsiteX1" fmla="*/ 880881 w 885297"/>
              <a:gd name="connsiteY1" fmla="*/ 165392 h 185674"/>
              <a:gd name="connsiteX2" fmla="*/ 885297 w 885297"/>
              <a:gd name="connsiteY2" fmla="*/ 185674 h 185674"/>
              <a:gd name="connsiteX3" fmla="*/ 0 w 885297"/>
              <a:gd name="connsiteY3" fmla="*/ 185674 h 185674"/>
              <a:gd name="connsiteX4" fmla="*/ 4415 w 885297"/>
              <a:gd name="connsiteY4" fmla="*/ 165392 h 185674"/>
              <a:gd name="connsiteX5" fmla="*/ 442648 w 885297"/>
              <a:gd name="connsiteY5" fmla="*/ 0 h 18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5297" h="185674">
                <a:moveTo>
                  <a:pt x="442648" y="0"/>
                </a:moveTo>
                <a:cubicBezTo>
                  <a:pt x="658816" y="0"/>
                  <a:pt x="839170" y="71003"/>
                  <a:pt x="880881" y="165392"/>
                </a:cubicBezTo>
                <a:lnTo>
                  <a:pt x="885297" y="185674"/>
                </a:lnTo>
                <a:lnTo>
                  <a:pt x="0" y="185674"/>
                </a:lnTo>
                <a:lnTo>
                  <a:pt x="4415" y="165392"/>
                </a:lnTo>
                <a:cubicBezTo>
                  <a:pt x="46126" y="71003"/>
                  <a:pt x="226480" y="0"/>
                  <a:pt x="442648" y="0"/>
                </a:cubicBezTo>
                <a:close/>
              </a:path>
            </a:pathLst>
          </a:custGeom>
          <a:solidFill>
            <a:schemeClr val="accent1">
              <a:lumMod val="50000"/>
            </a:schemeClr>
          </a:solidFill>
          <a:ln w="12700" cap="flat" cmpd="sng" algn="ctr">
            <a:noFill/>
            <a:prstDash val="solid"/>
            <a:miter lim="800000"/>
          </a:ln>
          <a:effectLst/>
        </p:spPr>
        <p:txBody>
          <a:bodyPr rtlCol="0" anchor="ctr"/>
          <a:p>
            <a:pPr algn="ctr">
              <a:spcBef>
                <a:spcPct val="0"/>
              </a:spcBef>
              <a:spcAft>
                <a:spcPct val="0"/>
              </a:spcAft>
            </a:pPr>
            <a:endParaRPr lang="zh-CN" altLang="en-US" kern="0">
              <a:solidFill>
                <a:prstClr val="white"/>
              </a:solidFill>
              <a:cs typeface="+mn-ea"/>
              <a:sym typeface="+mn-lt"/>
            </a:endParaRPr>
          </a:p>
        </p:txBody>
      </p:sp>
      <p:sp>
        <p:nvSpPr>
          <p:cNvPr id="4" name="任意多边形: 形状 3"/>
          <p:cNvSpPr/>
          <p:nvPr>
            <p:custDataLst>
              <p:tags r:id="rId4"/>
            </p:custDataLst>
          </p:nvPr>
        </p:nvSpPr>
        <p:spPr>
          <a:xfrm>
            <a:off x="3661727" y="1445577"/>
            <a:ext cx="240030" cy="50165"/>
          </a:xfrm>
          <a:custGeom>
            <a:avLst/>
            <a:gdLst>
              <a:gd name="connsiteX0" fmla="*/ 442648 w 885297"/>
              <a:gd name="connsiteY0" fmla="*/ 0 h 185674"/>
              <a:gd name="connsiteX1" fmla="*/ 880881 w 885297"/>
              <a:gd name="connsiteY1" fmla="*/ 165392 h 185674"/>
              <a:gd name="connsiteX2" fmla="*/ 885297 w 885297"/>
              <a:gd name="connsiteY2" fmla="*/ 185674 h 185674"/>
              <a:gd name="connsiteX3" fmla="*/ 0 w 885297"/>
              <a:gd name="connsiteY3" fmla="*/ 185674 h 185674"/>
              <a:gd name="connsiteX4" fmla="*/ 4415 w 885297"/>
              <a:gd name="connsiteY4" fmla="*/ 165392 h 185674"/>
              <a:gd name="connsiteX5" fmla="*/ 442648 w 885297"/>
              <a:gd name="connsiteY5" fmla="*/ 0 h 18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5297" h="185674">
                <a:moveTo>
                  <a:pt x="442648" y="0"/>
                </a:moveTo>
                <a:cubicBezTo>
                  <a:pt x="658816" y="0"/>
                  <a:pt x="839170" y="71003"/>
                  <a:pt x="880881" y="165392"/>
                </a:cubicBezTo>
                <a:lnTo>
                  <a:pt x="885297" y="185674"/>
                </a:lnTo>
                <a:lnTo>
                  <a:pt x="0" y="185674"/>
                </a:lnTo>
                <a:lnTo>
                  <a:pt x="4415" y="165392"/>
                </a:lnTo>
                <a:cubicBezTo>
                  <a:pt x="46126" y="71003"/>
                  <a:pt x="226480" y="0"/>
                  <a:pt x="442648" y="0"/>
                </a:cubicBezTo>
                <a:close/>
              </a:path>
            </a:pathLst>
          </a:custGeom>
          <a:solidFill>
            <a:schemeClr val="accent1">
              <a:lumMod val="50000"/>
            </a:schemeClr>
          </a:solidFill>
          <a:ln w="12700" cap="flat" cmpd="sng" algn="ctr">
            <a:noFill/>
            <a:prstDash val="solid"/>
            <a:miter lim="800000"/>
          </a:ln>
          <a:effectLst/>
        </p:spPr>
        <p:txBody>
          <a:bodyPr rtlCol="0" anchor="ctr"/>
          <a:p>
            <a:pPr algn="ctr">
              <a:spcBef>
                <a:spcPct val="0"/>
              </a:spcBef>
              <a:spcAft>
                <a:spcPct val="0"/>
              </a:spcAft>
            </a:pPr>
            <a:endParaRPr lang="zh-CN" altLang="en-US" kern="0">
              <a:solidFill>
                <a:prstClr val="white"/>
              </a:solidFill>
              <a:cs typeface="+mn-ea"/>
              <a:sym typeface="+mn-lt"/>
            </a:endParaRPr>
          </a:p>
        </p:txBody>
      </p:sp>
      <p:sp>
        <p:nvSpPr>
          <p:cNvPr id="5" name="任意多边形: 形状 4" descr="D:\51PPT模板网\51pptmoban.com\图片.jpg"/>
          <p:cNvSpPr/>
          <p:nvPr>
            <p:custDataLst>
              <p:tags r:id="rId5"/>
            </p:custDataLst>
          </p:nvPr>
        </p:nvSpPr>
        <p:spPr>
          <a:xfrm>
            <a:off x="2279332" y="1448752"/>
            <a:ext cx="1536700" cy="174625"/>
          </a:xfrm>
          <a:custGeom>
            <a:avLst/>
            <a:gdLst>
              <a:gd name="connsiteX0" fmla="*/ 9463 w 5671603"/>
              <a:gd name="connsiteY0" fmla="*/ 0 h 642809"/>
              <a:gd name="connsiteX1" fmla="*/ 772663 w 5671603"/>
              <a:gd name="connsiteY1" fmla="*/ 0 h 642809"/>
              <a:gd name="connsiteX2" fmla="*/ 1678703 w 5671603"/>
              <a:gd name="connsiteY2" fmla="*/ 0 h 642809"/>
              <a:gd name="connsiteX3" fmla="*/ 1992767 w 5671603"/>
              <a:gd name="connsiteY3" fmla="*/ 0 h 642809"/>
              <a:gd name="connsiteX4" fmla="*/ 2565400 w 5671603"/>
              <a:gd name="connsiteY4" fmla="*/ 0 h 642809"/>
              <a:gd name="connsiteX5" fmla="*/ 2803588 w 5671603"/>
              <a:gd name="connsiteY5" fmla="*/ 0 h 642809"/>
              <a:gd name="connsiteX6" fmla="*/ 2868015 w 5671603"/>
              <a:gd name="connsiteY6" fmla="*/ 0 h 642809"/>
              <a:gd name="connsiteX7" fmla="*/ 3106203 w 5671603"/>
              <a:gd name="connsiteY7" fmla="*/ 0 h 642809"/>
              <a:gd name="connsiteX8" fmla="*/ 3678836 w 5671603"/>
              <a:gd name="connsiteY8" fmla="*/ 0 h 642809"/>
              <a:gd name="connsiteX9" fmla="*/ 3992900 w 5671603"/>
              <a:gd name="connsiteY9" fmla="*/ 0 h 642809"/>
              <a:gd name="connsiteX10" fmla="*/ 4898940 w 5671603"/>
              <a:gd name="connsiteY10" fmla="*/ 0 h 642809"/>
              <a:gd name="connsiteX11" fmla="*/ 5662140 w 5671603"/>
              <a:gd name="connsiteY11" fmla="*/ 0 h 642809"/>
              <a:gd name="connsiteX12" fmla="*/ 5300826 w 5671603"/>
              <a:gd name="connsiteY12" fmla="*/ 111760 h 642809"/>
              <a:gd name="connsiteX13" fmla="*/ 5173190 w 5671603"/>
              <a:gd name="connsiteY13" fmla="*/ 461024 h 642809"/>
              <a:gd name="connsiteX14" fmla="*/ 4898940 w 5671603"/>
              <a:gd name="connsiteY14" fmla="*/ 642809 h 642809"/>
              <a:gd name="connsiteX15" fmla="*/ 3992900 w 5671603"/>
              <a:gd name="connsiteY15" fmla="*/ 642809 h 642809"/>
              <a:gd name="connsiteX16" fmla="*/ 3106203 w 5671603"/>
              <a:gd name="connsiteY16" fmla="*/ 642809 h 642809"/>
              <a:gd name="connsiteX17" fmla="*/ 2565400 w 5671603"/>
              <a:gd name="connsiteY17" fmla="*/ 642809 h 642809"/>
              <a:gd name="connsiteX18" fmla="*/ 1678703 w 5671603"/>
              <a:gd name="connsiteY18" fmla="*/ 642809 h 642809"/>
              <a:gd name="connsiteX19" fmla="*/ 772663 w 5671603"/>
              <a:gd name="connsiteY19" fmla="*/ 642809 h 642809"/>
              <a:gd name="connsiteX20" fmla="*/ 498413 w 5671603"/>
              <a:gd name="connsiteY20" fmla="*/ 461024 h 642809"/>
              <a:gd name="connsiteX21" fmla="*/ 370777 w 5671603"/>
              <a:gd name="connsiteY21" fmla="*/ 111760 h 642809"/>
              <a:gd name="connsiteX22" fmla="*/ 9463 w 5671603"/>
              <a:gd name="connsiteY22" fmla="*/ 0 h 642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71603" h="642809">
                <a:moveTo>
                  <a:pt x="9463" y="0"/>
                </a:moveTo>
                <a:lnTo>
                  <a:pt x="772663" y="0"/>
                </a:lnTo>
                <a:lnTo>
                  <a:pt x="1678703" y="0"/>
                </a:lnTo>
                <a:lnTo>
                  <a:pt x="1992767" y="0"/>
                </a:lnTo>
                <a:lnTo>
                  <a:pt x="2565400" y="0"/>
                </a:lnTo>
                <a:lnTo>
                  <a:pt x="2803588" y="0"/>
                </a:lnTo>
                <a:lnTo>
                  <a:pt x="2868015" y="0"/>
                </a:lnTo>
                <a:lnTo>
                  <a:pt x="3106203" y="0"/>
                </a:lnTo>
                <a:lnTo>
                  <a:pt x="3678836" y="0"/>
                </a:lnTo>
                <a:lnTo>
                  <a:pt x="3992900" y="0"/>
                </a:lnTo>
                <a:lnTo>
                  <a:pt x="4898940" y="0"/>
                </a:lnTo>
                <a:lnTo>
                  <a:pt x="5662140" y="0"/>
                </a:lnTo>
                <a:cubicBezTo>
                  <a:pt x="5729121" y="18627"/>
                  <a:pt x="5422799" y="-41277"/>
                  <a:pt x="5300826" y="111760"/>
                </a:cubicBezTo>
                <a:lnTo>
                  <a:pt x="5173190" y="461024"/>
                </a:lnTo>
                <a:cubicBezTo>
                  <a:pt x="5128005" y="567851"/>
                  <a:pt x="5022226" y="642809"/>
                  <a:pt x="4898940" y="642809"/>
                </a:cubicBezTo>
                <a:lnTo>
                  <a:pt x="3992900" y="642809"/>
                </a:lnTo>
                <a:lnTo>
                  <a:pt x="3106203" y="642809"/>
                </a:lnTo>
                <a:lnTo>
                  <a:pt x="2565400" y="642809"/>
                </a:lnTo>
                <a:lnTo>
                  <a:pt x="1678703" y="642809"/>
                </a:lnTo>
                <a:lnTo>
                  <a:pt x="772663" y="642809"/>
                </a:lnTo>
                <a:cubicBezTo>
                  <a:pt x="649377" y="642809"/>
                  <a:pt x="543598" y="567851"/>
                  <a:pt x="498413" y="461024"/>
                </a:cubicBezTo>
                <a:lnTo>
                  <a:pt x="370777" y="111760"/>
                </a:lnTo>
                <a:cubicBezTo>
                  <a:pt x="248804" y="-41277"/>
                  <a:pt x="-57518" y="18627"/>
                  <a:pt x="9463" y="0"/>
                </a:cubicBezTo>
                <a:close/>
              </a:path>
            </a:pathLst>
          </a:custGeom>
          <a:gradFill>
            <a:gsLst>
              <a:gs pos="0">
                <a:schemeClr val="accent1">
                  <a:lumMod val="60000"/>
                  <a:lumOff val="40000"/>
                  <a:alpha val="100000"/>
                </a:schemeClr>
              </a:gs>
              <a:gs pos="100000">
                <a:schemeClr val="accent1">
                  <a:alpha val="100000"/>
                </a:schemeClr>
              </a:gs>
            </a:gsLst>
            <a:lin ang="5400000" scaled="0"/>
          </a:gra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cs typeface="+mn-ea"/>
              <a:sym typeface="+mn-lt"/>
            </a:endParaRPr>
          </a:p>
        </p:txBody>
      </p:sp>
      <p:sp>
        <p:nvSpPr>
          <p:cNvPr id="6" name="形状9"/>
          <p:cNvSpPr/>
          <p:nvPr>
            <p:custDataLst>
              <p:tags r:id="rId6"/>
            </p:custDataLst>
          </p:nvPr>
        </p:nvSpPr>
        <p:spPr>
          <a:xfrm>
            <a:off x="2479357" y="6326823"/>
            <a:ext cx="1259205" cy="50800"/>
          </a:xfrm>
          <a:prstGeom prst="roundRect">
            <a:avLst>
              <a:gd name="adj" fmla="val 50000"/>
            </a:avLst>
          </a:prstGeom>
          <a:solidFill>
            <a:schemeClr val="accent1">
              <a:alpha val="50000"/>
            </a:schemeClr>
          </a:solidFill>
          <a:ln w="3175">
            <a:noFill/>
          </a:ln>
          <a:effectLst>
            <a:outerShdw blurRad="127000" dist="63500" dir="3000000" algn="ctr" rotWithShape="0">
              <a:schemeClr val="bg1">
                <a:lumMod val="5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25000" lnSpcReduction="20000"/>
          </a:bodyPr>
          <a:p>
            <a:pPr algn="ctr"/>
            <a:endParaRPr lang="zh-CN" altLang="en-US" sz="3200" b="1" dirty="0">
              <a:solidFill>
                <a:schemeClr val="lt1"/>
              </a:solidFill>
              <a:effectLst>
                <a:reflection blurRad="6350" stA="26000" endPos="60000" dist="30480" dir="5400000" sy="-100000" algn="bl" rotWithShape="0"/>
              </a:effectLst>
              <a:cs typeface="+mn-ea"/>
              <a:sym typeface="+mn-lt"/>
            </a:endParaRPr>
          </a:p>
        </p:txBody>
      </p:sp>
      <p:sp>
        <p:nvSpPr>
          <p:cNvPr id="7" name="矩形 9"/>
          <p:cNvSpPr/>
          <p:nvPr>
            <p:custDataLst>
              <p:tags r:id="rId7"/>
            </p:custDataLst>
          </p:nvPr>
        </p:nvSpPr>
        <p:spPr>
          <a:xfrm>
            <a:off x="1017587" y="2666682"/>
            <a:ext cx="4183380" cy="3355975"/>
          </a:xfrm>
          <a:prstGeom prst="rect">
            <a:avLst/>
          </a:prstGeom>
          <a:noFill/>
        </p:spPr>
        <p:txBody>
          <a:bodyPr wrap="square" lIns="0" tIns="90170" rIns="0" bIns="0" rtlCol="0" anchor="t" anchorCtr="0">
            <a:noAutofit/>
          </a:bodyPr>
          <a:p>
            <a:pPr>
              <a:lnSpc>
                <a:spcPct val="150000"/>
              </a:lnSpc>
              <a:spcBef>
                <a:spcPct val="0"/>
              </a:spcBef>
              <a:spcAft>
                <a:spcPct val="0"/>
              </a:spcAft>
            </a:pPr>
            <a:r>
              <a:rPr lang="zh-CN" altLang="en-US" sz="2400" dirty="0">
                <a:ln>
                  <a:noFill/>
                  <a:prstDash val="sysDot"/>
                </a:ln>
                <a:solidFill>
                  <a:schemeClr val="tx1">
                    <a:lumMod val="85000"/>
                    <a:lumOff val="15000"/>
                  </a:schemeClr>
                </a:solidFill>
                <a:latin typeface="+mn-ea"/>
                <a:cs typeface="+mn-ea"/>
              </a:rPr>
              <a:t>公民表达其意愿的重要表现形式，是言论自由的延伸和具体化。</a:t>
            </a:r>
            <a:endParaRPr lang="zh-CN" altLang="en-US" sz="2400" dirty="0">
              <a:ln>
                <a:noFill/>
                <a:prstDash val="sysDot"/>
              </a:ln>
              <a:solidFill>
                <a:schemeClr val="tx1">
                  <a:lumMod val="85000"/>
                  <a:lumOff val="15000"/>
                </a:schemeClr>
              </a:solidFill>
              <a:latin typeface="+mn-ea"/>
              <a:cs typeface="+mn-ea"/>
            </a:endParaRPr>
          </a:p>
        </p:txBody>
      </p:sp>
      <p:sp>
        <p:nvSpPr>
          <p:cNvPr id="8" name="标题"/>
          <p:cNvSpPr txBox="1"/>
          <p:nvPr>
            <p:custDataLst>
              <p:tags r:id="rId8"/>
            </p:custDataLst>
          </p:nvPr>
        </p:nvSpPr>
        <p:spPr>
          <a:xfrm>
            <a:off x="1017587" y="1852612"/>
            <a:ext cx="4183380" cy="609600"/>
          </a:xfrm>
          <a:prstGeom prst="rect">
            <a:avLst/>
          </a:prstGeom>
          <a:noFill/>
        </p:spPr>
        <p:txBody>
          <a:bodyPr wrap="square" lIns="0" tIns="0" rIns="0" bIns="0" rtlCol="0" anchor="ctr">
            <a:noAutofit/>
          </a:bodyPr>
          <a:p>
            <a:pPr algn="ctr"/>
            <a:r>
              <a:rPr lang="en-US" altLang="en-US" sz="2800" b="1" spc="300">
                <a:solidFill>
                  <a:schemeClr val="accent1"/>
                </a:solidFill>
                <a:latin typeface="+mn-ea"/>
              </a:rPr>
              <a:t>1</a:t>
            </a:r>
            <a:r>
              <a:rPr lang="zh-CN" altLang="en-US" sz="2800" b="1" spc="300">
                <a:solidFill>
                  <a:schemeClr val="accent1"/>
                </a:solidFill>
                <a:latin typeface="+mn-ea"/>
              </a:rPr>
              <a:t>概念：</a:t>
            </a:r>
            <a:endParaRPr lang="zh-CN" altLang="en-US" sz="2800" b="1" spc="300">
              <a:solidFill>
                <a:schemeClr val="accent1"/>
              </a:solidFill>
              <a:latin typeface="+mn-ea"/>
            </a:endParaRPr>
          </a:p>
        </p:txBody>
      </p:sp>
      <p:cxnSp>
        <p:nvCxnSpPr>
          <p:cNvPr id="9" name="直接连接符 59"/>
          <p:cNvCxnSpPr/>
          <p:nvPr>
            <p:custDataLst>
              <p:tags r:id="rId9"/>
            </p:custDataLst>
          </p:nvPr>
        </p:nvCxnSpPr>
        <p:spPr>
          <a:xfrm>
            <a:off x="1057592" y="2564447"/>
            <a:ext cx="4102735" cy="0"/>
          </a:xfrm>
          <a:prstGeom prst="line">
            <a:avLst/>
          </a:prstGeom>
          <a:ln w="19050">
            <a:gradFill>
              <a:gsLst>
                <a:gs pos="100000">
                  <a:schemeClr val="accent1">
                    <a:alpha val="0"/>
                  </a:schemeClr>
                </a:gs>
                <a:gs pos="0">
                  <a:schemeClr val="accent1">
                    <a:alpha val="44000"/>
                  </a:schemeClr>
                </a:gs>
              </a:gsLst>
              <a:path path="circle">
                <a:fillToRect l="50000" t="50000" r="50000" b="50000"/>
              </a:path>
              <a:tileRect/>
            </a:gradFill>
          </a:ln>
          <a:effectLst>
            <a:outerShdw blurRad="50800" dist="25400" dir="5400000" algn="t" rotWithShape="0">
              <a:schemeClr val="accent1">
                <a:lumMod val="75000"/>
                <a:alpha val="16000"/>
              </a:schemeClr>
            </a:outerShdw>
          </a:effectLst>
        </p:spPr>
        <p:style>
          <a:lnRef idx="2">
            <a:schemeClr val="accent1"/>
          </a:lnRef>
          <a:fillRef idx="0">
            <a:srgbClr val="FFFFFF"/>
          </a:fillRef>
          <a:effectRef idx="0">
            <a:srgbClr val="FFFFFF"/>
          </a:effectRef>
          <a:fontRef idx="minor">
            <a:schemeClr val="tx1"/>
          </a:fontRef>
        </p:style>
      </p:cxnSp>
      <p:sp>
        <p:nvSpPr>
          <p:cNvPr id="41" name="圆角矩形 1"/>
          <p:cNvSpPr/>
          <p:nvPr>
            <p:custDataLst>
              <p:tags r:id="rId10"/>
            </p:custDataLst>
          </p:nvPr>
        </p:nvSpPr>
        <p:spPr>
          <a:xfrm>
            <a:off x="6095365" y="1495425"/>
            <a:ext cx="5394325" cy="4827905"/>
          </a:xfrm>
          <a:prstGeom prst="roundRect">
            <a:avLst>
              <a:gd name="adj" fmla="val 3766"/>
            </a:avLst>
          </a:prstGeom>
          <a:gradFill>
            <a:gsLst>
              <a:gs pos="0">
                <a:srgbClr val="FFFFFF">
                  <a:alpha val="10000"/>
                </a:srgbClr>
              </a:gs>
              <a:gs pos="100000">
                <a:schemeClr val="accent2">
                  <a:alpha val="15000"/>
                </a:schemeClr>
              </a:gs>
            </a:gsLst>
            <a:lin ang="5400000" scaled="0"/>
          </a:gradFill>
          <a:ln w="12700">
            <a:solidFill>
              <a:schemeClr val="accent2">
                <a:lumMod val="60000"/>
                <a:lumOff val="40000"/>
                <a:alpha val="55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47" name="形状9"/>
          <p:cNvSpPr/>
          <p:nvPr>
            <p:custDataLst>
              <p:tags r:id="rId11"/>
            </p:custDataLst>
          </p:nvPr>
        </p:nvSpPr>
        <p:spPr>
          <a:xfrm>
            <a:off x="8458518" y="6323648"/>
            <a:ext cx="1259205" cy="50800"/>
          </a:xfrm>
          <a:prstGeom prst="roundRect">
            <a:avLst>
              <a:gd name="adj" fmla="val 50000"/>
            </a:avLst>
          </a:prstGeom>
          <a:solidFill>
            <a:schemeClr val="accent2">
              <a:alpha val="50000"/>
            </a:schemeClr>
          </a:solidFill>
          <a:ln w="3175">
            <a:noFill/>
          </a:ln>
          <a:effectLst>
            <a:outerShdw blurRad="127000" dist="63500" dir="3000000" algn="ctr" rotWithShape="0">
              <a:schemeClr val="bg1">
                <a:lumMod val="5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25000" lnSpcReduction="20000"/>
          </a:bodyPr>
          <a:p>
            <a:pPr algn="ctr"/>
            <a:endParaRPr lang="zh-CN" altLang="en-US" sz="3200" b="1" dirty="0">
              <a:solidFill>
                <a:schemeClr val="lt1"/>
              </a:solidFill>
              <a:effectLst>
                <a:reflection blurRad="6350" stA="26000" endPos="60000" dist="30480" dir="5400000" sy="-100000" algn="bl" rotWithShape="0"/>
              </a:effectLst>
              <a:cs typeface="+mn-ea"/>
              <a:sym typeface="+mn-lt"/>
            </a:endParaRPr>
          </a:p>
        </p:txBody>
      </p:sp>
      <p:sp>
        <p:nvSpPr>
          <p:cNvPr id="48" name="矩形 47"/>
          <p:cNvSpPr/>
          <p:nvPr>
            <p:custDataLst>
              <p:tags r:id="rId12"/>
            </p:custDataLst>
          </p:nvPr>
        </p:nvSpPr>
        <p:spPr>
          <a:xfrm>
            <a:off x="6268085" y="1623695"/>
            <a:ext cx="4970145" cy="4618355"/>
          </a:xfrm>
          <a:prstGeom prst="rect">
            <a:avLst/>
          </a:prstGeom>
          <a:noFill/>
        </p:spPr>
        <p:txBody>
          <a:bodyPr wrap="square" lIns="0" tIns="90170" rIns="0" bIns="0" rtlCol="0" anchor="t" anchorCtr="0">
            <a:noAutofit/>
          </a:bodyPr>
          <a:p>
            <a:pPr>
              <a:lnSpc>
                <a:spcPct val="150000"/>
              </a:lnSpc>
              <a:spcBef>
                <a:spcPct val="0"/>
              </a:spcBef>
              <a:spcAft>
                <a:spcPct val="0"/>
              </a:spcAft>
            </a:pPr>
            <a:r>
              <a:rPr lang="en-US" altLang="en-US" sz="1600" dirty="0">
                <a:ln>
                  <a:noFill/>
                  <a:prstDash val="sysDot"/>
                </a:ln>
                <a:solidFill>
                  <a:schemeClr val="tx1">
                    <a:lumMod val="85000"/>
                    <a:lumOff val="15000"/>
                  </a:schemeClr>
                </a:solidFill>
                <a:latin typeface="+mn-ea"/>
                <a:cs typeface="+mn-ea"/>
                <a:sym typeface="+mn-ea"/>
              </a:rPr>
              <a:t>         </a:t>
            </a:r>
            <a:r>
              <a:rPr lang="zh-CN" altLang="en-US" sz="2400" b="1" dirty="0">
                <a:ln>
                  <a:noFill/>
                  <a:prstDash val="sysDot"/>
                </a:ln>
                <a:solidFill>
                  <a:schemeClr val="tx1">
                    <a:lumMod val="85000"/>
                    <a:lumOff val="15000"/>
                  </a:schemeClr>
                </a:solidFill>
                <a:latin typeface="+mn-ea"/>
                <a:cs typeface="+mn-ea"/>
                <a:sym typeface="+mn-ea"/>
              </a:rPr>
              <a:t>集会</a:t>
            </a:r>
            <a:r>
              <a:rPr lang="zh-CN" altLang="en-US" sz="2400" dirty="0">
                <a:ln>
                  <a:noFill/>
                  <a:prstDash val="sysDot"/>
                </a:ln>
                <a:solidFill>
                  <a:schemeClr val="tx1">
                    <a:lumMod val="85000"/>
                    <a:lumOff val="15000"/>
                  </a:schemeClr>
                </a:solidFill>
                <a:latin typeface="+mn-ea"/>
                <a:cs typeface="+mn-ea"/>
                <a:sym typeface="+mn-ea"/>
              </a:rPr>
              <a:t>是聚集于露天公共场所，发表意见，表达意愿的活动。</a:t>
            </a:r>
            <a:endParaRPr lang="zh-CN" altLang="en-US" sz="2400" dirty="0">
              <a:ln>
                <a:noFill/>
                <a:prstDash val="sysDot"/>
              </a:ln>
              <a:solidFill>
                <a:schemeClr val="tx1">
                  <a:lumMod val="85000"/>
                  <a:lumOff val="15000"/>
                </a:schemeClr>
              </a:solidFill>
              <a:latin typeface="+mn-ea"/>
              <a:cs typeface="+mn-ea"/>
              <a:sym typeface="+mn-ea"/>
            </a:endParaRPr>
          </a:p>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sym typeface="+mn-ea"/>
              </a:rPr>
              <a:t>      </a:t>
            </a:r>
            <a:r>
              <a:rPr lang="zh-CN" altLang="en-US" sz="2400" b="1" dirty="0">
                <a:ln>
                  <a:noFill/>
                  <a:prstDash val="sysDot"/>
                </a:ln>
                <a:solidFill>
                  <a:schemeClr val="tx1">
                    <a:lumMod val="85000"/>
                    <a:lumOff val="15000"/>
                  </a:schemeClr>
                </a:solidFill>
                <a:latin typeface="+mn-ea"/>
                <a:cs typeface="+mn-ea"/>
                <a:sym typeface="+mn-ea"/>
              </a:rPr>
              <a:t>游行</a:t>
            </a:r>
            <a:r>
              <a:rPr lang="zh-CN" altLang="en-US" sz="2400" dirty="0">
                <a:ln>
                  <a:noFill/>
                  <a:prstDash val="sysDot"/>
                </a:ln>
                <a:solidFill>
                  <a:schemeClr val="tx1">
                    <a:lumMod val="85000"/>
                    <a:lumOff val="15000"/>
                  </a:schemeClr>
                </a:solidFill>
                <a:latin typeface="+mn-ea"/>
                <a:cs typeface="+mn-ea"/>
                <a:sym typeface="+mn-ea"/>
              </a:rPr>
              <a:t>是在公共道路、露天公共场所列队进行，表达共同愿望的活动。</a:t>
            </a:r>
            <a:r>
              <a:rPr lang="en-US" altLang="zh-CN" sz="2400" dirty="0">
                <a:ln>
                  <a:noFill/>
                  <a:prstDash val="sysDot"/>
                </a:ln>
                <a:solidFill>
                  <a:schemeClr val="tx1">
                    <a:lumMod val="85000"/>
                    <a:lumOff val="15000"/>
                  </a:schemeClr>
                </a:solidFill>
                <a:latin typeface="+mn-ea"/>
                <a:cs typeface="+mn-ea"/>
                <a:sym typeface="+mn-ea"/>
              </a:rPr>
              <a:t>     </a:t>
            </a:r>
            <a:endParaRPr lang="en-US" altLang="zh-CN" sz="2400" dirty="0">
              <a:ln>
                <a:noFill/>
                <a:prstDash val="sysDot"/>
              </a:ln>
              <a:solidFill>
                <a:schemeClr val="tx1">
                  <a:lumMod val="85000"/>
                  <a:lumOff val="15000"/>
                </a:schemeClr>
              </a:solidFill>
              <a:latin typeface="+mn-ea"/>
              <a:cs typeface="+mn-ea"/>
              <a:sym typeface="+mn-ea"/>
            </a:endParaRPr>
          </a:p>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sym typeface="+mn-ea"/>
              </a:rPr>
              <a:t>      </a:t>
            </a:r>
            <a:r>
              <a:rPr lang="zh-CN" altLang="en-US" sz="2400" b="1" dirty="0">
                <a:ln>
                  <a:noFill/>
                  <a:prstDash val="sysDot"/>
                </a:ln>
                <a:solidFill>
                  <a:schemeClr val="tx1">
                    <a:lumMod val="85000"/>
                    <a:lumOff val="15000"/>
                  </a:schemeClr>
                </a:solidFill>
                <a:latin typeface="+mn-ea"/>
                <a:cs typeface="+mn-ea"/>
                <a:sym typeface="+mn-ea"/>
              </a:rPr>
              <a:t>示威</a:t>
            </a:r>
            <a:r>
              <a:rPr lang="zh-CN" altLang="en-US" sz="2400" dirty="0">
                <a:ln>
                  <a:noFill/>
                  <a:prstDash val="sysDot"/>
                </a:ln>
                <a:solidFill>
                  <a:schemeClr val="tx1">
                    <a:lumMod val="85000"/>
                    <a:lumOff val="15000"/>
                  </a:schemeClr>
                </a:solidFill>
                <a:latin typeface="+mn-ea"/>
                <a:cs typeface="+mn-ea"/>
                <a:sym typeface="+mn-ea"/>
              </a:rPr>
              <a:t>是在露天公共场所或者公共道路上以集会、游行、静坐等方式，表达要求、抗议或支持、声援等共同意愿的活动。</a:t>
            </a:r>
            <a:endParaRPr lang="zh-CN" altLang="en-US" sz="2400" dirty="0">
              <a:ln>
                <a:noFill/>
                <a:prstDash val="sysDot"/>
              </a:ln>
              <a:solidFill>
                <a:schemeClr val="tx1">
                  <a:lumMod val="85000"/>
                  <a:lumOff val="15000"/>
                </a:schemeClr>
              </a:solidFill>
              <a:latin typeface="+mn-ea"/>
              <a:cs typeface="+mn-ea"/>
              <a:sym typeface="+mn-ea"/>
            </a:endParaRPr>
          </a:p>
        </p:txBody>
      </p:sp>
    </p:spTree>
    <p:custDataLst>
      <p:tags r:id="rId13"/>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normAutofit/>
          </a:bodyPr>
          <a:lstStyle/>
          <a:p>
            <a:r>
              <a:rPr lang="zh-CN" altLang="en-US"/>
              <a:t>（五）集会、游行与示威自由</a:t>
            </a:r>
            <a:endParaRPr lang="zh-CN" altLang="en-US"/>
          </a:p>
        </p:txBody>
      </p:sp>
      <p:sp>
        <p:nvSpPr>
          <p:cNvPr id="2" name="圆角矩形 1"/>
          <p:cNvSpPr/>
          <p:nvPr>
            <p:custDataLst>
              <p:tags r:id="rId2"/>
            </p:custDataLst>
          </p:nvPr>
        </p:nvSpPr>
        <p:spPr>
          <a:xfrm>
            <a:off x="266065" y="1299715"/>
            <a:ext cx="5190291" cy="5218429"/>
          </a:xfrm>
          <a:prstGeom prst="roundRect">
            <a:avLst>
              <a:gd name="adj" fmla="val 3766"/>
            </a:avLst>
          </a:prstGeom>
          <a:gradFill>
            <a:gsLst>
              <a:gs pos="0">
                <a:srgbClr val="FFFFFF">
                  <a:alpha val="10000"/>
                </a:srgbClr>
              </a:gs>
              <a:gs pos="100000">
                <a:schemeClr val="accent1">
                  <a:alpha val="15000"/>
                </a:schemeClr>
              </a:gs>
            </a:gsLst>
            <a:lin ang="5400000" scaled="0"/>
          </a:gradFill>
          <a:ln w="12700">
            <a:solidFill>
              <a:schemeClr val="accent1">
                <a:lumMod val="60000"/>
                <a:lumOff val="40000"/>
                <a:alpha val="5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3" name="任意多边形: 形状 1"/>
          <p:cNvSpPr/>
          <p:nvPr>
            <p:custDataLst>
              <p:tags r:id="rId3"/>
            </p:custDataLst>
          </p:nvPr>
        </p:nvSpPr>
        <p:spPr>
          <a:xfrm>
            <a:off x="1872633" y="1242754"/>
            <a:ext cx="259412" cy="54216"/>
          </a:xfrm>
          <a:custGeom>
            <a:avLst/>
            <a:gdLst>
              <a:gd name="connsiteX0" fmla="*/ 442648 w 885297"/>
              <a:gd name="connsiteY0" fmla="*/ 0 h 185674"/>
              <a:gd name="connsiteX1" fmla="*/ 880881 w 885297"/>
              <a:gd name="connsiteY1" fmla="*/ 165392 h 185674"/>
              <a:gd name="connsiteX2" fmla="*/ 885297 w 885297"/>
              <a:gd name="connsiteY2" fmla="*/ 185674 h 185674"/>
              <a:gd name="connsiteX3" fmla="*/ 0 w 885297"/>
              <a:gd name="connsiteY3" fmla="*/ 185674 h 185674"/>
              <a:gd name="connsiteX4" fmla="*/ 4415 w 885297"/>
              <a:gd name="connsiteY4" fmla="*/ 165392 h 185674"/>
              <a:gd name="connsiteX5" fmla="*/ 442648 w 885297"/>
              <a:gd name="connsiteY5" fmla="*/ 0 h 18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5297" h="185674">
                <a:moveTo>
                  <a:pt x="442648" y="0"/>
                </a:moveTo>
                <a:cubicBezTo>
                  <a:pt x="658816" y="0"/>
                  <a:pt x="839170" y="71003"/>
                  <a:pt x="880881" y="165392"/>
                </a:cubicBezTo>
                <a:lnTo>
                  <a:pt x="885297" y="185674"/>
                </a:lnTo>
                <a:lnTo>
                  <a:pt x="0" y="185674"/>
                </a:lnTo>
                <a:lnTo>
                  <a:pt x="4415" y="165392"/>
                </a:lnTo>
                <a:cubicBezTo>
                  <a:pt x="46126" y="71003"/>
                  <a:pt x="226480" y="0"/>
                  <a:pt x="442648" y="0"/>
                </a:cubicBezTo>
                <a:close/>
              </a:path>
            </a:pathLst>
          </a:custGeom>
          <a:solidFill>
            <a:schemeClr val="accent1">
              <a:lumMod val="50000"/>
            </a:schemeClr>
          </a:solidFill>
          <a:ln w="12700" cap="flat" cmpd="sng" algn="ctr">
            <a:noFill/>
            <a:prstDash val="solid"/>
            <a:miter lim="800000"/>
          </a:ln>
          <a:effectLst/>
        </p:spPr>
        <p:txBody>
          <a:bodyPr rtlCol="0" anchor="ctr"/>
          <a:p>
            <a:pPr algn="ctr">
              <a:spcBef>
                <a:spcPct val="0"/>
              </a:spcBef>
              <a:spcAft>
                <a:spcPct val="0"/>
              </a:spcAft>
            </a:pPr>
            <a:endParaRPr lang="zh-CN" altLang="en-US" kern="0">
              <a:solidFill>
                <a:prstClr val="white"/>
              </a:solidFill>
              <a:cs typeface="+mn-ea"/>
              <a:sym typeface="+mn-lt"/>
            </a:endParaRPr>
          </a:p>
        </p:txBody>
      </p:sp>
      <p:sp>
        <p:nvSpPr>
          <p:cNvPr id="4" name="任意多边形: 形状 3"/>
          <p:cNvSpPr/>
          <p:nvPr>
            <p:custDataLst>
              <p:tags r:id="rId4"/>
            </p:custDataLst>
          </p:nvPr>
        </p:nvSpPr>
        <p:spPr>
          <a:xfrm>
            <a:off x="3458612" y="1242754"/>
            <a:ext cx="259412" cy="54216"/>
          </a:xfrm>
          <a:custGeom>
            <a:avLst/>
            <a:gdLst>
              <a:gd name="connsiteX0" fmla="*/ 442648 w 885297"/>
              <a:gd name="connsiteY0" fmla="*/ 0 h 185674"/>
              <a:gd name="connsiteX1" fmla="*/ 880881 w 885297"/>
              <a:gd name="connsiteY1" fmla="*/ 165392 h 185674"/>
              <a:gd name="connsiteX2" fmla="*/ 885297 w 885297"/>
              <a:gd name="connsiteY2" fmla="*/ 185674 h 185674"/>
              <a:gd name="connsiteX3" fmla="*/ 0 w 885297"/>
              <a:gd name="connsiteY3" fmla="*/ 185674 h 185674"/>
              <a:gd name="connsiteX4" fmla="*/ 4415 w 885297"/>
              <a:gd name="connsiteY4" fmla="*/ 165392 h 185674"/>
              <a:gd name="connsiteX5" fmla="*/ 442648 w 885297"/>
              <a:gd name="connsiteY5" fmla="*/ 0 h 18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5297" h="185674">
                <a:moveTo>
                  <a:pt x="442648" y="0"/>
                </a:moveTo>
                <a:cubicBezTo>
                  <a:pt x="658816" y="0"/>
                  <a:pt x="839170" y="71003"/>
                  <a:pt x="880881" y="165392"/>
                </a:cubicBezTo>
                <a:lnTo>
                  <a:pt x="885297" y="185674"/>
                </a:lnTo>
                <a:lnTo>
                  <a:pt x="0" y="185674"/>
                </a:lnTo>
                <a:lnTo>
                  <a:pt x="4415" y="165392"/>
                </a:lnTo>
                <a:cubicBezTo>
                  <a:pt x="46126" y="71003"/>
                  <a:pt x="226480" y="0"/>
                  <a:pt x="442648" y="0"/>
                </a:cubicBezTo>
                <a:close/>
              </a:path>
            </a:pathLst>
          </a:custGeom>
          <a:solidFill>
            <a:schemeClr val="accent1">
              <a:lumMod val="50000"/>
            </a:schemeClr>
          </a:solidFill>
          <a:ln w="12700" cap="flat" cmpd="sng" algn="ctr">
            <a:noFill/>
            <a:prstDash val="solid"/>
            <a:miter lim="800000"/>
          </a:ln>
          <a:effectLst/>
        </p:spPr>
        <p:txBody>
          <a:bodyPr rtlCol="0" anchor="ctr"/>
          <a:p>
            <a:pPr algn="ctr">
              <a:spcBef>
                <a:spcPct val="0"/>
              </a:spcBef>
              <a:spcAft>
                <a:spcPct val="0"/>
              </a:spcAft>
            </a:pPr>
            <a:endParaRPr lang="zh-CN" altLang="en-US" kern="0">
              <a:solidFill>
                <a:prstClr val="white"/>
              </a:solidFill>
              <a:cs typeface="+mn-ea"/>
              <a:sym typeface="+mn-lt"/>
            </a:endParaRPr>
          </a:p>
        </p:txBody>
      </p:sp>
      <p:sp>
        <p:nvSpPr>
          <p:cNvPr id="5" name="任意多边形: 形状 4" descr="D:\51PPT模板网\51pptmoban.com\图片.jpg"/>
          <p:cNvSpPr/>
          <p:nvPr>
            <p:custDataLst>
              <p:tags r:id="rId5"/>
            </p:custDataLst>
          </p:nvPr>
        </p:nvSpPr>
        <p:spPr>
          <a:xfrm>
            <a:off x="1964594" y="1246186"/>
            <a:ext cx="1660783" cy="188725"/>
          </a:xfrm>
          <a:custGeom>
            <a:avLst/>
            <a:gdLst>
              <a:gd name="connsiteX0" fmla="*/ 9463 w 5671603"/>
              <a:gd name="connsiteY0" fmla="*/ 0 h 642809"/>
              <a:gd name="connsiteX1" fmla="*/ 772663 w 5671603"/>
              <a:gd name="connsiteY1" fmla="*/ 0 h 642809"/>
              <a:gd name="connsiteX2" fmla="*/ 1678703 w 5671603"/>
              <a:gd name="connsiteY2" fmla="*/ 0 h 642809"/>
              <a:gd name="connsiteX3" fmla="*/ 1992767 w 5671603"/>
              <a:gd name="connsiteY3" fmla="*/ 0 h 642809"/>
              <a:gd name="connsiteX4" fmla="*/ 2565400 w 5671603"/>
              <a:gd name="connsiteY4" fmla="*/ 0 h 642809"/>
              <a:gd name="connsiteX5" fmla="*/ 2803588 w 5671603"/>
              <a:gd name="connsiteY5" fmla="*/ 0 h 642809"/>
              <a:gd name="connsiteX6" fmla="*/ 2868015 w 5671603"/>
              <a:gd name="connsiteY6" fmla="*/ 0 h 642809"/>
              <a:gd name="connsiteX7" fmla="*/ 3106203 w 5671603"/>
              <a:gd name="connsiteY7" fmla="*/ 0 h 642809"/>
              <a:gd name="connsiteX8" fmla="*/ 3678836 w 5671603"/>
              <a:gd name="connsiteY8" fmla="*/ 0 h 642809"/>
              <a:gd name="connsiteX9" fmla="*/ 3992900 w 5671603"/>
              <a:gd name="connsiteY9" fmla="*/ 0 h 642809"/>
              <a:gd name="connsiteX10" fmla="*/ 4898940 w 5671603"/>
              <a:gd name="connsiteY10" fmla="*/ 0 h 642809"/>
              <a:gd name="connsiteX11" fmla="*/ 5662140 w 5671603"/>
              <a:gd name="connsiteY11" fmla="*/ 0 h 642809"/>
              <a:gd name="connsiteX12" fmla="*/ 5300826 w 5671603"/>
              <a:gd name="connsiteY12" fmla="*/ 111760 h 642809"/>
              <a:gd name="connsiteX13" fmla="*/ 5173190 w 5671603"/>
              <a:gd name="connsiteY13" fmla="*/ 461024 h 642809"/>
              <a:gd name="connsiteX14" fmla="*/ 4898940 w 5671603"/>
              <a:gd name="connsiteY14" fmla="*/ 642809 h 642809"/>
              <a:gd name="connsiteX15" fmla="*/ 3992900 w 5671603"/>
              <a:gd name="connsiteY15" fmla="*/ 642809 h 642809"/>
              <a:gd name="connsiteX16" fmla="*/ 3106203 w 5671603"/>
              <a:gd name="connsiteY16" fmla="*/ 642809 h 642809"/>
              <a:gd name="connsiteX17" fmla="*/ 2565400 w 5671603"/>
              <a:gd name="connsiteY17" fmla="*/ 642809 h 642809"/>
              <a:gd name="connsiteX18" fmla="*/ 1678703 w 5671603"/>
              <a:gd name="connsiteY18" fmla="*/ 642809 h 642809"/>
              <a:gd name="connsiteX19" fmla="*/ 772663 w 5671603"/>
              <a:gd name="connsiteY19" fmla="*/ 642809 h 642809"/>
              <a:gd name="connsiteX20" fmla="*/ 498413 w 5671603"/>
              <a:gd name="connsiteY20" fmla="*/ 461024 h 642809"/>
              <a:gd name="connsiteX21" fmla="*/ 370777 w 5671603"/>
              <a:gd name="connsiteY21" fmla="*/ 111760 h 642809"/>
              <a:gd name="connsiteX22" fmla="*/ 9463 w 5671603"/>
              <a:gd name="connsiteY22" fmla="*/ 0 h 642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71603" h="642809">
                <a:moveTo>
                  <a:pt x="9463" y="0"/>
                </a:moveTo>
                <a:lnTo>
                  <a:pt x="772663" y="0"/>
                </a:lnTo>
                <a:lnTo>
                  <a:pt x="1678703" y="0"/>
                </a:lnTo>
                <a:lnTo>
                  <a:pt x="1992767" y="0"/>
                </a:lnTo>
                <a:lnTo>
                  <a:pt x="2565400" y="0"/>
                </a:lnTo>
                <a:lnTo>
                  <a:pt x="2803588" y="0"/>
                </a:lnTo>
                <a:lnTo>
                  <a:pt x="2868015" y="0"/>
                </a:lnTo>
                <a:lnTo>
                  <a:pt x="3106203" y="0"/>
                </a:lnTo>
                <a:lnTo>
                  <a:pt x="3678836" y="0"/>
                </a:lnTo>
                <a:lnTo>
                  <a:pt x="3992900" y="0"/>
                </a:lnTo>
                <a:lnTo>
                  <a:pt x="4898940" y="0"/>
                </a:lnTo>
                <a:lnTo>
                  <a:pt x="5662140" y="0"/>
                </a:lnTo>
                <a:cubicBezTo>
                  <a:pt x="5729121" y="18627"/>
                  <a:pt x="5422799" y="-41277"/>
                  <a:pt x="5300826" y="111760"/>
                </a:cubicBezTo>
                <a:lnTo>
                  <a:pt x="5173190" y="461024"/>
                </a:lnTo>
                <a:cubicBezTo>
                  <a:pt x="5128005" y="567851"/>
                  <a:pt x="5022226" y="642809"/>
                  <a:pt x="4898940" y="642809"/>
                </a:cubicBezTo>
                <a:lnTo>
                  <a:pt x="3992900" y="642809"/>
                </a:lnTo>
                <a:lnTo>
                  <a:pt x="3106203" y="642809"/>
                </a:lnTo>
                <a:lnTo>
                  <a:pt x="2565400" y="642809"/>
                </a:lnTo>
                <a:lnTo>
                  <a:pt x="1678703" y="642809"/>
                </a:lnTo>
                <a:lnTo>
                  <a:pt x="772663" y="642809"/>
                </a:lnTo>
                <a:cubicBezTo>
                  <a:pt x="649377" y="642809"/>
                  <a:pt x="543598" y="567851"/>
                  <a:pt x="498413" y="461024"/>
                </a:cubicBezTo>
                <a:lnTo>
                  <a:pt x="370777" y="111760"/>
                </a:lnTo>
                <a:cubicBezTo>
                  <a:pt x="248804" y="-41277"/>
                  <a:pt x="-57518" y="18627"/>
                  <a:pt x="9463" y="0"/>
                </a:cubicBezTo>
                <a:close/>
              </a:path>
            </a:pathLst>
          </a:custGeom>
          <a:gradFill>
            <a:gsLst>
              <a:gs pos="0">
                <a:schemeClr val="accent1">
                  <a:lumMod val="60000"/>
                  <a:lumOff val="40000"/>
                  <a:alpha val="100000"/>
                </a:schemeClr>
              </a:gs>
              <a:gs pos="100000">
                <a:schemeClr val="accent1">
                  <a:alpha val="100000"/>
                </a:schemeClr>
              </a:gs>
            </a:gsLst>
            <a:lin ang="5400000" scaled="0"/>
          </a:gra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cs typeface="+mn-ea"/>
              <a:sym typeface="+mn-lt"/>
            </a:endParaRPr>
          </a:p>
        </p:txBody>
      </p:sp>
      <p:sp>
        <p:nvSpPr>
          <p:cNvPr id="6" name="形状9"/>
          <p:cNvSpPr/>
          <p:nvPr>
            <p:custDataLst>
              <p:tags r:id="rId6"/>
            </p:custDataLst>
          </p:nvPr>
        </p:nvSpPr>
        <p:spPr>
          <a:xfrm>
            <a:off x="2180770" y="6518145"/>
            <a:ext cx="1360882" cy="54902"/>
          </a:xfrm>
          <a:prstGeom prst="roundRect">
            <a:avLst>
              <a:gd name="adj" fmla="val 50000"/>
            </a:avLst>
          </a:prstGeom>
          <a:solidFill>
            <a:schemeClr val="accent1">
              <a:alpha val="50000"/>
            </a:schemeClr>
          </a:solidFill>
          <a:ln w="3175">
            <a:noFill/>
          </a:ln>
          <a:effectLst>
            <a:outerShdw blurRad="127000" dist="63500" dir="3000000" algn="ctr" rotWithShape="0">
              <a:schemeClr val="bg1">
                <a:lumMod val="5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25000" lnSpcReduction="20000"/>
          </a:bodyPr>
          <a:p>
            <a:pPr algn="ctr"/>
            <a:endParaRPr lang="zh-CN" altLang="en-US" sz="3200" b="1" dirty="0">
              <a:solidFill>
                <a:schemeClr val="lt1"/>
              </a:solidFill>
              <a:effectLst>
                <a:reflection blurRad="6350" stA="26000" endPos="60000" dist="30480" dir="5400000" sy="-100000" algn="bl" rotWithShape="0"/>
              </a:effectLst>
              <a:cs typeface="+mn-ea"/>
              <a:sym typeface="+mn-lt"/>
            </a:endParaRPr>
          </a:p>
        </p:txBody>
      </p:sp>
      <p:sp>
        <p:nvSpPr>
          <p:cNvPr id="7" name="矩形 9"/>
          <p:cNvSpPr/>
          <p:nvPr>
            <p:custDataLst>
              <p:tags r:id="rId7"/>
            </p:custDataLst>
          </p:nvPr>
        </p:nvSpPr>
        <p:spPr>
          <a:xfrm>
            <a:off x="600967" y="2562460"/>
            <a:ext cx="4521174" cy="3626959"/>
          </a:xfrm>
          <a:prstGeom prst="rect">
            <a:avLst/>
          </a:prstGeom>
          <a:noFill/>
        </p:spPr>
        <p:txBody>
          <a:bodyPr wrap="square" lIns="0" tIns="90170" rIns="0" bIns="0" rtlCol="0" anchor="t" anchorCtr="0">
            <a:noAutofit/>
          </a:bodyPr>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rPr>
              <a:t>     </a:t>
            </a:r>
            <a:r>
              <a:rPr lang="en-US" altLang="en-US" sz="2400" dirty="0">
                <a:ln>
                  <a:noFill/>
                  <a:prstDash val="sysDot"/>
                </a:ln>
                <a:solidFill>
                  <a:schemeClr val="tx1">
                    <a:lumMod val="85000"/>
                    <a:lumOff val="15000"/>
                  </a:schemeClr>
                </a:solidFill>
                <a:latin typeface="+mn-ea"/>
                <a:cs typeface="+mn-ea"/>
              </a:rPr>
              <a:t>①</a:t>
            </a:r>
            <a:r>
              <a:rPr lang="en-US" altLang="zh-CN" sz="2400" dirty="0">
                <a:ln>
                  <a:noFill/>
                  <a:prstDash val="sysDot"/>
                </a:ln>
                <a:solidFill>
                  <a:schemeClr val="tx1">
                    <a:lumMod val="85000"/>
                    <a:lumOff val="15000"/>
                  </a:schemeClr>
                </a:solidFill>
                <a:latin typeface="+mn-ea"/>
                <a:cs typeface="+mn-ea"/>
              </a:rPr>
              <a:t> </a:t>
            </a:r>
            <a:r>
              <a:rPr lang="zh-CN" altLang="en-US" sz="2400" dirty="0">
                <a:ln>
                  <a:noFill/>
                  <a:prstDash val="sysDot"/>
                </a:ln>
                <a:solidFill>
                  <a:schemeClr val="tx1">
                    <a:lumMod val="85000"/>
                    <a:lumOff val="15000"/>
                  </a:schemeClr>
                </a:solidFill>
                <a:latin typeface="+mn-ea"/>
                <a:cs typeface="+mn-ea"/>
              </a:rPr>
              <a:t>主体是公民；</a:t>
            </a:r>
            <a:endParaRPr lang="zh-CN" altLang="en-US" sz="2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r>
              <a:rPr lang="zh-CN" altLang="en-US" sz="2400" dirty="0">
                <a:ln>
                  <a:noFill/>
                  <a:prstDash val="sysDot"/>
                </a:ln>
                <a:solidFill>
                  <a:schemeClr val="tx1">
                    <a:lumMod val="85000"/>
                    <a:lumOff val="15000"/>
                  </a:schemeClr>
                </a:solidFill>
                <a:latin typeface="+mn-ea"/>
                <a:cs typeface="+mn-ea"/>
              </a:rPr>
              <a:t> </a:t>
            </a:r>
            <a:r>
              <a:rPr lang="en-US" altLang="zh-CN" sz="2400" dirty="0">
                <a:ln>
                  <a:noFill/>
                  <a:prstDash val="sysDot"/>
                </a:ln>
                <a:solidFill>
                  <a:schemeClr val="tx1">
                    <a:lumMod val="85000"/>
                    <a:lumOff val="15000"/>
                  </a:schemeClr>
                </a:solidFill>
                <a:latin typeface="+mn-ea"/>
                <a:cs typeface="+mn-ea"/>
              </a:rPr>
              <a:t>    </a:t>
            </a:r>
            <a:r>
              <a:rPr lang="en-US" altLang="en-US" sz="2400" dirty="0">
                <a:ln>
                  <a:noFill/>
                  <a:prstDash val="sysDot"/>
                </a:ln>
                <a:solidFill>
                  <a:schemeClr val="tx1">
                    <a:lumMod val="85000"/>
                    <a:lumOff val="15000"/>
                  </a:schemeClr>
                </a:solidFill>
                <a:latin typeface="+mn-ea"/>
                <a:cs typeface="+mn-ea"/>
              </a:rPr>
              <a:t>②</a:t>
            </a:r>
            <a:r>
              <a:rPr lang="en-US" altLang="zh-CN" sz="2400" dirty="0">
                <a:ln>
                  <a:noFill/>
                  <a:prstDash val="sysDot"/>
                </a:ln>
                <a:solidFill>
                  <a:schemeClr val="tx1">
                    <a:lumMod val="85000"/>
                    <a:lumOff val="15000"/>
                  </a:schemeClr>
                </a:solidFill>
                <a:latin typeface="+mn-ea"/>
                <a:cs typeface="+mn-ea"/>
              </a:rPr>
              <a:t> </a:t>
            </a:r>
            <a:r>
              <a:rPr lang="zh-CN" altLang="en-US" sz="2400" dirty="0">
                <a:ln>
                  <a:noFill/>
                  <a:prstDash val="sysDot"/>
                </a:ln>
                <a:solidFill>
                  <a:schemeClr val="tx1">
                    <a:lumMod val="85000"/>
                    <a:lumOff val="15000"/>
                  </a:schemeClr>
                </a:solidFill>
                <a:latin typeface="+mn-ea"/>
                <a:cs typeface="+mn-ea"/>
              </a:rPr>
              <a:t>表达意愿实现自我价值的主观性权利；</a:t>
            </a:r>
            <a:endParaRPr lang="zh-CN" altLang="en-US" sz="2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r>
              <a:rPr lang="zh-CN" altLang="en-US" sz="2400" dirty="0">
                <a:ln>
                  <a:noFill/>
                  <a:prstDash val="sysDot"/>
                </a:ln>
                <a:solidFill>
                  <a:schemeClr val="tx1">
                    <a:lumMod val="85000"/>
                    <a:lumOff val="15000"/>
                  </a:schemeClr>
                </a:solidFill>
                <a:latin typeface="+mn-ea"/>
                <a:cs typeface="+mn-ea"/>
              </a:rPr>
              <a:t> </a:t>
            </a:r>
            <a:r>
              <a:rPr lang="en-US" altLang="zh-CN" sz="2400" dirty="0">
                <a:ln>
                  <a:noFill/>
                  <a:prstDash val="sysDot"/>
                </a:ln>
                <a:solidFill>
                  <a:schemeClr val="tx1">
                    <a:lumMod val="85000"/>
                    <a:lumOff val="15000"/>
                  </a:schemeClr>
                </a:solidFill>
                <a:latin typeface="+mn-ea"/>
                <a:cs typeface="+mn-ea"/>
              </a:rPr>
              <a:t>    </a:t>
            </a:r>
            <a:r>
              <a:rPr lang="en-US" altLang="en-US" sz="2400" dirty="0">
                <a:ln>
                  <a:noFill/>
                  <a:prstDash val="sysDot"/>
                </a:ln>
                <a:solidFill>
                  <a:schemeClr val="tx1">
                    <a:lumMod val="85000"/>
                    <a:lumOff val="15000"/>
                  </a:schemeClr>
                </a:solidFill>
                <a:latin typeface="+mn-ea"/>
                <a:cs typeface="+mn-ea"/>
              </a:rPr>
              <a:t>③</a:t>
            </a:r>
            <a:r>
              <a:rPr lang="en-US" altLang="zh-CN" sz="2400" dirty="0">
                <a:ln>
                  <a:noFill/>
                  <a:prstDash val="sysDot"/>
                </a:ln>
                <a:solidFill>
                  <a:schemeClr val="tx1">
                    <a:lumMod val="85000"/>
                    <a:lumOff val="15000"/>
                  </a:schemeClr>
                </a:solidFill>
                <a:latin typeface="+mn-ea"/>
                <a:cs typeface="+mn-ea"/>
              </a:rPr>
              <a:t> </a:t>
            </a:r>
            <a:r>
              <a:rPr lang="zh-CN" altLang="en-US" sz="2400" dirty="0">
                <a:ln>
                  <a:noFill/>
                  <a:prstDash val="sysDot"/>
                </a:ln>
                <a:solidFill>
                  <a:schemeClr val="tx1">
                    <a:lumMod val="85000"/>
                    <a:lumOff val="15000"/>
                  </a:schemeClr>
                </a:solidFill>
                <a:latin typeface="+mn-ea"/>
                <a:cs typeface="+mn-ea"/>
              </a:rPr>
              <a:t>反映言论自由的价值和要求；</a:t>
            </a:r>
            <a:endParaRPr lang="zh-CN" altLang="en-US" sz="2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r>
              <a:rPr lang="zh-CN" altLang="en-US" sz="2400" dirty="0">
                <a:ln>
                  <a:noFill/>
                  <a:prstDash val="sysDot"/>
                </a:ln>
                <a:solidFill>
                  <a:schemeClr val="tx1">
                    <a:lumMod val="85000"/>
                    <a:lumOff val="15000"/>
                  </a:schemeClr>
                </a:solidFill>
                <a:latin typeface="+mn-ea"/>
                <a:cs typeface="+mn-ea"/>
              </a:rPr>
              <a:t> </a:t>
            </a:r>
            <a:r>
              <a:rPr lang="en-US" altLang="zh-CN" sz="2400" dirty="0">
                <a:ln>
                  <a:noFill/>
                  <a:prstDash val="sysDot"/>
                </a:ln>
                <a:solidFill>
                  <a:schemeClr val="tx1">
                    <a:lumMod val="85000"/>
                    <a:lumOff val="15000"/>
                  </a:schemeClr>
                </a:solidFill>
                <a:latin typeface="+mn-ea"/>
                <a:cs typeface="+mn-ea"/>
              </a:rPr>
              <a:t>    </a:t>
            </a:r>
            <a:r>
              <a:rPr lang="en-US" altLang="en-US" sz="2400" dirty="0">
                <a:ln>
                  <a:noFill/>
                  <a:prstDash val="sysDot"/>
                </a:ln>
                <a:solidFill>
                  <a:schemeClr val="tx1">
                    <a:lumMod val="85000"/>
                    <a:lumOff val="15000"/>
                  </a:schemeClr>
                </a:solidFill>
                <a:latin typeface="+mn-ea"/>
                <a:cs typeface="+mn-ea"/>
              </a:rPr>
              <a:t>④</a:t>
            </a:r>
            <a:r>
              <a:rPr lang="en-US" altLang="zh-CN" sz="2400" dirty="0">
                <a:ln>
                  <a:noFill/>
                  <a:prstDash val="sysDot"/>
                </a:ln>
                <a:solidFill>
                  <a:schemeClr val="tx1">
                    <a:lumMod val="85000"/>
                    <a:lumOff val="15000"/>
                  </a:schemeClr>
                </a:solidFill>
                <a:latin typeface="+mn-ea"/>
                <a:cs typeface="+mn-ea"/>
              </a:rPr>
              <a:t> </a:t>
            </a:r>
            <a:r>
              <a:rPr lang="zh-CN" altLang="en-US" sz="2400" dirty="0">
                <a:ln>
                  <a:noFill/>
                  <a:prstDash val="sysDot"/>
                </a:ln>
                <a:solidFill>
                  <a:schemeClr val="tx1">
                    <a:lumMod val="85000"/>
                    <a:lumOff val="15000"/>
                  </a:schemeClr>
                </a:solidFill>
                <a:latin typeface="+mn-ea"/>
                <a:cs typeface="+mn-ea"/>
              </a:rPr>
              <a:t>需要利用公共设施等。</a:t>
            </a:r>
            <a:endParaRPr lang="zh-CN" altLang="en-US" sz="2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endParaRPr lang="zh-CN" altLang="en-US" sz="2400" dirty="0">
              <a:ln>
                <a:noFill/>
                <a:prstDash val="sysDot"/>
              </a:ln>
              <a:solidFill>
                <a:schemeClr val="tx1">
                  <a:lumMod val="85000"/>
                  <a:lumOff val="15000"/>
                </a:schemeClr>
              </a:solidFill>
              <a:latin typeface="+mn-ea"/>
              <a:cs typeface="+mn-ea"/>
            </a:endParaRPr>
          </a:p>
        </p:txBody>
      </p:sp>
      <p:sp>
        <p:nvSpPr>
          <p:cNvPr id="8" name="标题"/>
          <p:cNvSpPr txBox="1"/>
          <p:nvPr>
            <p:custDataLst>
              <p:tags r:id="rId8"/>
            </p:custDataLst>
          </p:nvPr>
        </p:nvSpPr>
        <p:spPr>
          <a:xfrm>
            <a:off x="600967" y="1682656"/>
            <a:ext cx="4521174" cy="658823"/>
          </a:xfrm>
          <a:prstGeom prst="rect">
            <a:avLst/>
          </a:prstGeom>
          <a:noFill/>
        </p:spPr>
        <p:txBody>
          <a:bodyPr wrap="square" lIns="0" tIns="0" rIns="0" bIns="0" rtlCol="0" anchor="ctr">
            <a:noAutofit/>
          </a:bodyPr>
          <a:p>
            <a:pPr algn="ctr"/>
            <a:r>
              <a:rPr lang="en-US" altLang="zh-CN" sz="2800" b="1" spc="300">
                <a:solidFill>
                  <a:schemeClr val="accent1"/>
                </a:solidFill>
                <a:latin typeface="+mn-ea"/>
              </a:rPr>
              <a:t>2</a:t>
            </a:r>
            <a:r>
              <a:rPr lang="zh-CN" altLang="en-US" sz="2800" b="1" spc="300">
                <a:solidFill>
                  <a:schemeClr val="accent1"/>
                </a:solidFill>
                <a:latin typeface="+mn-ea"/>
              </a:rPr>
              <a:t>特点</a:t>
            </a:r>
            <a:endParaRPr lang="zh-CN" altLang="en-US" sz="2800" b="1" spc="300">
              <a:solidFill>
                <a:schemeClr val="accent1"/>
              </a:solidFill>
              <a:latin typeface="+mn-ea"/>
            </a:endParaRPr>
          </a:p>
        </p:txBody>
      </p:sp>
      <p:cxnSp>
        <p:nvCxnSpPr>
          <p:cNvPr id="9" name="直接连接符 59"/>
          <p:cNvCxnSpPr/>
          <p:nvPr>
            <p:custDataLst>
              <p:tags r:id="rId9"/>
            </p:custDataLst>
          </p:nvPr>
        </p:nvCxnSpPr>
        <p:spPr>
          <a:xfrm>
            <a:off x="644202" y="2451969"/>
            <a:ext cx="4434017" cy="0"/>
          </a:xfrm>
          <a:prstGeom prst="line">
            <a:avLst/>
          </a:prstGeom>
          <a:ln w="19050">
            <a:gradFill>
              <a:gsLst>
                <a:gs pos="100000">
                  <a:schemeClr val="accent1">
                    <a:alpha val="0"/>
                  </a:schemeClr>
                </a:gs>
                <a:gs pos="0">
                  <a:schemeClr val="accent1">
                    <a:alpha val="44000"/>
                  </a:schemeClr>
                </a:gs>
              </a:gsLst>
              <a:path path="circle">
                <a:fillToRect l="50000" t="50000" r="50000" b="50000"/>
              </a:path>
              <a:tileRect/>
            </a:gradFill>
          </a:ln>
          <a:effectLst>
            <a:outerShdw blurRad="50800" dist="25400" dir="5400000" algn="t" rotWithShape="0">
              <a:schemeClr val="accent1">
                <a:lumMod val="75000"/>
                <a:alpha val="16000"/>
              </a:schemeClr>
            </a:outerShdw>
          </a:effectLst>
        </p:spPr>
        <p:style>
          <a:lnRef idx="2">
            <a:schemeClr val="accent1"/>
          </a:lnRef>
          <a:fillRef idx="0">
            <a:srgbClr val="FFFFFF"/>
          </a:fillRef>
          <a:effectRef idx="0">
            <a:srgbClr val="FFFFFF"/>
          </a:effectRef>
          <a:fontRef idx="minor">
            <a:schemeClr val="tx1"/>
          </a:fontRef>
        </p:style>
      </p:cxnSp>
      <p:sp>
        <p:nvSpPr>
          <p:cNvPr id="41" name="圆角矩形 1"/>
          <p:cNvSpPr/>
          <p:nvPr>
            <p:custDataLst>
              <p:tags r:id="rId10"/>
            </p:custDataLst>
          </p:nvPr>
        </p:nvSpPr>
        <p:spPr>
          <a:xfrm>
            <a:off x="5963285" y="1296035"/>
            <a:ext cx="5955030" cy="5204460"/>
          </a:xfrm>
          <a:prstGeom prst="roundRect">
            <a:avLst>
              <a:gd name="adj" fmla="val 3766"/>
            </a:avLst>
          </a:prstGeom>
          <a:gradFill>
            <a:gsLst>
              <a:gs pos="0">
                <a:srgbClr val="FFFFFF">
                  <a:alpha val="10000"/>
                </a:srgbClr>
              </a:gs>
              <a:gs pos="100000">
                <a:schemeClr val="accent2">
                  <a:alpha val="15000"/>
                </a:schemeClr>
              </a:gs>
            </a:gsLst>
            <a:lin ang="5400000" scaled="0"/>
          </a:gradFill>
          <a:ln w="12700">
            <a:solidFill>
              <a:schemeClr val="accent2">
                <a:lumMod val="60000"/>
                <a:lumOff val="40000"/>
                <a:alpha val="55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43" name="任意多边形: 形状 1"/>
          <p:cNvSpPr/>
          <p:nvPr>
            <p:custDataLst>
              <p:tags r:id="rId11"/>
            </p:custDataLst>
          </p:nvPr>
        </p:nvSpPr>
        <p:spPr>
          <a:xfrm>
            <a:off x="8016456" y="1245673"/>
            <a:ext cx="259412" cy="54216"/>
          </a:xfrm>
          <a:custGeom>
            <a:avLst/>
            <a:gdLst>
              <a:gd name="connsiteX0" fmla="*/ 442648 w 885297"/>
              <a:gd name="connsiteY0" fmla="*/ 0 h 185674"/>
              <a:gd name="connsiteX1" fmla="*/ 880881 w 885297"/>
              <a:gd name="connsiteY1" fmla="*/ 165392 h 185674"/>
              <a:gd name="connsiteX2" fmla="*/ 885297 w 885297"/>
              <a:gd name="connsiteY2" fmla="*/ 185674 h 185674"/>
              <a:gd name="connsiteX3" fmla="*/ 0 w 885297"/>
              <a:gd name="connsiteY3" fmla="*/ 185674 h 185674"/>
              <a:gd name="connsiteX4" fmla="*/ 4415 w 885297"/>
              <a:gd name="connsiteY4" fmla="*/ 165392 h 185674"/>
              <a:gd name="connsiteX5" fmla="*/ 442648 w 885297"/>
              <a:gd name="connsiteY5" fmla="*/ 0 h 18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5297" h="185674">
                <a:moveTo>
                  <a:pt x="442648" y="0"/>
                </a:moveTo>
                <a:cubicBezTo>
                  <a:pt x="658816" y="0"/>
                  <a:pt x="839170" y="71003"/>
                  <a:pt x="880881" y="165392"/>
                </a:cubicBezTo>
                <a:lnTo>
                  <a:pt x="885297" y="185674"/>
                </a:lnTo>
                <a:lnTo>
                  <a:pt x="0" y="185674"/>
                </a:lnTo>
                <a:lnTo>
                  <a:pt x="4415" y="165392"/>
                </a:lnTo>
                <a:cubicBezTo>
                  <a:pt x="46126" y="71003"/>
                  <a:pt x="226480" y="0"/>
                  <a:pt x="442648" y="0"/>
                </a:cubicBezTo>
                <a:close/>
              </a:path>
            </a:pathLst>
          </a:custGeom>
          <a:solidFill>
            <a:schemeClr val="accent2">
              <a:lumMod val="50000"/>
            </a:schemeClr>
          </a:solidFill>
          <a:ln w="12700" cap="flat" cmpd="sng" algn="ctr">
            <a:noFill/>
            <a:prstDash val="solid"/>
            <a:miter lim="800000"/>
          </a:ln>
          <a:effectLst/>
        </p:spPr>
        <p:txBody>
          <a:bodyPr rtlCol="0" anchor="ctr"/>
          <a:p>
            <a:pPr algn="ctr">
              <a:spcBef>
                <a:spcPct val="0"/>
              </a:spcBef>
              <a:spcAft>
                <a:spcPct val="0"/>
              </a:spcAft>
            </a:pPr>
            <a:endParaRPr lang="zh-CN" altLang="en-US" kern="0">
              <a:solidFill>
                <a:prstClr val="white"/>
              </a:solidFill>
              <a:cs typeface="+mn-ea"/>
              <a:sym typeface="+mn-lt"/>
            </a:endParaRPr>
          </a:p>
        </p:txBody>
      </p:sp>
      <p:sp>
        <p:nvSpPr>
          <p:cNvPr id="45" name="任意多边形: 形状 3"/>
          <p:cNvSpPr/>
          <p:nvPr>
            <p:custDataLst>
              <p:tags r:id="rId12"/>
            </p:custDataLst>
          </p:nvPr>
        </p:nvSpPr>
        <p:spPr>
          <a:xfrm>
            <a:off x="9660856" y="1227893"/>
            <a:ext cx="259412" cy="54216"/>
          </a:xfrm>
          <a:custGeom>
            <a:avLst/>
            <a:gdLst>
              <a:gd name="connsiteX0" fmla="*/ 442648 w 885297"/>
              <a:gd name="connsiteY0" fmla="*/ 0 h 185674"/>
              <a:gd name="connsiteX1" fmla="*/ 880881 w 885297"/>
              <a:gd name="connsiteY1" fmla="*/ 165392 h 185674"/>
              <a:gd name="connsiteX2" fmla="*/ 885297 w 885297"/>
              <a:gd name="connsiteY2" fmla="*/ 185674 h 185674"/>
              <a:gd name="connsiteX3" fmla="*/ 0 w 885297"/>
              <a:gd name="connsiteY3" fmla="*/ 185674 h 185674"/>
              <a:gd name="connsiteX4" fmla="*/ 4415 w 885297"/>
              <a:gd name="connsiteY4" fmla="*/ 165392 h 185674"/>
              <a:gd name="connsiteX5" fmla="*/ 442648 w 885297"/>
              <a:gd name="connsiteY5" fmla="*/ 0 h 18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5297" h="185674">
                <a:moveTo>
                  <a:pt x="442648" y="0"/>
                </a:moveTo>
                <a:cubicBezTo>
                  <a:pt x="658816" y="0"/>
                  <a:pt x="839170" y="71003"/>
                  <a:pt x="880881" y="165392"/>
                </a:cubicBezTo>
                <a:lnTo>
                  <a:pt x="885297" y="185674"/>
                </a:lnTo>
                <a:lnTo>
                  <a:pt x="0" y="185674"/>
                </a:lnTo>
                <a:lnTo>
                  <a:pt x="4415" y="165392"/>
                </a:lnTo>
                <a:cubicBezTo>
                  <a:pt x="46126" y="71003"/>
                  <a:pt x="226480" y="0"/>
                  <a:pt x="442648" y="0"/>
                </a:cubicBezTo>
                <a:close/>
              </a:path>
            </a:pathLst>
          </a:custGeom>
          <a:solidFill>
            <a:schemeClr val="accent2">
              <a:lumMod val="50000"/>
            </a:schemeClr>
          </a:solidFill>
          <a:ln w="12700" cap="flat" cmpd="sng" algn="ctr">
            <a:noFill/>
            <a:prstDash val="solid"/>
            <a:miter lim="800000"/>
          </a:ln>
          <a:effectLst/>
        </p:spPr>
        <p:txBody>
          <a:bodyPr rtlCol="0" anchor="ctr"/>
          <a:p>
            <a:pPr algn="ctr">
              <a:spcBef>
                <a:spcPct val="0"/>
              </a:spcBef>
              <a:spcAft>
                <a:spcPct val="0"/>
              </a:spcAft>
            </a:pPr>
            <a:endParaRPr lang="zh-CN" altLang="en-US" kern="0">
              <a:solidFill>
                <a:prstClr val="white"/>
              </a:solidFill>
              <a:cs typeface="+mn-ea"/>
              <a:sym typeface="+mn-lt"/>
            </a:endParaRPr>
          </a:p>
        </p:txBody>
      </p:sp>
      <p:sp>
        <p:nvSpPr>
          <p:cNvPr id="46" name="任意多边形: 形状 4" descr="D:\51PPT模板网\51pptmoban.com\图片.jpg"/>
          <p:cNvSpPr/>
          <p:nvPr>
            <p:custDataLst>
              <p:tags r:id="rId13"/>
            </p:custDataLst>
          </p:nvPr>
        </p:nvSpPr>
        <p:spPr>
          <a:xfrm>
            <a:off x="8111592" y="1228149"/>
            <a:ext cx="1660783" cy="188725"/>
          </a:xfrm>
          <a:custGeom>
            <a:avLst/>
            <a:gdLst>
              <a:gd name="connsiteX0" fmla="*/ 9463 w 5671603"/>
              <a:gd name="connsiteY0" fmla="*/ 0 h 642809"/>
              <a:gd name="connsiteX1" fmla="*/ 772663 w 5671603"/>
              <a:gd name="connsiteY1" fmla="*/ 0 h 642809"/>
              <a:gd name="connsiteX2" fmla="*/ 1678703 w 5671603"/>
              <a:gd name="connsiteY2" fmla="*/ 0 h 642809"/>
              <a:gd name="connsiteX3" fmla="*/ 1992767 w 5671603"/>
              <a:gd name="connsiteY3" fmla="*/ 0 h 642809"/>
              <a:gd name="connsiteX4" fmla="*/ 2565400 w 5671603"/>
              <a:gd name="connsiteY4" fmla="*/ 0 h 642809"/>
              <a:gd name="connsiteX5" fmla="*/ 2803588 w 5671603"/>
              <a:gd name="connsiteY5" fmla="*/ 0 h 642809"/>
              <a:gd name="connsiteX6" fmla="*/ 2868015 w 5671603"/>
              <a:gd name="connsiteY6" fmla="*/ 0 h 642809"/>
              <a:gd name="connsiteX7" fmla="*/ 3106203 w 5671603"/>
              <a:gd name="connsiteY7" fmla="*/ 0 h 642809"/>
              <a:gd name="connsiteX8" fmla="*/ 3678836 w 5671603"/>
              <a:gd name="connsiteY8" fmla="*/ 0 h 642809"/>
              <a:gd name="connsiteX9" fmla="*/ 3992900 w 5671603"/>
              <a:gd name="connsiteY9" fmla="*/ 0 h 642809"/>
              <a:gd name="connsiteX10" fmla="*/ 4898940 w 5671603"/>
              <a:gd name="connsiteY10" fmla="*/ 0 h 642809"/>
              <a:gd name="connsiteX11" fmla="*/ 5662140 w 5671603"/>
              <a:gd name="connsiteY11" fmla="*/ 0 h 642809"/>
              <a:gd name="connsiteX12" fmla="*/ 5300826 w 5671603"/>
              <a:gd name="connsiteY12" fmla="*/ 111760 h 642809"/>
              <a:gd name="connsiteX13" fmla="*/ 5173190 w 5671603"/>
              <a:gd name="connsiteY13" fmla="*/ 461024 h 642809"/>
              <a:gd name="connsiteX14" fmla="*/ 4898940 w 5671603"/>
              <a:gd name="connsiteY14" fmla="*/ 642809 h 642809"/>
              <a:gd name="connsiteX15" fmla="*/ 3992900 w 5671603"/>
              <a:gd name="connsiteY15" fmla="*/ 642809 h 642809"/>
              <a:gd name="connsiteX16" fmla="*/ 3106203 w 5671603"/>
              <a:gd name="connsiteY16" fmla="*/ 642809 h 642809"/>
              <a:gd name="connsiteX17" fmla="*/ 2565400 w 5671603"/>
              <a:gd name="connsiteY17" fmla="*/ 642809 h 642809"/>
              <a:gd name="connsiteX18" fmla="*/ 1678703 w 5671603"/>
              <a:gd name="connsiteY18" fmla="*/ 642809 h 642809"/>
              <a:gd name="connsiteX19" fmla="*/ 772663 w 5671603"/>
              <a:gd name="connsiteY19" fmla="*/ 642809 h 642809"/>
              <a:gd name="connsiteX20" fmla="*/ 498413 w 5671603"/>
              <a:gd name="connsiteY20" fmla="*/ 461024 h 642809"/>
              <a:gd name="connsiteX21" fmla="*/ 370777 w 5671603"/>
              <a:gd name="connsiteY21" fmla="*/ 111760 h 642809"/>
              <a:gd name="connsiteX22" fmla="*/ 9463 w 5671603"/>
              <a:gd name="connsiteY22" fmla="*/ 0 h 642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71603" h="642809">
                <a:moveTo>
                  <a:pt x="9463" y="0"/>
                </a:moveTo>
                <a:lnTo>
                  <a:pt x="772663" y="0"/>
                </a:lnTo>
                <a:lnTo>
                  <a:pt x="1678703" y="0"/>
                </a:lnTo>
                <a:lnTo>
                  <a:pt x="1992767" y="0"/>
                </a:lnTo>
                <a:lnTo>
                  <a:pt x="2565400" y="0"/>
                </a:lnTo>
                <a:lnTo>
                  <a:pt x="2803588" y="0"/>
                </a:lnTo>
                <a:lnTo>
                  <a:pt x="2868015" y="0"/>
                </a:lnTo>
                <a:lnTo>
                  <a:pt x="3106203" y="0"/>
                </a:lnTo>
                <a:lnTo>
                  <a:pt x="3678836" y="0"/>
                </a:lnTo>
                <a:lnTo>
                  <a:pt x="3992900" y="0"/>
                </a:lnTo>
                <a:lnTo>
                  <a:pt x="4898940" y="0"/>
                </a:lnTo>
                <a:lnTo>
                  <a:pt x="5662140" y="0"/>
                </a:lnTo>
                <a:cubicBezTo>
                  <a:pt x="5729121" y="18627"/>
                  <a:pt x="5422799" y="-41277"/>
                  <a:pt x="5300826" y="111760"/>
                </a:cubicBezTo>
                <a:lnTo>
                  <a:pt x="5173190" y="461024"/>
                </a:lnTo>
                <a:cubicBezTo>
                  <a:pt x="5128005" y="567851"/>
                  <a:pt x="5022226" y="642809"/>
                  <a:pt x="4898940" y="642809"/>
                </a:cubicBezTo>
                <a:lnTo>
                  <a:pt x="3992900" y="642809"/>
                </a:lnTo>
                <a:lnTo>
                  <a:pt x="3106203" y="642809"/>
                </a:lnTo>
                <a:lnTo>
                  <a:pt x="2565400" y="642809"/>
                </a:lnTo>
                <a:lnTo>
                  <a:pt x="1678703" y="642809"/>
                </a:lnTo>
                <a:lnTo>
                  <a:pt x="772663" y="642809"/>
                </a:lnTo>
                <a:cubicBezTo>
                  <a:pt x="649377" y="642809"/>
                  <a:pt x="543598" y="567851"/>
                  <a:pt x="498413" y="461024"/>
                </a:cubicBezTo>
                <a:lnTo>
                  <a:pt x="370777" y="111760"/>
                </a:lnTo>
                <a:cubicBezTo>
                  <a:pt x="248804" y="-41277"/>
                  <a:pt x="-57518" y="18627"/>
                  <a:pt x="9463" y="0"/>
                </a:cubicBezTo>
                <a:close/>
              </a:path>
            </a:pathLst>
          </a:custGeom>
          <a:gradFill>
            <a:gsLst>
              <a:gs pos="0">
                <a:schemeClr val="accent2">
                  <a:lumMod val="60000"/>
                  <a:lumOff val="40000"/>
                  <a:alpha val="100000"/>
                </a:schemeClr>
              </a:gs>
              <a:gs pos="100000">
                <a:schemeClr val="accent2">
                  <a:alpha val="100000"/>
                </a:schemeClr>
              </a:gs>
            </a:gsLst>
            <a:lin ang="5400000" scaled="0"/>
          </a:gra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cs typeface="+mn-ea"/>
              <a:sym typeface="+mn-lt"/>
            </a:endParaRPr>
          </a:p>
        </p:txBody>
      </p:sp>
      <p:sp>
        <p:nvSpPr>
          <p:cNvPr id="47" name="形状9"/>
          <p:cNvSpPr/>
          <p:nvPr>
            <p:custDataLst>
              <p:tags r:id="rId14"/>
            </p:custDataLst>
          </p:nvPr>
        </p:nvSpPr>
        <p:spPr>
          <a:xfrm>
            <a:off x="8642728" y="6514713"/>
            <a:ext cx="1360882" cy="54902"/>
          </a:xfrm>
          <a:prstGeom prst="roundRect">
            <a:avLst>
              <a:gd name="adj" fmla="val 50000"/>
            </a:avLst>
          </a:prstGeom>
          <a:solidFill>
            <a:schemeClr val="accent2">
              <a:alpha val="50000"/>
            </a:schemeClr>
          </a:solidFill>
          <a:ln w="3175">
            <a:noFill/>
          </a:ln>
          <a:effectLst>
            <a:outerShdw blurRad="127000" dist="63500" dir="3000000" algn="ctr" rotWithShape="0">
              <a:schemeClr val="bg1">
                <a:lumMod val="5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25000" lnSpcReduction="20000"/>
          </a:bodyPr>
          <a:p>
            <a:pPr algn="ctr"/>
            <a:endParaRPr lang="zh-CN" altLang="en-US" sz="3200" b="1" dirty="0">
              <a:solidFill>
                <a:schemeClr val="lt1"/>
              </a:solidFill>
              <a:effectLst>
                <a:reflection blurRad="6350" stA="26000" endPos="60000" dist="30480" dir="5400000" sy="-100000" algn="bl" rotWithShape="0"/>
              </a:effectLst>
              <a:cs typeface="+mn-ea"/>
              <a:sym typeface="+mn-lt"/>
            </a:endParaRPr>
          </a:p>
        </p:txBody>
      </p:sp>
      <p:sp>
        <p:nvSpPr>
          <p:cNvPr id="48" name="矩形 47"/>
          <p:cNvSpPr/>
          <p:nvPr>
            <p:custDataLst>
              <p:tags r:id="rId15"/>
            </p:custDataLst>
          </p:nvPr>
        </p:nvSpPr>
        <p:spPr>
          <a:xfrm>
            <a:off x="6096000" y="2476500"/>
            <a:ext cx="5822950" cy="3971925"/>
          </a:xfrm>
          <a:prstGeom prst="rect">
            <a:avLst/>
          </a:prstGeom>
          <a:noFill/>
        </p:spPr>
        <p:txBody>
          <a:bodyPr wrap="square" lIns="0" tIns="90170" rIns="0" bIns="0" rtlCol="0" anchor="t" anchorCtr="0">
            <a:noAutofit/>
          </a:bodyPr>
          <a:p>
            <a:pPr>
              <a:lnSpc>
                <a:spcPct val="150000"/>
              </a:lnSpc>
              <a:spcBef>
                <a:spcPct val="0"/>
              </a:spcBef>
              <a:spcAft>
                <a:spcPct val="0"/>
              </a:spcAft>
            </a:pPr>
            <a:r>
              <a:rPr lang="en-US" altLang="en-US" sz="1600" dirty="0">
                <a:ln>
                  <a:noFill/>
                  <a:prstDash val="sysDot"/>
                </a:ln>
                <a:solidFill>
                  <a:schemeClr val="tx1">
                    <a:lumMod val="85000"/>
                    <a:lumOff val="15000"/>
                  </a:schemeClr>
                </a:solidFill>
                <a:latin typeface="+mn-ea"/>
                <a:cs typeface="+mn-ea"/>
                <a:sym typeface="+mn-ea"/>
              </a:rPr>
              <a:t>          </a:t>
            </a:r>
            <a:r>
              <a:rPr lang="zh-CN" altLang="en-US" sz="2400" dirty="0">
                <a:ln>
                  <a:noFill/>
                  <a:prstDash val="sysDot"/>
                </a:ln>
                <a:solidFill>
                  <a:schemeClr val="tx1">
                    <a:lumMod val="85000"/>
                    <a:lumOff val="15000"/>
                  </a:schemeClr>
                </a:solidFill>
                <a:latin typeface="+mn-ea"/>
                <a:cs typeface="+mn-ea"/>
                <a:sym typeface="+mn-ea"/>
              </a:rPr>
              <a:t>第一，集会、游行、示威</a:t>
            </a:r>
            <a:r>
              <a:rPr lang="zh-CN" altLang="en-US" sz="2400" b="1" dirty="0">
                <a:ln>
                  <a:noFill/>
                  <a:prstDash val="sysDot"/>
                </a:ln>
                <a:solidFill>
                  <a:schemeClr val="tx1">
                    <a:lumMod val="85000"/>
                    <a:lumOff val="15000"/>
                  </a:schemeClr>
                </a:solidFill>
                <a:latin typeface="+mn-ea"/>
                <a:cs typeface="+mn-ea"/>
                <a:sym typeface="+mn-ea"/>
              </a:rPr>
              <a:t>应当和平进行</a:t>
            </a:r>
            <a:r>
              <a:rPr lang="zh-CN" altLang="en-US" sz="2400" dirty="0">
                <a:ln>
                  <a:noFill/>
                  <a:prstDash val="sysDot"/>
                </a:ln>
                <a:solidFill>
                  <a:schemeClr val="tx1">
                    <a:lumMod val="85000"/>
                    <a:lumOff val="15000"/>
                  </a:schemeClr>
                </a:solidFill>
                <a:latin typeface="+mn-ea"/>
                <a:cs typeface="+mn-ea"/>
                <a:sym typeface="+mn-ea"/>
              </a:rPr>
              <a:t>，不得携带武器、管制刀具和爆炸物，不得使用暴力或者煽动使用暴力。</a:t>
            </a:r>
            <a:endParaRPr lang="zh-CN" altLang="en-US" sz="2400" dirty="0">
              <a:ln>
                <a:noFill/>
                <a:prstDash val="sysDot"/>
              </a:ln>
              <a:solidFill>
                <a:schemeClr val="tx1">
                  <a:lumMod val="85000"/>
                  <a:lumOff val="15000"/>
                </a:schemeClr>
              </a:solidFill>
              <a:latin typeface="+mn-ea"/>
              <a:cs typeface="+mn-ea"/>
              <a:sym typeface="+mn-ea"/>
            </a:endParaRPr>
          </a:p>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sym typeface="+mn-ea"/>
              </a:rPr>
              <a:t>        </a:t>
            </a:r>
            <a:r>
              <a:rPr lang="zh-CN" altLang="en-US" sz="2400" dirty="0">
                <a:ln>
                  <a:noFill/>
                  <a:prstDash val="sysDot"/>
                </a:ln>
                <a:solidFill>
                  <a:schemeClr val="tx1">
                    <a:lumMod val="85000"/>
                    <a:lumOff val="15000"/>
                  </a:schemeClr>
                </a:solidFill>
                <a:latin typeface="+mn-ea"/>
                <a:cs typeface="+mn-ea"/>
                <a:sym typeface="+mn-ea"/>
              </a:rPr>
              <a:t>第二，</a:t>
            </a:r>
            <a:r>
              <a:rPr lang="zh-CN" altLang="en-US" sz="2400" b="1" dirty="0">
                <a:ln>
                  <a:noFill/>
                  <a:prstDash val="sysDot"/>
                </a:ln>
                <a:solidFill>
                  <a:schemeClr val="tx1">
                    <a:lumMod val="85000"/>
                    <a:lumOff val="15000"/>
                  </a:schemeClr>
                </a:solidFill>
                <a:latin typeface="+mn-ea"/>
                <a:cs typeface="+mn-ea"/>
                <a:sym typeface="+mn-ea"/>
              </a:rPr>
              <a:t>不得妨碍社会公共秩序。</a:t>
            </a:r>
            <a:endParaRPr lang="zh-CN" altLang="en-US" sz="2400" b="1" dirty="0">
              <a:ln>
                <a:noFill/>
                <a:prstDash val="sysDot"/>
              </a:ln>
              <a:solidFill>
                <a:schemeClr val="tx1">
                  <a:lumMod val="85000"/>
                  <a:lumOff val="15000"/>
                </a:schemeClr>
              </a:solidFill>
              <a:latin typeface="+mn-ea"/>
              <a:cs typeface="+mn-ea"/>
              <a:sym typeface="+mn-ea"/>
            </a:endParaRPr>
          </a:p>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sym typeface="+mn-ea"/>
              </a:rPr>
              <a:t>        </a:t>
            </a:r>
            <a:r>
              <a:rPr lang="zh-CN" altLang="en-US" sz="2400" dirty="0">
                <a:ln>
                  <a:noFill/>
                  <a:prstDash val="sysDot"/>
                </a:ln>
                <a:solidFill>
                  <a:schemeClr val="tx1">
                    <a:lumMod val="85000"/>
                    <a:lumOff val="15000"/>
                  </a:schemeClr>
                </a:solidFill>
                <a:latin typeface="+mn-ea"/>
                <a:cs typeface="+mn-ea"/>
                <a:sym typeface="+mn-ea"/>
              </a:rPr>
              <a:t>第三，举行集会、游行、示威，必须依法向主管机关</a:t>
            </a:r>
            <a:r>
              <a:rPr lang="zh-CN" altLang="en-US" sz="2400" b="1" dirty="0">
                <a:ln>
                  <a:noFill/>
                  <a:prstDash val="sysDot"/>
                </a:ln>
                <a:solidFill>
                  <a:schemeClr val="tx1">
                    <a:lumMod val="85000"/>
                    <a:lumOff val="15000"/>
                  </a:schemeClr>
                </a:solidFill>
                <a:latin typeface="+mn-ea"/>
                <a:cs typeface="+mn-ea"/>
                <a:sym typeface="+mn-ea"/>
              </a:rPr>
              <a:t>提出申请并获得许可</a:t>
            </a:r>
            <a:r>
              <a:rPr lang="zh-CN" altLang="en-US" sz="2400" dirty="0">
                <a:ln>
                  <a:noFill/>
                  <a:prstDash val="sysDot"/>
                </a:ln>
                <a:solidFill>
                  <a:schemeClr val="tx1">
                    <a:lumMod val="85000"/>
                    <a:lumOff val="15000"/>
                  </a:schemeClr>
                </a:solidFill>
                <a:latin typeface="+mn-ea"/>
                <a:cs typeface="+mn-ea"/>
                <a:sym typeface="+mn-ea"/>
              </a:rPr>
              <a:t>，同时须符合法律的相关规定。</a:t>
            </a:r>
            <a:endParaRPr lang="zh-CN" altLang="en-US" sz="2400" dirty="0">
              <a:ln>
                <a:noFill/>
                <a:prstDash val="sysDot"/>
              </a:ln>
              <a:solidFill>
                <a:schemeClr val="tx1">
                  <a:lumMod val="85000"/>
                  <a:lumOff val="15000"/>
                </a:schemeClr>
              </a:solidFill>
              <a:latin typeface="+mn-ea"/>
              <a:cs typeface="+mn-ea"/>
              <a:sym typeface="+mn-ea"/>
            </a:endParaRPr>
          </a:p>
        </p:txBody>
      </p:sp>
      <p:sp>
        <p:nvSpPr>
          <p:cNvPr id="49" name="标题"/>
          <p:cNvSpPr txBox="1"/>
          <p:nvPr>
            <p:custDataLst>
              <p:tags r:id="rId16"/>
            </p:custDataLst>
          </p:nvPr>
        </p:nvSpPr>
        <p:spPr>
          <a:xfrm>
            <a:off x="6669405" y="1784985"/>
            <a:ext cx="4531995" cy="564515"/>
          </a:xfrm>
          <a:prstGeom prst="rect">
            <a:avLst/>
          </a:prstGeom>
          <a:noFill/>
        </p:spPr>
        <p:txBody>
          <a:bodyPr wrap="square" lIns="0" tIns="0" rIns="0" bIns="0" rtlCol="0" anchor="ctr">
            <a:noAutofit/>
          </a:bodyPr>
          <a:p>
            <a:pPr algn="ctr"/>
            <a:endParaRPr lang="en-US" altLang="en-US" sz="2000" b="1" spc="300">
              <a:solidFill>
                <a:schemeClr val="accent2"/>
              </a:solidFill>
              <a:latin typeface="+mn-ea"/>
            </a:endParaRPr>
          </a:p>
          <a:p>
            <a:pPr algn="ctr"/>
            <a:r>
              <a:rPr lang="en-US" sz="2800" b="1" spc="300">
                <a:solidFill>
                  <a:schemeClr val="accent2"/>
                </a:solidFill>
                <a:latin typeface="+mn-ea"/>
              </a:rPr>
              <a:t>3</a:t>
            </a:r>
            <a:r>
              <a:rPr lang="zh-CN" altLang="en-US" sz="2800" b="1" spc="300">
                <a:solidFill>
                  <a:schemeClr val="accent2"/>
                </a:solidFill>
                <a:latin typeface="+mn-ea"/>
              </a:rPr>
              <a:t>保障与限制</a:t>
            </a:r>
            <a:endParaRPr lang="zh-CN" altLang="en-US" sz="2000" b="1" spc="300">
              <a:solidFill>
                <a:schemeClr val="accent2"/>
              </a:solidFill>
              <a:latin typeface="+mn-ea"/>
            </a:endParaRPr>
          </a:p>
          <a:p>
            <a:pPr algn="ctr"/>
            <a:endParaRPr lang="zh-CN" altLang="en-US" sz="2000" b="1" spc="300">
              <a:solidFill>
                <a:schemeClr val="accent2"/>
              </a:solidFill>
              <a:latin typeface="+mn-ea"/>
            </a:endParaRPr>
          </a:p>
        </p:txBody>
      </p:sp>
      <p:cxnSp>
        <p:nvCxnSpPr>
          <p:cNvPr id="50" name="直接连接符 49"/>
          <p:cNvCxnSpPr/>
          <p:nvPr>
            <p:custDataLst>
              <p:tags r:id="rId17"/>
            </p:custDataLst>
          </p:nvPr>
        </p:nvCxnSpPr>
        <p:spPr>
          <a:xfrm>
            <a:off x="7039486" y="2399008"/>
            <a:ext cx="4434017" cy="0"/>
          </a:xfrm>
          <a:prstGeom prst="line">
            <a:avLst/>
          </a:prstGeom>
          <a:ln w="19050">
            <a:gradFill>
              <a:gsLst>
                <a:gs pos="100000">
                  <a:schemeClr val="accent2">
                    <a:alpha val="0"/>
                  </a:schemeClr>
                </a:gs>
                <a:gs pos="0">
                  <a:schemeClr val="accent2">
                    <a:alpha val="44000"/>
                  </a:schemeClr>
                </a:gs>
              </a:gsLst>
              <a:path path="circle">
                <a:fillToRect l="50000" t="50000" r="50000" b="50000"/>
              </a:path>
              <a:tileRect/>
            </a:gradFill>
          </a:ln>
          <a:effectLst>
            <a:outerShdw blurRad="50800" dist="25400" dir="5400000" algn="t" rotWithShape="0">
              <a:schemeClr val="accent2">
                <a:lumMod val="75000"/>
                <a:alpha val="16000"/>
              </a:schemeClr>
            </a:outerShdw>
          </a:effectLst>
        </p:spPr>
        <p:style>
          <a:lnRef idx="2">
            <a:schemeClr val="accent1"/>
          </a:lnRef>
          <a:fillRef idx="0">
            <a:srgbClr val="FFFFFF"/>
          </a:fillRef>
          <a:effectRef idx="0">
            <a:srgbClr val="FFFFFF"/>
          </a:effectRef>
          <a:fontRef idx="minor">
            <a:schemeClr val="tx1"/>
          </a:fontRef>
        </p:style>
      </p:cxnSp>
    </p:spTree>
    <p:custDataLst>
      <p:tags r:id="rId18"/>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414655" y="348615"/>
            <a:ext cx="5589905" cy="931545"/>
          </a:xfrm>
        </p:spPr>
        <p:txBody>
          <a:bodyPr>
            <a:normAutofit fontScale="90000"/>
          </a:bodyPr>
          <a:lstStyle/>
          <a:p>
            <a:r>
              <a:rPr lang="zh-CN" altLang="en-US" dirty="0">
                <a:latin typeface="+mn-ea"/>
                <a:ea typeface="+mn-ea"/>
                <a:cs typeface="+mn-cs"/>
              </a:rPr>
              <a:t>多个城市爆发针对日本</a:t>
            </a:r>
            <a:r>
              <a:rPr lang="en-US" altLang="zh-CN" dirty="0">
                <a:latin typeface="+mn-ea"/>
                <a:ea typeface="+mn-ea"/>
                <a:cs typeface="+mn-cs"/>
              </a:rPr>
              <a:t>“</a:t>
            </a:r>
            <a:r>
              <a:rPr lang="zh-CN" altLang="en-US" dirty="0">
                <a:latin typeface="+mn-ea"/>
                <a:ea typeface="+mn-ea"/>
                <a:cs typeface="+mn-cs"/>
              </a:rPr>
              <a:t>钓鱼岛国</a:t>
            </a:r>
            <a:br>
              <a:rPr lang="zh-CN" altLang="en-US" dirty="0">
                <a:latin typeface="+mn-ea"/>
                <a:ea typeface="+mn-ea"/>
                <a:cs typeface="+mn-cs"/>
              </a:rPr>
            </a:br>
            <a:r>
              <a:rPr lang="zh-CN" altLang="en-US" dirty="0">
                <a:latin typeface="+mn-ea"/>
                <a:ea typeface="+mn-ea"/>
                <a:cs typeface="+mn-cs"/>
              </a:rPr>
              <a:t>有化</a:t>
            </a:r>
            <a:r>
              <a:rPr lang="en-US" altLang="zh-CN" dirty="0">
                <a:latin typeface="+mn-ea"/>
                <a:ea typeface="+mn-ea"/>
                <a:cs typeface="+mn-cs"/>
              </a:rPr>
              <a:t>”</a:t>
            </a:r>
            <a:r>
              <a:rPr lang="zh-CN" altLang="en-US" dirty="0">
                <a:latin typeface="+mn-ea"/>
                <a:ea typeface="+mn-ea"/>
                <a:cs typeface="+mn-cs"/>
              </a:rPr>
              <a:t>示威游行事件</a:t>
            </a:r>
            <a:endParaRPr lang="zh-CN" altLang="en-US" dirty="0">
              <a:latin typeface="+mn-ea"/>
              <a:ea typeface="+mn-ea"/>
              <a:cs typeface="+mn-cs"/>
            </a:endParaRPr>
          </a:p>
        </p:txBody>
      </p:sp>
      <p:pic>
        <p:nvPicPr>
          <p:cNvPr id="13" name="图片 12" descr="343439383331313b343532303031393bd2b5bca8b9dcc0ed"/>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847609" y="2156647"/>
            <a:ext cx="344656" cy="344656"/>
          </a:xfrm>
          <a:prstGeom prst="rect">
            <a:avLst/>
          </a:prstGeom>
        </p:spPr>
      </p:pic>
      <p:pic>
        <p:nvPicPr>
          <p:cNvPr id="24" name="图片 23" descr="343439383331313b343532303032303bb8f6c8cbd0c5cfa2"/>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848988" y="5513598"/>
            <a:ext cx="340521" cy="340521"/>
          </a:xfrm>
          <a:prstGeom prst="rect">
            <a:avLst/>
          </a:prstGeom>
        </p:spPr>
      </p:pic>
      <p:sp>
        <p:nvSpPr>
          <p:cNvPr id="5" name="文本框 4"/>
          <p:cNvSpPr txBox="1"/>
          <p:nvPr/>
        </p:nvSpPr>
        <p:spPr>
          <a:xfrm>
            <a:off x="493395" y="1441450"/>
            <a:ext cx="5956935" cy="5029835"/>
          </a:xfrm>
          <a:prstGeom prst="rect">
            <a:avLst/>
          </a:prstGeom>
          <a:noFill/>
        </p:spPr>
        <p:txBody>
          <a:bodyPr wrap="square" rtlCol="0">
            <a:noAutofit/>
          </a:bodyPr>
          <a:p>
            <a:pPr algn="l">
              <a:lnSpc>
                <a:spcPct val="140000"/>
              </a:lnSpc>
            </a:pPr>
            <a:r>
              <a:rPr lang="en-US" altLang="zh-CN" sz="2300" kern="100" dirty="0">
                <a:effectLst/>
                <a:latin typeface="+mn-ea"/>
                <a:cs typeface="江城圆体 400W" panose="020B0500000000000000" pitchFamily="34" charset="-122"/>
              </a:rPr>
              <a:t>       2012</a:t>
            </a:r>
            <a:r>
              <a:rPr lang="zh-CN" altLang="en-US" sz="2300" kern="100" dirty="0">
                <a:effectLst/>
                <a:latin typeface="+mn-ea"/>
                <a:cs typeface="江城圆体 400W" panose="020B0500000000000000" pitchFamily="34" charset="-122"/>
              </a:rPr>
              <a:t>年</a:t>
            </a:r>
            <a:r>
              <a:rPr lang="en-US" altLang="zh-CN" sz="2300" kern="100" dirty="0">
                <a:effectLst/>
                <a:latin typeface="+mn-ea"/>
                <a:cs typeface="江城圆体 400W" panose="020B0500000000000000" pitchFamily="34" charset="-122"/>
              </a:rPr>
              <a:t>9</a:t>
            </a:r>
            <a:r>
              <a:rPr lang="zh-CN" altLang="en-US" sz="2300" kern="100" dirty="0">
                <a:effectLst/>
                <a:latin typeface="+mn-ea"/>
                <a:cs typeface="江城圆体 400W" panose="020B0500000000000000" pitchFamily="34" charset="-122"/>
              </a:rPr>
              <a:t>月</a:t>
            </a:r>
            <a:r>
              <a:rPr lang="en-US" altLang="zh-CN" sz="2300" kern="100" dirty="0">
                <a:effectLst/>
                <a:latin typeface="+mn-ea"/>
                <a:cs typeface="江城圆体 400W" panose="020B0500000000000000" pitchFamily="34" charset="-122"/>
              </a:rPr>
              <a:t>10</a:t>
            </a:r>
            <a:r>
              <a:rPr lang="zh-CN" altLang="en-US" sz="2300" kern="100" dirty="0">
                <a:effectLst/>
                <a:latin typeface="+mn-ea"/>
                <a:cs typeface="江城圆体 400W" panose="020B0500000000000000" pitchFamily="34" charset="-122"/>
              </a:rPr>
              <a:t>日，日本政府不顾中国政府反对，对中国领土钓鱼岛及其附属岛屿实施所谓的</a:t>
            </a:r>
            <a:r>
              <a:rPr lang="en-US" altLang="zh-CN" sz="2300" kern="100" dirty="0">
                <a:effectLst/>
                <a:latin typeface="+mn-ea"/>
                <a:cs typeface="江城圆体 400W" panose="020B0500000000000000" pitchFamily="34" charset="-122"/>
              </a:rPr>
              <a:t>“</a:t>
            </a:r>
            <a:r>
              <a:rPr lang="zh-CN" altLang="en-US" sz="2300" kern="100" dirty="0">
                <a:effectLst/>
                <a:latin typeface="+mn-ea"/>
                <a:cs typeface="江城圆体 400W" panose="020B0500000000000000" pitchFamily="34" charset="-122"/>
              </a:rPr>
              <a:t>国有化</a:t>
            </a:r>
            <a:r>
              <a:rPr lang="en-US" altLang="zh-CN" sz="2300" kern="100" dirty="0">
                <a:effectLst/>
                <a:latin typeface="+mn-ea"/>
                <a:cs typeface="江城圆体 400W" panose="020B0500000000000000" pitchFamily="34" charset="-122"/>
              </a:rPr>
              <a:t>”</a:t>
            </a:r>
            <a:r>
              <a:rPr lang="zh-CN" altLang="en-US" sz="2300" kern="100" dirty="0">
                <a:effectLst/>
                <a:latin typeface="+mn-ea"/>
                <a:cs typeface="江城圆体 400W" panose="020B0500000000000000" pitchFamily="34" charset="-122"/>
              </a:rPr>
              <a:t>。</a:t>
            </a:r>
            <a:r>
              <a:rPr lang="en-US" altLang="zh-CN" sz="2300" kern="100" dirty="0">
                <a:effectLst/>
                <a:latin typeface="+mn-ea"/>
                <a:cs typeface="江城圆体 400W" panose="020B0500000000000000" pitchFamily="34" charset="-122"/>
              </a:rPr>
              <a:t>9</a:t>
            </a:r>
            <a:r>
              <a:rPr lang="zh-CN" altLang="en-US" sz="2300" kern="100" dirty="0">
                <a:effectLst/>
                <a:latin typeface="+mn-ea"/>
                <a:cs typeface="江城圆体 400W" panose="020B0500000000000000" pitchFamily="34" charset="-122"/>
              </a:rPr>
              <a:t>月</a:t>
            </a:r>
            <a:r>
              <a:rPr lang="en-US" altLang="zh-CN" sz="2300" kern="100" dirty="0">
                <a:effectLst/>
                <a:latin typeface="+mn-ea"/>
                <a:cs typeface="江城圆体 400W" panose="020B0500000000000000" pitchFamily="34" charset="-122"/>
              </a:rPr>
              <a:t>11</a:t>
            </a:r>
            <a:r>
              <a:rPr lang="zh-CN" altLang="en-US" sz="2300" kern="100" dirty="0">
                <a:effectLst/>
                <a:latin typeface="+mn-ea"/>
                <a:cs typeface="江城圆体 400W" panose="020B0500000000000000" pitchFamily="34" charset="-122"/>
              </a:rPr>
              <a:t>日</a:t>
            </a:r>
            <a:r>
              <a:rPr lang="en-US" altLang="zh-CN" sz="2300" kern="100" dirty="0">
                <a:effectLst/>
                <a:latin typeface="+mn-ea"/>
                <a:cs typeface="江城圆体 400W" panose="020B0500000000000000" pitchFamily="34" charset="-122"/>
              </a:rPr>
              <a:t>—18</a:t>
            </a:r>
            <a:r>
              <a:rPr lang="zh-CN" altLang="en-US" sz="2300" kern="100" dirty="0">
                <a:effectLst/>
                <a:latin typeface="+mn-ea"/>
                <a:cs typeface="江城圆体 400W" panose="020B0500000000000000" pitchFamily="34" charset="-122"/>
              </a:rPr>
              <a:t>日，全国共有</a:t>
            </a:r>
            <a:r>
              <a:rPr lang="en-US" altLang="zh-CN" sz="2300" kern="100" dirty="0">
                <a:effectLst/>
                <a:latin typeface="+mn-ea"/>
                <a:cs typeface="江城圆体 400W" panose="020B0500000000000000" pitchFamily="34" charset="-122"/>
              </a:rPr>
              <a:t>180</a:t>
            </a:r>
            <a:r>
              <a:rPr lang="zh-CN" altLang="en-US" sz="2300" kern="100" dirty="0">
                <a:effectLst/>
                <a:latin typeface="+mn-ea"/>
                <a:cs typeface="江城圆体 400W" panose="020B0500000000000000" pitchFamily="34" charset="-122"/>
              </a:rPr>
              <a:t>多个城市发生了抗议日本侵占钓鱼岛的示威游行活动。一些地方示威游行活动表现出理性、和平。抗议者打出</a:t>
            </a:r>
            <a:r>
              <a:rPr lang="en-US" altLang="zh-CN" sz="2300" kern="100" dirty="0">
                <a:effectLst/>
                <a:latin typeface="+mn-ea"/>
                <a:cs typeface="江城圆体 400W" panose="020B0500000000000000" pitchFamily="34" charset="-122"/>
              </a:rPr>
              <a:t>“</a:t>
            </a:r>
            <a:r>
              <a:rPr lang="zh-CN" altLang="en-US" sz="2300" kern="100" dirty="0">
                <a:effectLst/>
                <a:latin typeface="+mn-ea"/>
                <a:cs typeface="江城圆体 400W" panose="020B0500000000000000" pitchFamily="34" charset="-122"/>
              </a:rPr>
              <a:t>钓鱼岛是中国的</a:t>
            </a:r>
            <a:r>
              <a:rPr lang="en-US" altLang="zh-CN" sz="2300" kern="100" dirty="0">
                <a:effectLst/>
                <a:latin typeface="+mn-ea"/>
                <a:cs typeface="江城圆体 400W" panose="020B0500000000000000" pitchFamily="34" charset="-122"/>
              </a:rPr>
              <a:t>”</a:t>
            </a:r>
            <a:r>
              <a:rPr lang="zh-CN" altLang="en-US" sz="2300" kern="100" dirty="0">
                <a:effectLst/>
                <a:latin typeface="+mn-ea"/>
                <a:cs typeface="江城圆体 400W" panose="020B0500000000000000" pitchFamily="34" charset="-122"/>
              </a:rPr>
              <a:t>、</a:t>
            </a:r>
            <a:r>
              <a:rPr lang="en-US" altLang="zh-CN" sz="2300" kern="100" dirty="0">
                <a:effectLst/>
                <a:latin typeface="+mn-ea"/>
                <a:cs typeface="江城圆体 400W" panose="020B0500000000000000" pitchFamily="34" charset="-122"/>
              </a:rPr>
              <a:t>“</a:t>
            </a:r>
            <a:r>
              <a:rPr lang="zh-CN" altLang="en-US" sz="2300" kern="100" dirty="0">
                <a:effectLst/>
                <a:latin typeface="+mn-ea"/>
                <a:cs typeface="江城圆体 400W" panose="020B0500000000000000" pitchFamily="34" charset="-122"/>
              </a:rPr>
              <a:t>主权领土不容侵犯</a:t>
            </a:r>
            <a:r>
              <a:rPr lang="en-US" altLang="zh-CN" sz="2300" kern="100" dirty="0">
                <a:effectLst/>
                <a:latin typeface="+mn-ea"/>
                <a:cs typeface="江城圆体 400W" panose="020B0500000000000000" pitchFamily="34" charset="-122"/>
              </a:rPr>
              <a:t>”</a:t>
            </a:r>
            <a:r>
              <a:rPr lang="zh-CN" altLang="en-US" sz="2300" kern="100" dirty="0">
                <a:effectLst/>
                <a:latin typeface="+mn-ea"/>
                <a:cs typeface="江城圆体 400W" panose="020B0500000000000000" pitchFamily="34" charset="-122"/>
              </a:rPr>
              <a:t>等标语，行进队伍秩序井然、并无过激行为。</a:t>
            </a:r>
            <a:r>
              <a:rPr lang="zh-CN" altLang="en-US" sz="2300" b="1" kern="100" dirty="0">
                <a:effectLst/>
                <a:latin typeface="+mn-ea"/>
                <a:cs typeface="江城圆体 400W" panose="020B0500000000000000" pitchFamily="34" charset="-122"/>
              </a:rPr>
              <a:t>警察和志愿者在现场维持秩序，部分路段实施交通管制。</a:t>
            </a:r>
            <a:endParaRPr lang="zh-CN" altLang="en-US" sz="2300" b="1" kern="100" dirty="0">
              <a:effectLst/>
              <a:latin typeface="+mn-ea"/>
              <a:cs typeface="江城圆体 400W" panose="020B0500000000000000" pitchFamily="34" charset="-122"/>
            </a:endParaRPr>
          </a:p>
        </p:txBody>
      </p:sp>
      <p:pic>
        <p:nvPicPr>
          <p:cNvPr id="6" name="图片 5"/>
          <p:cNvPicPr>
            <a:picLocks noChangeAspect="1"/>
          </p:cNvPicPr>
          <p:nvPr/>
        </p:nvPicPr>
        <p:blipFill>
          <a:blip r:embed="rId8"/>
          <a:stretch>
            <a:fillRect/>
          </a:stretch>
        </p:blipFill>
        <p:spPr>
          <a:xfrm>
            <a:off x="6541770" y="-15240"/>
            <a:ext cx="5650230" cy="3708400"/>
          </a:xfrm>
          <a:prstGeom prst="rect">
            <a:avLst/>
          </a:prstGeom>
        </p:spPr>
      </p:pic>
      <p:pic>
        <p:nvPicPr>
          <p:cNvPr id="7" name="图片 6"/>
          <p:cNvPicPr>
            <a:picLocks noChangeAspect="1"/>
          </p:cNvPicPr>
          <p:nvPr/>
        </p:nvPicPr>
        <p:blipFill>
          <a:blip r:embed="rId9"/>
          <a:stretch>
            <a:fillRect/>
          </a:stretch>
        </p:blipFill>
        <p:spPr>
          <a:xfrm>
            <a:off x="6510020" y="3693160"/>
            <a:ext cx="5681980" cy="3164840"/>
          </a:xfrm>
          <a:prstGeom prst="rect">
            <a:avLst/>
          </a:prstGeom>
        </p:spPr>
      </p:pic>
    </p:spTree>
    <p:custDataLst>
      <p:tags r:id="rId10"/>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0" y="8"/>
            <a:ext cx="4238368" cy="68579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3" name="矩形 12"/>
          <p:cNvSpPr/>
          <p:nvPr>
            <p:custDataLst>
              <p:tags r:id="rId2"/>
            </p:custDataLst>
          </p:nvPr>
        </p:nvSpPr>
        <p:spPr>
          <a:xfrm>
            <a:off x="4238365" y="717235"/>
            <a:ext cx="7953635" cy="5423523"/>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6" name="标题 5"/>
          <p:cNvSpPr>
            <a:spLocks noGrp="1"/>
          </p:cNvSpPr>
          <p:nvPr>
            <p:ph type="title"/>
            <p:custDataLst>
              <p:tags r:id="rId3"/>
            </p:custDataLst>
          </p:nvPr>
        </p:nvSpPr>
        <p:spPr>
          <a:xfrm>
            <a:off x="92710" y="2990215"/>
            <a:ext cx="4051935" cy="908685"/>
          </a:xfrm>
        </p:spPr>
        <p:txBody>
          <a:bodyPr>
            <a:noAutofit/>
          </a:bodyPr>
          <a:lstStyle/>
          <a:p>
            <a:pPr algn="ctr"/>
            <a:r>
              <a:rPr lang="zh-CN" altLang="en-US">
                <a:solidFill>
                  <a:schemeClr val="bg2"/>
                </a:solidFill>
                <a:latin typeface="微软雅黑" panose="020B0503020204020204" charset="-122"/>
                <a:ea typeface="微软雅黑" panose="020B0503020204020204" charset="-122"/>
                <a:sym typeface="+mn-ea"/>
              </a:rPr>
              <a:t>三、宗教信仰自由</a:t>
            </a:r>
            <a:br>
              <a:rPr lang="zh-CN" altLang="en-US">
                <a:solidFill>
                  <a:schemeClr val="bg2"/>
                </a:solidFill>
                <a:latin typeface="微软雅黑" panose="020B0503020204020204" charset="-122"/>
                <a:ea typeface="微软雅黑" panose="020B0503020204020204" charset="-122"/>
                <a:sym typeface="+mn-ea"/>
              </a:rPr>
            </a:br>
            <a:r>
              <a:rPr lang="zh-CN" altLang="en-US" sz="2400">
                <a:solidFill>
                  <a:schemeClr val="bg2"/>
                </a:solidFill>
                <a:latin typeface="微软雅黑" panose="020B0503020204020204" charset="-122"/>
                <a:ea typeface="微软雅黑" panose="020B0503020204020204" charset="-122"/>
                <a:sym typeface="+mn-ea"/>
              </a:rPr>
              <a:t>（《宪法》第</a:t>
            </a:r>
            <a:r>
              <a:rPr lang="en-US" altLang="zh-CN" sz="2400">
                <a:solidFill>
                  <a:schemeClr val="bg2"/>
                </a:solidFill>
                <a:latin typeface="微软雅黑" panose="020B0503020204020204" charset="-122"/>
                <a:ea typeface="微软雅黑" panose="020B0503020204020204" charset="-122"/>
                <a:sym typeface="+mn-ea"/>
              </a:rPr>
              <a:t>36</a:t>
            </a:r>
            <a:r>
              <a:rPr lang="zh-CN" altLang="en-US" sz="2400">
                <a:solidFill>
                  <a:schemeClr val="bg2"/>
                </a:solidFill>
                <a:latin typeface="微软雅黑" panose="020B0503020204020204" charset="-122"/>
                <a:ea typeface="微软雅黑" panose="020B0503020204020204" charset="-122"/>
                <a:sym typeface="+mn-ea"/>
              </a:rPr>
              <a:t>条）</a:t>
            </a:r>
            <a:endParaRPr lang="zh-CN" altLang="en-US" sz="2400">
              <a:solidFill>
                <a:schemeClr val="bg2"/>
              </a:solidFill>
              <a:latin typeface="微软雅黑" panose="020B0503020204020204" charset="-122"/>
              <a:ea typeface="微软雅黑" panose="020B0503020204020204" charset="-122"/>
              <a:sym typeface="+mn-ea"/>
            </a:endParaRPr>
          </a:p>
        </p:txBody>
      </p:sp>
      <p:sp>
        <p:nvSpPr>
          <p:cNvPr id="9" name="文本框 8"/>
          <p:cNvSpPr txBox="1"/>
          <p:nvPr>
            <p:custDataLst>
              <p:tags r:id="rId4"/>
            </p:custDataLst>
          </p:nvPr>
        </p:nvSpPr>
        <p:spPr>
          <a:xfrm>
            <a:off x="4779645" y="956945"/>
            <a:ext cx="6911340" cy="4603115"/>
          </a:xfrm>
          <a:prstGeom prst="rect">
            <a:avLst/>
          </a:prstGeom>
          <a:noFill/>
        </p:spPr>
        <p:txBody>
          <a:bodyPr wrap="square" rtlCol="0" anchor="ctr" anchorCtr="0">
            <a:normAutofit/>
          </a:bodyPr>
          <a:lstStyle/>
          <a:p>
            <a:pPr indent="0" algn="just" fontAlgn="auto">
              <a:lnSpc>
                <a:spcPct val="150000"/>
              </a:lnSpc>
              <a:spcAft>
                <a:spcPts val="1200"/>
              </a:spcAft>
              <a:buClr>
                <a:srgbClr val="A6A6A6"/>
              </a:buClr>
              <a:buFont typeface="Wingdings" panose="05000000000000000000" charset="0"/>
              <a:buNone/>
            </a:pPr>
            <a:r>
              <a:rPr lang="en-US" altLang="zh-CN" sz="2400">
                <a:latin typeface="微软雅黑" panose="020B0503020204020204" charset="-122"/>
                <a:ea typeface="微软雅黑" panose="020B0503020204020204" charset="-122"/>
                <a:cs typeface="微软雅黑" panose="020B0503020204020204" charset="-122"/>
                <a:sym typeface="+mn-ea"/>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（一）概念</a:t>
            </a: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公民依据内心的信念，自愿地信仰宗教的自由。</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其含义包括：</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公民有</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信教或者不信教</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的自由，有</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信仰这种宗教或者那种宗教</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的自由，有</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信仰同宗教中的这个教派或那个教派</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的自由，有</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过去不信教而现在信教或者过去信教现在不信教</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的自由。</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endParaRPr lang="en-US" altLang="zh-CN" sz="24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装饰 1"/>
          <p:cNvSpPr/>
          <p:nvPr>
            <p:custDataLst>
              <p:tags r:id="rId1"/>
            </p:custDataLst>
          </p:nvPr>
        </p:nvSpPr>
        <p:spPr>
          <a:xfrm>
            <a:off x="1066809" y="914407"/>
            <a:ext cx="10058481" cy="5029240"/>
          </a:xfrm>
          <a:prstGeom prst="rect">
            <a:avLst/>
          </a:pr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20000"/>
              </a:lnSpc>
              <a:spcBef>
                <a:spcPts val="0"/>
              </a:spcBef>
              <a:spcAft>
                <a:spcPts val="0"/>
              </a:spcAft>
              <a:buClrTx/>
              <a:buSzTx/>
              <a:buFontTx/>
              <a:buNone/>
            </a:pPr>
            <a:endParaRPr kumimoji="1" lang="zh-CN" alt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Arial" panose="020B0604020202020204" pitchFamily="34" charset="0"/>
            </a:endParaRPr>
          </a:p>
        </p:txBody>
      </p:sp>
      <p:cxnSp>
        <p:nvCxnSpPr>
          <p:cNvPr id="9" name="装饰 2"/>
          <p:cNvCxnSpPr/>
          <p:nvPr>
            <p:custDataLst>
              <p:tags r:id="rId2"/>
            </p:custDataLst>
          </p:nvPr>
        </p:nvCxnSpPr>
        <p:spPr>
          <a:xfrm>
            <a:off x="6400851" y="2133617"/>
            <a:ext cx="0" cy="2705100"/>
          </a:xfrm>
          <a:prstGeom prst="line">
            <a:avLst/>
          </a:prstGeom>
          <a:ln w="1270">
            <a:solidFill>
              <a:schemeClr val="lt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任意多边形: 形状 13"/>
          <p:cNvSpPr>
            <a:spLocks noChangeAspect="1"/>
          </p:cNvSpPr>
          <p:nvPr>
            <p:custDataLst>
              <p:tags r:id="rId3"/>
            </p:custDataLst>
          </p:nvPr>
        </p:nvSpPr>
        <p:spPr>
          <a:xfrm rot="10800000">
            <a:off x="5356860" y="480060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Arial" panose="020B0604020202020204" pitchFamily="34" charset="0"/>
              <a:ea typeface="微软雅黑" panose="020B0503020204020204" charset="-122"/>
            </a:endParaRPr>
          </a:p>
        </p:txBody>
      </p:sp>
      <p:sp>
        <p:nvSpPr>
          <p:cNvPr id="22" name="任意多边形: 形状 14"/>
          <p:cNvSpPr>
            <a:spLocks noChangeAspect="1"/>
          </p:cNvSpPr>
          <p:nvPr>
            <p:custDataLst>
              <p:tags r:id="rId4"/>
            </p:custDataLst>
          </p:nvPr>
        </p:nvSpPr>
        <p:spPr>
          <a:xfrm rot="10800000">
            <a:off x="4983480" y="480060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a:latin typeface="Arial" panose="020B0604020202020204" pitchFamily="34" charset="0"/>
              <a:ea typeface="微软雅黑" panose="020B0503020204020204" charset="-122"/>
            </a:endParaRPr>
          </a:p>
        </p:txBody>
      </p:sp>
      <p:sp>
        <p:nvSpPr>
          <p:cNvPr id="27" name="任意多边形: 形状 13"/>
          <p:cNvSpPr>
            <a:spLocks noChangeAspect="1"/>
          </p:cNvSpPr>
          <p:nvPr>
            <p:custDataLst>
              <p:tags r:id="rId5"/>
            </p:custDataLst>
          </p:nvPr>
        </p:nvSpPr>
        <p:spPr>
          <a:xfrm rot="10800000" flipH="1" flipV="1">
            <a:off x="1862455" y="148463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Arial" panose="020B0604020202020204" pitchFamily="34" charset="0"/>
              <a:ea typeface="微软雅黑" panose="020B0503020204020204" charset="-122"/>
            </a:endParaRPr>
          </a:p>
        </p:txBody>
      </p:sp>
      <p:sp>
        <p:nvSpPr>
          <p:cNvPr id="28" name="任意多边形: 形状 14"/>
          <p:cNvSpPr>
            <a:spLocks noChangeAspect="1"/>
          </p:cNvSpPr>
          <p:nvPr>
            <p:custDataLst>
              <p:tags r:id="rId6"/>
            </p:custDataLst>
          </p:nvPr>
        </p:nvSpPr>
        <p:spPr>
          <a:xfrm rot="10800000" flipH="1" flipV="1">
            <a:off x="2235835" y="148463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a:latin typeface="Arial" panose="020B0604020202020204" pitchFamily="34" charset="0"/>
              <a:ea typeface="微软雅黑" panose="020B0503020204020204" charset="-122"/>
            </a:endParaRPr>
          </a:p>
        </p:txBody>
      </p:sp>
      <p:sp>
        <p:nvSpPr>
          <p:cNvPr id="31" name="文本框 30"/>
          <p:cNvSpPr txBox="1"/>
          <p:nvPr>
            <p:custDataLst>
              <p:tags r:id="rId7"/>
            </p:custDataLst>
          </p:nvPr>
        </p:nvSpPr>
        <p:spPr>
          <a:xfrm>
            <a:off x="6520180" y="1311910"/>
            <a:ext cx="4478020" cy="4406265"/>
          </a:xfrm>
          <a:prstGeom prst="rect">
            <a:avLst/>
          </a:prstGeom>
          <a:noFill/>
        </p:spPr>
        <p:txBody>
          <a:bodyPr wrap="square" rtlCol="0" anchor="ctr" anchorCtr="0">
            <a:noAutofit/>
          </a:bodyPr>
          <a:lstStyle/>
          <a:p>
            <a:pPr indent="0" algn="just" fontAlgn="auto">
              <a:lnSpc>
                <a:spcPct val="150000"/>
              </a:lnSpc>
              <a:spcAft>
                <a:spcPts val="1200"/>
              </a:spcAft>
            </a:pPr>
            <a:r>
              <a:rPr lang="en-US" altLang="en-US" sz="24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1.</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保障人的内心自由；</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2.</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社会关系的协调功能；</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3.</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社会生活的自我调整作用；</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4.</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人们精神生活的保护功能。</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pP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3" name="标题 2"/>
          <p:cNvSpPr>
            <a:spLocks noGrp="1"/>
          </p:cNvSpPr>
          <p:nvPr>
            <p:ph type="title"/>
            <p:custDataLst>
              <p:tags r:id="rId8"/>
            </p:custDataLst>
          </p:nvPr>
        </p:nvSpPr>
        <p:spPr>
          <a:xfrm>
            <a:off x="2644775" y="2995295"/>
            <a:ext cx="3756025" cy="866775"/>
          </a:xfrm>
        </p:spPr>
        <p:txBody>
          <a:bodyPr/>
          <a:lstStyle/>
          <a:p>
            <a:r>
              <a:rPr lang="zh-CN" altLang="en-US" sz="2800"/>
              <a:t>（二）功能</a:t>
            </a:r>
            <a:endParaRPr lang="zh-CN" altLang="en-US" sz="2800"/>
          </a:p>
        </p:txBody>
      </p:sp>
    </p:spTree>
    <p:custDataLst>
      <p:tags r:id="rId9"/>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（三）宗教信仰自由的基本原则</a:t>
            </a:r>
            <a:endParaRPr lang="zh-CN" altLang="en-US"/>
          </a:p>
        </p:txBody>
      </p:sp>
      <p:sp useBgFill="1">
        <p:nvSpPr>
          <p:cNvPr id="33" name="矩形: 圆角 32"/>
          <p:cNvSpPr/>
          <p:nvPr>
            <p:custDataLst>
              <p:tags r:id="rId2"/>
            </p:custDataLst>
          </p:nvPr>
        </p:nvSpPr>
        <p:spPr>
          <a:xfrm>
            <a:off x="661988" y="5131167"/>
            <a:ext cx="10751821" cy="1101162"/>
          </a:xfrm>
          <a:prstGeom prst="roundRect">
            <a:avLst>
              <a:gd name="adj" fmla="val 50000"/>
            </a:avLst>
          </a:prstGeom>
          <a:ln w="3175">
            <a:gradFill>
              <a:gsLst>
                <a:gs pos="0">
                  <a:schemeClr val="accent4">
                    <a:lumMod val="60000"/>
                    <a:lumOff val="40000"/>
                    <a:alpha val="35000"/>
                  </a:schemeClr>
                </a:gs>
                <a:gs pos="100000">
                  <a:schemeClr val="accent4">
                    <a:lumMod val="60000"/>
                    <a:lumOff val="40000"/>
                    <a:alpha val="0"/>
                  </a:schemeClr>
                </a:gs>
              </a:gsLst>
              <a:lin ang="5400000" scaled="1"/>
            </a:gradFill>
          </a:ln>
          <a:effectLst>
            <a:outerShdw blurRad="254000" dist="127000" dir="2700000" algn="tl" rotWithShape="0">
              <a:schemeClr val="accent4">
                <a:lumMod val="40000"/>
                <a:lumOff val="6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772000" tIns="118427" rIns="622619" bIns="118428" numCol="1" spcCol="0" rtlCol="0" fromWordArt="0" anchor="ctr" anchorCtr="0" forceAA="0" compatLnSpc="1">
            <a:noAutofit/>
          </a:bodyPr>
          <a:p>
            <a:pPr lvl="0" algn="l">
              <a:lnSpc>
                <a:spcPct val="130000"/>
              </a:lnSpc>
              <a:spcBef>
                <a:spcPts val="0"/>
              </a:spcBef>
              <a:spcAft>
                <a:spcPts val="0"/>
              </a:spcAft>
              <a:buClrTx/>
              <a:buSzTx/>
              <a:buFontTx/>
            </a:pPr>
            <a:endParaRPr lang="zh-CN" altLang="en-US" sz="1600" kern="0" dirty="0">
              <a:ln>
                <a:noFill/>
                <a:prstDash val="sysDot"/>
              </a:ln>
              <a:solidFill>
                <a:schemeClr val="tx1">
                  <a:lumMod val="85000"/>
                  <a:lumOff val="15000"/>
                </a:schemeClr>
              </a:solidFill>
              <a:latin typeface="+mn-ea"/>
              <a:sym typeface="+mn-ea"/>
            </a:endParaRPr>
          </a:p>
        </p:txBody>
      </p:sp>
      <p:sp>
        <p:nvSpPr>
          <p:cNvPr id="14" name="矩形: 圆角 23"/>
          <p:cNvSpPr/>
          <p:nvPr>
            <p:custDataLst>
              <p:tags r:id="rId3"/>
            </p:custDataLst>
          </p:nvPr>
        </p:nvSpPr>
        <p:spPr>
          <a:xfrm>
            <a:off x="661988" y="5131800"/>
            <a:ext cx="10751821" cy="1101162"/>
          </a:xfrm>
          <a:prstGeom prst="roundRect">
            <a:avLst>
              <a:gd name="adj" fmla="val 50000"/>
            </a:avLst>
          </a:prstGeom>
          <a:solidFill>
            <a:schemeClr val="lt1">
              <a:lumMod val="100000"/>
              <a:alpha val="2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772000" tIns="118427" rIns="622619" bIns="118428" numCol="1" spcCol="0" rtlCol="0" fromWordArt="0" anchor="ctr" anchorCtr="0" forceAA="0" compatLnSpc="1">
            <a:noAutofit/>
          </a:bodyPr>
          <a:p>
            <a:pPr marL="0" algn="l" rtl="0" eaLnBrk="1" latinLnBrk="0" hangingPunct="1">
              <a:lnSpc>
                <a:spcPct val="130000"/>
              </a:lnSpc>
              <a:spcBef>
                <a:spcPts val="0"/>
              </a:spcBef>
              <a:spcAft>
                <a:spcPts val="0"/>
              </a:spcAft>
            </a:pPr>
            <a:endParaRPr lang="zh-CN" altLang="zh-CN" sz="1600" dirty="0">
              <a:solidFill>
                <a:schemeClr val="dk1">
                  <a:lumMod val="100000"/>
                </a:schemeClr>
              </a:solidFill>
              <a:effectLst/>
              <a:latin typeface="+mn-ea"/>
              <a:cs typeface="+mn-ea"/>
              <a:sym typeface="+mn-ea"/>
            </a:endParaRPr>
          </a:p>
        </p:txBody>
      </p:sp>
      <p:sp useBgFill="1">
        <p:nvSpPr>
          <p:cNvPr id="31" name="矩形: 圆角 30"/>
          <p:cNvSpPr/>
          <p:nvPr>
            <p:custDataLst>
              <p:tags r:id="rId4"/>
            </p:custDataLst>
          </p:nvPr>
        </p:nvSpPr>
        <p:spPr>
          <a:xfrm>
            <a:off x="661670" y="4023825"/>
            <a:ext cx="10752455" cy="995891"/>
          </a:xfrm>
          <a:prstGeom prst="roundRect">
            <a:avLst>
              <a:gd name="adj" fmla="val 50000"/>
            </a:avLst>
          </a:prstGeom>
          <a:ln w="3175">
            <a:gradFill>
              <a:gsLst>
                <a:gs pos="0">
                  <a:schemeClr val="accent3">
                    <a:lumMod val="60000"/>
                    <a:lumOff val="40000"/>
                    <a:alpha val="35000"/>
                  </a:schemeClr>
                </a:gs>
                <a:gs pos="100000">
                  <a:schemeClr val="accent3">
                    <a:lumMod val="60000"/>
                    <a:lumOff val="40000"/>
                    <a:alpha val="0"/>
                  </a:schemeClr>
                </a:gs>
              </a:gsLst>
              <a:lin ang="5400000" scaled="1"/>
            </a:gradFill>
          </a:ln>
          <a:effectLst>
            <a:outerShdw blurRad="254000" dist="127000" dir="2700000" algn="tl" rotWithShape="0">
              <a:schemeClr val="accent3">
                <a:lumMod val="40000"/>
                <a:lumOff val="6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772000" tIns="118427" rIns="622619" bIns="118428" numCol="1" spcCol="0" rtlCol="0" fromWordArt="0" anchor="ctr" anchorCtr="0" forceAA="0" compatLnSpc="1">
            <a:noAutofit/>
          </a:bodyPr>
          <a:p>
            <a:pPr lvl="0" algn="l">
              <a:lnSpc>
                <a:spcPct val="130000"/>
              </a:lnSpc>
              <a:spcBef>
                <a:spcPts val="0"/>
              </a:spcBef>
              <a:spcAft>
                <a:spcPts val="0"/>
              </a:spcAft>
              <a:buClrTx/>
              <a:buSzTx/>
              <a:buFontTx/>
            </a:pPr>
            <a:endParaRPr lang="zh-CN" altLang="en-US" sz="1600" kern="0" dirty="0">
              <a:ln>
                <a:noFill/>
                <a:prstDash val="sysDot"/>
              </a:ln>
              <a:solidFill>
                <a:schemeClr val="tx1">
                  <a:lumMod val="85000"/>
                  <a:lumOff val="15000"/>
                </a:schemeClr>
              </a:solidFill>
              <a:latin typeface="+mn-ea"/>
              <a:sym typeface="+mn-ea"/>
            </a:endParaRPr>
          </a:p>
        </p:txBody>
      </p:sp>
      <p:sp>
        <p:nvSpPr>
          <p:cNvPr id="15" name="矩形: 圆角 23"/>
          <p:cNvSpPr/>
          <p:nvPr>
            <p:custDataLst>
              <p:tags r:id="rId5"/>
            </p:custDataLst>
          </p:nvPr>
        </p:nvSpPr>
        <p:spPr>
          <a:xfrm>
            <a:off x="662939" y="4070765"/>
            <a:ext cx="10751186" cy="948951"/>
          </a:xfrm>
          <a:prstGeom prst="roundRect">
            <a:avLst>
              <a:gd name="adj" fmla="val 50000"/>
            </a:avLst>
          </a:prstGeom>
          <a:solidFill>
            <a:schemeClr val="lt1">
              <a:lumMod val="100000"/>
              <a:alpha val="2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772000" tIns="118427" rIns="622619" bIns="118428" numCol="1" spcCol="0" rtlCol="0" fromWordArt="0" anchor="ctr" anchorCtr="0" forceAA="0" compatLnSpc="1">
            <a:noAutofit/>
          </a:bodyPr>
          <a:p>
            <a:pPr marL="0" algn="l" rtl="0" eaLnBrk="1" latinLnBrk="0" hangingPunct="1">
              <a:lnSpc>
                <a:spcPct val="130000"/>
              </a:lnSpc>
              <a:spcBef>
                <a:spcPts val="0"/>
              </a:spcBef>
              <a:spcAft>
                <a:spcPts val="0"/>
              </a:spcAft>
            </a:pPr>
            <a:endParaRPr lang="zh-CN" altLang="zh-CN" sz="1600" dirty="0">
              <a:solidFill>
                <a:schemeClr val="dk1">
                  <a:lumMod val="100000"/>
                </a:schemeClr>
              </a:solidFill>
              <a:effectLst/>
              <a:latin typeface="+mn-ea"/>
              <a:cs typeface="+mn-ea"/>
              <a:sym typeface="+mn-ea"/>
            </a:endParaRPr>
          </a:p>
        </p:txBody>
      </p:sp>
      <p:sp useBgFill="1">
        <p:nvSpPr>
          <p:cNvPr id="28" name="矩形: 圆角 27"/>
          <p:cNvSpPr/>
          <p:nvPr>
            <p:custDataLst>
              <p:tags r:id="rId6"/>
            </p:custDataLst>
          </p:nvPr>
        </p:nvSpPr>
        <p:spPr>
          <a:xfrm>
            <a:off x="661988" y="2706334"/>
            <a:ext cx="10751821" cy="1101162"/>
          </a:xfrm>
          <a:prstGeom prst="roundRect">
            <a:avLst>
              <a:gd name="adj" fmla="val 50000"/>
            </a:avLst>
          </a:prstGeom>
          <a:ln w="3175">
            <a:gradFill>
              <a:gsLst>
                <a:gs pos="0">
                  <a:schemeClr val="accent2">
                    <a:lumMod val="60000"/>
                    <a:lumOff val="40000"/>
                    <a:alpha val="35000"/>
                  </a:schemeClr>
                </a:gs>
                <a:gs pos="100000">
                  <a:schemeClr val="accent2">
                    <a:lumMod val="60000"/>
                    <a:lumOff val="40000"/>
                    <a:alpha val="0"/>
                  </a:schemeClr>
                </a:gs>
              </a:gsLst>
              <a:lin ang="5400000" scaled="1"/>
            </a:gradFill>
          </a:ln>
          <a:effectLst>
            <a:outerShdw blurRad="254000" dist="127000" dir="2700000" algn="tl" rotWithShape="0">
              <a:schemeClr val="accent2">
                <a:lumMod val="40000"/>
                <a:lumOff val="6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772000" tIns="118427" rIns="622619" bIns="118428" numCol="1" spcCol="0" rtlCol="0" fromWordArt="0" anchor="ctr" anchorCtr="0" forceAA="0" compatLnSpc="1">
            <a:noAutofit/>
          </a:bodyPr>
          <a:p>
            <a:pPr lvl="0" algn="l">
              <a:lnSpc>
                <a:spcPct val="130000"/>
              </a:lnSpc>
              <a:spcBef>
                <a:spcPts val="0"/>
              </a:spcBef>
              <a:spcAft>
                <a:spcPts val="0"/>
              </a:spcAft>
              <a:buClrTx/>
              <a:buSzTx/>
              <a:buFontTx/>
            </a:pPr>
            <a:endParaRPr lang="zh-CN" altLang="en-US" sz="1600" kern="0" dirty="0">
              <a:ln>
                <a:noFill/>
                <a:prstDash val="sysDot"/>
              </a:ln>
              <a:solidFill>
                <a:schemeClr val="tx1">
                  <a:lumMod val="85000"/>
                  <a:lumOff val="15000"/>
                </a:schemeClr>
              </a:solidFill>
              <a:latin typeface="+mn-ea"/>
              <a:sym typeface="+mn-ea"/>
            </a:endParaRPr>
          </a:p>
        </p:txBody>
      </p:sp>
      <p:sp>
        <p:nvSpPr>
          <p:cNvPr id="23" name="矩形: 圆角 23"/>
          <p:cNvSpPr/>
          <p:nvPr>
            <p:custDataLst>
              <p:tags r:id="rId7"/>
            </p:custDataLst>
          </p:nvPr>
        </p:nvSpPr>
        <p:spPr>
          <a:xfrm>
            <a:off x="695325" y="2671445"/>
            <a:ext cx="10719435" cy="1187450"/>
          </a:xfrm>
          <a:prstGeom prst="roundRect">
            <a:avLst>
              <a:gd name="adj" fmla="val 50000"/>
            </a:avLst>
          </a:prstGeom>
          <a:solidFill>
            <a:schemeClr val="lt1">
              <a:lumMod val="100000"/>
              <a:alpha val="2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772000" tIns="118427" rIns="622619" bIns="118428" numCol="1" spcCol="0" rtlCol="0" fromWordArt="0" anchor="ctr" anchorCtr="0" forceAA="0" compatLnSpc="1">
            <a:noAutofit/>
          </a:bodyPr>
          <a:p>
            <a:pPr marL="0" algn="l" rtl="0" eaLnBrk="1" latinLnBrk="0" hangingPunct="1">
              <a:lnSpc>
                <a:spcPct val="130000"/>
              </a:lnSpc>
              <a:spcBef>
                <a:spcPts val="0"/>
              </a:spcBef>
              <a:spcAft>
                <a:spcPts val="0"/>
              </a:spcAft>
            </a:pPr>
            <a:endParaRPr lang="zh-CN" altLang="zh-CN" sz="1600" dirty="0">
              <a:solidFill>
                <a:schemeClr val="dk1">
                  <a:lumMod val="100000"/>
                </a:schemeClr>
              </a:solidFill>
              <a:effectLst/>
              <a:latin typeface="+mn-ea"/>
              <a:cs typeface="+mn-ea"/>
              <a:sym typeface="+mn-ea"/>
            </a:endParaRPr>
          </a:p>
        </p:txBody>
      </p:sp>
      <p:sp useBgFill="1">
        <p:nvSpPr>
          <p:cNvPr id="24" name="矩形: 圆角 23"/>
          <p:cNvSpPr/>
          <p:nvPr>
            <p:custDataLst>
              <p:tags r:id="rId8"/>
            </p:custDataLst>
          </p:nvPr>
        </p:nvSpPr>
        <p:spPr>
          <a:xfrm>
            <a:off x="661988" y="1493918"/>
            <a:ext cx="10751821" cy="1101162"/>
          </a:xfrm>
          <a:prstGeom prst="roundRect">
            <a:avLst>
              <a:gd name="adj" fmla="val 50000"/>
            </a:avLst>
          </a:prstGeom>
          <a:ln w="3175">
            <a:gradFill>
              <a:gsLst>
                <a:gs pos="0">
                  <a:schemeClr val="accent1">
                    <a:lumMod val="60000"/>
                    <a:lumOff val="40000"/>
                    <a:alpha val="35000"/>
                  </a:schemeClr>
                </a:gs>
                <a:gs pos="100000">
                  <a:schemeClr val="accent1">
                    <a:lumMod val="60000"/>
                    <a:lumOff val="40000"/>
                    <a:alpha val="0"/>
                  </a:schemeClr>
                </a:gs>
              </a:gsLst>
              <a:lin ang="5400000" scaled="1"/>
            </a:gradFill>
          </a:ln>
          <a:effectLst>
            <a:outerShdw blurRad="254000" dist="127000" dir="2700000" algn="tl" rotWithShape="0">
              <a:schemeClr val="accent1">
                <a:lumMod val="40000"/>
                <a:lumOff val="6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772000" tIns="118427" rIns="622619" bIns="118428" numCol="1" spcCol="0" rtlCol="0" fromWordArt="0" anchor="ctr" anchorCtr="0" forceAA="0" compatLnSpc="1">
            <a:noAutofit/>
          </a:bodyPr>
          <a:p>
            <a:pPr marL="0" algn="l" rtl="0" eaLnBrk="1" latinLnBrk="0" hangingPunct="1">
              <a:lnSpc>
                <a:spcPct val="130000"/>
              </a:lnSpc>
              <a:spcBef>
                <a:spcPts val="0"/>
              </a:spcBef>
              <a:spcAft>
                <a:spcPts val="0"/>
              </a:spcAft>
            </a:pPr>
            <a:endParaRPr lang="zh-CN" altLang="zh-CN" sz="1600" dirty="0">
              <a:solidFill>
                <a:schemeClr val="dk1">
                  <a:lumMod val="100000"/>
                </a:schemeClr>
              </a:solidFill>
              <a:effectLst/>
              <a:latin typeface="+mn-ea"/>
              <a:cs typeface="+mn-ea"/>
              <a:sym typeface="+mn-ea"/>
            </a:endParaRPr>
          </a:p>
        </p:txBody>
      </p:sp>
      <p:sp>
        <p:nvSpPr>
          <p:cNvPr id="25" name="矩形: 圆角 23"/>
          <p:cNvSpPr/>
          <p:nvPr>
            <p:custDataLst>
              <p:tags r:id="rId9"/>
            </p:custDataLst>
          </p:nvPr>
        </p:nvSpPr>
        <p:spPr>
          <a:xfrm>
            <a:off x="661988" y="1493918"/>
            <a:ext cx="10751821" cy="1101162"/>
          </a:xfrm>
          <a:prstGeom prst="roundRect">
            <a:avLst>
              <a:gd name="adj" fmla="val 50000"/>
            </a:avLst>
          </a:prstGeom>
          <a:solidFill>
            <a:schemeClr val="lt1">
              <a:lumMod val="100000"/>
              <a:alpha val="2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772000" tIns="118427" rIns="622619" bIns="118428" numCol="1" spcCol="0" rtlCol="0" fromWordArt="0" anchor="ctr" anchorCtr="0" forceAA="0" compatLnSpc="1">
            <a:noAutofit/>
          </a:bodyPr>
          <a:p>
            <a:pPr marL="0" algn="l" rtl="0" eaLnBrk="1" latinLnBrk="0" hangingPunct="1">
              <a:lnSpc>
                <a:spcPct val="130000"/>
              </a:lnSpc>
              <a:spcBef>
                <a:spcPts val="0"/>
              </a:spcBef>
              <a:spcAft>
                <a:spcPts val="0"/>
              </a:spcAft>
            </a:pPr>
            <a:endParaRPr lang="zh-CN" altLang="zh-CN" sz="1600" dirty="0">
              <a:solidFill>
                <a:schemeClr val="dk1">
                  <a:lumMod val="100000"/>
                </a:schemeClr>
              </a:solidFill>
              <a:effectLst/>
              <a:latin typeface="+mn-ea"/>
              <a:cs typeface="+mn-ea"/>
              <a:sym typeface="+mn-ea"/>
            </a:endParaRPr>
          </a:p>
        </p:txBody>
      </p:sp>
      <p:sp>
        <p:nvSpPr>
          <p:cNvPr id="26" name="矩形 13"/>
          <p:cNvSpPr/>
          <p:nvPr>
            <p:custDataLst>
              <p:tags r:id="rId10"/>
            </p:custDataLst>
          </p:nvPr>
        </p:nvSpPr>
        <p:spPr>
          <a:xfrm>
            <a:off x="1234694" y="1584312"/>
            <a:ext cx="2166293" cy="919110"/>
          </a:xfrm>
          <a:prstGeom prst="rect">
            <a:avLst/>
          </a:prstGeom>
          <a:noFill/>
        </p:spPr>
        <p:txBody>
          <a:bodyPr wrap="square" lIns="0" tIns="0" rIns="0" bIns="0" rtlCol="0" anchor="ctr">
            <a:noAutofit/>
          </a:bodyPr>
          <a:p>
            <a:pPr>
              <a:spcBef>
                <a:spcPct val="0"/>
              </a:spcBef>
              <a:spcAft>
                <a:spcPct val="0"/>
              </a:spcAft>
            </a:pPr>
            <a:r>
              <a:rPr lang="zh-CN" altLang="en-US" sz="2400" b="1" dirty="0">
                <a:solidFill>
                  <a:schemeClr val="accent1"/>
                </a:solidFill>
                <a:latin typeface="+mn-ea"/>
                <a:cs typeface="+mn-ea"/>
                <a:sym typeface="+mn-ea"/>
              </a:rPr>
              <a:t>合法性原则</a:t>
            </a:r>
            <a:endParaRPr lang="zh-CN" altLang="en-US" sz="2400" b="1" dirty="0">
              <a:solidFill>
                <a:schemeClr val="accent1"/>
              </a:solidFill>
              <a:latin typeface="+mn-ea"/>
              <a:cs typeface="+mn-ea"/>
              <a:sym typeface="+mn-ea"/>
            </a:endParaRPr>
          </a:p>
        </p:txBody>
      </p:sp>
      <p:sp>
        <p:nvSpPr>
          <p:cNvPr id="27" name="矩形 14"/>
          <p:cNvSpPr/>
          <p:nvPr>
            <p:custDataLst>
              <p:tags r:id="rId11"/>
            </p:custDataLst>
          </p:nvPr>
        </p:nvSpPr>
        <p:spPr>
          <a:xfrm>
            <a:off x="1234694" y="2796728"/>
            <a:ext cx="2166293" cy="919110"/>
          </a:xfrm>
          <a:prstGeom prst="rect">
            <a:avLst/>
          </a:prstGeom>
          <a:noFill/>
        </p:spPr>
        <p:txBody>
          <a:bodyPr wrap="square" lIns="0" tIns="0" rIns="0" bIns="0" rtlCol="0" anchor="ctr">
            <a:noAutofit/>
          </a:bodyPr>
          <a:p>
            <a:pPr>
              <a:spcBef>
                <a:spcPct val="0"/>
              </a:spcBef>
              <a:spcAft>
                <a:spcPct val="0"/>
              </a:spcAft>
            </a:pPr>
            <a:r>
              <a:rPr lang="zh-CN" altLang="en-US" sz="2400" b="1" dirty="0">
                <a:solidFill>
                  <a:schemeClr val="accent2"/>
                </a:solidFill>
                <a:latin typeface="+mn-ea"/>
                <a:cs typeface="+mn-ea"/>
                <a:sym typeface="+mn-ea"/>
              </a:rPr>
              <a:t>政教分离原则</a:t>
            </a:r>
            <a:endParaRPr lang="zh-CN" altLang="en-US" sz="2400" b="1" dirty="0">
              <a:solidFill>
                <a:schemeClr val="accent2"/>
              </a:solidFill>
              <a:latin typeface="+mn-ea"/>
              <a:cs typeface="+mn-ea"/>
              <a:sym typeface="+mn-ea"/>
            </a:endParaRPr>
          </a:p>
        </p:txBody>
      </p:sp>
      <p:sp>
        <p:nvSpPr>
          <p:cNvPr id="29" name="矩形 18"/>
          <p:cNvSpPr/>
          <p:nvPr>
            <p:custDataLst>
              <p:tags r:id="rId12"/>
            </p:custDataLst>
          </p:nvPr>
        </p:nvSpPr>
        <p:spPr>
          <a:xfrm>
            <a:off x="1234466" y="4018116"/>
            <a:ext cx="2166222" cy="910257"/>
          </a:xfrm>
          <a:prstGeom prst="rect">
            <a:avLst/>
          </a:prstGeom>
          <a:noFill/>
        </p:spPr>
        <p:txBody>
          <a:bodyPr wrap="square" lIns="0" tIns="0" rIns="0" bIns="0" rtlCol="0" anchor="ctr">
            <a:noAutofit/>
          </a:bodyPr>
          <a:p>
            <a:pPr>
              <a:spcBef>
                <a:spcPct val="0"/>
              </a:spcBef>
              <a:spcAft>
                <a:spcPct val="0"/>
              </a:spcAft>
            </a:pPr>
            <a:r>
              <a:rPr lang="zh-CN" altLang="en-US" sz="2400" b="1" dirty="0">
                <a:solidFill>
                  <a:schemeClr val="accent3"/>
                </a:solidFill>
                <a:latin typeface="+mn-ea"/>
                <a:cs typeface="+mn-ea"/>
                <a:sym typeface="+mn-ea"/>
              </a:rPr>
              <a:t>各宗教一律平等</a:t>
            </a:r>
            <a:endParaRPr lang="zh-CN" altLang="en-US" sz="2400" b="1" dirty="0">
              <a:solidFill>
                <a:schemeClr val="accent3"/>
              </a:solidFill>
              <a:latin typeface="+mn-ea"/>
              <a:cs typeface="+mn-ea"/>
              <a:sym typeface="+mn-ea"/>
            </a:endParaRPr>
          </a:p>
        </p:txBody>
      </p:sp>
      <p:sp>
        <p:nvSpPr>
          <p:cNvPr id="30" name="矩形 19"/>
          <p:cNvSpPr/>
          <p:nvPr>
            <p:custDataLst>
              <p:tags r:id="rId13"/>
            </p:custDataLst>
          </p:nvPr>
        </p:nvSpPr>
        <p:spPr>
          <a:xfrm>
            <a:off x="1234694" y="5221561"/>
            <a:ext cx="2166293" cy="919110"/>
          </a:xfrm>
          <a:prstGeom prst="rect">
            <a:avLst/>
          </a:prstGeom>
          <a:noFill/>
        </p:spPr>
        <p:txBody>
          <a:bodyPr wrap="square" lIns="0" tIns="0" rIns="0" bIns="0" rtlCol="0" anchor="ctr">
            <a:noAutofit/>
          </a:bodyPr>
          <a:p>
            <a:pPr>
              <a:spcBef>
                <a:spcPct val="0"/>
              </a:spcBef>
              <a:spcAft>
                <a:spcPct val="0"/>
              </a:spcAft>
            </a:pPr>
            <a:r>
              <a:rPr lang="zh-CN" altLang="en-US" sz="2400" b="1">
                <a:solidFill>
                  <a:schemeClr val="accent4"/>
                </a:solidFill>
                <a:latin typeface="+mn-ea"/>
                <a:cs typeface="+mn-ea"/>
                <a:sym typeface="+mn-ea"/>
              </a:rPr>
              <a:t>独立办教原则</a:t>
            </a:r>
            <a:endParaRPr lang="zh-CN" altLang="en-US" sz="2400" b="1">
              <a:solidFill>
                <a:schemeClr val="accent4"/>
              </a:solidFill>
              <a:latin typeface="+mn-ea"/>
              <a:cs typeface="+mn-ea"/>
              <a:sym typeface="+mn-ea"/>
            </a:endParaRPr>
          </a:p>
        </p:txBody>
      </p:sp>
      <p:sp>
        <p:nvSpPr>
          <p:cNvPr id="32" name="正文"/>
          <p:cNvSpPr txBox="1"/>
          <p:nvPr>
            <p:custDataLst>
              <p:tags r:id="rId14"/>
            </p:custDataLst>
          </p:nvPr>
        </p:nvSpPr>
        <p:spPr>
          <a:xfrm>
            <a:off x="3553523" y="1593486"/>
            <a:ext cx="7688632" cy="900937"/>
          </a:xfrm>
          <a:prstGeom prst="rect">
            <a:avLst/>
          </a:prstGeom>
          <a:noFill/>
        </p:spPr>
        <p:txBody>
          <a:bodyPr wrap="square" lIns="0" tIns="0" rIns="0" bIns="0" rtlCol="0" anchor="ctr" anchorCtr="0">
            <a:noAutofit/>
          </a:bodyPr>
          <a:p>
            <a:pPr indent="0" algn="l" fontAlgn="auto">
              <a:lnSpc>
                <a:spcPct val="130000"/>
              </a:lnSpc>
            </a:pPr>
            <a:r>
              <a:rPr lang="zh-CN" altLang="en-US" sz="2400" dirty="0">
                <a:solidFill>
                  <a:schemeClr val="tx1">
                    <a:lumMod val="85000"/>
                    <a:lumOff val="15000"/>
                  </a:schemeClr>
                </a:solidFill>
                <a:effectLst/>
                <a:latin typeface="+mn-ea"/>
                <a:cs typeface="+mn-ea"/>
                <a:sym typeface="+mn-ea"/>
              </a:rPr>
              <a:t>公民既享有宪法和法律规定的宗教信仰自由，也要承担宪法和法律规定的义务。</a:t>
            </a:r>
            <a:endParaRPr lang="zh-CN" altLang="en-US" sz="2400" dirty="0">
              <a:solidFill>
                <a:schemeClr val="tx1">
                  <a:lumMod val="85000"/>
                  <a:lumOff val="15000"/>
                </a:schemeClr>
              </a:solidFill>
              <a:effectLst/>
              <a:latin typeface="+mn-ea"/>
              <a:cs typeface="+mn-ea"/>
              <a:sym typeface="+mn-ea"/>
            </a:endParaRPr>
          </a:p>
        </p:txBody>
      </p:sp>
      <p:sp>
        <p:nvSpPr>
          <p:cNvPr id="35" name="正文"/>
          <p:cNvSpPr txBox="1"/>
          <p:nvPr>
            <p:custDataLst>
              <p:tags r:id="rId15"/>
            </p:custDataLst>
          </p:nvPr>
        </p:nvSpPr>
        <p:spPr>
          <a:xfrm>
            <a:off x="3553460" y="2770505"/>
            <a:ext cx="7688580" cy="1123950"/>
          </a:xfrm>
          <a:prstGeom prst="rect">
            <a:avLst/>
          </a:prstGeom>
          <a:noFill/>
        </p:spPr>
        <p:txBody>
          <a:bodyPr wrap="square" lIns="0" tIns="0" rIns="0" bIns="0" rtlCol="0" anchor="ctr" anchorCtr="0">
            <a:noAutofit/>
          </a:bodyPr>
          <a:p>
            <a:pPr indent="0" algn="l" fontAlgn="auto">
              <a:lnSpc>
                <a:spcPct val="130000"/>
              </a:lnSpc>
            </a:pPr>
            <a:r>
              <a:rPr lang="zh-CN" altLang="en-US" sz="2400" dirty="0">
                <a:solidFill>
                  <a:schemeClr val="tx1">
                    <a:lumMod val="85000"/>
                    <a:lumOff val="15000"/>
                  </a:schemeClr>
                </a:solidFill>
                <a:effectLst/>
                <a:latin typeface="+mn-ea"/>
                <a:cs typeface="+mn-ea"/>
                <a:sym typeface="+mn-ea"/>
              </a:rPr>
              <a:t>国家不能动用自己的资源支持或压制任何宗教、教派，如禁设国教、国家中立、不以公权力身份进行特定宗教的教育或宗教活动。</a:t>
            </a:r>
            <a:endParaRPr lang="zh-CN" altLang="en-US" sz="2400" dirty="0">
              <a:solidFill>
                <a:schemeClr val="tx1">
                  <a:lumMod val="85000"/>
                  <a:lumOff val="15000"/>
                </a:schemeClr>
              </a:solidFill>
              <a:effectLst/>
              <a:latin typeface="+mn-ea"/>
              <a:cs typeface="+mn-ea"/>
              <a:sym typeface="+mn-ea"/>
            </a:endParaRPr>
          </a:p>
        </p:txBody>
      </p:sp>
      <p:sp>
        <p:nvSpPr>
          <p:cNvPr id="36" name="正文"/>
          <p:cNvSpPr txBox="1"/>
          <p:nvPr>
            <p:custDataLst>
              <p:tags r:id="rId16"/>
            </p:custDataLst>
          </p:nvPr>
        </p:nvSpPr>
        <p:spPr>
          <a:xfrm>
            <a:off x="3571956" y="4159570"/>
            <a:ext cx="7842169" cy="619736"/>
          </a:xfrm>
          <a:prstGeom prst="rect">
            <a:avLst/>
          </a:prstGeom>
          <a:noFill/>
        </p:spPr>
        <p:txBody>
          <a:bodyPr wrap="square" lIns="0" tIns="0" rIns="0" bIns="0" rtlCol="0" anchor="ctr" anchorCtr="0">
            <a:noAutofit/>
          </a:bodyPr>
          <a:p>
            <a:pPr indent="0" algn="l" fontAlgn="auto">
              <a:lnSpc>
                <a:spcPct val="130000"/>
              </a:lnSpc>
            </a:pPr>
            <a:r>
              <a:rPr lang="zh-CN" altLang="en-US" sz="2400" dirty="0">
                <a:solidFill>
                  <a:schemeClr val="tx1">
                    <a:lumMod val="85000"/>
                    <a:lumOff val="15000"/>
                  </a:schemeClr>
                </a:solidFill>
                <a:effectLst/>
                <a:latin typeface="+mn-ea"/>
                <a:cs typeface="+mn-ea"/>
                <a:sym typeface="+mn-ea"/>
              </a:rPr>
              <a:t>法律对各种宗教的保护一视同仁</a:t>
            </a:r>
            <a:endParaRPr lang="zh-CN" altLang="en-US" sz="2400" dirty="0">
              <a:solidFill>
                <a:schemeClr val="tx1">
                  <a:lumMod val="85000"/>
                  <a:lumOff val="15000"/>
                </a:schemeClr>
              </a:solidFill>
              <a:effectLst/>
              <a:latin typeface="+mn-ea"/>
              <a:cs typeface="+mn-ea"/>
              <a:sym typeface="+mn-ea"/>
            </a:endParaRPr>
          </a:p>
        </p:txBody>
      </p:sp>
      <p:sp>
        <p:nvSpPr>
          <p:cNvPr id="38" name="正文"/>
          <p:cNvSpPr txBox="1"/>
          <p:nvPr>
            <p:custDataLst>
              <p:tags r:id="rId17"/>
            </p:custDataLst>
          </p:nvPr>
        </p:nvSpPr>
        <p:spPr>
          <a:xfrm>
            <a:off x="3553460" y="5231765"/>
            <a:ext cx="7102475" cy="901065"/>
          </a:xfrm>
          <a:prstGeom prst="rect">
            <a:avLst/>
          </a:prstGeom>
          <a:noFill/>
        </p:spPr>
        <p:txBody>
          <a:bodyPr wrap="square" lIns="0" tIns="0" rIns="0" bIns="0" rtlCol="0" anchor="ctr" anchorCtr="0">
            <a:noAutofit/>
          </a:bodyPr>
          <a:p>
            <a:pPr indent="0" algn="l" fontAlgn="auto">
              <a:lnSpc>
                <a:spcPct val="130000"/>
              </a:lnSpc>
            </a:pPr>
            <a:r>
              <a:rPr lang="zh-CN" altLang="en-US" sz="2400" dirty="0">
                <a:solidFill>
                  <a:schemeClr val="tx1">
                    <a:lumMod val="85000"/>
                    <a:lumOff val="15000"/>
                  </a:schemeClr>
                </a:solidFill>
                <a:effectLst/>
                <a:latin typeface="+mn-ea"/>
                <a:cs typeface="+mn-ea"/>
                <a:sym typeface="+mn-ea"/>
              </a:rPr>
              <a:t>我国对宗教实行独立自主自办的方针，反对外来势力支配与干涉中国宗教的内部事务。</a:t>
            </a:r>
            <a:endParaRPr lang="zh-CN" altLang="en-US" sz="2400" dirty="0">
              <a:solidFill>
                <a:schemeClr val="tx1">
                  <a:lumMod val="85000"/>
                  <a:lumOff val="15000"/>
                </a:schemeClr>
              </a:solidFill>
              <a:effectLst/>
              <a:latin typeface="+mn-ea"/>
              <a:cs typeface="+mn-ea"/>
              <a:sym typeface="+mn-ea"/>
            </a:endParaRPr>
          </a:p>
        </p:txBody>
      </p:sp>
    </p:spTree>
    <p:custDataLst>
      <p:tags r:id="rId18"/>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0" y="8"/>
            <a:ext cx="4238368" cy="68579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3" name="矩形 12"/>
          <p:cNvSpPr/>
          <p:nvPr>
            <p:custDataLst>
              <p:tags r:id="rId2"/>
            </p:custDataLst>
          </p:nvPr>
        </p:nvSpPr>
        <p:spPr>
          <a:xfrm>
            <a:off x="4238365" y="717235"/>
            <a:ext cx="7953635" cy="5423523"/>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6" name="标题 5"/>
          <p:cNvSpPr>
            <a:spLocks noGrp="1"/>
          </p:cNvSpPr>
          <p:nvPr>
            <p:ph type="title"/>
            <p:custDataLst>
              <p:tags r:id="rId3"/>
            </p:custDataLst>
          </p:nvPr>
        </p:nvSpPr>
        <p:spPr>
          <a:xfrm>
            <a:off x="92710" y="2990215"/>
            <a:ext cx="4051935" cy="908685"/>
          </a:xfrm>
        </p:spPr>
        <p:txBody>
          <a:bodyPr>
            <a:noAutofit/>
          </a:bodyPr>
          <a:lstStyle/>
          <a:p>
            <a:pPr algn="ctr"/>
            <a:r>
              <a:rPr lang="zh-CN" altLang="en-US">
                <a:solidFill>
                  <a:schemeClr val="bg2"/>
                </a:solidFill>
                <a:latin typeface="微软雅黑" panose="020B0503020204020204" charset="-122"/>
                <a:ea typeface="微软雅黑" panose="020B0503020204020204" charset="-122"/>
                <a:sym typeface="+mn-ea"/>
              </a:rPr>
              <a:t>四、人身自由</a:t>
            </a:r>
            <a:br>
              <a:rPr lang="zh-CN" altLang="en-US">
                <a:solidFill>
                  <a:schemeClr val="bg2"/>
                </a:solidFill>
                <a:latin typeface="微软雅黑" panose="020B0503020204020204" charset="-122"/>
                <a:ea typeface="微软雅黑" panose="020B0503020204020204" charset="-122"/>
                <a:sym typeface="+mn-ea"/>
              </a:rPr>
            </a:br>
            <a:r>
              <a:rPr lang="zh-CN" altLang="en-US" sz="2400">
                <a:solidFill>
                  <a:schemeClr val="bg2"/>
                </a:solidFill>
                <a:latin typeface="微软雅黑" panose="020B0503020204020204" charset="-122"/>
                <a:ea typeface="微软雅黑" panose="020B0503020204020204" charset="-122"/>
                <a:sym typeface="+mn-ea"/>
              </a:rPr>
              <a:t>（《宪法》第</a:t>
            </a:r>
            <a:r>
              <a:rPr lang="en-US" altLang="zh-CN" sz="2400">
                <a:solidFill>
                  <a:schemeClr val="bg2"/>
                </a:solidFill>
                <a:latin typeface="微软雅黑" panose="020B0503020204020204" charset="-122"/>
                <a:ea typeface="微软雅黑" panose="020B0503020204020204" charset="-122"/>
                <a:sym typeface="+mn-ea"/>
              </a:rPr>
              <a:t> 37-40 </a:t>
            </a:r>
            <a:r>
              <a:rPr lang="zh-CN" altLang="en-US" sz="2400">
                <a:solidFill>
                  <a:schemeClr val="bg2"/>
                </a:solidFill>
                <a:latin typeface="微软雅黑" panose="020B0503020204020204" charset="-122"/>
                <a:ea typeface="微软雅黑" panose="020B0503020204020204" charset="-122"/>
                <a:sym typeface="+mn-ea"/>
              </a:rPr>
              <a:t>条）</a:t>
            </a:r>
            <a:endParaRPr lang="zh-CN" altLang="en-US" sz="2400">
              <a:solidFill>
                <a:schemeClr val="bg2"/>
              </a:solidFill>
              <a:latin typeface="微软雅黑" panose="020B0503020204020204" charset="-122"/>
              <a:ea typeface="微软雅黑" panose="020B0503020204020204" charset="-122"/>
              <a:sym typeface="+mn-ea"/>
            </a:endParaRPr>
          </a:p>
        </p:txBody>
      </p:sp>
      <p:sp>
        <p:nvSpPr>
          <p:cNvPr id="9" name="文本框 8"/>
          <p:cNvSpPr txBox="1"/>
          <p:nvPr>
            <p:custDataLst>
              <p:tags r:id="rId4"/>
            </p:custDataLst>
          </p:nvPr>
        </p:nvSpPr>
        <p:spPr>
          <a:xfrm>
            <a:off x="4779645" y="956945"/>
            <a:ext cx="6911340" cy="4603115"/>
          </a:xfrm>
          <a:prstGeom prst="rect">
            <a:avLst/>
          </a:prstGeom>
          <a:noFill/>
        </p:spPr>
        <p:txBody>
          <a:bodyPr wrap="square" rtlCol="0" anchor="ctr" anchorCtr="0">
            <a:normAutofit fontScale="90000" lnSpcReduction="10000"/>
          </a:bodyPr>
          <a:lstStyle/>
          <a:p>
            <a:pPr indent="0" algn="just" fontAlgn="auto">
              <a:lnSpc>
                <a:spcPct val="150000"/>
              </a:lnSpc>
              <a:spcAft>
                <a:spcPts val="1200"/>
              </a:spcAft>
              <a:buClr>
                <a:srgbClr val="A6A6A6"/>
              </a:buClr>
              <a:buFont typeface="Wingdings" panose="05000000000000000000" charset="0"/>
              <a:buNone/>
            </a:pPr>
            <a:r>
              <a:rPr lang="en-US" altLang="zh-CN" sz="2400">
                <a:latin typeface="微软雅黑" panose="020B0503020204020204" charset="-122"/>
                <a:ea typeface="微软雅黑" panose="020B0503020204020204" charset="-122"/>
                <a:cs typeface="微软雅黑" panose="020B0503020204020204" charset="-122"/>
                <a:sym typeface="+mn-ea"/>
              </a:rPr>
              <a:t>     </a:t>
            </a: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人身自由包括狭义和广义两方面。</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狭义的人身自由</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主要指公民的身体不受非法侵犯。</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广义的人身自由</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则还包括与狭义人身自由相关联的</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生命权、人格尊严、住宅不受侵犯、通信自由和通信秘密等</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与公民个人生活有关的权利和自由。</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人身自由是公民参加各种社会活动和实际享受其他权利的</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前提</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（一）生命权</a:t>
            </a:r>
            <a:endParaRPr lang="zh-CN" altLang="en-US"/>
          </a:p>
        </p:txBody>
      </p:sp>
      <p:sp>
        <p:nvSpPr>
          <p:cNvPr id="319" name="任意多边形: 形状 3"/>
          <p:cNvSpPr/>
          <p:nvPr>
            <p:custDataLst>
              <p:tags r:id="rId2"/>
            </p:custDataLst>
          </p:nvPr>
        </p:nvSpPr>
        <p:spPr>
          <a:xfrm rot="10800000">
            <a:off x="6479324" y="2843595"/>
            <a:ext cx="5191341" cy="3624346"/>
          </a:xfrm>
          <a:custGeom>
            <a:avLst/>
            <a:gdLst>
              <a:gd name="connsiteX0" fmla="*/ 2584395 w 2695478"/>
              <a:gd name="connsiteY0" fmla="*/ 1854489 h 1854489"/>
              <a:gd name="connsiteX1" fmla="*/ 111083 w 2695478"/>
              <a:gd name="connsiteY1" fmla="*/ 1854489 h 1854489"/>
              <a:gd name="connsiteX2" fmla="*/ 0 w 2695478"/>
              <a:gd name="connsiteY2" fmla="*/ 1743406 h 1854489"/>
              <a:gd name="connsiteX3" fmla="*/ 0 w 2695478"/>
              <a:gd name="connsiteY3" fmla="*/ 362180 h 1854489"/>
              <a:gd name="connsiteX4" fmla="*/ 111083 w 2695478"/>
              <a:gd name="connsiteY4" fmla="*/ 251097 h 1854489"/>
              <a:gd name="connsiteX5" fmla="*/ 1139340 w 2695478"/>
              <a:gd name="connsiteY5" fmla="*/ 251097 h 1854489"/>
              <a:gd name="connsiteX6" fmla="*/ 1347740 w 2695478"/>
              <a:gd name="connsiteY6" fmla="*/ 0 h 1854489"/>
              <a:gd name="connsiteX7" fmla="*/ 1556139 w 2695478"/>
              <a:gd name="connsiteY7" fmla="*/ 251097 h 1854489"/>
              <a:gd name="connsiteX8" fmla="*/ 2584395 w 2695478"/>
              <a:gd name="connsiteY8" fmla="*/ 251097 h 1854489"/>
              <a:gd name="connsiteX9" fmla="*/ 2695478 w 2695478"/>
              <a:gd name="connsiteY9" fmla="*/ 362180 h 1854489"/>
              <a:gd name="connsiteX10" fmla="*/ 2695478 w 2695478"/>
              <a:gd name="connsiteY10" fmla="*/ 1743406 h 1854489"/>
              <a:gd name="connsiteX11" fmla="*/ 2584395 w 2695478"/>
              <a:gd name="connsiteY11" fmla="*/ 1854489 h 1854489"/>
              <a:gd name="connsiteX0-1" fmla="*/ 2584395 w 2695478"/>
              <a:gd name="connsiteY0-2" fmla="*/ 1865811 h 1865811"/>
              <a:gd name="connsiteX1-3" fmla="*/ 111083 w 2695478"/>
              <a:gd name="connsiteY1-4" fmla="*/ 1865811 h 1865811"/>
              <a:gd name="connsiteX2-5" fmla="*/ 0 w 2695478"/>
              <a:gd name="connsiteY2-6" fmla="*/ 1754728 h 1865811"/>
              <a:gd name="connsiteX3-7" fmla="*/ 0 w 2695478"/>
              <a:gd name="connsiteY3-8" fmla="*/ 373502 h 1865811"/>
              <a:gd name="connsiteX4-9" fmla="*/ 111083 w 2695478"/>
              <a:gd name="connsiteY4-10" fmla="*/ 262419 h 1865811"/>
              <a:gd name="connsiteX5-11" fmla="*/ 1139340 w 2695478"/>
              <a:gd name="connsiteY5-12" fmla="*/ 262419 h 1865811"/>
              <a:gd name="connsiteX6-13" fmla="*/ 1575299 w 2695478"/>
              <a:gd name="connsiteY6-14" fmla="*/ 0 h 1865811"/>
              <a:gd name="connsiteX7-15" fmla="*/ 1556139 w 2695478"/>
              <a:gd name="connsiteY7-16" fmla="*/ 262419 h 1865811"/>
              <a:gd name="connsiteX8-17" fmla="*/ 2584395 w 2695478"/>
              <a:gd name="connsiteY8-18" fmla="*/ 262419 h 1865811"/>
              <a:gd name="connsiteX9-19" fmla="*/ 2695478 w 2695478"/>
              <a:gd name="connsiteY9-20" fmla="*/ 373502 h 1865811"/>
              <a:gd name="connsiteX10-21" fmla="*/ 2695478 w 2695478"/>
              <a:gd name="connsiteY10-22" fmla="*/ 1754728 h 1865811"/>
              <a:gd name="connsiteX11-23" fmla="*/ 2584395 w 2695478"/>
              <a:gd name="connsiteY11-24" fmla="*/ 1865811 h 18658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Lst>
            <a:rect l="l" t="t" r="r" b="b"/>
            <a:pathLst>
              <a:path w="2695478" h="1865811">
                <a:moveTo>
                  <a:pt x="2584395" y="1865811"/>
                </a:moveTo>
                <a:lnTo>
                  <a:pt x="111083" y="1865811"/>
                </a:lnTo>
                <a:cubicBezTo>
                  <a:pt x="49734" y="1865811"/>
                  <a:pt x="0" y="1816077"/>
                  <a:pt x="0" y="1754728"/>
                </a:cubicBezTo>
                <a:lnTo>
                  <a:pt x="0" y="373502"/>
                </a:lnTo>
                <a:cubicBezTo>
                  <a:pt x="0" y="312153"/>
                  <a:pt x="49734" y="262419"/>
                  <a:pt x="111083" y="262419"/>
                </a:cubicBezTo>
                <a:lnTo>
                  <a:pt x="1139340" y="262419"/>
                </a:lnTo>
                <a:lnTo>
                  <a:pt x="1575299" y="0"/>
                </a:lnTo>
                <a:lnTo>
                  <a:pt x="1556139" y="262419"/>
                </a:lnTo>
                <a:lnTo>
                  <a:pt x="2584395" y="262419"/>
                </a:lnTo>
                <a:cubicBezTo>
                  <a:pt x="2645744" y="262419"/>
                  <a:pt x="2695478" y="312153"/>
                  <a:pt x="2695478" y="373502"/>
                </a:cubicBezTo>
                <a:lnTo>
                  <a:pt x="2695478" y="1754728"/>
                </a:lnTo>
                <a:cubicBezTo>
                  <a:pt x="2695478" y="1816077"/>
                  <a:pt x="2645744" y="1865811"/>
                  <a:pt x="2584395" y="1865811"/>
                </a:cubicBezTo>
                <a:close/>
              </a:path>
            </a:pathLst>
          </a:custGeom>
          <a:solidFill>
            <a:srgbClr val="FFFFFF">
              <a:alpha val="15000"/>
            </a:srgbClr>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solidFill>
                <a:schemeClr val="lt1"/>
              </a:solidFill>
            </a:endParaRPr>
          </a:p>
        </p:txBody>
      </p:sp>
      <p:sp>
        <p:nvSpPr>
          <p:cNvPr id="320" name="矩形 319"/>
          <p:cNvSpPr/>
          <p:nvPr>
            <p:custDataLst>
              <p:tags r:id="rId3"/>
            </p:custDataLst>
          </p:nvPr>
        </p:nvSpPr>
        <p:spPr>
          <a:xfrm>
            <a:off x="7043528" y="3161587"/>
            <a:ext cx="4306178" cy="2380277"/>
          </a:xfrm>
          <a:prstGeom prst="rect">
            <a:avLst/>
          </a:prstGeom>
          <a:noFill/>
        </p:spPr>
        <p:txBody>
          <a:bodyPr vert="horz" wrap="square" lIns="0" tIns="0" rIns="0" bIns="0" rtlCol="0" anchor="ctr" anchorCtr="0">
            <a:noAutofit/>
          </a:bodyPr>
          <a:p>
            <a:pPr algn="just">
              <a:lnSpc>
                <a:spcPct val="150000"/>
              </a:lnSpc>
              <a:spcBef>
                <a:spcPct val="0"/>
              </a:spcBef>
              <a:spcAft>
                <a:spcPct val="0"/>
              </a:spcAft>
            </a:pPr>
            <a:r>
              <a:rPr lang="zh-CN" altLang="en-US" sz="2800" b="1" dirty="0">
                <a:solidFill>
                  <a:srgbClr val="FF0000"/>
                </a:solidFill>
                <a:latin typeface="+mn-ea"/>
                <a:cs typeface="+mn-ea"/>
                <a:sym typeface="+mn-ea"/>
              </a:rPr>
              <a:t>思考：</a:t>
            </a:r>
            <a:r>
              <a:rPr lang="zh-CN" altLang="en-US" sz="2400" dirty="0">
                <a:solidFill>
                  <a:schemeClr val="tx1">
                    <a:lumMod val="85000"/>
                    <a:lumOff val="15000"/>
                  </a:schemeClr>
                </a:solidFill>
                <a:latin typeface="+mn-ea"/>
                <a:cs typeface="+mn-ea"/>
                <a:sym typeface="+mn-ea"/>
              </a:rPr>
              <a:t>生命权是否应当限制？如何看待死刑？如何看待自杀？国家能否禁止自杀？</a:t>
            </a:r>
            <a:endParaRPr lang="zh-CN" altLang="en-US" sz="2400" dirty="0">
              <a:solidFill>
                <a:schemeClr val="tx1">
                  <a:lumMod val="85000"/>
                  <a:lumOff val="15000"/>
                </a:schemeClr>
              </a:solidFill>
              <a:latin typeface="+mn-ea"/>
              <a:cs typeface="+mn-ea"/>
              <a:sym typeface="+mn-ea"/>
            </a:endParaRPr>
          </a:p>
        </p:txBody>
      </p:sp>
      <p:sp>
        <p:nvSpPr>
          <p:cNvPr id="321" name="任意多边形: 形状 8"/>
          <p:cNvSpPr/>
          <p:nvPr>
            <p:custDataLst>
              <p:tags r:id="rId4"/>
            </p:custDataLst>
          </p:nvPr>
        </p:nvSpPr>
        <p:spPr>
          <a:xfrm rot="10800000">
            <a:off x="621947" y="1580238"/>
            <a:ext cx="6140380" cy="4365368"/>
          </a:xfrm>
          <a:custGeom>
            <a:avLst/>
            <a:gdLst>
              <a:gd name="connsiteX0" fmla="*/ 2584395 w 2695478"/>
              <a:gd name="connsiteY0" fmla="*/ 1854489 h 1854489"/>
              <a:gd name="connsiteX1" fmla="*/ 111083 w 2695478"/>
              <a:gd name="connsiteY1" fmla="*/ 1854489 h 1854489"/>
              <a:gd name="connsiteX2" fmla="*/ 0 w 2695478"/>
              <a:gd name="connsiteY2" fmla="*/ 1743406 h 1854489"/>
              <a:gd name="connsiteX3" fmla="*/ 0 w 2695478"/>
              <a:gd name="connsiteY3" fmla="*/ 362180 h 1854489"/>
              <a:gd name="connsiteX4" fmla="*/ 111083 w 2695478"/>
              <a:gd name="connsiteY4" fmla="*/ 251097 h 1854489"/>
              <a:gd name="connsiteX5" fmla="*/ 1139340 w 2695478"/>
              <a:gd name="connsiteY5" fmla="*/ 251097 h 1854489"/>
              <a:gd name="connsiteX6" fmla="*/ 1347740 w 2695478"/>
              <a:gd name="connsiteY6" fmla="*/ 0 h 1854489"/>
              <a:gd name="connsiteX7" fmla="*/ 1556139 w 2695478"/>
              <a:gd name="connsiteY7" fmla="*/ 251097 h 1854489"/>
              <a:gd name="connsiteX8" fmla="*/ 2584395 w 2695478"/>
              <a:gd name="connsiteY8" fmla="*/ 251097 h 1854489"/>
              <a:gd name="connsiteX9" fmla="*/ 2695478 w 2695478"/>
              <a:gd name="connsiteY9" fmla="*/ 362180 h 1854489"/>
              <a:gd name="connsiteX10" fmla="*/ 2695478 w 2695478"/>
              <a:gd name="connsiteY10" fmla="*/ 1743406 h 1854489"/>
              <a:gd name="connsiteX11" fmla="*/ 2584395 w 2695478"/>
              <a:gd name="connsiteY11" fmla="*/ 1854489 h 1854489"/>
              <a:gd name="connsiteX0-1" fmla="*/ 2584395 w 2695478"/>
              <a:gd name="connsiteY0-2" fmla="*/ 1859172 h 1859172"/>
              <a:gd name="connsiteX1-3" fmla="*/ 111083 w 2695478"/>
              <a:gd name="connsiteY1-4" fmla="*/ 1859172 h 1859172"/>
              <a:gd name="connsiteX2-5" fmla="*/ 0 w 2695478"/>
              <a:gd name="connsiteY2-6" fmla="*/ 1748089 h 1859172"/>
              <a:gd name="connsiteX3-7" fmla="*/ 0 w 2695478"/>
              <a:gd name="connsiteY3-8" fmla="*/ 366863 h 1859172"/>
              <a:gd name="connsiteX4-9" fmla="*/ 111083 w 2695478"/>
              <a:gd name="connsiteY4-10" fmla="*/ 255780 h 1859172"/>
              <a:gd name="connsiteX5-11" fmla="*/ 1139340 w 2695478"/>
              <a:gd name="connsiteY5-12" fmla="*/ 255780 h 1859172"/>
              <a:gd name="connsiteX6-13" fmla="*/ 1043632 w 2695478"/>
              <a:gd name="connsiteY6-14" fmla="*/ 0 h 1859172"/>
              <a:gd name="connsiteX7-15" fmla="*/ 1556139 w 2695478"/>
              <a:gd name="connsiteY7-16" fmla="*/ 255780 h 1859172"/>
              <a:gd name="connsiteX8-17" fmla="*/ 2584395 w 2695478"/>
              <a:gd name="connsiteY8-18" fmla="*/ 255780 h 1859172"/>
              <a:gd name="connsiteX9-19" fmla="*/ 2695478 w 2695478"/>
              <a:gd name="connsiteY9-20" fmla="*/ 366863 h 1859172"/>
              <a:gd name="connsiteX10-21" fmla="*/ 2695478 w 2695478"/>
              <a:gd name="connsiteY10-22" fmla="*/ 1748089 h 1859172"/>
              <a:gd name="connsiteX11-23" fmla="*/ 2584395 w 2695478"/>
              <a:gd name="connsiteY11-24" fmla="*/ 1859172 h 18591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Lst>
            <a:rect l="l" t="t" r="r" b="b"/>
            <a:pathLst>
              <a:path w="2695478" h="1859172">
                <a:moveTo>
                  <a:pt x="2584395" y="1859172"/>
                </a:moveTo>
                <a:lnTo>
                  <a:pt x="111083" y="1859172"/>
                </a:lnTo>
                <a:cubicBezTo>
                  <a:pt x="49734" y="1859172"/>
                  <a:pt x="0" y="1809438"/>
                  <a:pt x="0" y="1748089"/>
                </a:cubicBezTo>
                <a:lnTo>
                  <a:pt x="0" y="366863"/>
                </a:lnTo>
                <a:cubicBezTo>
                  <a:pt x="0" y="305514"/>
                  <a:pt x="49734" y="255780"/>
                  <a:pt x="111083" y="255780"/>
                </a:cubicBezTo>
                <a:lnTo>
                  <a:pt x="1139340" y="255780"/>
                </a:lnTo>
                <a:lnTo>
                  <a:pt x="1043632" y="0"/>
                </a:lnTo>
                <a:lnTo>
                  <a:pt x="1556139" y="255780"/>
                </a:lnTo>
                <a:lnTo>
                  <a:pt x="2584395" y="255780"/>
                </a:lnTo>
                <a:cubicBezTo>
                  <a:pt x="2645744" y="255780"/>
                  <a:pt x="2695478" y="305514"/>
                  <a:pt x="2695478" y="366863"/>
                </a:cubicBezTo>
                <a:lnTo>
                  <a:pt x="2695478" y="1748089"/>
                </a:lnTo>
                <a:cubicBezTo>
                  <a:pt x="2695478" y="1809438"/>
                  <a:pt x="2645744" y="1859172"/>
                  <a:pt x="2584395" y="1859172"/>
                </a:cubicBezTo>
                <a:close/>
              </a:path>
            </a:pathLst>
          </a:custGeom>
          <a:gradFill>
            <a:gsLst>
              <a:gs pos="0">
                <a:schemeClr val="accent1">
                  <a:alpha val="100000"/>
                </a:schemeClr>
              </a:gs>
              <a:gs pos="50000">
                <a:schemeClr val="accent1">
                  <a:alpha val="100000"/>
                </a:schemeClr>
              </a:gs>
            </a:gsLst>
            <a:lin ang="13800000" scaled="0"/>
          </a:gradFill>
          <a:ln>
            <a:noFill/>
          </a:ln>
          <a:effectLst>
            <a:outerShdw blurRad="228600" dist="177800" dir="3780000" algn="t" rotWithShape="0">
              <a:schemeClr val="accent1">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algn="ctr"/>
            <a:endParaRPr lang="zh-CN" altLang="en-US" sz="4000" b="1" dirty="0">
              <a:solidFill>
                <a:schemeClr val="lt1"/>
              </a:solidFill>
            </a:endParaRPr>
          </a:p>
        </p:txBody>
      </p:sp>
      <p:sp>
        <p:nvSpPr>
          <p:cNvPr id="322" name="矩形 321"/>
          <p:cNvSpPr/>
          <p:nvPr>
            <p:custDataLst>
              <p:tags r:id="rId5"/>
            </p:custDataLst>
          </p:nvPr>
        </p:nvSpPr>
        <p:spPr>
          <a:xfrm>
            <a:off x="1159591" y="2007340"/>
            <a:ext cx="5065626" cy="2790868"/>
          </a:xfrm>
          <a:prstGeom prst="rect">
            <a:avLst/>
          </a:prstGeom>
          <a:noFill/>
        </p:spPr>
        <p:txBody>
          <a:bodyPr vert="horz" wrap="square" lIns="0" tIns="0" rIns="0" bIns="0" rtlCol="0" anchor="ctr" anchorCtr="0">
            <a:noAutofit/>
          </a:bodyPr>
          <a:p>
            <a:pPr algn="just">
              <a:lnSpc>
                <a:spcPct val="150000"/>
              </a:lnSpc>
              <a:spcBef>
                <a:spcPct val="0"/>
              </a:spcBef>
              <a:spcAft>
                <a:spcPct val="0"/>
              </a:spcAft>
            </a:pPr>
            <a:r>
              <a:rPr lang="zh-CN" altLang="en-US" sz="2400" dirty="0">
                <a:solidFill>
                  <a:schemeClr val="lt1">
                    <a:lumMod val="100000"/>
                  </a:schemeClr>
                </a:solidFill>
                <a:latin typeface="微软雅黑" panose="020B0503020204020204" charset="-122"/>
                <a:ea typeface="微软雅黑" panose="020B0503020204020204" charset="-122"/>
                <a:cs typeface="微软雅黑" panose="020B0503020204020204" charset="-122"/>
                <a:sym typeface="+mn-ea"/>
              </a:rPr>
              <a:t>生命权的本质是</a:t>
            </a:r>
            <a:r>
              <a:rPr lang="zh-CN" altLang="en-US" sz="2400" b="1" dirty="0">
                <a:solidFill>
                  <a:schemeClr val="lt1">
                    <a:lumMod val="100000"/>
                  </a:schemeClr>
                </a:solidFill>
                <a:latin typeface="微软雅黑" panose="020B0503020204020204" charset="-122"/>
                <a:ea typeface="微软雅黑" panose="020B0503020204020204" charset="-122"/>
                <a:cs typeface="微软雅黑" panose="020B0503020204020204" charset="-122"/>
                <a:sym typeface="+mn-ea"/>
              </a:rPr>
              <a:t>对一切侵害人类生命的行为的防御，</a:t>
            </a:r>
            <a:r>
              <a:rPr lang="zh-CN" altLang="en-US" sz="2400" dirty="0">
                <a:solidFill>
                  <a:schemeClr val="lt1">
                    <a:lumMod val="100000"/>
                  </a:schemeClr>
                </a:solidFill>
                <a:latin typeface="微软雅黑" panose="020B0503020204020204" charset="-122"/>
                <a:ea typeface="微软雅黑" panose="020B0503020204020204" charset="-122"/>
                <a:cs typeface="微软雅黑" panose="020B0503020204020204" charset="-122"/>
                <a:sym typeface="+mn-ea"/>
              </a:rPr>
              <a:t>防止国家把生命作为</a:t>
            </a:r>
            <a:endParaRPr lang="zh-CN" altLang="en-US" sz="2400" dirty="0">
              <a:solidFill>
                <a:schemeClr val="lt1">
                  <a:lumMod val="100000"/>
                </a:schemeClr>
              </a:solidFill>
              <a:latin typeface="微软雅黑" panose="020B0503020204020204" charset="-122"/>
              <a:ea typeface="微软雅黑" panose="020B0503020204020204" charset="-122"/>
              <a:cs typeface="微软雅黑" panose="020B0503020204020204" charset="-122"/>
              <a:sym typeface="+mn-ea"/>
            </a:endParaRPr>
          </a:p>
          <a:p>
            <a:pPr algn="just">
              <a:lnSpc>
                <a:spcPct val="150000"/>
              </a:lnSpc>
              <a:spcBef>
                <a:spcPct val="0"/>
              </a:spcBef>
              <a:spcAft>
                <a:spcPct val="0"/>
              </a:spcAft>
            </a:pPr>
            <a:r>
              <a:rPr lang="zh-CN" altLang="en-US" sz="2400" dirty="0">
                <a:solidFill>
                  <a:schemeClr val="lt1">
                    <a:lumMod val="100000"/>
                  </a:schemeClr>
                </a:solidFill>
                <a:latin typeface="微软雅黑" panose="020B0503020204020204" charset="-122"/>
                <a:ea typeface="微软雅黑" panose="020B0503020204020204" charset="-122"/>
                <a:cs typeface="微软雅黑" panose="020B0503020204020204" charset="-122"/>
                <a:sym typeface="+mn-ea"/>
              </a:rPr>
              <a:t>实现国家目的的一种手段。当生命权受到侵害时，受害者有权向国家提出保护的请求，以得到必要的救济。</a:t>
            </a:r>
            <a:endParaRPr lang="zh-CN" altLang="en-US" sz="2400" dirty="0">
              <a:solidFill>
                <a:schemeClr val="lt1">
                  <a:lumMod val="100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6"/>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154940" y="2036445"/>
            <a:ext cx="2487930" cy="2195830"/>
          </a:xfrm>
        </p:spPr>
        <p:txBody>
          <a:bodyPr anchor="b" anchorCtr="0">
            <a:normAutofit/>
          </a:bodyPr>
          <a:lstStyle/>
          <a:p>
            <a:pPr algn="ctr"/>
            <a:r>
              <a:rPr lang="zh-CN" sz="3555"/>
              <a:t>分析提示</a:t>
            </a:r>
            <a:endParaRPr lang="zh-CN" sz="3555"/>
          </a:p>
        </p:txBody>
      </p:sp>
      <p:sp>
        <p:nvSpPr>
          <p:cNvPr id="3" name="矩形 2"/>
          <p:cNvSpPr/>
          <p:nvPr>
            <p:custDataLst>
              <p:tags r:id="rId2"/>
            </p:custDataLst>
          </p:nvPr>
        </p:nvSpPr>
        <p:spPr>
          <a:xfrm>
            <a:off x="411480"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2567940" y="165735"/>
            <a:ext cx="8752205" cy="6205220"/>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4" name="文本框 3"/>
          <p:cNvSpPr txBox="1"/>
          <p:nvPr>
            <p:custDataLst>
              <p:tags r:id="rId4"/>
            </p:custDataLst>
          </p:nvPr>
        </p:nvSpPr>
        <p:spPr>
          <a:xfrm>
            <a:off x="2738755" y="376555"/>
            <a:ext cx="8281035" cy="5841365"/>
          </a:xfrm>
          <a:prstGeom prst="rect">
            <a:avLst/>
          </a:prstGeom>
          <a:noFill/>
        </p:spPr>
        <p:txBody>
          <a:bodyPr wrap="square" rtlCol="0" anchor="ctr" anchorCtr="0">
            <a:noAutofit/>
          </a:bodyPr>
          <a:lstStyle/>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生命权在理论上至高无上，</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但在实践中可能因捍卫其他同等权利而受到极端情况下的限制。</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死刑是这种限制最极端的法律形式，其存废体现了社会在正义、功利与人道之间的艰难权衡，</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全球趋势是走向废除。中国目前的政策是</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保留但严格控制适用</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仅针对少数极其严重的罪行，并在司法程序中设置了严格的复核制度。</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自杀是一个需要被理解和帮助的社会与健康问题，而非应被惩罚的罪行。</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国家的核心职责不在于用法律</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禁止</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自杀，而在于通过积极的社会政策和救助措施来</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预防</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自杀，</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彰显对每一个生命价值的尊重与守护。</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（二）人身自由不受侵犯</a:t>
            </a:r>
            <a:r>
              <a:rPr lang="zh-CN" altLang="en-US" sz="2400">
                <a:latin typeface="+mj-ea"/>
                <a:cs typeface="+mj-ea"/>
              </a:rPr>
              <a:t>（《宪法》第</a:t>
            </a:r>
            <a:r>
              <a:rPr lang="en-US" altLang="zh-CN" sz="2400">
                <a:latin typeface="+mj-ea"/>
                <a:cs typeface="+mj-ea"/>
              </a:rPr>
              <a:t>37</a:t>
            </a:r>
            <a:r>
              <a:rPr lang="zh-CN" altLang="en-US" sz="2400">
                <a:latin typeface="+mj-ea"/>
                <a:cs typeface="+mj-ea"/>
              </a:rPr>
              <a:t>条第</a:t>
            </a:r>
            <a:r>
              <a:rPr lang="en-US" altLang="zh-CN" sz="2400">
                <a:latin typeface="+mj-ea"/>
                <a:cs typeface="+mj-ea"/>
              </a:rPr>
              <a:t>1</a:t>
            </a:r>
            <a:r>
              <a:rPr lang="zh-CN" altLang="en-US" sz="2400">
                <a:latin typeface="+mj-ea"/>
                <a:cs typeface="+mj-ea"/>
              </a:rPr>
              <a:t>款）</a:t>
            </a:r>
            <a:endParaRPr lang="zh-CN" altLang="en-US" sz="2400">
              <a:latin typeface="+mj-ea"/>
              <a:cs typeface="+mj-ea"/>
            </a:endParaRPr>
          </a:p>
        </p:txBody>
      </p:sp>
      <p:sp>
        <p:nvSpPr>
          <p:cNvPr id="2" name="ComponentBackground1"/>
          <p:cNvSpPr/>
          <p:nvPr>
            <p:custDataLst>
              <p:tags r:id="rId2"/>
            </p:custDataLst>
          </p:nvPr>
        </p:nvSpPr>
        <p:spPr>
          <a:xfrm>
            <a:off x="661035" y="1424305"/>
            <a:ext cx="5195570" cy="5040630"/>
          </a:xfrm>
          <a:prstGeom prst="roundRect">
            <a:avLst>
              <a:gd name="adj" fmla="val 4364"/>
            </a:avLst>
          </a:prstGeom>
          <a:solidFill>
            <a:schemeClr val="accent1">
              <a:lumMod val="40000"/>
              <a:lumOff val="60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3" name="矩形 10"/>
          <p:cNvSpPr/>
          <p:nvPr>
            <p:custDataLst>
              <p:tags r:id="rId3"/>
            </p:custDataLst>
          </p:nvPr>
        </p:nvSpPr>
        <p:spPr>
          <a:xfrm>
            <a:off x="1040732" y="2105831"/>
            <a:ext cx="4436584" cy="3940304"/>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rPr>
              <a:t>      </a:t>
            </a:r>
            <a:r>
              <a:rPr lang="zh-CN" altLang="en-US" sz="2400" dirty="0">
                <a:ln>
                  <a:noFill/>
                  <a:prstDash val="sysDot"/>
                </a:ln>
                <a:solidFill>
                  <a:schemeClr val="tx1">
                    <a:lumMod val="85000"/>
                    <a:lumOff val="15000"/>
                  </a:schemeClr>
                </a:solidFill>
                <a:latin typeface="+mn-ea"/>
                <a:cs typeface="+mn-ea"/>
              </a:rPr>
              <a:t>公民的身体不受非法侵犯，即</a:t>
            </a:r>
            <a:r>
              <a:rPr lang="zh-CN" altLang="en-US" sz="2400" b="1" dirty="0">
                <a:ln>
                  <a:noFill/>
                  <a:prstDash val="sysDot"/>
                </a:ln>
                <a:solidFill>
                  <a:schemeClr val="tx1">
                    <a:lumMod val="85000"/>
                    <a:lumOff val="15000"/>
                  </a:schemeClr>
                </a:solidFill>
                <a:latin typeface="+mn-ea"/>
                <a:cs typeface="+mn-ea"/>
              </a:rPr>
              <a:t>不受非法限制、搜查、拘留和逮捕。</a:t>
            </a:r>
            <a:r>
              <a:rPr lang="zh-CN" altLang="en-US" sz="2400" dirty="0">
                <a:ln>
                  <a:noFill/>
                  <a:prstDash val="sysDot"/>
                </a:ln>
                <a:solidFill>
                  <a:schemeClr val="tx1">
                    <a:lumMod val="85000"/>
                    <a:lumOff val="15000"/>
                  </a:schemeClr>
                </a:solidFill>
                <a:latin typeface="+mn-ea"/>
                <a:cs typeface="+mn-ea"/>
              </a:rPr>
              <a:t>人身自由是公民所应享有的最起码的权利</a:t>
            </a:r>
            <a:r>
              <a:rPr lang="zh-CN" altLang="zh-CN" sz="2400" dirty="0">
                <a:ln>
                  <a:noFill/>
                  <a:prstDash val="sysDot"/>
                </a:ln>
                <a:solidFill>
                  <a:schemeClr val="tx1">
                    <a:lumMod val="85000"/>
                    <a:lumOff val="15000"/>
                  </a:schemeClr>
                </a:solidFill>
                <a:latin typeface="+mn-ea"/>
                <a:cs typeface="+mn-ea"/>
              </a:rPr>
              <a:t>。</a:t>
            </a:r>
            <a:endParaRPr lang="zh-CN" altLang="zh-CN" sz="2400" dirty="0">
              <a:ln>
                <a:noFill/>
                <a:prstDash val="sysDot"/>
              </a:ln>
              <a:solidFill>
                <a:schemeClr val="tx1">
                  <a:lumMod val="85000"/>
                  <a:lumOff val="15000"/>
                </a:schemeClr>
              </a:solidFill>
              <a:latin typeface="+mn-ea"/>
              <a:cs typeface="+mn-ea"/>
            </a:endParaRPr>
          </a:p>
        </p:txBody>
      </p:sp>
      <p:sp>
        <p:nvSpPr>
          <p:cNvPr id="5" name="同侧圆角矩形 21"/>
          <p:cNvSpPr/>
          <p:nvPr>
            <p:custDataLst>
              <p:tags r:id="rId4"/>
            </p:custDataLst>
          </p:nvPr>
        </p:nvSpPr>
        <p:spPr>
          <a:xfrm>
            <a:off x="1068763" y="1424162"/>
            <a:ext cx="512207" cy="512207"/>
          </a:xfrm>
          <a:prstGeom prst="round2SameRect">
            <a:avLst>
              <a:gd name="adj1" fmla="val 0"/>
              <a:gd name="adj2" fmla="val 19230"/>
            </a:avLst>
          </a:prstGeom>
          <a:gradFill>
            <a:gsLst>
              <a:gs pos="0">
                <a:schemeClr val="accent1">
                  <a:lumMod val="60000"/>
                  <a:lumOff val="40000"/>
                  <a:alpha val="100000"/>
                </a:schemeClr>
              </a:gs>
              <a:gs pos="50000">
                <a:schemeClr val="accent1">
                  <a:alpha val="100000"/>
                </a:schemeClr>
              </a:gs>
            </a:gsLst>
            <a:lin ang="2700000" scaled="0"/>
          </a:gradFill>
          <a:ln>
            <a:noFill/>
          </a:ln>
          <a:effectLst>
            <a:outerShdw blurRad="114300" dist="381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b="1">
              <a:solidFill>
                <a:schemeClr val="lt1"/>
              </a:solidFill>
              <a:sym typeface="+mn-ea"/>
            </a:endParaRPr>
          </a:p>
        </p:txBody>
      </p:sp>
      <p:pic>
        <p:nvPicPr>
          <p:cNvPr id="6" name="图片 22" descr="343439383331313b343532303032343bb7a2b2bcb9dcc0ed"/>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1188533" y="1543932"/>
            <a:ext cx="272668" cy="272668"/>
          </a:xfrm>
          <a:prstGeom prst="rect">
            <a:avLst/>
          </a:prstGeom>
        </p:spPr>
      </p:pic>
      <p:sp>
        <p:nvSpPr>
          <p:cNvPr id="7" name="ComponentBackground1"/>
          <p:cNvSpPr/>
          <p:nvPr>
            <p:custDataLst>
              <p:tags r:id="rId8"/>
            </p:custDataLst>
          </p:nvPr>
        </p:nvSpPr>
        <p:spPr>
          <a:xfrm>
            <a:off x="6288405" y="1424305"/>
            <a:ext cx="5207635" cy="5039995"/>
          </a:xfrm>
          <a:prstGeom prst="roundRect">
            <a:avLst>
              <a:gd name="adj" fmla="val 4364"/>
            </a:avLst>
          </a:prstGeom>
          <a:solidFill>
            <a:schemeClr val="accent2">
              <a:lumMod val="40000"/>
              <a:lumOff val="60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8" name="矩形 29"/>
          <p:cNvSpPr/>
          <p:nvPr>
            <p:custDataLst>
              <p:tags r:id="rId9"/>
            </p:custDataLst>
          </p:nvPr>
        </p:nvSpPr>
        <p:spPr>
          <a:xfrm>
            <a:off x="6374130" y="2105660"/>
            <a:ext cx="4942840" cy="4247515"/>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zh-CN" sz="1500" dirty="0">
                <a:ln>
                  <a:noFill/>
                  <a:prstDash val="sysDot"/>
                </a:ln>
                <a:solidFill>
                  <a:schemeClr val="tx1">
                    <a:lumMod val="85000"/>
                    <a:lumOff val="15000"/>
                  </a:schemeClr>
                </a:solidFill>
                <a:latin typeface="+mn-ea"/>
                <a:cs typeface="+mn-ea"/>
              </a:rPr>
              <a:t>          </a:t>
            </a:r>
            <a:r>
              <a:rPr lang="en-US" altLang="zh-CN" sz="2400" dirty="0">
                <a:ln>
                  <a:noFill/>
                  <a:prstDash val="sysDot"/>
                </a:ln>
                <a:solidFill>
                  <a:schemeClr val="tx1">
                    <a:lumMod val="85000"/>
                    <a:lumOff val="15000"/>
                  </a:schemeClr>
                </a:solidFill>
                <a:latin typeface="+mn-ea"/>
                <a:cs typeface="+mn-ea"/>
              </a:rPr>
              <a:t>1.</a:t>
            </a:r>
            <a:r>
              <a:rPr lang="zh-CN" altLang="en-US" sz="2400" dirty="0">
                <a:ln>
                  <a:noFill/>
                  <a:prstDash val="sysDot"/>
                </a:ln>
                <a:solidFill>
                  <a:schemeClr val="tx1">
                    <a:lumMod val="85000"/>
                    <a:lumOff val="15000"/>
                  </a:schemeClr>
                </a:solidFill>
                <a:latin typeface="+mn-ea"/>
                <a:cs typeface="+mn-ea"/>
              </a:rPr>
              <a:t>任何组织或个人都不得非法剥夺或限制公民的人身自由；</a:t>
            </a:r>
            <a:r>
              <a:rPr lang="en-US" altLang="zh-CN" sz="2400" dirty="0">
                <a:ln>
                  <a:noFill/>
                  <a:prstDash val="sysDot"/>
                </a:ln>
                <a:solidFill>
                  <a:schemeClr val="tx1">
                    <a:lumMod val="85000"/>
                    <a:lumOff val="15000"/>
                  </a:schemeClr>
                </a:solidFill>
                <a:latin typeface="+mn-ea"/>
                <a:cs typeface="+mn-ea"/>
              </a:rPr>
              <a:t>    </a:t>
            </a:r>
            <a:endParaRPr lang="en-US" altLang="zh-CN" sz="2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rPr>
              <a:t>      2.</a:t>
            </a:r>
            <a:r>
              <a:rPr lang="zh-CN" altLang="en-US" sz="2400" dirty="0">
                <a:ln>
                  <a:noFill/>
                  <a:prstDash val="sysDot"/>
                </a:ln>
                <a:solidFill>
                  <a:schemeClr val="tx1">
                    <a:lumMod val="85000"/>
                    <a:lumOff val="15000"/>
                  </a:schemeClr>
                </a:solidFill>
                <a:latin typeface="+mn-ea"/>
                <a:cs typeface="+mn-ea"/>
              </a:rPr>
              <a:t>剥夺或限制公民的人身自由，必须按照法定程序进行。</a:t>
            </a:r>
            <a:r>
              <a:rPr lang="zh-CN" altLang="en-US" sz="2000" dirty="0">
                <a:ln>
                  <a:noFill/>
                  <a:prstDash val="sysDot"/>
                </a:ln>
                <a:solidFill>
                  <a:schemeClr val="tx1">
                    <a:lumMod val="85000"/>
                    <a:lumOff val="15000"/>
                  </a:schemeClr>
                </a:solidFill>
                <a:latin typeface="+mn-ea"/>
                <a:cs typeface="+mn-ea"/>
              </a:rPr>
              <a:t>（任何公民，非经人民检察院批准或者决定或者人民法院决定，并由公安机关执行，不受逮捕；禁止非法搜查公民的身体，禁止非法搜查或者非法侵入公民的住宅。</a:t>
            </a:r>
            <a:endParaRPr lang="zh-CN" altLang="en-US" sz="16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endParaRPr lang="zh-CN" altLang="en-US" sz="1600" dirty="0">
              <a:ln>
                <a:noFill/>
                <a:prstDash val="sysDot"/>
              </a:ln>
              <a:solidFill>
                <a:schemeClr val="tx1">
                  <a:lumMod val="85000"/>
                  <a:lumOff val="15000"/>
                </a:schemeClr>
              </a:solidFill>
              <a:latin typeface="+mn-ea"/>
              <a:cs typeface="+mn-ea"/>
            </a:endParaRPr>
          </a:p>
        </p:txBody>
      </p:sp>
      <p:sp>
        <p:nvSpPr>
          <p:cNvPr id="10" name="同侧圆角矩形 35"/>
          <p:cNvSpPr/>
          <p:nvPr>
            <p:custDataLst>
              <p:tags r:id="rId10"/>
            </p:custDataLst>
          </p:nvPr>
        </p:nvSpPr>
        <p:spPr>
          <a:xfrm>
            <a:off x="6694127" y="1424162"/>
            <a:ext cx="512207" cy="512207"/>
          </a:xfrm>
          <a:prstGeom prst="round2SameRect">
            <a:avLst>
              <a:gd name="adj1" fmla="val 0"/>
              <a:gd name="adj2" fmla="val 19230"/>
            </a:avLst>
          </a:prstGeom>
          <a:gradFill>
            <a:gsLst>
              <a:gs pos="0">
                <a:schemeClr val="accent2">
                  <a:lumMod val="60000"/>
                  <a:lumOff val="40000"/>
                  <a:alpha val="100000"/>
                </a:schemeClr>
              </a:gs>
              <a:gs pos="50000">
                <a:schemeClr val="accent2">
                  <a:alpha val="100000"/>
                </a:schemeClr>
              </a:gs>
            </a:gsLst>
            <a:lin ang="2700000" scaled="0"/>
          </a:gradFill>
          <a:ln>
            <a:noFill/>
          </a:ln>
          <a:effectLst>
            <a:outerShdw blurRad="114300" dist="38100" dir="2700000" algn="tl" rotWithShape="0">
              <a:schemeClr val="accent2">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b="1">
              <a:solidFill>
                <a:schemeClr val="lt1"/>
              </a:solidFill>
              <a:sym typeface="+mn-ea"/>
            </a:endParaRPr>
          </a:p>
        </p:txBody>
      </p:sp>
      <p:pic>
        <p:nvPicPr>
          <p:cNvPr id="12" name="图片 37" descr="343439383331313b343532303032373bbfcdbba7b5b5b0b8"/>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6820268" y="1550303"/>
            <a:ext cx="260564" cy="260564"/>
          </a:xfrm>
          <a:prstGeom prst="rect">
            <a:avLst/>
          </a:prstGeom>
        </p:spPr>
      </p:pic>
      <p:sp>
        <p:nvSpPr>
          <p:cNvPr id="13" name="圆角矩形 3"/>
          <p:cNvSpPr/>
          <p:nvPr>
            <p:custDataLst>
              <p:tags r:id="rId14"/>
            </p:custDataLst>
          </p:nvPr>
        </p:nvSpPr>
        <p:spPr>
          <a:xfrm>
            <a:off x="2099549" y="6288224"/>
            <a:ext cx="2186438" cy="65011"/>
          </a:xfrm>
          <a:prstGeom prst="roundRect">
            <a:avLst>
              <a:gd name="adj" fmla="val 36974"/>
            </a:avLst>
          </a:prstGeom>
          <a:solidFill>
            <a:schemeClr val="accent1">
              <a:lumMod val="60000"/>
              <a:lumOff val="40000"/>
              <a:alpha val="63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14" name="圆角矩形 8"/>
          <p:cNvSpPr/>
          <p:nvPr>
            <p:custDataLst>
              <p:tags r:id="rId15"/>
            </p:custDataLst>
          </p:nvPr>
        </p:nvSpPr>
        <p:spPr>
          <a:xfrm>
            <a:off x="7861247" y="6285675"/>
            <a:ext cx="2186438" cy="65011"/>
          </a:xfrm>
          <a:prstGeom prst="roundRect">
            <a:avLst>
              <a:gd name="adj" fmla="val 36974"/>
            </a:avLst>
          </a:prstGeom>
          <a:solidFill>
            <a:schemeClr val="accent2">
              <a:lumMod val="60000"/>
              <a:lumOff val="40000"/>
              <a:alpha val="63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4" name="标题"/>
          <p:cNvSpPr txBox="1"/>
          <p:nvPr>
            <p:custDataLst>
              <p:tags r:id="rId16"/>
            </p:custDataLst>
          </p:nvPr>
        </p:nvSpPr>
        <p:spPr>
          <a:xfrm>
            <a:off x="1581150" y="1424305"/>
            <a:ext cx="3642995" cy="512445"/>
          </a:xfrm>
          <a:prstGeom prst="rect">
            <a:avLst/>
          </a:prstGeom>
          <a:noFill/>
        </p:spPr>
        <p:txBody>
          <a:bodyPr wrap="square" lIns="0" tIns="0" rIns="0" bIns="0" rtlCol="0" anchor="ctr">
            <a:noAutofit/>
          </a:bodyPr>
          <a:p>
            <a:pPr algn="ctr"/>
            <a:r>
              <a:rPr lang="zh-CN" altLang="en-US" sz="2800" b="1" spc="300">
                <a:solidFill>
                  <a:schemeClr val="accent1"/>
                </a:solidFill>
                <a:latin typeface="+mn-ea"/>
              </a:rPr>
              <a:t>概念：</a:t>
            </a:r>
            <a:endParaRPr lang="zh-CN" altLang="en-US" sz="2800" b="1" spc="300">
              <a:solidFill>
                <a:schemeClr val="accent1"/>
              </a:solidFill>
              <a:latin typeface="+mn-ea"/>
            </a:endParaRPr>
          </a:p>
        </p:txBody>
      </p:sp>
      <p:sp>
        <p:nvSpPr>
          <p:cNvPr id="9" name="标题"/>
          <p:cNvSpPr txBox="1"/>
          <p:nvPr>
            <p:custDataLst>
              <p:tags r:id="rId17"/>
            </p:custDataLst>
          </p:nvPr>
        </p:nvSpPr>
        <p:spPr>
          <a:xfrm>
            <a:off x="7282180" y="1423670"/>
            <a:ext cx="3642995" cy="512445"/>
          </a:xfrm>
          <a:prstGeom prst="rect">
            <a:avLst/>
          </a:prstGeom>
          <a:noFill/>
        </p:spPr>
        <p:txBody>
          <a:bodyPr wrap="square" lIns="0" tIns="0" rIns="0" bIns="0" rtlCol="0" anchor="ctr">
            <a:noAutofit/>
          </a:bodyPr>
          <a:p>
            <a:pPr algn="ctr"/>
            <a:r>
              <a:rPr lang="zh-CN" altLang="en-US" sz="2800" b="1" spc="300">
                <a:solidFill>
                  <a:schemeClr val="accent1"/>
                </a:solidFill>
                <a:latin typeface="+mn-ea"/>
              </a:rPr>
              <a:t>基本要求：</a:t>
            </a:r>
            <a:endParaRPr lang="zh-CN" altLang="en-US" sz="2800" b="1" spc="300">
              <a:solidFill>
                <a:schemeClr val="accent1"/>
              </a:solidFill>
              <a:latin typeface="+mn-ea"/>
            </a:endParaRPr>
          </a:p>
        </p:txBody>
      </p:sp>
    </p:spTree>
    <p:custDataLst>
      <p:tags r:id="rId18"/>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（三）</a:t>
            </a:r>
            <a:r>
              <a:rPr lang="zh-CN" altLang="en-US">
                <a:latin typeface="+mj-ea"/>
                <a:cs typeface="+mj-ea"/>
              </a:rPr>
              <a:t>人格尊严不受侵犯</a:t>
            </a:r>
            <a:r>
              <a:rPr lang="zh-CN" altLang="en-US" sz="2400">
                <a:latin typeface="+mj-ea"/>
                <a:cs typeface="+mj-ea"/>
              </a:rPr>
              <a:t>（《宪法》第</a:t>
            </a:r>
            <a:r>
              <a:rPr lang="en-US" altLang="zh-CN" sz="2400">
                <a:latin typeface="+mj-ea"/>
                <a:cs typeface="+mj-ea"/>
              </a:rPr>
              <a:t>38</a:t>
            </a:r>
            <a:r>
              <a:rPr lang="zh-CN" altLang="en-US" sz="2400">
                <a:latin typeface="+mj-ea"/>
                <a:cs typeface="+mj-ea"/>
              </a:rPr>
              <a:t>条）</a:t>
            </a:r>
            <a:endParaRPr lang="zh-CN" altLang="en-US" sz="2400">
              <a:latin typeface="+mj-ea"/>
              <a:cs typeface="+mj-ea"/>
            </a:endParaRPr>
          </a:p>
        </p:txBody>
      </p:sp>
      <p:sp>
        <p:nvSpPr>
          <p:cNvPr id="2" name="ComponentBackground1"/>
          <p:cNvSpPr/>
          <p:nvPr>
            <p:custDataLst>
              <p:tags r:id="rId2"/>
            </p:custDataLst>
          </p:nvPr>
        </p:nvSpPr>
        <p:spPr>
          <a:xfrm>
            <a:off x="661035" y="1424305"/>
            <a:ext cx="5195570" cy="5040630"/>
          </a:xfrm>
          <a:prstGeom prst="roundRect">
            <a:avLst>
              <a:gd name="adj" fmla="val 4364"/>
            </a:avLst>
          </a:prstGeom>
          <a:solidFill>
            <a:schemeClr val="accent1">
              <a:lumMod val="40000"/>
              <a:lumOff val="60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3" name="矩形 10"/>
          <p:cNvSpPr/>
          <p:nvPr>
            <p:custDataLst>
              <p:tags r:id="rId3"/>
            </p:custDataLst>
          </p:nvPr>
        </p:nvSpPr>
        <p:spPr>
          <a:xfrm>
            <a:off x="1040732" y="2105831"/>
            <a:ext cx="4436584" cy="3940304"/>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rPr>
              <a:t>      </a:t>
            </a:r>
            <a:r>
              <a:rPr lang="zh-CN" altLang="en-US" sz="2400" dirty="0">
                <a:ln>
                  <a:noFill/>
                  <a:prstDash val="sysDot"/>
                </a:ln>
                <a:solidFill>
                  <a:schemeClr val="tx1">
                    <a:lumMod val="85000"/>
                    <a:lumOff val="15000"/>
                  </a:schemeClr>
                </a:solidFill>
                <a:latin typeface="+mn-ea"/>
                <a:cs typeface="+mn-ea"/>
              </a:rPr>
              <a:t>指与人身有密切联系的</a:t>
            </a:r>
            <a:r>
              <a:rPr lang="zh-CN" altLang="en-US" sz="2400" b="1" dirty="0">
                <a:ln>
                  <a:noFill/>
                  <a:prstDash val="sysDot"/>
                </a:ln>
                <a:solidFill>
                  <a:schemeClr val="tx1">
                    <a:lumMod val="85000"/>
                    <a:lumOff val="15000"/>
                  </a:schemeClr>
                </a:solidFill>
                <a:latin typeface="+mn-ea"/>
                <a:cs typeface="+mn-ea"/>
              </a:rPr>
              <a:t>名誉、姓名、肖像等不容侵犯的权利，</a:t>
            </a:r>
            <a:r>
              <a:rPr lang="zh-CN" altLang="en-US" sz="2400" dirty="0">
                <a:ln>
                  <a:noFill/>
                  <a:prstDash val="sysDot"/>
                </a:ln>
                <a:solidFill>
                  <a:schemeClr val="tx1">
                    <a:lumMod val="85000"/>
                    <a:lumOff val="15000"/>
                  </a:schemeClr>
                </a:solidFill>
                <a:latin typeface="+mn-ea"/>
                <a:cs typeface="+mn-ea"/>
              </a:rPr>
              <a:t>它是公民作为权利主体维护其尊严的重要方面。</a:t>
            </a:r>
            <a:endParaRPr lang="zh-CN" altLang="en-US" sz="2400" dirty="0">
              <a:ln>
                <a:noFill/>
                <a:prstDash val="sysDot"/>
              </a:ln>
              <a:solidFill>
                <a:schemeClr val="tx1">
                  <a:lumMod val="85000"/>
                  <a:lumOff val="15000"/>
                </a:schemeClr>
              </a:solidFill>
              <a:latin typeface="+mn-ea"/>
              <a:cs typeface="+mn-ea"/>
            </a:endParaRPr>
          </a:p>
        </p:txBody>
      </p:sp>
      <p:sp>
        <p:nvSpPr>
          <p:cNvPr id="5" name="同侧圆角矩形 21"/>
          <p:cNvSpPr/>
          <p:nvPr>
            <p:custDataLst>
              <p:tags r:id="rId4"/>
            </p:custDataLst>
          </p:nvPr>
        </p:nvSpPr>
        <p:spPr>
          <a:xfrm>
            <a:off x="1068763" y="1424162"/>
            <a:ext cx="512207" cy="512207"/>
          </a:xfrm>
          <a:prstGeom prst="round2SameRect">
            <a:avLst>
              <a:gd name="adj1" fmla="val 0"/>
              <a:gd name="adj2" fmla="val 19230"/>
            </a:avLst>
          </a:prstGeom>
          <a:gradFill>
            <a:gsLst>
              <a:gs pos="0">
                <a:schemeClr val="accent1">
                  <a:lumMod val="60000"/>
                  <a:lumOff val="40000"/>
                  <a:alpha val="100000"/>
                </a:schemeClr>
              </a:gs>
              <a:gs pos="50000">
                <a:schemeClr val="accent1">
                  <a:alpha val="100000"/>
                </a:schemeClr>
              </a:gs>
            </a:gsLst>
            <a:lin ang="2700000" scaled="0"/>
          </a:gradFill>
          <a:ln>
            <a:noFill/>
          </a:ln>
          <a:effectLst>
            <a:outerShdw blurRad="114300" dist="381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b="1">
              <a:solidFill>
                <a:schemeClr val="lt1"/>
              </a:solidFill>
              <a:sym typeface="+mn-ea"/>
            </a:endParaRPr>
          </a:p>
        </p:txBody>
      </p:sp>
      <p:pic>
        <p:nvPicPr>
          <p:cNvPr id="6" name="图片 22" descr="343439383331313b343532303032343bb7a2b2bcb9dcc0ed"/>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1188533" y="1543932"/>
            <a:ext cx="272668" cy="272668"/>
          </a:xfrm>
          <a:prstGeom prst="rect">
            <a:avLst/>
          </a:prstGeom>
        </p:spPr>
      </p:pic>
      <p:sp>
        <p:nvSpPr>
          <p:cNvPr id="7" name="ComponentBackground1"/>
          <p:cNvSpPr/>
          <p:nvPr>
            <p:custDataLst>
              <p:tags r:id="rId8"/>
            </p:custDataLst>
          </p:nvPr>
        </p:nvSpPr>
        <p:spPr>
          <a:xfrm>
            <a:off x="6288405" y="1424305"/>
            <a:ext cx="5207635" cy="5039995"/>
          </a:xfrm>
          <a:prstGeom prst="roundRect">
            <a:avLst>
              <a:gd name="adj" fmla="val 4364"/>
            </a:avLst>
          </a:prstGeom>
          <a:solidFill>
            <a:schemeClr val="accent2">
              <a:lumMod val="40000"/>
              <a:lumOff val="60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8" name="矩形 29"/>
          <p:cNvSpPr/>
          <p:nvPr>
            <p:custDataLst>
              <p:tags r:id="rId9"/>
            </p:custDataLst>
          </p:nvPr>
        </p:nvSpPr>
        <p:spPr>
          <a:xfrm>
            <a:off x="6374130" y="2105660"/>
            <a:ext cx="4942840" cy="4247515"/>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zh-CN" sz="1500" dirty="0">
                <a:ln>
                  <a:noFill/>
                  <a:prstDash val="sysDot"/>
                </a:ln>
                <a:solidFill>
                  <a:schemeClr val="tx1">
                    <a:lumMod val="85000"/>
                    <a:lumOff val="15000"/>
                  </a:schemeClr>
                </a:solidFill>
                <a:latin typeface="+mn-ea"/>
                <a:cs typeface="+mn-ea"/>
              </a:rPr>
              <a:t>     </a:t>
            </a:r>
            <a:r>
              <a:rPr lang="en-US" altLang="zh-CN" sz="2400" dirty="0">
                <a:ln>
                  <a:noFill/>
                  <a:prstDash val="sysDot"/>
                </a:ln>
                <a:solidFill>
                  <a:schemeClr val="tx1">
                    <a:lumMod val="85000"/>
                    <a:lumOff val="15000"/>
                  </a:schemeClr>
                </a:solidFill>
                <a:latin typeface="+mn-ea"/>
                <a:cs typeface="+mn-ea"/>
              </a:rPr>
              <a:t>      1.</a:t>
            </a:r>
            <a:r>
              <a:rPr lang="zh-CN" altLang="en-US" sz="2400" dirty="0">
                <a:ln>
                  <a:noFill/>
                  <a:prstDash val="sysDot"/>
                </a:ln>
                <a:solidFill>
                  <a:schemeClr val="tx1">
                    <a:lumMod val="85000"/>
                    <a:lumOff val="15000"/>
                  </a:schemeClr>
                </a:solidFill>
                <a:latin typeface="+mn-ea"/>
                <a:cs typeface="+mn-ea"/>
              </a:rPr>
              <a:t>姓名权</a:t>
            </a:r>
            <a:endParaRPr lang="zh-CN" altLang="en-US" sz="2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rPr>
              <a:t>         2.</a:t>
            </a:r>
            <a:r>
              <a:rPr lang="zh-CN" altLang="en-US" sz="2400" dirty="0">
                <a:ln>
                  <a:noFill/>
                  <a:prstDash val="sysDot"/>
                </a:ln>
                <a:solidFill>
                  <a:schemeClr val="tx1">
                    <a:lumMod val="85000"/>
                    <a:lumOff val="15000"/>
                  </a:schemeClr>
                </a:solidFill>
                <a:latin typeface="+mn-ea"/>
                <a:cs typeface="+mn-ea"/>
              </a:rPr>
              <a:t>肖像权</a:t>
            </a:r>
            <a:endParaRPr lang="zh-CN" altLang="en-US" sz="2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rPr>
              <a:t>         3.</a:t>
            </a:r>
            <a:r>
              <a:rPr lang="zh-CN" altLang="en-US" sz="2400" dirty="0">
                <a:ln>
                  <a:noFill/>
                  <a:prstDash val="sysDot"/>
                </a:ln>
                <a:solidFill>
                  <a:schemeClr val="tx1">
                    <a:lumMod val="85000"/>
                    <a:lumOff val="15000"/>
                  </a:schemeClr>
                </a:solidFill>
                <a:latin typeface="+mn-ea"/>
                <a:cs typeface="+mn-ea"/>
              </a:rPr>
              <a:t>名誉权</a:t>
            </a:r>
            <a:endParaRPr lang="zh-CN" altLang="en-US" sz="2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rPr>
              <a:t>         4.</a:t>
            </a:r>
            <a:r>
              <a:rPr lang="zh-CN" altLang="en-US" sz="2400" dirty="0">
                <a:ln>
                  <a:noFill/>
                  <a:prstDash val="sysDot"/>
                </a:ln>
                <a:solidFill>
                  <a:schemeClr val="tx1">
                    <a:lumMod val="85000"/>
                    <a:lumOff val="15000"/>
                  </a:schemeClr>
                </a:solidFill>
                <a:latin typeface="+mn-ea"/>
                <a:cs typeface="+mn-ea"/>
              </a:rPr>
              <a:t>荣誉权</a:t>
            </a:r>
            <a:endParaRPr lang="zh-CN" altLang="en-US" sz="2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rPr>
              <a:t>         5.</a:t>
            </a:r>
            <a:r>
              <a:rPr lang="zh-CN" altLang="en-US" sz="2400" dirty="0">
                <a:ln>
                  <a:noFill/>
                  <a:prstDash val="sysDot"/>
                </a:ln>
                <a:solidFill>
                  <a:schemeClr val="tx1">
                    <a:lumMod val="85000"/>
                    <a:lumOff val="15000"/>
                  </a:schemeClr>
                </a:solidFill>
                <a:latin typeface="+mn-ea"/>
                <a:cs typeface="+mn-ea"/>
              </a:rPr>
              <a:t>隐私权</a:t>
            </a:r>
            <a:endParaRPr lang="zh-CN" altLang="en-US" sz="2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endParaRPr lang="zh-CN" altLang="en-US" sz="2400" dirty="0">
              <a:ln>
                <a:noFill/>
                <a:prstDash val="sysDot"/>
              </a:ln>
              <a:solidFill>
                <a:schemeClr val="tx1">
                  <a:lumMod val="85000"/>
                  <a:lumOff val="15000"/>
                </a:schemeClr>
              </a:solidFill>
              <a:latin typeface="+mn-ea"/>
              <a:cs typeface="+mn-ea"/>
            </a:endParaRPr>
          </a:p>
        </p:txBody>
      </p:sp>
      <p:sp>
        <p:nvSpPr>
          <p:cNvPr id="10" name="同侧圆角矩形 35"/>
          <p:cNvSpPr/>
          <p:nvPr>
            <p:custDataLst>
              <p:tags r:id="rId10"/>
            </p:custDataLst>
          </p:nvPr>
        </p:nvSpPr>
        <p:spPr>
          <a:xfrm>
            <a:off x="6694127" y="1424162"/>
            <a:ext cx="512207" cy="512207"/>
          </a:xfrm>
          <a:prstGeom prst="round2SameRect">
            <a:avLst>
              <a:gd name="adj1" fmla="val 0"/>
              <a:gd name="adj2" fmla="val 19230"/>
            </a:avLst>
          </a:prstGeom>
          <a:gradFill>
            <a:gsLst>
              <a:gs pos="0">
                <a:schemeClr val="accent2">
                  <a:lumMod val="60000"/>
                  <a:lumOff val="40000"/>
                  <a:alpha val="100000"/>
                </a:schemeClr>
              </a:gs>
              <a:gs pos="50000">
                <a:schemeClr val="accent2">
                  <a:alpha val="100000"/>
                </a:schemeClr>
              </a:gs>
            </a:gsLst>
            <a:lin ang="2700000" scaled="0"/>
          </a:gradFill>
          <a:ln>
            <a:noFill/>
          </a:ln>
          <a:effectLst>
            <a:outerShdw blurRad="114300" dist="38100" dir="2700000" algn="tl" rotWithShape="0">
              <a:schemeClr val="accent2">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b="1">
              <a:solidFill>
                <a:schemeClr val="lt1"/>
              </a:solidFill>
              <a:sym typeface="+mn-ea"/>
            </a:endParaRPr>
          </a:p>
        </p:txBody>
      </p:sp>
      <p:pic>
        <p:nvPicPr>
          <p:cNvPr id="12" name="图片 37" descr="343439383331313b343532303032373bbfcdbba7b5b5b0b8"/>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6820268" y="1550303"/>
            <a:ext cx="260564" cy="260564"/>
          </a:xfrm>
          <a:prstGeom prst="rect">
            <a:avLst/>
          </a:prstGeom>
        </p:spPr>
      </p:pic>
      <p:sp>
        <p:nvSpPr>
          <p:cNvPr id="13" name="圆角矩形 3"/>
          <p:cNvSpPr/>
          <p:nvPr>
            <p:custDataLst>
              <p:tags r:id="rId14"/>
            </p:custDataLst>
          </p:nvPr>
        </p:nvSpPr>
        <p:spPr>
          <a:xfrm>
            <a:off x="2099549" y="6288224"/>
            <a:ext cx="2186438" cy="65011"/>
          </a:xfrm>
          <a:prstGeom prst="roundRect">
            <a:avLst>
              <a:gd name="adj" fmla="val 36974"/>
            </a:avLst>
          </a:prstGeom>
          <a:solidFill>
            <a:schemeClr val="accent1">
              <a:lumMod val="60000"/>
              <a:lumOff val="40000"/>
              <a:alpha val="63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14" name="圆角矩形 8"/>
          <p:cNvSpPr/>
          <p:nvPr>
            <p:custDataLst>
              <p:tags r:id="rId15"/>
            </p:custDataLst>
          </p:nvPr>
        </p:nvSpPr>
        <p:spPr>
          <a:xfrm>
            <a:off x="7861247" y="6285675"/>
            <a:ext cx="2186438" cy="65011"/>
          </a:xfrm>
          <a:prstGeom prst="roundRect">
            <a:avLst>
              <a:gd name="adj" fmla="val 36974"/>
            </a:avLst>
          </a:prstGeom>
          <a:solidFill>
            <a:schemeClr val="accent2">
              <a:lumMod val="60000"/>
              <a:lumOff val="40000"/>
              <a:alpha val="63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4" name="标题"/>
          <p:cNvSpPr txBox="1"/>
          <p:nvPr>
            <p:custDataLst>
              <p:tags r:id="rId16"/>
            </p:custDataLst>
          </p:nvPr>
        </p:nvSpPr>
        <p:spPr>
          <a:xfrm>
            <a:off x="1581150" y="1424305"/>
            <a:ext cx="3642995" cy="512445"/>
          </a:xfrm>
          <a:prstGeom prst="rect">
            <a:avLst/>
          </a:prstGeom>
          <a:noFill/>
        </p:spPr>
        <p:txBody>
          <a:bodyPr wrap="square" lIns="0" tIns="0" rIns="0" bIns="0" rtlCol="0" anchor="ctr">
            <a:noAutofit/>
          </a:bodyPr>
          <a:p>
            <a:pPr algn="ctr"/>
            <a:r>
              <a:rPr lang="zh-CN" altLang="en-US" sz="2800" b="1" spc="300">
                <a:solidFill>
                  <a:schemeClr val="accent1"/>
                </a:solidFill>
                <a:latin typeface="+mn-ea"/>
              </a:rPr>
              <a:t>概念：</a:t>
            </a:r>
            <a:endParaRPr lang="zh-CN" altLang="en-US" sz="2800" b="1" spc="300">
              <a:solidFill>
                <a:schemeClr val="accent1"/>
              </a:solidFill>
              <a:latin typeface="+mn-ea"/>
            </a:endParaRPr>
          </a:p>
        </p:txBody>
      </p:sp>
      <p:sp>
        <p:nvSpPr>
          <p:cNvPr id="9" name="标题"/>
          <p:cNvSpPr txBox="1"/>
          <p:nvPr>
            <p:custDataLst>
              <p:tags r:id="rId17"/>
            </p:custDataLst>
          </p:nvPr>
        </p:nvSpPr>
        <p:spPr>
          <a:xfrm>
            <a:off x="7282180" y="1423670"/>
            <a:ext cx="3642995" cy="512445"/>
          </a:xfrm>
          <a:prstGeom prst="rect">
            <a:avLst/>
          </a:prstGeom>
          <a:noFill/>
        </p:spPr>
        <p:txBody>
          <a:bodyPr wrap="square" lIns="0" tIns="0" rIns="0" bIns="0" rtlCol="0" anchor="ctr">
            <a:noAutofit/>
          </a:bodyPr>
          <a:p>
            <a:pPr algn="ctr"/>
            <a:r>
              <a:rPr lang="zh-CN" altLang="en-US" sz="2800" b="1" spc="300">
                <a:solidFill>
                  <a:schemeClr val="accent1"/>
                </a:solidFill>
                <a:latin typeface="+mn-ea"/>
              </a:rPr>
              <a:t>基本内容：</a:t>
            </a:r>
            <a:endParaRPr lang="zh-CN" altLang="en-US" sz="2800" b="1" spc="300">
              <a:solidFill>
                <a:schemeClr val="accent1"/>
              </a:solidFill>
              <a:latin typeface="+mn-ea"/>
            </a:endParaRPr>
          </a:p>
        </p:txBody>
      </p:sp>
    </p:spTree>
    <p:custDataLst>
      <p:tags r:id="rId18"/>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（四）</a:t>
            </a:r>
            <a:r>
              <a:rPr lang="zh-CN" altLang="en-US">
                <a:latin typeface="+mj-ea"/>
                <a:cs typeface="+mj-ea"/>
              </a:rPr>
              <a:t>住宅不受侵犯</a:t>
            </a:r>
            <a:r>
              <a:rPr lang="zh-CN" altLang="en-US" sz="2400">
                <a:latin typeface="+mj-ea"/>
                <a:cs typeface="+mj-ea"/>
              </a:rPr>
              <a:t>（《宪法》第</a:t>
            </a:r>
            <a:r>
              <a:rPr lang="en-US" altLang="zh-CN" sz="2400">
                <a:latin typeface="+mj-ea"/>
                <a:cs typeface="+mj-ea"/>
              </a:rPr>
              <a:t>39</a:t>
            </a:r>
            <a:r>
              <a:rPr lang="zh-CN" altLang="en-US" sz="2400">
                <a:latin typeface="+mj-ea"/>
                <a:cs typeface="+mj-ea"/>
              </a:rPr>
              <a:t>条）</a:t>
            </a:r>
            <a:endParaRPr lang="zh-CN" altLang="en-US" sz="2400">
              <a:latin typeface="+mj-ea"/>
              <a:cs typeface="+mj-ea"/>
            </a:endParaRPr>
          </a:p>
        </p:txBody>
      </p:sp>
      <p:sp>
        <p:nvSpPr>
          <p:cNvPr id="2" name="ComponentBackground1"/>
          <p:cNvSpPr/>
          <p:nvPr>
            <p:custDataLst>
              <p:tags r:id="rId2"/>
            </p:custDataLst>
          </p:nvPr>
        </p:nvSpPr>
        <p:spPr>
          <a:xfrm>
            <a:off x="661035" y="1424305"/>
            <a:ext cx="5195570" cy="5040630"/>
          </a:xfrm>
          <a:prstGeom prst="roundRect">
            <a:avLst>
              <a:gd name="adj" fmla="val 4364"/>
            </a:avLst>
          </a:prstGeom>
          <a:solidFill>
            <a:schemeClr val="accent1">
              <a:lumMod val="40000"/>
              <a:lumOff val="60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3" name="矩形 10"/>
          <p:cNvSpPr/>
          <p:nvPr>
            <p:custDataLst>
              <p:tags r:id="rId3"/>
            </p:custDataLst>
          </p:nvPr>
        </p:nvSpPr>
        <p:spPr>
          <a:xfrm>
            <a:off x="1040765" y="2105660"/>
            <a:ext cx="4436745" cy="390906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rPr>
              <a:t>      </a:t>
            </a:r>
            <a:r>
              <a:rPr lang="zh-CN" altLang="en-US" sz="2400" dirty="0">
                <a:ln>
                  <a:noFill/>
                  <a:prstDash val="sysDot"/>
                </a:ln>
                <a:solidFill>
                  <a:schemeClr val="tx1">
                    <a:lumMod val="85000"/>
                    <a:lumOff val="15000"/>
                  </a:schemeClr>
                </a:solidFill>
                <a:latin typeface="+mn-ea"/>
                <a:cs typeface="+mn-ea"/>
              </a:rPr>
              <a:t>是指公民</a:t>
            </a:r>
            <a:r>
              <a:rPr lang="zh-CN" altLang="en-US" sz="2400" b="1" dirty="0">
                <a:ln>
                  <a:noFill/>
                  <a:prstDash val="sysDot"/>
                </a:ln>
                <a:solidFill>
                  <a:schemeClr val="tx1">
                    <a:lumMod val="85000"/>
                    <a:lumOff val="15000"/>
                  </a:schemeClr>
                </a:solidFill>
                <a:latin typeface="+mn-ea"/>
                <a:cs typeface="+mn-ea"/>
              </a:rPr>
              <a:t>居住、生活的场所（</a:t>
            </a:r>
            <a:r>
              <a:rPr lang="zh-CN" altLang="en-US" sz="2400" dirty="0">
                <a:ln>
                  <a:noFill/>
                  <a:prstDash val="sysDot"/>
                </a:ln>
                <a:solidFill>
                  <a:schemeClr val="tx1">
                    <a:lumMod val="85000"/>
                    <a:lumOff val="15000"/>
                  </a:schemeClr>
                </a:solidFill>
                <a:latin typeface="+mn-ea"/>
                <a:cs typeface="+mn-ea"/>
              </a:rPr>
              <a:t>凡与公民私人生活有关的空间）</a:t>
            </a:r>
            <a:r>
              <a:rPr lang="zh-CN" altLang="en-US" sz="2400" dirty="0">
                <a:ln>
                  <a:noFill/>
                  <a:prstDash val="sysDot"/>
                </a:ln>
                <a:solidFill>
                  <a:schemeClr val="tx1">
                    <a:lumMod val="85000"/>
                    <a:lumOff val="15000"/>
                  </a:schemeClr>
                </a:solidFill>
                <a:latin typeface="+mn-ea"/>
                <a:cs typeface="+mn-ea"/>
              </a:rPr>
              <a:t>不受非法侵入和搜查。</a:t>
            </a:r>
            <a:endParaRPr lang="zh-CN" altLang="en-US" sz="2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rPr>
              <a:t>  1.</a:t>
            </a:r>
            <a:r>
              <a:rPr lang="zh-CN" altLang="en-US" sz="2400" dirty="0">
                <a:ln>
                  <a:noFill/>
                  <a:prstDash val="sysDot"/>
                </a:ln>
                <a:solidFill>
                  <a:schemeClr val="tx1">
                    <a:lumMod val="85000"/>
                    <a:lumOff val="15000"/>
                  </a:schemeClr>
                </a:solidFill>
                <a:latin typeface="+mn-ea"/>
                <a:cs typeface="+mn-ea"/>
              </a:rPr>
              <a:t>任何公民的住宅不得非法侵入</a:t>
            </a:r>
            <a:endParaRPr lang="zh-CN" altLang="en-US" sz="2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rPr>
              <a:t>  2.</a:t>
            </a:r>
            <a:r>
              <a:rPr lang="zh-CN" altLang="en-US" sz="2400" dirty="0">
                <a:ln>
                  <a:noFill/>
                  <a:prstDash val="sysDot"/>
                </a:ln>
                <a:solidFill>
                  <a:schemeClr val="tx1">
                    <a:lumMod val="85000"/>
                    <a:lumOff val="15000"/>
                  </a:schemeClr>
                </a:solidFill>
                <a:latin typeface="+mn-ea"/>
                <a:cs typeface="+mn-ea"/>
              </a:rPr>
              <a:t>任何公民的住宅不得随意搜查</a:t>
            </a:r>
            <a:endParaRPr lang="zh-CN" altLang="en-US" sz="2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rPr>
              <a:t>  3.</a:t>
            </a:r>
            <a:r>
              <a:rPr lang="zh-CN" altLang="en-US" sz="2400" dirty="0">
                <a:ln>
                  <a:noFill/>
                  <a:prstDash val="sysDot"/>
                </a:ln>
                <a:solidFill>
                  <a:schemeClr val="tx1">
                    <a:lumMod val="85000"/>
                    <a:lumOff val="15000"/>
                  </a:schemeClr>
                </a:solidFill>
                <a:latin typeface="+mn-ea"/>
                <a:cs typeface="+mn-ea"/>
              </a:rPr>
              <a:t>任何公民的住宅不得随意查封</a:t>
            </a:r>
            <a:r>
              <a:rPr lang="en-US" altLang="zh-CN" sz="2400" dirty="0">
                <a:ln>
                  <a:noFill/>
                  <a:prstDash val="sysDot"/>
                </a:ln>
                <a:solidFill>
                  <a:schemeClr val="tx1">
                    <a:lumMod val="85000"/>
                    <a:lumOff val="15000"/>
                  </a:schemeClr>
                </a:solidFill>
                <a:latin typeface="+mn-ea"/>
                <a:cs typeface="+mn-ea"/>
              </a:rPr>
              <a:t> </a:t>
            </a:r>
            <a:endParaRPr lang="en-US" altLang="zh-CN" sz="2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endParaRPr lang="en-US" altLang="zh-CN" sz="2400" dirty="0">
              <a:ln>
                <a:noFill/>
                <a:prstDash val="sysDot"/>
              </a:ln>
              <a:solidFill>
                <a:schemeClr val="tx1">
                  <a:lumMod val="85000"/>
                  <a:lumOff val="15000"/>
                </a:schemeClr>
              </a:solidFill>
              <a:latin typeface="+mn-ea"/>
              <a:cs typeface="+mn-ea"/>
            </a:endParaRPr>
          </a:p>
        </p:txBody>
      </p:sp>
      <p:sp>
        <p:nvSpPr>
          <p:cNvPr id="5" name="同侧圆角矩形 21"/>
          <p:cNvSpPr/>
          <p:nvPr>
            <p:custDataLst>
              <p:tags r:id="rId4"/>
            </p:custDataLst>
          </p:nvPr>
        </p:nvSpPr>
        <p:spPr>
          <a:xfrm>
            <a:off x="1068763" y="1424162"/>
            <a:ext cx="512207" cy="512207"/>
          </a:xfrm>
          <a:prstGeom prst="round2SameRect">
            <a:avLst>
              <a:gd name="adj1" fmla="val 0"/>
              <a:gd name="adj2" fmla="val 19230"/>
            </a:avLst>
          </a:prstGeom>
          <a:gradFill>
            <a:gsLst>
              <a:gs pos="0">
                <a:schemeClr val="accent1">
                  <a:lumMod val="60000"/>
                  <a:lumOff val="40000"/>
                  <a:alpha val="100000"/>
                </a:schemeClr>
              </a:gs>
              <a:gs pos="50000">
                <a:schemeClr val="accent1">
                  <a:alpha val="100000"/>
                </a:schemeClr>
              </a:gs>
            </a:gsLst>
            <a:lin ang="2700000" scaled="0"/>
          </a:gradFill>
          <a:ln>
            <a:noFill/>
          </a:ln>
          <a:effectLst>
            <a:outerShdw blurRad="114300" dist="381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b="1">
              <a:solidFill>
                <a:schemeClr val="lt1"/>
              </a:solidFill>
              <a:sym typeface="+mn-ea"/>
            </a:endParaRPr>
          </a:p>
        </p:txBody>
      </p:sp>
      <p:pic>
        <p:nvPicPr>
          <p:cNvPr id="6" name="图片 22" descr="343439383331313b343532303032343bb7a2b2bcb9dcc0ed"/>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1188533" y="1543932"/>
            <a:ext cx="272668" cy="272668"/>
          </a:xfrm>
          <a:prstGeom prst="rect">
            <a:avLst/>
          </a:prstGeom>
        </p:spPr>
      </p:pic>
      <p:sp>
        <p:nvSpPr>
          <p:cNvPr id="7" name="ComponentBackground1"/>
          <p:cNvSpPr/>
          <p:nvPr>
            <p:custDataLst>
              <p:tags r:id="rId8"/>
            </p:custDataLst>
          </p:nvPr>
        </p:nvSpPr>
        <p:spPr>
          <a:xfrm>
            <a:off x="6288405" y="1424305"/>
            <a:ext cx="5207635" cy="5039995"/>
          </a:xfrm>
          <a:prstGeom prst="roundRect">
            <a:avLst>
              <a:gd name="adj" fmla="val 4364"/>
            </a:avLst>
          </a:prstGeom>
          <a:solidFill>
            <a:schemeClr val="accent2">
              <a:lumMod val="40000"/>
              <a:lumOff val="60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8" name="矩形 29"/>
          <p:cNvSpPr/>
          <p:nvPr>
            <p:custDataLst>
              <p:tags r:id="rId9"/>
            </p:custDataLst>
          </p:nvPr>
        </p:nvSpPr>
        <p:spPr>
          <a:xfrm>
            <a:off x="6374130" y="2105660"/>
            <a:ext cx="4942840" cy="4247515"/>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zh-CN" sz="1500" dirty="0">
                <a:ln>
                  <a:noFill/>
                  <a:prstDash val="sysDot"/>
                </a:ln>
                <a:solidFill>
                  <a:schemeClr val="tx1">
                    <a:lumMod val="85000"/>
                    <a:lumOff val="15000"/>
                  </a:schemeClr>
                </a:solidFill>
                <a:latin typeface="+mn-ea"/>
                <a:cs typeface="+mn-ea"/>
              </a:rPr>
              <a:t>          </a:t>
            </a:r>
            <a:r>
              <a:rPr lang="en-US" altLang="zh-CN" sz="2400" dirty="0">
                <a:ln>
                  <a:noFill/>
                  <a:prstDash val="sysDot"/>
                </a:ln>
                <a:solidFill>
                  <a:schemeClr val="tx1">
                    <a:lumMod val="85000"/>
                    <a:lumOff val="15000"/>
                  </a:schemeClr>
                </a:solidFill>
                <a:latin typeface="+mn-ea"/>
                <a:cs typeface="+mn-ea"/>
              </a:rPr>
              <a:t>2002 </a:t>
            </a:r>
            <a:r>
              <a:rPr lang="zh-CN" altLang="en-US" sz="2400" dirty="0">
                <a:ln>
                  <a:noFill/>
                  <a:prstDash val="sysDot"/>
                </a:ln>
                <a:solidFill>
                  <a:schemeClr val="tx1">
                    <a:lumMod val="85000"/>
                    <a:lumOff val="15000"/>
                  </a:schemeClr>
                </a:solidFill>
                <a:latin typeface="+mn-ea"/>
                <a:cs typeface="+mn-ea"/>
              </a:rPr>
              <a:t>年</a:t>
            </a:r>
            <a:r>
              <a:rPr lang="en-US" altLang="zh-CN" sz="2400" dirty="0">
                <a:ln>
                  <a:noFill/>
                  <a:prstDash val="sysDot"/>
                </a:ln>
                <a:solidFill>
                  <a:schemeClr val="tx1">
                    <a:lumMod val="85000"/>
                    <a:lumOff val="15000"/>
                  </a:schemeClr>
                </a:solidFill>
                <a:latin typeface="+mn-ea"/>
                <a:cs typeface="+mn-ea"/>
              </a:rPr>
              <a:t> 8 </a:t>
            </a:r>
            <a:r>
              <a:rPr lang="zh-CN" altLang="en-US" sz="2400" dirty="0">
                <a:ln>
                  <a:noFill/>
                  <a:prstDash val="sysDot"/>
                </a:ln>
                <a:solidFill>
                  <a:schemeClr val="tx1">
                    <a:lumMod val="85000"/>
                    <a:lumOff val="15000"/>
                  </a:schemeClr>
                </a:solidFill>
                <a:latin typeface="+mn-ea"/>
                <a:cs typeface="+mn-ea"/>
              </a:rPr>
              <a:t>月</a:t>
            </a:r>
            <a:r>
              <a:rPr lang="en-US" altLang="zh-CN" sz="2400" dirty="0">
                <a:ln>
                  <a:noFill/>
                  <a:prstDash val="sysDot"/>
                </a:ln>
                <a:solidFill>
                  <a:schemeClr val="tx1">
                    <a:lumMod val="85000"/>
                    <a:lumOff val="15000"/>
                  </a:schemeClr>
                </a:solidFill>
                <a:latin typeface="+mn-ea"/>
                <a:cs typeface="+mn-ea"/>
              </a:rPr>
              <a:t> 18 </a:t>
            </a:r>
            <a:r>
              <a:rPr lang="zh-CN" altLang="en-US" sz="2400" dirty="0">
                <a:ln>
                  <a:noFill/>
                  <a:prstDash val="sysDot"/>
                </a:ln>
                <a:solidFill>
                  <a:schemeClr val="tx1">
                    <a:lumMod val="85000"/>
                    <a:lumOff val="15000"/>
                  </a:schemeClr>
                </a:solidFill>
                <a:latin typeface="+mn-ea"/>
                <a:cs typeface="+mn-ea"/>
              </a:rPr>
              <a:t>日</a:t>
            </a:r>
            <a:r>
              <a:rPr lang="en-US" altLang="zh-CN" sz="2400" dirty="0">
                <a:ln>
                  <a:noFill/>
                  <a:prstDash val="sysDot"/>
                </a:ln>
                <a:solidFill>
                  <a:schemeClr val="tx1">
                    <a:lumMod val="85000"/>
                    <a:lumOff val="15000"/>
                  </a:schemeClr>
                </a:solidFill>
                <a:latin typeface="+mn-ea"/>
                <a:cs typeface="+mn-ea"/>
              </a:rPr>
              <a:t> 23 </a:t>
            </a:r>
            <a:r>
              <a:rPr lang="zh-CN" altLang="en-US" sz="2400" dirty="0">
                <a:ln>
                  <a:noFill/>
                  <a:prstDash val="sysDot"/>
                </a:ln>
                <a:solidFill>
                  <a:schemeClr val="tx1">
                    <a:lumMod val="85000"/>
                    <a:lumOff val="15000"/>
                  </a:schemeClr>
                </a:solidFill>
                <a:latin typeface="+mn-ea"/>
                <a:cs typeface="+mn-ea"/>
              </a:rPr>
              <a:t>时许，延安百花路派出所接举报张某诊所播黄色录像，民警借口看病进入，冲突后强制带离张某，扣押</a:t>
            </a:r>
            <a:r>
              <a:rPr lang="en-US" altLang="zh-CN" sz="2400" dirty="0">
                <a:ln>
                  <a:noFill/>
                  <a:prstDash val="sysDot"/>
                </a:ln>
                <a:solidFill>
                  <a:schemeClr val="tx1">
                    <a:lumMod val="85000"/>
                    <a:lumOff val="15000"/>
                  </a:schemeClr>
                </a:solidFill>
                <a:latin typeface="+mn-ea"/>
                <a:cs typeface="+mn-ea"/>
              </a:rPr>
              <a:t> 3 </a:t>
            </a:r>
            <a:r>
              <a:rPr lang="zh-CN" altLang="en-US" sz="2400" dirty="0">
                <a:ln>
                  <a:noFill/>
                  <a:prstDash val="sysDot"/>
                </a:ln>
                <a:solidFill>
                  <a:schemeClr val="tx1">
                    <a:lumMod val="85000"/>
                    <a:lumOff val="15000"/>
                  </a:schemeClr>
                </a:solidFill>
                <a:latin typeface="+mn-ea"/>
                <a:cs typeface="+mn-ea"/>
              </a:rPr>
              <a:t>张淫秽光碟及相关设备。</a:t>
            </a:r>
            <a:endParaRPr lang="zh-CN" altLang="en-US" sz="2400" dirty="0">
              <a:ln>
                <a:noFill/>
                <a:prstDash val="sysDot"/>
              </a:ln>
              <a:solidFill>
                <a:schemeClr val="tx1">
                  <a:lumMod val="85000"/>
                  <a:lumOff val="15000"/>
                </a:schemeClr>
              </a:solidFill>
              <a:latin typeface="+mn-ea"/>
              <a:cs typeface="+mn-ea"/>
            </a:endParaRPr>
          </a:p>
        </p:txBody>
      </p:sp>
      <p:sp>
        <p:nvSpPr>
          <p:cNvPr id="13" name="圆角矩形 3"/>
          <p:cNvSpPr/>
          <p:nvPr>
            <p:custDataLst>
              <p:tags r:id="rId10"/>
            </p:custDataLst>
          </p:nvPr>
        </p:nvSpPr>
        <p:spPr>
          <a:xfrm>
            <a:off x="2099549" y="6288224"/>
            <a:ext cx="2186438" cy="65011"/>
          </a:xfrm>
          <a:prstGeom prst="roundRect">
            <a:avLst>
              <a:gd name="adj" fmla="val 36974"/>
            </a:avLst>
          </a:prstGeom>
          <a:solidFill>
            <a:schemeClr val="accent1">
              <a:lumMod val="60000"/>
              <a:lumOff val="40000"/>
              <a:alpha val="63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14" name="圆角矩形 8"/>
          <p:cNvSpPr/>
          <p:nvPr>
            <p:custDataLst>
              <p:tags r:id="rId11"/>
            </p:custDataLst>
          </p:nvPr>
        </p:nvSpPr>
        <p:spPr>
          <a:xfrm>
            <a:off x="7861247" y="6285675"/>
            <a:ext cx="2186438" cy="65011"/>
          </a:xfrm>
          <a:prstGeom prst="roundRect">
            <a:avLst>
              <a:gd name="adj" fmla="val 36974"/>
            </a:avLst>
          </a:prstGeom>
          <a:solidFill>
            <a:schemeClr val="accent2">
              <a:lumMod val="60000"/>
              <a:lumOff val="40000"/>
              <a:alpha val="63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4" name="标题"/>
          <p:cNvSpPr txBox="1"/>
          <p:nvPr>
            <p:custDataLst>
              <p:tags r:id="rId12"/>
            </p:custDataLst>
          </p:nvPr>
        </p:nvSpPr>
        <p:spPr>
          <a:xfrm>
            <a:off x="1581150" y="1424305"/>
            <a:ext cx="3642995" cy="512445"/>
          </a:xfrm>
          <a:prstGeom prst="rect">
            <a:avLst/>
          </a:prstGeom>
          <a:noFill/>
        </p:spPr>
        <p:txBody>
          <a:bodyPr wrap="square" lIns="0" tIns="0" rIns="0" bIns="0" rtlCol="0" anchor="ctr">
            <a:noAutofit/>
          </a:bodyPr>
          <a:p>
            <a:pPr algn="ctr"/>
            <a:r>
              <a:rPr lang="zh-CN" altLang="en-US" sz="2800" b="1" spc="300">
                <a:solidFill>
                  <a:schemeClr val="accent1"/>
                </a:solidFill>
                <a:latin typeface="+mn-ea"/>
              </a:rPr>
              <a:t>概念：</a:t>
            </a:r>
            <a:endParaRPr lang="zh-CN" altLang="en-US" sz="2800" b="1" spc="300">
              <a:solidFill>
                <a:schemeClr val="accent1"/>
              </a:solidFill>
              <a:latin typeface="+mn-ea"/>
            </a:endParaRPr>
          </a:p>
        </p:txBody>
      </p:sp>
      <p:sp>
        <p:nvSpPr>
          <p:cNvPr id="9" name="标题"/>
          <p:cNvSpPr txBox="1"/>
          <p:nvPr>
            <p:custDataLst>
              <p:tags r:id="rId13"/>
            </p:custDataLst>
          </p:nvPr>
        </p:nvSpPr>
        <p:spPr>
          <a:xfrm>
            <a:off x="6374130" y="1283970"/>
            <a:ext cx="5032375" cy="652145"/>
          </a:xfrm>
          <a:prstGeom prst="rect">
            <a:avLst/>
          </a:prstGeom>
          <a:noFill/>
        </p:spPr>
        <p:txBody>
          <a:bodyPr wrap="square" lIns="0" tIns="0" rIns="0" bIns="0" rtlCol="0" anchor="ctr">
            <a:noAutofit/>
          </a:bodyPr>
          <a:p>
            <a:pPr algn="ctr"/>
            <a:r>
              <a:rPr lang="en-US" altLang="zh-CN" sz="2800" b="1" spc="300">
                <a:solidFill>
                  <a:schemeClr val="accent1"/>
                </a:solidFill>
                <a:latin typeface="+mn-ea"/>
              </a:rPr>
              <a:t> </a:t>
            </a:r>
            <a:r>
              <a:rPr lang="zh-CN" altLang="en-US" sz="2800" b="1" spc="300">
                <a:solidFill>
                  <a:schemeClr val="accent1"/>
                </a:solidFill>
                <a:latin typeface="+mn-ea"/>
              </a:rPr>
              <a:t>事例：夫妻卧室观看黄碟案</a:t>
            </a:r>
            <a:endParaRPr lang="zh-CN" altLang="en-US" sz="2800" b="1" spc="300">
              <a:solidFill>
                <a:schemeClr val="accent1"/>
              </a:solidFill>
              <a:latin typeface="+mn-ea"/>
            </a:endParaRPr>
          </a:p>
        </p:txBody>
      </p:sp>
    </p:spTree>
    <p:custDataLst>
      <p:tags r:id="rId14"/>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装饰 1"/>
          <p:cNvSpPr/>
          <p:nvPr>
            <p:custDataLst>
              <p:tags r:id="rId1"/>
            </p:custDataLst>
          </p:nvPr>
        </p:nvSpPr>
        <p:spPr>
          <a:xfrm>
            <a:off x="1066809" y="914407"/>
            <a:ext cx="10058481" cy="5029240"/>
          </a:xfrm>
          <a:prstGeom prst="rect">
            <a:avLst/>
          </a:pr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20000"/>
              </a:lnSpc>
              <a:spcBef>
                <a:spcPts val="0"/>
              </a:spcBef>
              <a:spcAft>
                <a:spcPts val="0"/>
              </a:spcAft>
              <a:buClrTx/>
              <a:buSzTx/>
              <a:buFontTx/>
              <a:buNone/>
            </a:pPr>
            <a:endParaRPr kumimoji="1" lang="zh-CN" alt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Arial" panose="020B0604020202020204" pitchFamily="34" charset="0"/>
            </a:endParaRPr>
          </a:p>
        </p:txBody>
      </p:sp>
      <p:cxnSp>
        <p:nvCxnSpPr>
          <p:cNvPr id="9" name="装饰 2"/>
          <p:cNvCxnSpPr/>
          <p:nvPr>
            <p:custDataLst>
              <p:tags r:id="rId2"/>
            </p:custDataLst>
          </p:nvPr>
        </p:nvCxnSpPr>
        <p:spPr>
          <a:xfrm>
            <a:off x="6400851" y="2133617"/>
            <a:ext cx="0" cy="2705100"/>
          </a:xfrm>
          <a:prstGeom prst="line">
            <a:avLst/>
          </a:prstGeom>
          <a:ln w="1270">
            <a:solidFill>
              <a:schemeClr val="lt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任意多边形: 形状 13"/>
          <p:cNvSpPr>
            <a:spLocks noChangeAspect="1"/>
          </p:cNvSpPr>
          <p:nvPr>
            <p:custDataLst>
              <p:tags r:id="rId3"/>
            </p:custDataLst>
          </p:nvPr>
        </p:nvSpPr>
        <p:spPr>
          <a:xfrm rot="10800000">
            <a:off x="5356860" y="480060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Arial" panose="020B0604020202020204" pitchFamily="34" charset="0"/>
              <a:ea typeface="微软雅黑" panose="020B0503020204020204" charset="-122"/>
            </a:endParaRPr>
          </a:p>
        </p:txBody>
      </p:sp>
      <p:sp>
        <p:nvSpPr>
          <p:cNvPr id="22" name="任意多边形: 形状 14"/>
          <p:cNvSpPr>
            <a:spLocks noChangeAspect="1"/>
          </p:cNvSpPr>
          <p:nvPr>
            <p:custDataLst>
              <p:tags r:id="rId4"/>
            </p:custDataLst>
          </p:nvPr>
        </p:nvSpPr>
        <p:spPr>
          <a:xfrm rot="10800000">
            <a:off x="4983480" y="480060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a:latin typeface="Arial" panose="020B0604020202020204" pitchFamily="34" charset="0"/>
              <a:ea typeface="微软雅黑" panose="020B0503020204020204" charset="-122"/>
            </a:endParaRPr>
          </a:p>
        </p:txBody>
      </p:sp>
      <p:sp>
        <p:nvSpPr>
          <p:cNvPr id="27" name="任意多边形: 形状 13"/>
          <p:cNvSpPr>
            <a:spLocks noChangeAspect="1"/>
          </p:cNvSpPr>
          <p:nvPr>
            <p:custDataLst>
              <p:tags r:id="rId5"/>
            </p:custDataLst>
          </p:nvPr>
        </p:nvSpPr>
        <p:spPr>
          <a:xfrm rot="10800000" flipH="1" flipV="1">
            <a:off x="1862455" y="148463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Arial" panose="020B0604020202020204" pitchFamily="34" charset="0"/>
              <a:ea typeface="微软雅黑" panose="020B0503020204020204" charset="-122"/>
            </a:endParaRPr>
          </a:p>
        </p:txBody>
      </p:sp>
      <p:sp>
        <p:nvSpPr>
          <p:cNvPr id="28" name="任意多边形: 形状 14"/>
          <p:cNvSpPr>
            <a:spLocks noChangeAspect="1"/>
          </p:cNvSpPr>
          <p:nvPr>
            <p:custDataLst>
              <p:tags r:id="rId6"/>
            </p:custDataLst>
          </p:nvPr>
        </p:nvSpPr>
        <p:spPr>
          <a:xfrm rot="10800000" flipH="1" flipV="1">
            <a:off x="2235835" y="148463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a:latin typeface="Arial" panose="020B0604020202020204" pitchFamily="34" charset="0"/>
              <a:ea typeface="微软雅黑" panose="020B0503020204020204" charset="-122"/>
            </a:endParaRPr>
          </a:p>
        </p:txBody>
      </p:sp>
      <p:sp>
        <p:nvSpPr>
          <p:cNvPr id="31" name="文本框 30"/>
          <p:cNvSpPr txBox="1"/>
          <p:nvPr>
            <p:custDataLst>
              <p:tags r:id="rId7"/>
            </p:custDataLst>
          </p:nvPr>
        </p:nvSpPr>
        <p:spPr>
          <a:xfrm>
            <a:off x="6520180" y="1311910"/>
            <a:ext cx="4478020" cy="4406265"/>
          </a:xfrm>
          <a:prstGeom prst="rect">
            <a:avLst/>
          </a:prstGeom>
          <a:noFill/>
        </p:spPr>
        <p:txBody>
          <a:bodyPr wrap="square" rtlCol="0" anchor="ctr" anchorCtr="0">
            <a:noAutofit/>
          </a:bodyPr>
          <a:lstStyle/>
          <a:p>
            <a:pPr indent="0" algn="just" fontAlgn="auto">
              <a:lnSpc>
                <a:spcPct val="150000"/>
              </a:lnSpc>
              <a:spcAft>
                <a:spcPts val="1200"/>
              </a:spcAft>
            </a:pPr>
            <a:r>
              <a:rPr lang="en-US" altLang="en-US"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dirty="0">
                <a:ln>
                  <a:noFill/>
                  <a:prstDash val="sysDot"/>
                </a:ln>
                <a:solidFill>
                  <a:schemeClr val="tx1">
                    <a:lumMod val="85000"/>
                    <a:lumOff val="15000"/>
                  </a:schemeClr>
                </a:solidFill>
                <a:latin typeface="+mn-ea"/>
                <a:cs typeface="+mn-ea"/>
                <a:sym typeface="+mn-ea"/>
              </a:rPr>
              <a:t>通信自由与通信秘密是指公民通过书信、电报、传真、电话及其他通信手段，根据自己的意愿进行通信，不受他人千涉的自由。</a:t>
            </a:r>
            <a:r>
              <a:rPr lang="en-US" altLang="zh-CN" sz="2400" dirty="0">
                <a:ln>
                  <a:noFill/>
                  <a:prstDash val="sysDot"/>
                </a:ln>
                <a:solidFill>
                  <a:schemeClr val="tx1">
                    <a:lumMod val="85000"/>
                    <a:lumOff val="15000"/>
                  </a:schemeClr>
                </a:solidFill>
                <a:latin typeface="+mn-ea"/>
                <a:cs typeface="+mn-ea"/>
                <a:sym typeface="+mn-ea"/>
              </a:rPr>
              <a:t> </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pP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3" name="标题 2"/>
          <p:cNvSpPr>
            <a:spLocks noGrp="1"/>
          </p:cNvSpPr>
          <p:nvPr>
            <p:ph type="title"/>
            <p:custDataLst>
              <p:tags r:id="rId8"/>
            </p:custDataLst>
          </p:nvPr>
        </p:nvSpPr>
        <p:spPr>
          <a:xfrm>
            <a:off x="1851025" y="2350135"/>
            <a:ext cx="4429760" cy="1840865"/>
          </a:xfrm>
        </p:spPr>
        <p:txBody>
          <a:bodyPr>
            <a:normAutofit/>
          </a:bodyPr>
          <a:lstStyle/>
          <a:p>
            <a:pPr algn="ctr"/>
            <a:r>
              <a:rPr lang="zh-CN" altLang="en-US">
                <a:sym typeface="+mn-ea"/>
              </a:rPr>
              <a:t>（五）</a:t>
            </a:r>
            <a:r>
              <a:rPr lang="zh-CN" altLang="en-US">
                <a:latin typeface="+mj-ea"/>
                <a:cs typeface="+mj-ea"/>
                <a:sym typeface="+mn-ea"/>
              </a:rPr>
              <a:t>通信自由与通信秘密受宪法保护</a:t>
            </a:r>
            <a:br>
              <a:rPr lang="zh-CN" altLang="en-US">
                <a:latin typeface="+mj-ea"/>
                <a:cs typeface="+mj-ea"/>
                <a:sym typeface="+mn-ea"/>
              </a:rPr>
            </a:br>
            <a:r>
              <a:rPr lang="zh-CN" altLang="en-US" sz="2800">
                <a:latin typeface="+mj-ea"/>
                <a:cs typeface="+mj-ea"/>
                <a:sym typeface="+mn-ea"/>
              </a:rPr>
              <a:t>（《宪法》第</a:t>
            </a:r>
            <a:r>
              <a:rPr lang="en-US" altLang="zh-CN" sz="2800">
                <a:latin typeface="+mj-ea"/>
                <a:cs typeface="+mj-ea"/>
                <a:sym typeface="+mn-ea"/>
              </a:rPr>
              <a:t>40</a:t>
            </a:r>
            <a:r>
              <a:rPr lang="zh-CN" altLang="en-US" sz="2800">
                <a:latin typeface="+mj-ea"/>
                <a:cs typeface="+mj-ea"/>
                <a:sym typeface="+mn-ea"/>
              </a:rPr>
              <a:t>条）</a:t>
            </a:r>
            <a:endParaRPr lang="zh-CN" altLang="en-US" sz="2800"/>
          </a:p>
        </p:txBody>
      </p:sp>
    </p:spTree>
    <p:custDataLst>
      <p:tags r:id="rId9"/>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32130" y="2036445"/>
            <a:ext cx="2563495" cy="2195830"/>
          </a:xfrm>
        </p:spPr>
        <p:txBody>
          <a:bodyPr anchor="b" anchorCtr="0"/>
          <a:lstStyle/>
          <a:p>
            <a:pPr algn="ctr"/>
            <a:r>
              <a:rPr lang="en-US" altLang="zh-CN"/>
              <a:t> </a:t>
            </a:r>
            <a:r>
              <a:rPr lang="zh-CN" altLang="en-US"/>
              <a:t>案例分析：</a:t>
            </a:r>
            <a:br>
              <a:rPr lang="zh-CN" altLang="en-US"/>
            </a:br>
            <a:r>
              <a:rPr lang="zh-CN" altLang="en-US"/>
              <a:t>为配合选举</a:t>
            </a:r>
            <a:r>
              <a:rPr lang="en-US" altLang="zh-CN"/>
              <a:t>“</a:t>
            </a:r>
            <a:r>
              <a:rPr lang="zh-CN" altLang="en-US"/>
              <a:t>监听</a:t>
            </a:r>
            <a:r>
              <a:rPr lang="en-US" altLang="zh-CN"/>
              <a:t>”</a:t>
            </a:r>
            <a:r>
              <a:rPr lang="zh-CN" altLang="en-US"/>
              <a:t>电话</a:t>
            </a:r>
            <a:endParaRPr lang="zh-CN" altLang="en-US"/>
          </a:p>
        </p:txBody>
      </p:sp>
      <p:sp>
        <p:nvSpPr>
          <p:cNvPr id="3" name="矩形 2"/>
          <p:cNvSpPr/>
          <p:nvPr>
            <p:custDataLst>
              <p:tags r:id="rId2"/>
            </p:custDataLst>
          </p:nvPr>
        </p:nvSpPr>
        <p:spPr>
          <a:xfrm>
            <a:off x="754380"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1804670" y="945198"/>
            <a:ext cx="8893175" cy="4967605"/>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4" name="文本框 3"/>
          <p:cNvSpPr txBox="1"/>
          <p:nvPr>
            <p:custDataLst>
              <p:tags r:id="rId4"/>
            </p:custDataLst>
          </p:nvPr>
        </p:nvSpPr>
        <p:spPr>
          <a:xfrm>
            <a:off x="3456940" y="1033780"/>
            <a:ext cx="7044055" cy="4784725"/>
          </a:xfrm>
          <a:prstGeom prst="rect">
            <a:avLst/>
          </a:prstGeom>
          <a:noFill/>
        </p:spPr>
        <p:txBody>
          <a:bodyPr wrap="square" rtlCol="0" anchor="ctr" anchorCtr="0">
            <a:noAutofit/>
          </a:bodyPr>
          <a:lstStyle/>
          <a:p>
            <a:pPr marL="0" lvl="0" indent="0" fontAlgn="auto">
              <a:lnSpc>
                <a:spcPct val="150000"/>
              </a:lnSpc>
            </a:pPr>
            <a:r>
              <a:rPr lang="en-US" altLang="zh-CN" sz="2400">
                <a:solidFill>
                  <a:schemeClr val="tx1"/>
                </a:solidFill>
              </a:rPr>
              <a:t>    </a:t>
            </a:r>
            <a:r>
              <a:rPr lang="en-US" altLang="zh-CN" sz="2400">
                <a:solidFill>
                  <a:schemeClr val="tx1"/>
                </a:solidFill>
                <a:latin typeface="+mj-ea"/>
                <a:ea typeface="+mj-ea"/>
                <a:cs typeface="+mj-ea"/>
              </a:rPr>
              <a:t>   2003</a:t>
            </a:r>
            <a:r>
              <a:rPr lang="zh-CN" altLang="en-US" sz="2400">
                <a:solidFill>
                  <a:schemeClr val="tx1"/>
                </a:solidFill>
                <a:latin typeface="+mj-ea"/>
                <a:ea typeface="+mj-ea"/>
                <a:cs typeface="+mj-ea"/>
              </a:rPr>
              <a:t>年</a:t>
            </a:r>
            <a:r>
              <a:rPr lang="en-US" altLang="zh-CN" sz="2400">
                <a:solidFill>
                  <a:schemeClr val="tx1"/>
                </a:solidFill>
                <a:latin typeface="+mj-ea"/>
                <a:ea typeface="+mj-ea"/>
                <a:cs typeface="+mj-ea"/>
              </a:rPr>
              <a:t>1</a:t>
            </a:r>
            <a:r>
              <a:rPr lang="zh-CN" altLang="en-US" sz="2400">
                <a:solidFill>
                  <a:schemeClr val="tx1"/>
                </a:solidFill>
                <a:latin typeface="+mj-ea"/>
                <a:ea typeface="+mj-ea"/>
                <a:cs typeface="+mj-ea"/>
              </a:rPr>
              <a:t>月</a:t>
            </a:r>
            <a:r>
              <a:rPr lang="en-US" altLang="zh-CN" sz="2400">
                <a:solidFill>
                  <a:schemeClr val="tx1"/>
                </a:solidFill>
                <a:latin typeface="+mj-ea"/>
                <a:ea typeface="+mj-ea"/>
                <a:cs typeface="+mj-ea"/>
              </a:rPr>
              <a:t>4</a:t>
            </a:r>
            <a:r>
              <a:rPr lang="zh-CN" altLang="en-US" sz="2400">
                <a:solidFill>
                  <a:schemeClr val="tx1"/>
                </a:solidFill>
                <a:latin typeface="+mj-ea"/>
                <a:ea typeface="+mj-ea"/>
                <a:cs typeface="+mj-ea"/>
              </a:rPr>
              <a:t>日至</a:t>
            </a:r>
            <a:r>
              <a:rPr lang="en-US" altLang="zh-CN" sz="2400">
                <a:solidFill>
                  <a:schemeClr val="tx1"/>
                </a:solidFill>
                <a:latin typeface="+mj-ea"/>
                <a:ea typeface="+mj-ea"/>
                <a:cs typeface="+mj-ea"/>
              </a:rPr>
              <a:t>7</a:t>
            </a:r>
            <a:r>
              <a:rPr lang="zh-CN" altLang="en-US" sz="2400">
                <a:solidFill>
                  <a:schemeClr val="tx1"/>
                </a:solidFill>
                <a:latin typeface="+mj-ea"/>
                <a:ea typeface="+mj-ea"/>
                <a:cs typeface="+mj-ea"/>
              </a:rPr>
              <a:t>日，陕西省府谷县党代会期间，发生了一起</a:t>
            </a:r>
            <a:r>
              <a:rPr lang="zh-CN" altLang="en-US" sz="2400" b="1">
                <a:solidFill>
                  <a:schemeClr val="tx1"/>
                </a:solidFill>
                <a:latin typeface="+mj-ea"/>
                <a:ea typeface="+mj-ea"/>
                <a:cs typeface="+mj-ea"/>
              </a:rPr>
              <a:t>县公安局政委以</a:t>
            </a:r>
            <a:r>
              <a:rPr lang="en-US" altLang="zh-CN" sz="2400" b="1">
                <a:solidFill>
                  <a:schemeClr val="tx1"/>
                </a:solidFill>
                <a:latin typeface="+mj-ea"/>
                <a:ea typeface="+mj-ea"/>
                <a:cs typeface="+mj-ea"/>
              </a:rPr>
              <a:t>“</a:t>
            </a:r>
            <a:r>
              <a:rPr lang="zh-CN" altLang="en-US" sz="2400" b="1">
                <a:solidFill>
                  <a:schemeClr val="tx1"/>
                </a:solidFill>
                <a:latin typeface="+mj-ea"/>
                <a:ea typeface="+mj-ea"/>
                <a:cs typeface="+mj-ea"/>
              </a:rPr>
              <a:t>恐怖活动</a:t>
            </a:r>
            <a:r>
              <a:rPr lang="en-US" altLang="zh-CN" sz="2400" b="1">
                <a:solidFill>
                  <a:schemeClr val="tx1"/>
                </a:solidFill>
                <a:latin typeface="+mj-ea"/>
                <a:ea typeface="+mj-ea"/>
                <a:cs typeface="+mj-ea"/>
              </a:rPr>
              <a:t>”</a:t>
            </a:r>
            <a:r>
              <a:rPr lang="zh-CN" altLang="en-US" sz="2400" b="1">
                <a:solidFill>
                  <a:schemeClr val="tx1"/>
                </a:solidFill>
                <a:latin typeface="+mj-ea"/>
                <a:ea typeface="+mj-ea"/>
                <a:cs typeface="+mj-ea"/>
              </a:rPr>
              <a:t>为由派人监控公安局局长、县人大主任和前人大主任电话事件。</a:t>
            </a:r>
            <a:r>
              <a:rPr lang="zh-CN" altLang="en-US" sz="2400">
                <a:solidFill>
                  <a:schemeClr val="tx1"/>
                </a:solidFill>
                <a:latin typeface="+mj-ea"/>
                <a:ea typeface="+mj-ea"/>
                <a:cs typeface="+mj-ea"/>
              </a:rPr>
              <a:t>该事件被媒体曝光后，引起当地舆论大哗，街头巷尾，几乎人尽皆知，被形象地称为府谷的</a:t>
            </a:r>
            <a:r>
              <a:rPr lang="en-US" altLang="zh-CN" sz="2400">
                <a:solidFill>
                  <a:schemeClr val="tx1"/>
                </a:solidFill>
                <a:latin typeface="+mj-ea"/>
                <a:ea typeface="+mj-ea"/>
                <a:cs typeface="+mj-ea"/>
              </a:rPr>
              <a:t>“</a:t>
            </a:r>
            <a:r>
              <a:rPr lang="zh-CN" altLang="en-US" sz="2400">
                <a:solidFill>
                  <a:schemeClr val="tx1"/>
                </a:solidFill>
                <a:latin typeface="+mj-ea"/>
                <a:ea typeface="+mj-ea"/>
                <a:cs typeface="+mj-ea"/>
              </a:rPr>
              <a:t>水门事件</a:t>
            </a:r>
            <a:r>
              <a:rPr lang="en-US" altLang="zh-CN" sz="2400">
                <a:solidFill>
                  <a:schemeClr val="tx1"/>
                </a:solidFill>
                <a:latin typeface="+mj-ea"/>
                <a:ea typeface="+mj-ea"/>
                <a:cs typeface="+mj-ea"/>
              </a:rPr>
              <a:t>”</a:t>
            </a:r>
            <a:r>
              <a:rPr lang="zh-CN" altLang="en-US" sz="2400">
                <a:solidFill>
                  <a:schemeClr val="tx1"/>
                </a:solidFill>
                <a:latin typeface="+mj-ea"/>
                <a:ea typeface="+mj-ea"/>
                <a:cs typeface="+mj-ea"/>
              </a:rPr>
              <a:t>。</a:t>
            </a:r>
            <a:r>
              <a:rPr lang="en-US" altLang="zh-CN" sz="2400">
                <a:solidFill>
                  <a:schemeClr val="tx1"/>
                </a:solidFill>
                <a:latin typeface="+mj-ea"/>
                <a:ea typeface="+mj-ea"/>
                <a:cs typeface="+mj-ea"/>
              </a:rPr>
              <a:t> </a:t>
            </a:r>
            <a:endParaRPr lang="en-US" altLang="zh-CN" sz="2400">
              <a:solidFill>
                <a:schemeClr val="tx1"/>
              </a:solidFill>
              <a:latin typeface="+mj-ea"/>
              <a:ea typeface="+mj-ea"/>
              <a:cs typeface="+mj-ea"/>
            </a:endParaRPr>
          </a:p>
          <a:p>
            <a:pPr marL="0" lvl="0" indent="0" fontAlgn="auto">
              <a:lnSpc>
                <a:spcPct val="150000"/>
              </a:lnSpc>
            </a:pPr>
            <a:r>
              <a:rPr lang="en-US" altLang="zh-CN" sz="2400">
                <a:solidFill>
                  <a:schemeClr val="tx1"/>
                </a:solidFill>
                <a:latin typeface="+mj-ea"/>
                <a:ea typeface="+mj-ea"/>
                <a:cs typeface="+mj-ea"/>
              </a:rPr>
              <a:t>     </a:t>
            </a:r>
            <a:r>
              <a:rPr lang="en-US" altLang="zh-CN" sz="2400" b="1">
                <a:solidFill>
                  <a:schemeClr val="tx1"/>
                </a:solidFill>
                <a:latin typeface="+mj-ea"/>
                <a:ea typeface="+mj-ea"/>
                <a:cs typeface="+mj-ea"/>
              </a:rPr>
              <a:t>   </a:t>
            </a:r>
            <a:r>
              <a:rPr lang="zh-CN" altLang="en-US" sz="2400" b="1">
                <a:solidFill>
                  <a:schemeClr val="tx1"/>
                </a:solidFill>
                <a:latin typeface="+mj-ea"/>
                <a:ea typeface="+mj-ea"/>
                <a:cs typeface="+mj-ea"/>
              </a:rPr>
              <a:t>思考：</a:t>
            </a:r>
            <a:r>
              <a:rPr lang="zh-CN" altLang="en-US" sz="2400">
                <a:solidFill>
                  <a:schemeClr val="tx1"/>
                </a:solidFill>
                <a:latin typeface="+mj-ea"/>
                <a:ea typeface="+mj-ea"/>
                <a:cs typeface="+mj-ea"/>
              </a:rPr>
              <a:t>该事件中，县公安局政委擅自决定对以上三位公民的电话进行监听</a:t>
            </a:r>
            <a:r>
              <a:rPr lang="zh-CN" altLang="en-US" sz="2400" b="1">
                <a:solidFill>
                  <a:schemeClr val="tx1"/>
                </a:solidFill>
                <a:latin typeface="+mj-ea"/>
                <a:ea typeface="+mj-ea"/>
                <a:cs typeface="+mj-ea"/>
              </a:rPr>
              <a:t>是否侵犯宪法所保护的通信自由与通信秘密？</a:t>
            </a:r>
            <a:endParaRPr lang="zh-CN" altLang="en-US" sz="2400" b="1">
              <a:solidFill>
                <a:schemeClr val="tx1"/>
              </a:solidFill>
              <a:latin typeface="+mj-ea"/>
              <a:ea typeface="+mj-ea"/>
              <a:cs typeface="+mj-ea"/>
            </a:endParaRPr>
          </a:p>
        </p:txBody>
      </p:sp>
    </p:spTree>
    <p:custDataLst>
      <p:tags r:id="rId5"/>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要点分析：</a:t>
            </a:r>
            <a:endParaRPr lang="zh-CN" altLang="en-US"/>
          </a:p>
        </p:txBody>
      </p:sp>
      <p:sp>
        <p:nvSpPr>
          <p:cNvPr id="29" name="文本框 28"/>
          <p:cNvSpPr txBox="1"/>
          <p:nvPr>
            <p:custDataLst>
              <p:tags r:id="rId2"/>
            </p:custDataLst>
          </p:nvPr>
        </p:nvSpPr>
        <p:spPr>
          <a:xfrm>
            <a:off x="1404096" y="1702093"/>
            <a:ext cx="10056703" cy="2328252"/>
          </a:xfrm>
          <a:prstGeom prst="rect">
            <a:avLst/>
          </a:prstGeom>
          <a:noFill/>
        </p:spPr>
        <p:txBody>
          <a:bodyPr wrap="square" lIns="0" tIns="0" rIns="0" bIns="0" rtlCol="0" anchor="ctr" anchorCtr="0">
            <a:noAutofit/>
          </a:bodyPr>
          <a:p>
            <a:pPr indent="0" algn="l" fontAlgn="auto">
              <a:lnSpc>
                <a:spcPct val="150000"/>
              </a:lnSpc>
              <a:spcAft>
                <a:spcPts val="0"/>
              </a:spcAft>
            </a:pPr>
            <a:r>
              <a:rPr lang="zh-CN" altLang="en-US" sz="2400" dirty="0">
                <a:solidFill>
                  <a:schemeClr val="tx1">
                    <a:lumMod val="85000"/>
                    <a:lumOff val="15000"/>
                  </a:schemeClr>
                </a:solidFill>
                <a:latin typeface="+mj-ea"/>
                <a:ea typeface="+mj-ea"/>
                <a:cs typeface="+mj-ea"/>
                <a:sym typeface="+mn-ea"/>
              </a:rPr>
              <a:t>宪法明确保护：《中华人民共和国宪法》第</a:t>
            </a:r>
            <a:r>
              <a:rPr lang="en-US" altLang="zh-CN" sz="2400" dirty="0">
                <a:solidFill>
                  <a:schemeClr val="tx1">
                    <a:lumMod val="85000"/>
                    <a:lumOff val="15000"/>
                  </a:schemeClr>
                </a:solidFill>
                <a:latin typeface="+mj-ea"/>
                <a:ea typeface="+mj-ea"/>
                <a:cs typeface="+mj-ea"/>
                <a:sym typeface="+mn-ea"/>
              </a:rPr>
              <a:t> 40 </a:t>
            </a:r>
            <a:r>
              <a:rPr lang="zh-CN" altLang="en-US" sz="2400" dirty="0">
                <a:solidFill>
                  <a:schemeClr val="tx1">
                    <a:lumMod val="85000"/>
                    <a:lumOff val="15000"/>
                  </a:schemeClr>
                </a:solidFill>
                <a:latin typeface="+mj-ea"/>
                <a:ea typeface="+mj-ea"/>
                <a:cs typeface="+mj-ea"/>
                <a:sym typeface="+mn-ea"/>
              </a:rPr>
              <a:t>条规定：</a:t>
            </a:r>
            <a:r>
              <a:rPr lang="en-US" altLang="zh-CN" sz="2400" dirty="0">
                <a:solidFill>
                  <a:schemeClr val="tx1">
                    <a:lumMod val="85000"/>
                    <a:lumOff val="15000"/>
                  </a:schemeClr>
                </a:solidFill>
                <a:latin typeface="+mj-ea"/>
                <a:ea typeface="+mj-ea"/>
                <a:cs typeface="+mj-ea"/>
                <a:sym typeface="+mn-ea"/>
              </a:rPr>
              <a:t>"</a:t>
            </a:r>
            <a:r>
              <a:rPr lang="zh-CN" altLang="en-US" sz="2400" dirty="0">
                <a:solidFill>
                  <a:schemeClr val="tx1">
                    <a:lumMod val="85000"/>
                    <a:lumOff val="15000"/>
                  </a:schemeClr>
                </a:solidFill>
                <a:latin typeface="+mj-ea"/>
                <a:ea typeface="+mj-ea"/>
                <a:cs typeface="+mj-ea"/>
                <a:sym typeface="+mn-ea"/>
              </a:rPr>
              <a:t>中华人民共和国公民的通信自由和通信秘密受法律的保护。</a:t>
            </a:r>
            <a:r>
              <a:rPr lang="zh-CN" altLang="en-US" sz="2400" b="1" dirty="0">
                <a:solidFill>
                  <a:schemeClr val="tx1">
                    <a:lumMod val="85000"/>
                    <a:lumOff val="15000"/>
                  </a:schemeClr>
                </a:solidFill>
                <a:latin typeface="+mj-ea"/>
                <a:ea typeface="+mj-ea"/>
                <a:cs typeface="+mj-ea"/>
                <a:sym typeface="+mn-ea"/>
              </a:rPr>
              <a:t>除因国家安全或者追查刑事犯罪的需要，由公安机关或者检察机关依照法律规定的程序对通信进行检查外，</a:t>
            </a:r>
            <a:r>
              <a:rPr lang="zh-CN" altLang="en-US" sz="2400" dirty="0">
                <a:solidFill>
                  <a:schemeClr val="tx1">
                    <a:lumMod val="85000"/>
                    <a:lumOff val="15000"/>
                  </a:schemeClr>
                </a:solidFill>
                <a:latin typeface="+mj-ea"/>
                <a:ea typeface="+mj-ea"/>
                <a:cs typeface="+mj-ea"/>
                <a:sym typeface="+mn-ea"/>
              </a:rPr>
              <a:t>任何组织或者个人不得以任何理由侵犯公民的通信自由和通信秘密。</a:t>
            </a:r>
            <a:r>
              <a:rPr lang="en-US" altLang="zh-CN" sz="2400" dirty="0">
                <a:solidFill>
                  <a:schemeClr val="tx1">
                    <a:lumMod val="85000"/>
                    <a:lumOff val="15000"/>
                  </a:schemeClr>
                </a:solidFill>
                <a:latin typeface="+mj-ea"/>
                <a:ea typeface="+mj-ea"/>
                <a:cs typeface="+mj-ea"/>
                <a:sym typeface="+mn-ea"/>
              </a:rPr>
              <a:t>"</a:t>
            </a:r>
            <a:endParaRPr lang="en-US" altLang="zh-CN" sz="2400" dirty="0">
              <a:solidFill>
                <a:schemeClr val="tx1">
                  <a:lumMod val="85000"/>
                  <a:lumOff val="15000"/>
                </a:schemeClr>
              </a:solidFill>
              <a:latin typeface="+mj-ea"/>
              <a:ea typeface="+mj-ea"/>
              <a:cs typeface="+mj-ea"/>
              <a:sym typeface="+mn-ea"/>
            </a:endParaRPr>
          </a:p>
        </p:txBody>
      </p:sp>
      <p:sp>
        <p:nvSpPr>
          <p:cNvPr id="30" name="文本框 29"/>
          <p:cNvSpPr txBox="1"/>
          <p:nvPr>
            <p:custDataLst>
              <p:tags r:id="rId3"/>
            </p:custDataLst>
          </p:nvPr>
        </p:nvSpPr>
        <p:spPr>
          <a:xfrm>
            <a:off x="659131" y="1701458"/>
            <a:ext cx="744964" cy="2329542"/>
          </a:xfrm>
          <a:prstGeom prst="rect">
            <a:avLst/>
          </a:prstGeom>
          <a:noFill/>
        </p:spPr>
        <p:txBody>
          <a:bodyPr wrap="none" lIns="0" tIns="36195" rIns="0" bIns="0" rtlCol="0" anchor="ctr" anchorCtr="0">
            <a:noAutofit/>
          </a:bodyPr>
          <a:p>
            <a:pPr lvl="0" algn="l">
              <a:buClrTx/>
              <a:buSzTx/>
              <a:buFontTx/>
            </a:pPr>
            <a:r>
              <a:rPr lang="en-US" altLang="zh-CN" sz="3500" b="1" dirty="0">
                <a:gradFill>
                  <a:gsLst>
                    <a:gs pos="0">
                      <a:schemeClr val="accent1">
                        <a:alpha val="100000"/>
                      </a:schemeClr>
                    </a:gs>
                    <a:gs pos="100000">
                      <a:schemeClr val="accent1">
                        <a:alpha val="70000"/>
                      </a:schemeClr>
                    </a:gs>
                  </a:gsLst>
                  <a:lin ang="5400000" scaled="0"/>
                </a:gradFill>
                <a:latin typeface="+mj-lt"/>
                <a:ea typeface="+mj-lt"/>
                <a:sym typeface="+mn-ea"/>
              </a:rPr>
              <a:t>01</a:t>
            </a:r>
            <a:endParaRPr lang="en-US" altLang="zh-CN" sz="3500" b="1" dirty="0">
              <a:gradFill>
                <a:gsLst>
                  <a:gs pos="0">
                    <a:schemeClr val="accent1">
                      <a:alpha val="100000"/>
                    </a:schemeClr>
                  </a:gs>
                  <a:gs pos="100000">
                    <a:schemeClr val="accent1">
                      <a:alpha val="70000"/>
                    </a:schemeClr>
                  </a:gs>
                </a:gsLst>
                <a:lin ang="5400000" scaled="0"/>
              </a:gradFill>
              <a:latin typeface="+mj-lt"/>
              <a:ea typeface="+mj-lt"/>
              <a:sym typeface="+mn-ea"/>
            </a:endParaRPr>
          </a:p>
        </p:txBody>
      </p:sp>
      <p:cxnSp>
        <p:nvCxnSpPr>
          <p:cNvPr id="31" name="直接连接符 30"/>
          <p:cNvCxnSpPr/>
          <p:nvPr>
            <p:custDataLst>
              <p:tags r:id="rId4"/>
            </p:custDataLst>
          </p:nvPr>
        </p:nvCxnSpPr>
        <p:spPr>
          <a:xfrm>
            <a:off x="659766" y="4029075"/>
            <a:ext cx="10801587" cy="0"/>
          </a:xfrm>
          <a:prstGeom prst="line">
            <a:avLst/>
          </a:prstGeom>
          <a:solidFill>
            <a:schemeClr val="lt1">
              <a:lumMod val="100000"/>
              <a:alpha val="0"/>
            </a:schemeClr>
          </a:solidFill>
          <a:ln w="10160">
            <a:solidFill>
              <a:schemeClr val="accent2">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cxnSp>
      <p:sp>
        <p:nvSpPr>
          <p:cNvPr id="32" name="文本框 31"/>
          <p:cNvSpPr txBox="1"/>
          <p:nvPr>
            <p:custDataLst>
              <p:tags r:id="rId5"/>
            </p:custDataLst>
          </p:nvPr>
        </p:nvSpPr>
        <p:spPr>
          <a:xfrm>
            <a:off x="1404096" y="4027805"/>
            <a:ext cx="10056703" cy="2329542"/>
          </a:xfrm>
          <a:prstGeom prst="rect">
            <a:avLst/>
          </a:prstGeom>
          <a:noFill/>
        </p:spPr>
        <p:txBody>
          <a:bodyPr wrap="square" lIns="0" tIns="0" rIns="0" bIns="0" rtlCol="0" anchor="ctr" anchorCtr="0">
            <a:noAutofit/>
          </a:bodyPr>
          <a:p>
            <a:pPr indent="0" algn="l" fontAlgn="auto">
              <a:lnSpc>
                <a:spcPct val="150000"/>
              </a:lnSpc>
              <a:spcAft>
                <a:spcPts val="0"/>
              </a:spcAft>
            </a:pPr>
            <a:r>
              <a:rPr lang="zh-CN" altLang="en-US" sz="2400" dirty="0">
                <a:solidFill>
                  <a:schemeClr val="tx1">
                    <a:lumMod val="85000"/>
                    <a:lumOff val="15000"/>
                  </a:schemeClr>
                </a:solidFill>
                <a:latin typeface="+mj-ea"/>
                <a:ea typeface="+mj-ea"/>
                <a:cs typeface="+mj-ea"/>
                <a:sym typeface="+mn-ea"/>
              </a:rPr>
              <a:t>以</a:t>
            </a:r>
            <a:r>
              <a:rPr lang="en-US" altLang="zh-CN" sz="2400" dirty="0">
                <a:solidFill>
                  <a:schemeClr val="tx1">
                    <a:lumMod val="85000"/>
                    <a:lumOff val="15000"/>
                  </a:schemeClr>
                </a:solidFill>
                <a:latin typeface="+mj-ea"/>
                <a:ea typeface="+mj-ea"/>
                <a:cs typeface="+mj-ea"/>
                <a:sym typeface="+mn-ea"/>
              </a:rPr>
              <a:t> "</a:t>
            </a:r>
            <a:r>
              <a:rPr lang="zh-CN" altLang="en-US" sz="2400" dirty="0">
                <a:solidFill>
                  <a:schemeClr val="tx1">
                    <a:lumMod val="85000"/>
                    <a:lumOff val="15000"/>
                  </a:schemeClr>
                </a:solidFill>
                <a:latin typeface="+mj-ea"/>
                <a:ea typeface="+mj-ea"/>
                <a:cs typeface="+mj-ea"/>
                <a:sym typeface="+mn-ea"/>
              </a:rPr>
              <a:t>恐怖活动</a:t>
            </a:r>
            <a:r>
              <a:rPr lang="en-US" altLang="zh-CN" sz="2400" dirty="0">
                <a:solidFill>
                  <a:schemeClr val="tx1">
                    <a:lumMod val="85000"/>
                    <a:lumOff val="15000"/>
                  </a:schemeClr>
                </a:solidFill>
                <a:latin typeface="+mj-ea"/>
                <a:ea typeface="+mj-ea"/>
                <a:cs typeface="+mj-ea"/>
                <a:sym typeface="+mn-ea"/>
              </a:rPr>
              <a:t>" </a:t>
            </a:r>
            <a:r>
              <a:rPr lang="zh-CN" altLang="en-US" sz="2400" dirty="0">
                <a:solidFill>
                  <a:schemeClr val="tx1">
                    <a:lumMod val="85000"/>
                    <a:lumOff val="15000"/>
                  </a:schemeClr>
                </a:solidFill>
                <a:latin typeface="+mj-ea"/>
                <a:ea typeface="+mj-ea"/>
                <a:cs typeface="+mj-ea"/>
                <a:sym typeface="+mn-ea"/>
              </a:rPr>
              <a:t>为由监听，</a:t>
            </a:r>
            <a:r>
              <a:rPr lang="zh-CN" altLang="en-US" sz="2400" b="1" dirty="0">
                <a:solidFill>
                  <a:schemeClr val="tx1">
                    <a:lumMod val="85000"/>
                    <a:lumOff val="15000"/>
                  </a:schemeClr>
                </a:solidFill>
                <a:latin typeface="+mj-ea"/>
                <a:ea typeface="+mj-ea"/>
                <a:cs typeface="+mj-ea"/>
                <a:sym typeface="+mn-ea"/>
              </a:rPr>
              <a:t>但无证据表明三位公民涉嫌恐怖活动犯罪。</a:t>
            </a:r>
            <a:r>
              <a:rPr lang="zh-CN" altLang="en-US" sz="2400" dirty="0">
                <a:solidFill>
                  <a:schemeClr val="tx1">
                    <a:lumMod val="85000"/>
                    <a:lumOff val="15000"/>
                  </a:schemeClr>
                </a:solidFill>
                <a:latin typeface="+mj-ea"/>
                <a:ea typeface="+mj-ea"/>
                <a:cs typeface="+mj-ea"/>
                <a:sym typeface="+mn-ea"/>
              </a:rPr>
              <a:t>监听期间正值县党代会，此举更像是政治监控而非刑事侦查</a:t>
            </a:r>
            <a:endParaRPr lang="zh-CN" altLang="en-US" sz="2400" dirty="0">
              <a:solidFill>
                <a:schemeClr val="tx1">
                  <a:lumMod val="85000"/>
                  <a:lumOff val="15000"/>
                </a:schemeClr>
              </a:solidFill>
              <a:latin typeface="+mj-ea"/>
              <a:ea typeface="+mj-ea"/>
              <a:cs typeface="+mj-ea"/>
              <a:sym typeface="+mn-ea"/>
            </a:endParaRPr>
          </a:p>
        </p:txBody>
      </p:sp>
      <p:sp>
        <p:nvSpPr>
          <p:cNvPr id="33" name="文本框 32"/>
          <p:cNvSpPr txBox="1"/>
          <p:nvPr>
            <p:custDataLst>
              <p:tags r:id="rId6"/>
            </p:custDataLst>
          </p:nvPr>
        </p:nvSpPr>
        <p:spPr>
          <a:xfrm>
            <a:off x="659131" y="4027805"/>
            <a:ext cx="744964" cy="2329542"/>
          </a:xfrm>
          <a:prstGeom prst="rect">
            <a:avLst/>
          </a:prstGeom>
          <a:noFill/>
        </p:spPr>
        <p:txBody>
          <a:bodyPr wrap="none" lIns="0" tIns="36195" rIns="0" bIns="0" rtlCol="0" anchor="ctr" anchorCtr="0">
            <a:noAutofit/>
          </a:bodyPr>
          <a:p>
            <a:pPr lvl="0" algn="l">
              <a:buClrTx/>
              <a:buSzTx/>
              <a:buFontTx/>
            </a:pPr>
            <a:r>
              <a:rPr lang="en-US" altLang="zh-CN" sz="3500" b="1" dirty="0">
                <a:gradFill>
                  <a:gsLst>
                    <a:gs pos="0">
                      <a:schemeClr val="accent2">
                        <a:alpha val="100000"/>
                      </a:schemeClr>
                    </a:gs>
                    <a:gs pos="100000">
                      <a:schemeClr val="accent2">
                        <a:alpha val="70000"/>
                      </a:schemeClr>
                    </a:gs>
                  </a:gsLst>
                  <a:lin ang="5400000" scaled="0"/>
                </a:gradFill>
                <a:latin typeface="+mj-lt"/>
                <a:ea typeface="+mj-lt"/>
                <a:sym typeface="+mn-ea"/>
              </a:rPr>
              <a:t>02</a:t>
            </a:r>
            <a:endParaRPr lang="en-US" altLang="zh-CN" sz="3500" b="1" dirty="0">
              <a:gradFill>
                <a:gsLst>
                  <a:gs pos="0">
                    <a:schemeClr val="accent2">
                      <a:alpha val="100000"/>
                    </a:schemeClr>
                  </a:gs>
                  <a:gs pos="100000">
                    <a:schemeClr val="accent2">
                      <a:alpha val="70000"/>
                    </a:schemeClr>
                  </a:gs>
                </a:gsLst>
                <a:lin ang="5400000" scaled="0"/>
              </a:gradFill>
              <a:latin typeface="+mj-lt"/>
              <a:ea typeface="+mj-lt"/>
              <a:sym typeface="+mn-ea"/>
            </a:endParaRPr>
          </a:p>
        </p:txBody>
      </p:sp>
    </p:spTree>
    <p:custDataLst>
      <p:tags r:id="rId7"/>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0" y="8"/>
            <a:ext cx="4238368" cy="68579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3" name="矩形 12"/>
          <p:cNvSpPr/>
          <p:nvPr>
            <p:custDataLst>
              <p:tags r:id="rId2"/>
            </p:custDataLst>
          </p:nvPr>
        </p:nvSpPr>
        <p:spPr>
          <a:xfrm>
            <a:off x="4238365" y="717235"/>
            <a:ext cx="7953635" cy="5423523"/>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6" name="标题 5"/>
          <p:cNvSpPr>
            <a:spLocks noGrp="1"/>
          </p:cNvSpPr>
          <p:nvPr>
            <p:ph type="title"/>
            <p:custDataLst>
              <p:tags r:id="rId3"/>
            </p:custDataLst>
          </p:nvPr>
        </p:nvSpPr>
        <p:spPr>
          <a:xfrm>
            <a:off x="115570" y="2802890"/>
            <a:ext cx="4029075" cy="1096010"/>
          </a:xfrm>
        </p:spPr>
        <p:txBody>
          <a:bodyPr>
            <a:noAutofit/>
          </a:bodyPr>
          <a:lstStyle/>
          <a:p>
            <a:pPr algn="ctr"/>
            <a:r>
              <a:rPr lang="zh-CN" altLang="en-US">
                <a:solidFill>
                  <a:schemeClr val="bg2"/>
                </a:solidFill>
                <a:latin typeface="微软雅黑" panose="020B0503020204020204" charset="-122"/>
                <a:ea typeface="微软雅黑" panose="020B0503020204020204" charset="-122"/>
                <a:sym typeface="+mn-ea"/>
              </a:rPr>
              <a:t>五、社会经济权利</a:t>
            </a:r>
            <a:br>
              <a:rPr lang="zh-CN" altLang="en-US">
                <a:solidFill>
                  <a:schemeClr val="bg2"/>
                </a:solidFill>
                <a:latin typeface="微软雅黑" panose="020B0503020204020204" charset="-122"/>
                <a:ea typeface="微软雅黑" panose="020B0503020204020204" charset="-122"/>
                <a:sym typeface="+mn-ea"/>
              </a:rPr>
            </a:br>
            <a:r>
              <a:rPr lang="zh-CN" altLang="en-US" sz="2400">
                <a:solidFill>
                  <a:schemeClr val="bg2"/>
                </a:solidFill>
                <a:latin typeface="微软雅黑" panose="020B0503020204020204" charset="-122"/>
                <a:ea typeface="微软雅黑" panose="020B0503020204020204" charset="-122"/>
                <a:sym typeface="+mn-ea"/>
              </a:rPr>
              <a:t>（《宪法》第</a:t>
            </a:r>
            <a:r>
              <a:rPr lang="en-US" altLang="zh-CN" sz="2400">
                <a:solidFill>
                  <a:schemeClr val="bg2"/>
                </a:solidFill>
                <a:latin typeface="微软雅黑" panose="020B0503020204020204" charset="-122"/>
                <a:ea typeface="微软雅黑" panose="020B0503020204020204" charset="-122"/>
                <a:sym typeface="+mn-ea"/>
              </a:rPr>
              <a:t>13</a:t>
            </a:r>
            <a:r>
              <a:rPr lang="zh-CN" altLang="en-US" sz="2400">
                <a:solidFill>
                  <a:schemeClr val="bg2"/>
                </a:solidFill>
                <a:latin typeface="微软雅黑" panose="020B0503020204020204" charset="-122"/>
                <a:ea typeface="微软雅黑" panose="020B0503020204020204" charset="-122"/>
                <a:sym typeface="+mn-ea"/>
              </a:rPr>
              <a:t>条第</a:t>
            </a:r>
            <a:r>
              <a:rPr lang="en-US" altLang="zh-CN" sz="2400">
                <a:solidFill>
                  <a:schemeClr val="bg2"/>
                </a:solidFill>
                <a:latin typeface="微软雅黑" panose="020B0503020204020204" charset="-122"/>
                <a:ea typeface="微软雅黑" panose="020B0503020204020204" charset="-122"/>
                <a:sym typeface="+mn-ea"/>
              </a:rPr>
              <a:t>1</a:t>
            </a:r>
            <a:r>
              <a:rPr lang="zh-CN" altLang="en-US" sz="2400">
                <a:solidFill>
                  <a:schemeClr val="bg2"/>
                </a:solidFill>
                <a:latin typeface="微软雅黑" panose="020B0503020204020204" charset="-122"/>
                <a:ea typeface="微软雅黑" panose="020B0503020204020204" charset="-122"/>
                <a:sym typeface="+mn-ea"/>
              </a:rPr>
              <a:t>、</a:t>
            </a:r>
            <a:r>
              <a:rPr lang="en-US" altLang="zh-CN" sz="2400">
                <a:solidFill>
                  <a:schemeClr val="bg2"/>
                </a:solidFill>
                <a:latin typeface="微软雅黑" panose="020B0503020204020204" charset="-122"/>
                <a:ea typeface="微软雅黑" panose="020B0503020204020204" charset="-122"/>
                <a:sym typeface="+mn-ea"/>
              </a:rPr>
              <a:t>2</a:t>
            </a:r>
            <a:r>
              <a:rPr lang="zh-CN" altLang="en-US" sz="2400">
                <a:solidFill>
                  <a:schemeClr val="bg2"/>
                </a:solidFill>
                <a:latin typeface="微软雅黑" panose="020B0503020204020204" charset="-122"/>
                <a:ea typeface="微软雅黑" panose="020B0503020204020204" charset="-122"/>
                <a:sym typeface="+mn-ea"/>
              </a:rPr>
              <a:t>款；第</a:t>
            </a:r>
            <a:r>
              <a:rPr lang="en-US" altLang="zh-CN" sz="2400">
                <a:solidFill>
                  <a:schemeClr val="bg2"/>
                </a:solidFill>
                <a:latin typeface="微软雅黑" panose="020B0503020204020204" charset="-122"/>
                <a:ea typeface="微软雅黑" panose="020B0503020204020204" charset="-122"/>
                <a:sym typeface="+mn-ea"/>
              </a:rPr>
              <a:t>42</a:t>
            </a:r>
            <a:r>
              <a:rPr lang="zh-CN" altLang="en-US" sz="2400">
                <a:solidFill>
                  <a:schemeClr val="bg2"/>
                </a:solidFill>
                <a:latin typeface="微软雅黑" panose="020B0503020204020204" charset="-122"/>
                <a:ea typeface="微软雅黑" panose="020B0503020204020204" charset="-122"/>
                <a:sym typeface="+mn-ea"/>
              </a:rPr>
              <a:t>条第</a:t>
            </a:r>
            <a:r>
              <a:rPr lang="en-US" altLang="zh-CN" sz="2400">
                <a:solidFill>
                  <a:schemeClr val="bg2"/>
                </a:solidFill>
                <a:latin typeface="微软雅黑" panose="020B0503020204020204" charset="-122"/>
                <a:ea typeface="微软雅黑" panose="020B0503020204020204" charset="-122"/>
                <a:sym typeface="+mn-ea"/>
              </a:rPr>
              <a:t>1</a:t>
            </a:r>
            <a:r>
              <a:rPr lang="zh-CN" altLang="en-US" sz="2400">
                <a:solidFill>
                  <a:schemeClr val="bg2"/>
                </a:solidFill>
                <a:latin typeface="微软雅黑" panose="020B0503020204020204" charset="-122"/>
                <a:ea typeface="微软雅黑" panose="020B0503020204020204" charset="-122"/>
                <a:sym typeface="+mn-ea"/>
              </a:rPr>
              <a:t>款；第</a:t>
            </a:r>
            <a:r>
              <a:rPr lang="en-US" altLang="zh-CN" sz="2400">
                <a:solidFill>
                  <a:schemeClr val="bg2"/>
                </a:solidFill>
                <a:latin typeface="微软雅黑" panose="020B0503020204020204" charset="-122"/>
                <a:ea typeface="微软雅黑" panose="020B0503020204020204" charset="-122"/>
                <a:sym typeface="+mn-ea"/>
              </a:rPr>
              <a:t>43</a:t>
            </a:r>
            <a:r>
              <a:rPr lang="zh-CN" altLang="en-US" sz="2400">
                <a:solidFill>
                  <a:schemeClr val="bg2"/>
                </a:solidFill>
                <a:latin typeface="微软雅黑" panose="020B0503020204020204" charset="-122"/>
                <a:ea typeface="微软雅黑" panose="020B0503020204020204" charset="-122"/>
                <a:sym typeface="+mn-ea"/>
              </a:rPr>
              <a:t>条第</a:t>
            </a:r>
            <a:r>
              <a:rPr lang="en-US" altLang="zh-CN" sz="2400">
                <a:solidFill>
                  <a:schemeClr val="bg2"/>
                </a:solidFill>
                <a:latin typeface="微软雅黑" panose="020B0503020204020204" charset="-122"/>
                <a:ea typeface="微软雅黑" panose="020B0503020204020204" charset="-122"/>
                <a:sym typeface="+mn-ea"/>
              </a:rPr>
              <a:t>1</a:t>
            </a:r>
            <a:r>
              <a:rPr lang="zh-CN" altLang="en-US" sz="2400">
                <a:solidFill>
                  <a:schemeClr val="bg2"/>
                </a:solidFill>
                <a:latin typeface="微软雅黑" panose="020B0503020204020204" charset="-122"/>
                <a:ea typeface="微软雅黑" panose="020B0503020204020204" charset="-122"/>
                <a:sym typeface="+mn-ea"/>
              </a:rPr>
              <a:t>款；第</a:t>
            </a:r>
            <a:r>
              <a:rPr lang="en-US" altLang="zh-CN" sz="2400">
                <a:solidFill>
                  <a:schemeClr val="bg2"/>
                </a:solidFill>
                <a:latin typeface="微软雅黑" panose="020B0503020204020204" charset="-122"/>
                <a:ea typeface="微软雅黑" panose="020B0503020204020204" charset="-122"/>
                <a:sym typeface="+mn-ea"/>
              </a:rPr>
              <a:t>45</a:t>
            </a:r>
            <a:r>
              <a:rPr lang="zh-CN" altLang="en-US" sz="2400">
                <a:solidFill>
                  <a:schemeClr val="bg2"/>
                </a:solidFill>
                <a:latin typeface="微软雅黑" panose="020B0503020204020204" charset="-122"/>
                <a:ea typeface="微软雅黑" panose="020B0503020204020204" charset="-122"/>
                <a:sym typeface="+mn-ea"/>
              </a:rPr>
              <a:t>条第</a:t>
            </a:r>
            <a:r>
              <a:rPr lang="en-US" altLang="zh-CN" sz="2400">
                <a:solidFill>
                  <a:schemeClr val="bg2"/>
                </a:solidFill>
                <a:latin typeface="微软雅黑" panose="020B0503020204020204" charset="-122"/>
                <a:ea typeface="微软雅黑" panose="020B0503020204020204" charset="-122"/>
                <a:sym typeface="+mn-ea"/>
              </a:rPr>
              <a:t>1</a:t>
            </a:r>
            <a:r>
              <a:rPr lang="zh-CN" altLang="en-US" sz="2400">
                <a:solidFill>
                  <a:schemeClr val="bg2"/>
                </a:solidFill>
                <a:latin typeface="微软雅黑" panose="020B0503020204020204" charset="-122"/>
                <a:ea typeface="微软雅黑" panose="020B0503020204020204" charset="-122"/>
                <a:sym typeface="+mn-ea"/>
              </a:rPr>
              <a:t>款</a:t>
            </a:r>
            <a:r>
              <a:rPr lang="zh-CN" altLang="en-US" sz="2400">
                <a:solidFill>
                  <a:schemeClr val="bg2"/>
                </a:solidFill>
                <a:latin typeface="微软雅黑" panose="020B0503020204020204" charset="-122"/>
                <a:ea typeface="微软雅黑" panose="020B0503020204020204" charset="-122"/>
                <a:sym typeface="+mn-ea"/>
              </a:rPr>
              <a:t>）</a:t>
            </a:r>
            <a:endParaRPr lang="zh-CN" altLang="en-US" sz="2400">
              <a:solidFill>
                <a:schemeClr val="bg2"/>
              </a:solidFill>
              <a:latin typeface="微软雅黑" panose="020B0503020204020204" charset="-122"/>
              <a:ea typeface="微软雅黑" panose="020B0503020204020204" charset="-122"/>
              <a:sym typeface="+mn-ea"/>
            </a:endParaRPr>
          </a:p>
        </p:txBody>
      </p:sp>
      <p:sp>
        <p:nvSpPr>
          <p:cNvPr id="9" name="文本框 8"/>
          <p:cNvSpPr txBox="1"/>
          <p:nvPr>
            <p:custDataLst>
              <p:tags r:id="rId4"/>
            </p:custDataLst>
          </p:nvPr>
        </p:nvSpPr>
        <p:spPr>
          <a:xfrm>
            <a:off x="4779645" y="956945"/>
            <a:ext cx="6911340" cy="4603115"/>
          </a:xfrm>
          <a:prstGeom prst="rect">
            <a:avLst/>
          </a:prstGeom>
          <a:noFill/>
        </p:spPr>
        <p:txBody>
          <a:bodyPr wrap="square" rtlCol="0" anchor="ctr" anchorCtr="0">
            <a:normAutofit/>
          </a:bodyPr>
          <a:lstStyle/>
          <a:p>
            <a:pPr indent="0" algn="just" fontAlgn="auto">
              <a:lnSpc>
                <a:spcPct val="150000"/>
              </a:lnSpc>
              <a:spcAft>
                <a:spcPts val="1200"/>
              </a:spcAft>
              <a:buClr>
                <a:srgbClr val="A6A6A6"/>
              </a:buClr>
              <a:buFont typeface="Wingdings" panose="05000000000000000000" charset="0"/>
              <a:buNone/>
            </a:pP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社会经济权利，是指公民依照宪法的规定享有与经济利益相关的权利。社会经济权利是</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以国家权力积极而适度的干预为条件</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的。</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我国公民的社会经济权利主要包括</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财产权、劳动权、休息权、社会保障权和物质帮助权</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等权利。</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（一）财产权</a:t>
            </a:r>
            <a:endParaRPr lang="zh-CN" altLang="en-US"/>
          </a:p>
        </p:txBody>
      </p:sp>
      <p:sp>
        <p:nvSpPr>
          <p:cNvPr id="2" name="任意多边形: 形状 9"/>
          <p:cNvSpPr/>
          <p:nvPr>
            <p:custDataLst>
              <p:tags r:id="rId2"/>
            </p:custDataLst>
          </p:nvPr>
        </p:nvSpPr>
        <p:spPr>
          <a:xfrm>
            <a:off x="6361113" y="1742440"/>
            <a:ext cx="5207635" cy="4772660"/>
          </a:xfrm>
          <a:custGeom>
            <a:avLst/>
            <a:gdLst>
              <a:gd name="connsiteX0" fmla="*/ 28983 w 3269842"/>
              <a:gd name="connsiteY0" fmla="*/ 52063 h 2468804"/>
              <a:gd name="connsiteX1" fmla="*/ 16600 w 3269842"/>
              <a:gd name="connsiteY1" fmla="*/ 261613 h 2468804"/>
              <a:gd name="connsiteX2" fmla="*/ 64225 w 3269842"/>
              <a:gd name="connsiteY2" fmla="*/ 2377020 h 2468804"/>
              <a:gd name="connsiteX3" fmla="*/ 3216239 w 3269842"/>
              <a:gd name="connsiteY3" fmla="*/ 2362638 h 2468804"/>
              <a:gd name="connsiteX4" fmla="*/ 3226621 w 3269842"/>
              <a:gd name="connsiteY4" fmla="*/ 74732 h 2468804"/>
              <a:gd name="connsiteX5" fmla="*/ 29364 w 3269842"/>
              <a:gd name="connsiteY5" fmla="*/ 52253 h 246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9842" h="2468804">
                <a:moveTo>
                  <a:pt x="28983" y="52063"/>
                </a:moveTo>
                <a:cubicBezTo>
                  <a:pt x="24792" y="87305"/>
                  <a:pt x="20601" y="161029"/>
                  <a:pt x="16600" y="261613"/>
                </a:cubicBezTo>
                <a:cubicBezTo>
                  <a:pt x="-6260" y="846543"/>
                  <a:pt x="-17785" y="2335872"/>
                  <a:pt x="64225" y="2377020"/>
                </a:cubicBezTo>
                <a:cubicBezTo>
                  <a:pt x="279967" y="2485891"/>
                  <a:pt x="2564252" y="2516752"/>
                  <a:pt x="3216239" y="2362638"/>
                </a:cubicBezTo>
                <a:cubicBezTo>
                  <a:pt x="3301964" y="2342254"/>
                  <a:pt x="3268626" y="182651"/>
                  <a:pt x="3226621" y="74732"/>
                </a:cubicBezTo>
                <a:cubicBezTo>
                  <a:pt x="1891406" y="-36424"/>
                  <a:pt x="1443255" y="-6516"/>
                  <a:pt x="29364" y="52253"/>
                </a:cubicBezTo>
                <a:close/>
              </a:path>
            </a:pathLst>
          </a:custGeom>
          <a:solidFill>
            <a:schemeClr val="accent2">
              <a:lumMod val="60000"/>
              <a:lumOff val="40000"/>
            </a:schemeClr>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 name="任意多边形: 形状 11"/>
          <p:cNvSpPr/>
          <p:nvPr>
            <p:custDataLst>
              <p:tags r:id="rId3"/>
            </p:custDataLst>
          </p:nvPr>
        </p:nvSpPr>
        <p:spPr>
          <a:xfrm>
            <a:off x="6267133" y="1580515"/>
            <a:ext cx="5207635" cy="4853305"/>
          </a:xfrm>
          <a:custGeom>
            <a:avLst/>
            <a:gdLst>
              <a:gd name="connsiteX0" fmla="*/ 29011 w 3269968"/>
              <a:gd name="connsiteY0" fmla="*/ 52063 h 2468815"/>
              <a:gd name="connsiteX1" fmla="*/ 16628 w 3269968"/>
              <a:gd name="connsiteY1" fmla="*/ 261613 h 2468815"/>
              <a:gd name="connsiteX2" fmla="*/ 64253 w 3269968"/>
              <a:gd name="connsiteY2" fmla="*/ 2377116 h 2468815"/>
              <a:gd name="connsiteX3" fmla="*/ 3216171 w 3269968"/>
              <a:gd name="connsiteY3" fmla="*/ 2362637 h 2468815"/>
              <a:gd name="connsiteX4" fmla="*/ 3226554 w 3269968"/>
              <a:gd name="connsiteY4" fmla="*/ 74732 h 2468815"/>
              <a:gd name="connsiteX5" fmla="*/ 29392 w 3269968"/>
              <a:gd name="connsiteY5" fmla="*/ 52253 h 2468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9968" h="2468815">
                <a:moveTo>
                  <a:pt x="29011" y="52063"/>
                </a:moveTo>
                <a:cubicBezTo>
                  <a:pt x="24820" y="87305"/>
                  <a:pt x="20534" y="161029"/>
                  <a:pt x="16628" y="261613"/>
                </a:cubicBezTo>
                <a:cubicBezTo>
                  <a:pt x="-6232" y="846543"/>
                  <a:pt x="-17852" y="2335872"/>
                  <a:pt x="64253" y="2377116"/>
                </a:cubicBezTo>
                <a:cubicBezTo>
                  <a:pt x="279899" y="2485891"/>
                  <a:pt x="2564185" y="2516752"/>
                  <a:pt x="3216171" y="2362637"/>
                </a:cubicBezTo>
                <a:cubicBezTo>
                  <a:pt x="3302372" y="2342254"/>
                  <a:pt x="3268559" y="182651"/>
                  <a:pt x="3226554" y="74732"/>
                </a:cubicBezTo>
                <a:cubicBezTo>
                  <a:pt x="1891339" y="-36424"/>
                  <a:pt x="1443188" y="-6516"/>
                  <a:pt x="29392" y="52253"/>
                </a:cubicBezTo>
                <a:close/>
              </a:path>
            </a:pathLst>
          </a:custGeom>
          <a:solidFill>
            <a:schemeClr val="accent2"/>
          </a:solidFill>
          <a:ln w="25400" cap="flat">
            <a:solidFill>
              <a:schemeClr val="tx1">
                <a:lumMod val="75000"/>
                <a:lumOff val="25000"/>
              </a:schemeClr>
            </a:solidFill>
            <a:prstDash val="solid"/>
            <a:miter/>
          </a:ln>
        </p:spPr>
        <p:txBody>
          <a:bodyPr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dirty="0">
              <a:solidFill>
                <a:schemeClr val="bg1">
                  <a:lumMod val="95000"/>
                </a:schemeClr>
              </a:solidFill>
              <a:latin typeface="汉仪粗圆简" panose="02010600000101010101" charset="-122"/>
              <a:ea typeface="汉仪粗圆简" panose="02010600000101010101" charset="-122"/>
              <a:sym typeface="汉仪粗圆简" panose="02010600000101010101" charset="-122"/>
            </a:endParaRPr>
          </a:p>
        </p:txBody>
      </p:sp>
      <p:sp>
        <p:nvSpPr>
          <p:cNvPr id="4" name="任意多边形: 形状 13"/>
          <p:cNvSpPr/>
          <p:nvPr>
            <p:custDataLst>
              <p:tags r:id="rId4"/>
            </p:custDataLst>
          </p:nvPr>
        </p:nvSpPr>
        <p:spPr>
          <a:xfrm>
            <a:off x="6680518" y="1731010"/>
            <a:ext cx="207645" cy="193675"/>
          </a:xfrm>
          <a:custGeom>
            <a:avLst/>
            <a:gdLst>
              <a:gd name="connsiteX0" fmla="*/ 106064 w 141618"/>
              <a:gd name="connsiteY0" fmla="*/ 7398 h 131496"/>
              <a:gd name="connsiteX1" fmla="*/ 4814 w 141618"/>
              <a:gd name="connsiteY1" fmla="*/ 91694 h 131496"/>
              <a:gd name="connsiteX2" fmla="*/ 136068 w 141618"/>
              <a:gd name="connsiteY2" fmla="*/ 91694 h 131496"/>
              <a:gd name="connsiteX3" fmla="*/ 106064 w 141618"/>
              <a:gd name="connsiteY3" fmla="*/ 7208 h 131496"/>
            </a:gdLst>
            <a:ahLst/>
            <a:cxnLst>
              <a:cxn ang="0">
                <a:pos x="connsiteX0" y="connsiteY0"/>
              </a:cxn>
              <a:cxn ang="0">
                <a:pos x="connsiteX1" y="connsiteY1"/>
              </a:cxn>
              <a:cxn ang="0">
                <a:pos x="connsiteX2" y="connsiteY2"/>
              </a:cxn>
              <a:cxn ang="0">
                <a:pos x="connsiteX3" y="connsiteY3"/>
              </a:cxn>
            </a:cxnLst>
            <a:rect l="l" t="t" r="r" b="b"/>
            <a:pathLst>
              <a:path w="141618" h="131496">
                <a:moveTo>
                  <a:pt x="106064" y="7398"/>
                </a:moveTo>
                <a:cubicBezTo>
                  <a:pt x="58439" y="-15653"/>
                  <a:pt x="-20713" y="13589"/>
                  <a:pt x="4814" y="91694"/>
                </a:cubicBezTo>
                <a:cubicBezTo>
                  <a:pt x="20911" y="141129"/>
                  <a:pt x="111494" y="147606"/>
                  <a:pt x="136068" y="91694"/>
                </a:cubicBezTo>
                <a:cubicBezTo>
                  <a:pt x="149756" y="60024"/>
                  <a:pt x="136668" y="23152"/>
                  <a:pt x="106064" y="720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 name="任意多边形: 形状 14"/>
          <p:cNvSpPr/>
          <p:nvPr>
            <p:custDataLst>
              <p:tags r:id="rId5"/>
            </p:custDataLst>
          </p:nvPr>
        </p:nvSpPr>
        <p:spPr>
          <a:xfrm>
            <a:off x="6636703" y="1501140"/>
            <a:ext cx="303530" cy="344805"/>
          </a:xfrm>
          <a:custGeom>
            <a:avLst/>
            <a:gdLst>
              <a:gd name="connsiteX0" fmla="*/ 204793 w 206549"/>
              <a:gd name="connsiteY0" fmla="*/ 87440 h 234384"/>
              <a:gd name="connsiteX1" fmla="*/ 122402 w 206549"/>
              <a:gd name="connsiteY1" fmla="*/ 1715 h 234384"/>
              <a:gd name="connsiteX2" fmla="*/ 79920 w 206549"/>
              <a:gd name="connsiteY2" fmla="*/ 234125 h 234384"/>
            </a:gdLst>
            <a:ahLst/>
            <a:cxnLst>
              <a:cxn ang="0">
                <a:pos x="connsiteX0" y="connsiteY0"/>
              </a:cxn>
              <a:cxn ang="0">
                <a:pos x="connsiteX1" y="connsiteY1"/>
              </a:cxn>
              <a:cxn ang="0">
                <a:pos x="connsiteX2" y="connsiteY2"/>
              </a:cxn>
            </a:cxnLst>
            <a:rect l="l" t="t" r="r" b="b"/>
            <a:pathLst>
              <a:path w="206549" h="234384">
                <a:moveTo>
                  <a:pt x="204793" y="87440"/>
                </a:moveTo>
                <a:cubicBezTo>
                  <a:pt x="212984" y="57246"/>
                  <a:pt x="190791" y="14383"/>
                  <a:pt x="122402" y="1715"/>
                </a:cubicBezTo>
                <a:cubicBezTo>
                  <a:pt x="-16282" y="-24288"/>
                  <a:pt x="-46572" y="214789"/>
                  <a:pt x="79920" y="234125"/>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 name="任意多边形: 形状 15"/>
          <p:cNvSpPr/>
          <p:nvPr>
            <p:custDataLst>
              <p:tags r:id="rId6"/>
            </p:custDataLst>
          </p:nvPr>
        </p:nvSpPr>
        <p:spPr>
          <a:xfrm>
            <a:off x="7062153" y="1718310"/>
            <a:ext cx="207010" cy="196850"/>
          </a:xfrm>
          <a:custGeom>
            <a:avLst/>
            <a:gdLst>
              <a:gd name="connsiteX0" fmla="*/ 112265 w 140923"/>
              <a:gd name="connsiteY0" fmla="*/ 122398 h 133896"/>
              <a:gd name="connsiteX1" fmla="*/ 74165 w 140923"/>
              <a:gd name="connsiteY1" fmla="*/ 859 h 133896"/>
              <a:gd name="connsiteX2" fmla="*/ 12538 w 140923"/>
              <a:gd name="connsiteY2" fmla="*/ 108491 h 133896"/>
              <a:gd name="connsiteX3" fmla="*/ 112551 w 140923"/>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923" h="133896">
                <a:moveTo>
                  <a:pt x="112265" y="122398"/>
                </a:moveTo>
                <a:cubicBezTo>
                  <a:pt x="155794" y="93061"/>
                  <a:pt x="154270" y="17623"/>
                  <a:pt x="74165" y="859"/>
                </a:cubicBezTo>
                <a:cubicBezTo>
                  <a:pt x="23302" y="-9904"/>
                  <a:pt x="-23371" y="59342"/>
                  <a:pt x="12538" y="108491"/>
                </a:cubicBezTo>
                <a:cubicBezTo>
                  <a:pt x="30445" y="132875"/>
                  <a:pt x="81499" y="143353"/>
                  <a:pt x="112551" y="12239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9" name="任意多边形: 形状 16"/>
          <p:cNvSpPr/>
          <p:nvPr>
            <p:custDataLst>
              <p:tags r:id="rId7"/>
            </p:custDataLst>
          </p:nvPr>
        </p:nvSpPr>
        <p:spPr>
          <a:xfrm>
            <a:off x="7021513" y="1470660"/>
            <a:ext cx="299720" cy="346075"/>
          </a:xfrm>
          <a:custGeom>
            <a:avLst/>
            <a:gdLst>
              <a:gd name="connsiteX0" fmla="*/ 203863 w 203999"/>
              <a:gd name="connsiteY0" fmla="*/ 88248 h 235097"/>
              <a:gd name="connsiteX1" fmla="*/ 125091 w 203999"/>
              <a:gd name="connsiteY1" fmla="*/ 333 h 235097"/>
              <a:gd name="connsiteX2" fmla="*/ 78990 w 203999"/>
              <a:gd name="connsiteY2" fmla="*/ 234838 h 235097"/>
            </a:gdLst>
            <a:ahLst/>
            <a:cxnLst>
              <a:cxn ang="0">
                <a:pos x="connsiteX0" y="connsiteY0"/>
              </a:cxn>
              <a:cxn ang="0">
                <a:pos x="connsiteX1" y="connsiteY1"/>
              </a:cxn>
              <a:cxn ang="0">
                <a:pos x="connsiteX2" y="connsiteY2"/>
              </a:cxn>
            </a:cxnLst>
            <a:rect l="l" t="t" r="r" b="b"/>
            <a:pathLst>
              <a:path w="203999" h="235097">
                <a:moveTo>
                  <a:pt x="203863" y="88248"/>
                </a:moveTo>
                <a:cubicBezTo>
                  <a:pt x="198529" y="54054"/>
                  <a:pt x="192909" y="7000"/>
                  <a:pt x="125091" y="333"/>
                </a:cubicBezTo>
                <a:cubicBezTo>
                  <a:pt x="-15307" y="-13383"/>
                  <a:pt x="-47407" y="215502"/>
                  <a:pt x="78990" y="234838"/>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0" name="任意多边形: 形状 17"/>
          <p:cNvSpPr/>
          <p:nvPr>
            <p:custDataLst>
              <p:tags r:id="rId8"/>
            </p:custDataLst>
          </p:nvPr>
        </p:nvSpPr>
        <p:spPr>
          <a:xfrm>
            <a:off x="7453313" y="1710055"/>
            <a:ext cx="207010" cy="199390"/>
          </a:xfrm>
          <a:custGeom>
            <a:avLst/>
            <a:gdLst>
              <a:gd name="connsiteX0" fmla="*/ 113795 w 140833"/>
              <a:gd name="connsiteY0" fmla="*/ 121379 h 135591"/>
              <a:gd name="connsiteX1" fmla="*/ 75695 w 140833"/>
              <a:gd name="connsiteY1" fmla="*/ -160 h 135591"/>
              <a:gd name="connsiteX2" fmla="*/ 16640 w 140833"/>
              <a:gd name="connsiteY2" fmla="*/ 114140 h 135591"/>
              <a:gd name="connsiteX3" fmla="*/ 114080 w 140833"/>
              <a:gd name="connsiteY3" fmla="*/ 121760 h 135591"/>
            </a:gdLst>
            <a:ahLst/>
            <a:cxnLst>
              <a:cxn ang="0">
                <a:pos x="connsiteX0" y="connsiteY0"/>
              </a:cxn>
              <a:cxn ang="0">
                <a:pos x="connsiteX1" y="connsiteY1"/>
              </a:cxn>
              <a:cxn ang="0">
                <a:pos x="connsiteX2" y="connsiteY2"/>
              </a:cxn>
              <a:cxn ang="0">
                <a:pos x="connsiteX3" y="connsiteY3"/>
              </a:cxn>
            </a:cxnLst>
            <a:rect l="l" t="t" r="r" b="b"/>
            <a:pathLst>
              <a:path w="140833" h="135591">
                <a:moveTo>
                  <a:pt x="113795" y="121379"/>
                </a:moveTo>
                <a:cubicBezTo>
                  <a:pt x="157324" y="92042"/>
                  <a:pt x="150371" y="-3779"/>
                  <a:pt x="75695" y="-160"/>
                </a:cubicBezTo>
                <a:cubicBezTo>
                  <a:pt x="23783" y="2317"/>
                  <a:pt x="-27556" y="51275"/>
                  <a:pt x="16640" y="114140"/>
                </a:cubicBezTo>
                <a:cubicBezTo>
                  <a:pt x="34070" y="138810"/>
                  <a:pt x="83315" y="142715"/>
                  <a:pt x="114080" y="121760"/>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5" name="任意多边形: 形状 18"/>
          <p:cNvSpPr/>
          <p:nvPr>
            <p:custDataLst>
              <p:tags r:id="rId9"/>
            </p:custDataLst>
          </p:nvPr>
        </p:nvSpPr>
        <p:spPr>
          <a:xfrm>
            <a:off x="7408863" y="1463040"/>
            <a:ext cx="306070" cy="337185"/>
          </a:xfrm>
          <a:custGeom>
            <a:avLst/>
            <a:gdLst>
              <a:gd name="connsiteX0" fmla="*/ 208440 w 208577"/>
              <a:gd name="connsiteY0" fmla="*/ 82738 h 229206"/>
              <a:gd name="connsiteX1" fmla="*/ 118429 w 208577"/>
              <a:gd name="connsiteY1" fmla="*/ 347 h 229206"/>
              <a:gd name="connsiteX2" fmla="*/ 83568 w 208577"/>
              <a:gd name="connsiteY2" fmla="*/ 228947 h 229206"/>
            </a:gdLst>
            <a:ahLst/>
            <a:cxnLst>
              <a:cxn ang="0">
                <a:pos x="connsiteX0" y="connsiteY0"/>
              </a:cxn>
              <a:cxn ang="0">
                <a:pos x="connsiteX1" y="connsiteY1"/>
              </a:cxn>
              <a:cxn ang="0">
                <a:pos x="connsiteX2" y="connsiteY2"/>
              </a:cxn>
            </a:cxnLst>
            <a:rect l="l" t="t" r="r" b="b"/>
            <a:pathLst>
              <a:path w="208577" h="229206">
                <a:moveTo>
                  <a:pt x="208440" y="82738"/>
                </a:moveTo>
                <a:cubicBezTo>
                  <a:pt x="203106" y="48543"/>
                  <a:pt x="186247" y="6538"/>
                  <a:pt x="118429" y="347"/>
                </a:cubicBezTo>
                <a:cubicBezTo>
                  <a:pt x="-21969" y="-13369"/>
                  <a:pt x="-42829" y="209897"/>
                  <a:pt x="83568" y="228947"/>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6" name="任意多边形: 形状 19"/>
          <p:cNvSpPr/>
          <p:nvPr>
            <p:custDataLst>
              <p:tags r:id="rId10"/>
            </p:custDataLst>
          </p:nvPr>
        </p:nvSpPr>
        <p:spPr>
          <a:xfrm>
            <a:off x="7836218" y="1689735"/>
            <a:ext cx="205105" cy="203835"/>
          </a:xfrm>
          <a:custGeom>
            <a:avLst/>
            <a:gdLst>
              <a:gd name="connsiteX0" fmla="*/ 113668 w 139680"/>
              <a:gd name="connsiteY0" fmla="*/ 122016 h 138561"/>
              <a:gd name="connsiteX1" fmla="*/ 75568 w 139680"/>
              <a:gd name="connsiteY1" fmla="*/ 382 h 138561"/>
              <a:gd name="connsiteX2" fmla="*/ 16608 w 139680"/>
              <a:gd name="connsiteY2" fmla="*/ 116778 h 138561"/>
              <a:gd name="connsiteX3" fmla="*/ 114049 w 139680"/>
              <a:gd name="connsiteY3" fmla="*/ 122016 h 138561"/>
            </a:gdLst>
            <a:ahLst/>
            <a:cxnLst>
              <a:cxn ang="0">
                <a:pos x="connsiteX0" y="connsiteY0"/>
              </a:cxn>
              <a:cxn ang="0">
                <a:pos x="connsiteX1" y="connsiteY1"/>
              </a:cxn>
              <a:cxn ang="0">
                <a:pos x="connsiteX2" y="connsiteY2"/>
              </a:cxn>
              <a:cxn ang="0">
                <a:pos x="connsiteX3" y="connsiteY3"/>
              </a:cxn>
            </a:cxnLst>
            <a:rect l="l" t="t" r="r" b="b"/>
            <a:pathLst>
              <a:path w="139680" h="138561">
                <a:moveTo>
                  <a:pt x="113668" y="122016"/>
                </a:moveTo>
                <a:cubicBezTo>
                  <a:pt x="159388" y="80392"/>
                  <a:pt x="143195" y="10479"/>
                  <a:pt x="75568" y="382"/>
                </a:cubicBezTo>
                <a:cubicBezTo>
                  <a:pt x="24228" y="-7238"/>
                  <a:pt x="-27683" y="54294"/>
                  <a:pt x="16608" y="116778"/>
                </a:cubicBezTo>
                <a:cubicBezTo>
                  <a:pt x="34039" y="141447"/>
                  <a:pt x="86331" y="147162"/>
                  <a:pt x="114049" y="122016"/>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8" name="任意多边形: 形状 20"/>
          <p:cNvSpPr/>
          <p:nvPr>
            <p:custDataLst>
              <p:tags r:id="rId11"/>
            </p:custDataLst>
          </p:nvPr>
        </p:nvSpPr>
        <p:spPr>
          <a:xfrm>
            <a:off x="7786053" y="1445260"/>
            <a:ext cx="309245" cy="335915"/>
          </a:xfrm>
          <a:custGeom>
            <a:avLst/>
            <a:gdLst>
              <a:gd name="connsiteX0" fmla="*/ 210535 w 210672"/>
              <a:gd name="connsiteY0" fmla="*/ 76816 h 228618"/>
              <a:gd name="connsiteX1" fmla="*/ 114428 w 210672"/>
              <a:gd name="connsiteY1" fmla="*/ -241 h 228618"/>
              <a:gd name="connsiteX2" fmla="*/ 87091 w 210672"/>
              <a:gd name="connsiteY2" fmla="*/ 228359 h 228618"/>
            </a:gdLst>
            <a:ahLst/>
            <a:cxnLst>
              <a:cxn ang="0">
                <a:pos x="connsiteX0" y="connsiteY0"/>
              </a:cxn>
              <a:cxn ang="0">
                <a:pos x="connsiteX1" y="connsiteY1"/>
              </a:cxn>
              <a:cxn ang="0">
                <a:pos x="connsiteX2" y="connsiteY2"/>
              </a:cxn>
            </a:cxnLst>
            <a:rect l="l" t="t" r="r" b="b"/>
            <a:pathLst>
              <a:path w="210672" h="228618">
                <a:moveTo>
                  <a:pt x="210535" y="76816"/>
                </a:moveTo>
                <a:cubicBezTo>
                  <a:pt x="205201" y="42621"/>
                  <a:pt x="186628" y="-1289"/>
                  <a:pt x="114428" y="-241"/>
                </a:cubicBezTo>
                <a:cubicBezTo>
                  <a:pt x="-26637" y="1854"/>
                  <a:pt x="-39401" y="208737"/>
                  <a:pt x="87091" y="228359"/>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9" name="任意多边形: 形状 21"/>
          <p:cNvSpPr/>
          <p:nvPr>
            <p:custDataLst>
              <p:tags r:id="rId12"/>
            </p:custDataLst>
          </p:nvPr>
        </p:nvSpPr>
        <p:spPr>
          <a:xfrm>
            <a:off x="8203883" y="1680210"/>
            <a:ext cx="207645" cy="193675"/>
          </a:xfrm>
          <a:custGeom>
            <a:avLst/>
            <a:gdLst>
              <a:gd name="connsiteX0" fmla="*/ 106042 w 141596"/>
              <a:gd name="connsiteY0" fmla="*/ 7398 h 131496"/>
              <a:gd name="connsiteX1" fmla="*/ 4792 w 141596"/>
              <a:gd name="connsiteY1" fmla="*/ 91694 h 131496"/>
              <a:gd name="connsiteX2" fmla="*/ 136046 w 141596"/>
              <a:gd name="connsiteY2" fmla="*/ 91694 h 131496"/>
              <a:gd name="connsiteX3" fmla="*/ 106042 w 141596"/>
              <a:gd name="connsiteY3" fmla="*/ 7208 h 131496"/>
            </a:gdLst>
            <a:ahLst/>
            <a:cxnLst>
              <a:cxn ang="0">
                <a:pos x="connsiteX0" y="connsiteY0"/>
              </a:cxn>
              <a:cxn ang="0">
                <a:pos x="connsiteX1" y="connsiteY1"/>
              </a:cxn>
              <a:cxn ang="0">
                <a:pos x="connsiteX2" y="connsiteY2"/>
              </a:cxn>
              <a:cxn ang="0">
                <a:pos x="connsiteX3" y="connsiteY3"/>
              </a:cxn>
            </a:cxnLst>
            <a:rect l="l" t="t" r="r" b="b"/>
            <a:pathLst>
              <a:path w="141596" h="131496">
                <a:moveTo>
                  <a:pt x="106042" y="7398"/>
                </a:moveTo>
                <a:cubicBezTo>
                  <a:pt x="58894" y="-15652"/>
                  <a:pt x="-20735" y="13589"/>
                  <a:pt x="4792" y="91694"/>
                </a:cubicBezTo>
                <a:cubicBezTo>
                  <a:pt x="20889" y="141129"/>
                  <a:pt x="111472" y="147606"/>
                  <a:pt x="136046" y="91694"/>
                </a:cubicBezTo>
                <a:cubicBezTo>
                  <a:pt x="149734" y="60024"/>
                  <a:pt x="136646" y="23152"/>
                  <a:pt x="106042" y="720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0" name="任意多边形: 形状 22"/>
          <p:cNvSpPr/>
          <p:nvPr>
            <p:custDataLst>
              <p:tags r:id="rId13"/>
            </p:custDataLst>
          </p:nvPr>
        </p:nvSpPr>
        <p:spPr>
          <a:xfrm>
            <a:off x="8166418" y="1428750"/>
            <a:ext cx="303530" cy="344805"/>
          </a:xfrm>
          <a:custGeom>
            <a:avLst/>
            <a:gdLst>
              <a:gd name="connsiteX0" fmla="*/ 204753 w 206541"/>
              <a:gd name="connsiteY0" fmla="*/ 87440 h 234384"/>
              <a:gd name="connsiteX1" fmla="*/ 122362 w 206541"/>
              <a:gd name="connsiteY1" fmla="*/ 1715 h 234384"/>
              <a:gd name="connsiteX2" fmla="*/ 79880 w 206541"/>
              <a:gd name="connsiteY2" fmla="*/ 234125 h 234384"/>
            </a:gdLst>
            <a:ahLst/>
            <a:cxnLst>
              <a:cxn ang="0">
                <a:pos x="connsiteX0" y="connsiteY0"/>
              </a:cxn>
              <a:cxn ang="0">
                <a:pos x="connsiteX1" y="connsiteY1"/>
              </a:cxn>
              <a:cxn ang="0">
                <a:pos x="connsiteX2" y="connsiteY2"/>
              </a:cxn>
            </a:cxnLst>
            <a:rect l="l" t="t" r="r" b="b"/>
            <a:pathLst>
              <a:path w="206541" h="234384">
                <a:moveTo>
                  <a:pt x="204753" y="87440"/>
                </a:moveTo>
                <a:cubicBezTo>
                  <a:pt x="213040" y="57246"/>
                  <a:pt x="190847" y="14383"/>
                  <a:pt x="122362" y="1715"/>
                </a:cubicBezTo>
                <a:cubicBezTo>
                  <a:pt x="-16322" y="-24288"/>
                  <a:pt x="-46517" y="214789"/>
                  <a:pt x="79880" y="234125"/>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1" name="任意多边形: 形状 23"/>
          <p:cNvSpPr/>
          <p:nvPr>
            <p:custDataLst>
              <p:tags r:id="rId14"/>
            </p:custDataLst>
          </p:nvPr>
        </p:nvSpPr>
        <p:spPr>
          <a:xfrm>
            <a:off x="8595043" y="1676400"/>
            <a:ext cx="207010" cy="196850"/>
          </a:xfrm>
          <a:custGeom>
            <a:avLst/>
            <a:gdLst>
              <a:gd name="connsiteX0" fmla="*/ 112172 w 140899"/>
              <a:gd name="connsiteY0" fmla="*/ 122398 h 133896"/>
              <a:gd name="connsiteX1" fmla="*/ 74072 w 140899"/>
              <a:gd name="connsiteY1" fmla="*/ 859 h 133896"/>
              <a:gd name="connsiteX2" fmla="*/ 12540 w 140899"/>
              <a:gd name="connsiteY2" fmla="*/ 108492 h 133896"/>
              <a:gd name="connsiteX3" fmla="*/ 112457 w 140899"/>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899" h="133896">
                <a:moveTo>
                  <a:pt x="112172" y="122398"/>
                </a:moveTo>
                <a:cubicBezTo>
                  <a:pt x="155796" y="93061"/>
                  <a:pt x="154272" y="17623"/>
                  <a:pt x="74072" y="859"/>
                </a:cubicBezTo>
                <a:cubicBezTo>
                  <a:pt x="23303" y="-9904"/>
                  <a:pt x="-23369" y="59343"/>
                  <a:pt x="12540" y="108492"/>
                </a:cubicBezTo>
                <a:cubicBezTo>
                  <a:pt x="30447" y="132876"/>
                  <a:pt x="81501" y="143353"/>
                  <a:pt x="112457" y="12239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2" name="任意多边形: 形状 24"/>
          <p:cNvSpPr/>
          <p:nvPr>
            <p:custDataLst>
              <p:tags r:id="rId15"/>
            </p:custDataLst>
          </p:nvPr>
        </p:nvSpPr>
        <p:spPr>
          <a:xfrm>
            <a:off x="8554403" y="1423035"/>
            <a:ext cx="299720" cy="346075"/>
          </a:xfrm>
          <a:custGeom>
            <a:avLst/>
            <a:gdLst>
              <a:gd name="connsiteX0" fmla="*/ 203903 w 204039"/>
              <a:gd name="connsiteY0" fmla="*/ 88248 h 235097"/>
              <a:gd name="connsiteX1" fmla="*/ 125131 w 204039"/>
              <a:gd name="connsiteY1" fmla="*/ 333 h 235097"/>
              <a:gd name="connsiteX2" fmla="*/ 79030 w 204039"/>
              <a:gd name="connsiteY2" fmla="*/ 234838 h 235097"/>
            </a:gdLst>
            <a:ahLst/>
            <a:cxnLst>
              <a:cxn ang="0">
                <a:pos x="connsiteX0" y="connsiteY0"/>
              </a:cxn>
              <a:cxn ang="0">
                <a:pos x="connsiteX1" y="connsiteY1"/>
              </a:cxn>
              <a:cxn ang="0">
                <a:pos x="connsiteX2" y="connsiteY2"/>
              </a:cxn>
            </a:cxnLst>
            <a:rect l="l" t="t" r="r" b="b"/>
            <a:pathLst>
              <a:path w="204039" h="235097">
                <a:moveTo>
                  <a:pt x="203903" y="88248"/>
                </a:moveTo>
                <a:cubicBezTo>
                  <a:pt x="198569" y="54053"/>
                  <a:pt x="192949" y="7000"/>
                  <a:pt x="125131" y="333"/>
                </a:cubicBezTo>
                <a:cubicBezTo>
                  <a:pt x="-15267" y="-13383"/>
                  <a:pt x="-47462" y="215502"/>
                  <a:pt x="79030" y="234838"/>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3" name="任意多边形: 形状 25"/>
          <p:cNvSpPr/>
          <p:nvPr>
            <p:custDataLst>
              <p:tags r:id="rId16"/>
            </p:custDataLst>
          </p:nvPr>
        </p:nvSpPr>
        <p:spPr>
          <a:xfrm>
            <a:off x="8981123" y="1680845"/>
            <a:ext cx="207010" cy="199390"/>
          </a:xfrm>
          <a:custGeom>
            <a:avLst/>
            <a:gdLst>
              <a:gd name="connsiteX0" fmla="*/ 113794 w 140833"/>
              <a:gd name="connsiteY0" fmla="*/ 121469 h 135602"/>
              <a:gd name="connsiteX1" fmla="*/ 75694 w 140833"/>
              <a:gd name="connsiteY1" fmla="*/ -165 h 135602"/>
              <a:gd name="connsiteX2" fmla="*/ 16640 w 140833"/>
              <a:gd name="connsiteY2" fmla="*/ 114135 h 135602"/>
              <a:gd name="connsiteX3" fmla="*/ 114080 w 140833"/>
              <a:gd name="connsiteY3" fmla="*/ 121850 h 135602"/>
            </a:gdLst>
            <a:ahLst/>
            <a:cxnLst>
              <a:cxn ang="0">
                <a:pos x="connsiteX0" y="connsiteY0"/>
              </a:cxn>
              <a:cxn ang="0">
                <a:pos x="connsiteX1" y="connsiteY1"/>
              </a:cxn>
              <a:cxn ang="0">
                <a:pos x="connsiteX2" y="connsiteY2"/>
              </a:cxn>
              <a:cxn ang="0">
                <a:pos x="connsiteX3" y="connsiteY3"/>
              </a:cxn>
            </a:cxnLst>
            <a:rect l="l" t="t" r="r" b="b"/>
            <a:pathLst>
              <a:path w="140833" h="135602">
                <a:moveTo>
                  <a:pt x="113794" y="121469"/>
                </a:moveTo>
                <a:cubicBezTo>
                  <a:pt x="157324" y="92037"/>
                  <a:pt x="150370" y="-3689"/>
                  <a:pt x="75694" y="-165"/>
                </a:cubicBezTo>
                <a:cubicBezTo>
                  <a:pt x="23783" y="2311"/>
                  <a:pt x="-27556" y="51270"/>
                  <a:pt x="16640" y="114135"/>
                </a:cubicBezTo>
                <a:cubicBezTo>
                  <a:pt x="34166" y="138805"/>
                  <a:pt x="83315" y="142710"/>
                  <a:pt x="114080" y="121850"/>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4" name="任意多边形: 形状 26"/>
          <p:cNvSpPr/>
          <p:nvPr>
            <p:custDataLst>
              <p:tags r:id="rId17"/>
            </p:custDataLst>
          </p:nvPr>
        </p:nvSpPr>
        <p:spPr>
          <a:xfrm>
            <a:off x="8936038" y="1434465"/>
            <a:ext cx="306070" cy="337820"/>
          </a:xfrm>
          <a:custGeom>
            <a:avLst/>
            <a:gdLst>
              <a:gd name="connsiteX0" fmla="*/ 208440 w 208577"/>
              <a:gd name="connsiteY0" fmla="*/ 82738 h 229682"/>
              <a:gd name="connsiteX1" fmla="*/ 118429 w 208577"/>
              <a:gd name="connsiteY1" fmla="*/ 347 h 229682"/>
              <a:gd name="connsiteX2" fmla="*/ 83568 w 208577"/>
              <a:gd name="connsiteY2" fmla="*/ 229423 h 229682"/>
            </a:gdLst>
            <a:ahLst/>
            <a:cxnLst>
              <a:cxn ang="0">
                <a:pos x="connsiteX0" y="connsiteY0"/>
              </a:cxn>
              <a:cxn ang="0">
                <a:pos x="connsiteX1" y="connsiteY1"/>
              </a:cxn>
              <a:cxn ang="0">
                <a:pos x="connsiteX2" y="connsiteY2"/>
              </a:cxn>
            </a:cxnLst>
            <a:rect l="l" t="t" r="r" b="b"/>
            <a:pathLst>
              <a:path w="208577" h="229682">
                <a:moveTo>
                  <a:pt x="208440" y="82738"/>
                </a:moveTo>
                <a:cubicBezTo>
                  <a:pt x="203106" y="48543"/>
                  <a:pt x="186247" y="6538"/>
                  <a:pt x="118429" y="347"/>
                </a:cubicBezTo>
                <a:cubicBezTo>
                  <a:pt x="-21970" y="-13369"/>
                  <a:pt x="-42829" y="209897"/>
                  <a:pt x="83568" y="229423"/>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5" name="任意多边形: 形状 27"/>
          <p:cNvSpPr/>
          <p:nvPr>
            <p:custDataLst>
              <p:tags r:id="rId18"/>
            </p:custDataLst>
          </p:nvPr>
        </p:nvSpPr>
        <p:spPr>
          <a:xfrm>
            <a:off x="9375458" y="1699895"/>
            <a:ext cx="205105" cy="203835"/>
          </a:xfrm>
          <a:custGeom>
            <a:avLst/>
            <a:gdLst>
              <a:gd name="connsiteX0" fmla="*/ 113627 w 139639"/>
              <a:gd name="connsiteY0" fmla="*/ 121922 h 138498"/>
              <a:gd name="connsiteX1" fmla="*/ 75527 w 139639"/>
              <a:gd name="connsiteY1" fmla="*/ 383 h 138498"/>
              <a:gd name="connsiteX2" fmla="*/ 16567 w 139639"/>
              <a:gd name="connsiteY2" fmla="*/ 116683 h 138498"/>
              <a:gd name="connsiteX3" fmla="*/ 114008 w 139639"/>
              <a:gd name="connsiteY3" fmla="*/ 121922 h 138498"/>
            </a:gdLst>
            <a:ahLst/>
            <a:cxnLst>
              <a:cxn ang="0">
                <a:pos x="connsiteX0" y="connsiteY0"/>
              </a:cxn>
              <a:cxn ang="0">
                <a:pos x="connsiteX1" y="connsiteY1"/>
              </a:cxn>
              <a:cxn ang="0">
                <a:pos x="connsiteX2" y="connsiteY2"/>
              </a:cxn>
              <a:cxn ang="0">
                <a:pos x="connsiteX3" y="connsiteY3"/>
              </a:cxn>
            </a:cxnLst>
            <a:rect l="l" t="t" r="r" b="b"/>
            <a:pathLst>
              <a:path w="139639" h="138498">
                <a:moveTo>
                  <a:pt x="113627" y="121922"/>
                </a:moveTo>
                <a:cubicBezTo>
                  <a:pt x="159347" y="80298"/>
                  <a:pt x="143154" y="10384"/>
                  <a:pt x="75527" y="383"/>
                </a:cubicBezTo>
                <a:cubicBezTo>
                  <a:pt x="24187" y="-7237"/>
                  <a:pt x="-27629" y="54199"/>
                  <a:pt x="16567" y="116683"/>
                </a:cubicBezTo>
                <a:cubicBezTo>
                  <a:pt x="33998" y="141448"/>
                  <a:pt x="86290" y="147068"/>
                  <a:pt x="114008" y="121922"/>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6" name="任意多边形: 形状 28"/>
          <p:cNvSpPr/>
          <p:nvPr>
            <p:custDataLst>
              <p:tags r:id="rId19"/>
            </p:custDataLst>
          </p:nvPr>
        </p:nvSpPr>
        <p:spPr>
          <a:xfrm>
            <a:off x="9325293" y="1456055"/>
            <a:ext cx="309245" cy="336550"/>
          </a:xfrm>
          <a:custGeom>
            <a:avLst/>
            <a:gdLst>
              <a:gd name="connsiteX0" fmla="*/ 210535 w 210672"/>
              <a:gd name="connsiteY0" fmla="*/ 76724 h 228621"/>
              <a:gd name="connsiteX1" fmla="*/ 114428 w 210672"/>
              <a:gd name="connsiteY1" fmla="*/ -238 h 228621"/>
              <a:gd name="connsiteX2" fmla="*/ 87091 w 210672"/>
              <a:gd name="connsiteY2" fmla="*/ 228362 h 228621"/>
            </a:gdLst>
            <a:ahLst/>
            <a:cxnLst>
              <a:cxn ang="0">
                <a:pos x="connsiteX0" y="connsiteY0"/>
              </a:cxn>
              <a:cxn ang="0">
                <a:pos x="connsiteX1" y="connsiteY1"/>
              </a:cxn>
              <a:cxn ang="0">
                <a:pos x="connsiteX2" y="connsiteY2"/>
              </a:cxn>
            </a:cxnLst>
            <a:rect l="l" t="t" r="r" b="b"/>
            <a:pathLst>
              <a:path w="210672" h="228621">
                <a:moveTo>
                  <a:pt x="210535" y="76724"/>
                </a:moveTo>
                <a:cubicBezTo>
                  <a:pt x="205201" y="42530"/>
                  <a:pt x="186723" y="-1381"/>
                  <a:pt x="114428" y="-238"/>
                </a:cubicBezTo>
                <a:cubicBezTo>
                  <a:pt x="-26637" y="1763"/>
                  <a:pt x="-39401" y="208646"/>
                  <a:pt x="87091" y="228362"/>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7" name="任意多边形: 形状 29"/>
          <p:cNvSpPr/>
          <p:nvPr>
            <p:custDataLst>
              <p:tags r:id="rId20"/>
            </p:custDataLst>
          </p:nvPr>
        </p:nvSpPr>
        <p:spPr>
          <a:xfrm>
            <a:off x="9753918" y="1713865"/>
            <a:ext cx="207010" cy="196850"/>
          </a:xfrm>
          <a:custGeom>
            <a:avLst/>
            <a:gdLst>
              <a:gd name="connsiteX0" fmla="*/ 112171 w 140829"/>
              <a:gd name="connsiteY0" fmla="*/ 122398 h 133896"/>
              <a:gd name="connsiteX1" fmla="*/ 74071 w 140829"/>
              <a:gd name="connsiteY1" fmla="*/ 859 h 133896"/>
              <a:gd name="connsiteX2" fmla="*/ 12540 w 140829"/>
              <a:gd name="connsiteY2" fmla="*/ 108491 h 133896"/>
              <a:gd name="connsiteX3" fmla="*/ 112552 w 140829"/>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829" h="133896">
                <a:moveTo>
                  <a:pt x="112171" y="122398"/>
                </a:moveTo>
                <a:cubicBezTo>
                  <a:pt x="155701" y="93061"/>
                  <a:pt x="154177" y="17623"/>
                  <a:pt x="74071" y="859"/>
                </a:cubicBezTo>
                <a:cubicBezTo>
                  <a:pt x="23303" y="-9904"/>
                  <a:pt x="-23370" y="59342"/>
                  <a:pt x="12540" y="108491"/>
                </a:cubicBezTo>
                <a:cubicBezTo>
                  <a:pt x="30447" y="132875"/>
                  <a:pt x="81501" y="143353"/>
                  <a:pt x="112552" y="12239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8" name="任意多边形: 形状 30"/>
          <p:cNvSpPr/>
          <p:nvPr>
            <p:custDataLst>
              <p:tags r:id="rId21"/>
            </p:custDataLst>
          </p:nvPr>
        </p:nvSpPr>
        <p:spPr>
          <a:xfrm>
            <a:off x="9713278" y="1460500"/>
            <a:ext cx="299720" cy="346075"/>
          </a:xfrm>
          <a:custGeom>
            <a:avLst/>
            <a:gdLst>
              <a:gd name="connsiteX0" fmla="*/ 203903 w 204040"/>
              <a:gd name="connsiteY0" fmla="*/ 88241 h 235185"/>
              <a:gd name="connsiteX1" fmla="*/ 125131 w 204040"/>
              <a:gd name="connsiteY1" fmla="*/ 325 h 235185"/>
              <a:gd name="connsiteX2" fmla="*/ 79030 w 204040"/>
              <a:gd name="connsiteY2" fmla="*/ 234926 h 235185"/>
            </a:gdLst>
            <a:ahLst/>
            <a:cxnLst>
              <a:cxn ang="0">
                <a:pos x="connsiteX0" y="connsiteY0"/>
              </a:cxn>
              <a:cxn ang="0">
                <a:pos x="connsiteX1" y="connsiteY1"/>
              </a:cxn>
              <a:cxn ang="0">
                <a:pos x="connsiteX2" y="connsiteY2"/>
              </a:cxn>
            </a:cxnLst>
            <a:rect l="l" t="t" r="r" b="b"/>
            <a:pathLst>
              <a:path w="204040" h="235185">
                <a:moveTo>
                  <a:pt x="203903" y="88241"/>
                </a:moveTo>
                <a:cubicBezTo>
                  <a:pt x="198569" y="54046"/>
                  <a:pt x="192949" y="6992"/>
                  <a:pt x="125131" y="325"/>
                </a:cubicBezTo>
                <a:cubicBezTo>
                  <a:pt x="-15267" y="-13296"/>
                  <a:pt x="-47462" y="215495"/>
                  <a:pt x="79030" y="234926"/>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9" name="任意多边形: 形状 31"/>
          <p:cNvSpPr/>
          <p:nvPr>
            <p:custDataLst>
              <p:tags r:id="rId22"/>
            </p:custDataLst>
          </p:nvPr>
        </p:nvSpPr>
        <p:spPr>
          <a:xfrm>
            <a:off x="10145713" y="1742440"/>
            <a:ext cx="207010" cy="199390"/>
          </a:xfrm>
          <a:custGeom>
            <a:avLst/>
            <a:gdLst>
              <a:gd name="connsiteX0" fmla="*/ 113795 w 140833"/>
              <a:gd name="connsiteY0" fmla="*/ 121379 h 135591"/>
              <a:gd name="connsiteX1" fmla="*/ 75695 w 140833"/>
              <a:gd name="connsiteY1" fmla="*/ -160 h 135591"/>
              <a:gd name="connsiteX2" fmla="*/ 16640 w 140833"/>
              <a:gd name="connsiteY2" fmla="*/ 114140 h 135591"/>
              <a:gd name="connsiteX3" fmla="*/ 114080 w 140833"/>
              <a:gd name="connsiteY3" fmla="*/ 121760 h 135591"/>
            </a:gdLst>
            <a:ahLst/>
            <a:cxnLst>
              <a:cxn ang="0">
                <a:pos x="connsiteX0" y="connsiteY0"/>
              </a:cxn>
              <a:cxn ang="0">
                <a:pos x="connsiteX1" y="connsiteY1"/>
              </a:cxn>
              <a:cxn ang="0">
                <a:pos x="connsiteX2" y="connsiteY2"/>
              </a:cxn>
              <a:cxn ang="0">
                <a:pos x="connsiteX3" y="connsiteY3"/>
              </a:cxn>
            </a:cxnLst>
            <a:rect l="l" t="t" r="r" b="b"/>
            <a:pathLst>
              <a:path w="140833" h="135591">
                <a:moveTo>
                  <a:pt x="113795" y="121379"/>
                </a:moveTo>
                <a:cubicBezTo>
                  <a:pt x="157324" y="92042"/>
                  <a:pt x="150371" y="-3779"/>
                  <a:pt x="75695" y="-160"/>
                </a:cubicBezTo>
                <a:cubicBezTo>
                  <a:pt x="23783" y="2317"/>
                  <a:pt x="-27556" y="51180"/>
                  <a:pt x="16640" y="114140"/>
                </a:cubicBezTo>
                <a:cubicBezTo>
                  <a:pt x="34166" y="138810"/>
                  <a:pt x="83315" y="142715"/>
                  <a:pt x="114080" y="121760"/>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0" name="任意多边形: 形状 32"/>
          <p:cNvSpPr/>
          <p:nvPr>
            <p:custDataLst>
              <p:tags r:id="rId23"/>
            </p:custDataLst>
          </p:nvPr>
        </p:nvSpPr>
        <p:spPr>
          <a:xfrm>
            <a:off x="10101263" y="1496060"/>
            <a:ext cx="306070" cy="337185"/>
          </a:xfrm>
          <a:custGeom>
            <a:avLst/>
            <a:gdLst>
              <a:gd name="connsiteX0" fmla="*/ 208440 w 208577"/>
              <a:gd name="connsiteY0" fmla="*/ 82738 h 229206"/>
              <a:gd name="connsiteX1" fmla="*/ 118429 w 208577"/>
              <a:gd name="connsiteY1" fmla="*/ 347 h 229206"/>
              <a:gd name="connsiteX2" fmla="*/ 83567 w 208577"/>
              <a:gd name="connsiteY2" fmla="*/ 228947 h 229206"/>
            </a:gdLst>
            <a:ahLst/>
            <a:cxnLst>
              <a:cxn ang="0">
                <a:pos x="connsiteX0" y="connsiteY0"/>
              </a:cxn>
              <a:cxn ang="0">
                <a:pos x="connsiteX1" y="connsiteY1"/>
              </a:cxn>
              <a:cxn ang="0">
                <a:pos x="connsiteX2" y="connsiteY2"/>
              </a:cxn>
            </a:cxnLst>
            <a:rect l="l" t="t" r="r" b="b"/>
            <a:pathLst>
              <a:path w="208577" h="229206">
                <a:moveTo>
                  <a:pt x="208440" y="82738"/>
                </a:moveTo>
                <a:cubicBezTo>
                  <a:pt x="203106" y="48543"/>
                  <a:pt x="186247" y="6538"/>
                  <a:pt x="118429" y="347"/>
                </a:cubicBezTo>
                <a:cubicBezTo>
                  <a:pt x="-21969" y="-13369"/>
                  <a:pt x="-42829" y="209897"/>
                  <a:pt x="83567" y="228947"/>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1" name="任意多边形: 形状 33"/>
          <p:cNvSpPr/>
          <p:nvPr>
            <p:custDataLst>
              <p:tags r:id="rId24"/>
            </p:custDataLst>
          </p:nvPr>
        </p:nvSpPr>
        <p:spPr>
          <a:xfrm>
            <a:off x="10548938" y="1778635"/>
            <a:ext cx="205105" cy="203835"/>
          </a:xfrm>
          <a:custGeom>
            <a:avLst/>
            <a:gdLst>
              <a:gd name="connsiteX0" fmla="*/ 113668 w 139680"/>
              <a:gd name="connsiteY0" fmla="*/ 121922 h 138498"/>
              <a:gd name="connsiteX1" fmla="*/ 75568 w 139680"/>
              <a:gd name="connsiteY1" fmla="*/ 383 h 138498"/>
              <a:gd name="connsiteX2" fmla="*/ 16608 w 139680"/>
              <a:gd name="connsiteY2" fmla="*/ 116683 h 138498"/>
              <a:gd name="connsiteX3" fmla="*/ 114049 w 139680"/>
              <a:gd name="connsiteY3" fmla="*/ 121922 h 138498"/>
            </a:gdLst>
            <a:ahLst/>
            <a:cxnLst>
              <a:cxn ang="0">
                <a:pos x="connsiteX0" y="connsiteY0"/>
              </a:cxn>
              <a:cxn ang="0">
                <a:pos x="connsiteX1" y="connsiteY1"/>
              </a:cxn>
              <a:cxn ang="0">
                <a:pos x="connsiteX2" y="connsiteY2"/>
              </a:cxn>
              <a:cxn ang="0">
                <a:pos x="connsiteX3" y="connsiteY3"/>
              </a:cxn>
            </a:cxnLst>
            <a:rect l="l" t="t" r="r" b="b"/>
            <a:pathLst>
              <a:path w="139680" h="138498">
                <a:moveTo>
                  <a:pt x="113668" y="121922"/>
                </a:moveTo>
                <a:cubicBezTo>
                  <a:pt x="159388" y="80298"/>
                  <a:pt x="143195" y="10384"/>
                  <a:pt x="75568" y="383"/>
                </a:cubicBezTo>
                <a:cubicBezTo>
                  <a:pt x="24228" y="-7237"/>
                  <a:pt x="-27683" y="54199"/>
                  <a:pt x="16608" y="116683"/>
                </a:cubicBezTo>
                <a:cubicBezTo>
                  <a:pt x="34039" y="141448"/>
                  <a:pt x="86331" y="147068"/>
                  <a:pt x="114049" y="121922"/>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2" name="任意多边形: 形状 34"/>
          <p:cNvSpPr/>
          <p:nvPr>
            <p:custDataLst>
              <p:tags r:id="rId25"/>
            </p:custDataLst>
          </p:nvPr>
        </p:nvSpPr>
        <p:spPr>
          <a:xfrm>
            <a:off x="10498773" y="1532255"/>
            <a:ext cx="309245" cy="335915"/>
          </a:xfrm>
          <a:custGeom>
            <a:avLst/>
            <a:gdLst>
              <a:gd name="connsiteX0" fmla="*/ 210550 w 210687"/>
              <a:gd name="connsiteY0" fmla="*/ 76816 h 228618"/>
              <a:gd name="connsiteX1" fmla="*/ 114443 w 210687"/>
              <a:gd name="connsiteY1" fmla="*/ -241 h 228618"/>
              <a:gd name="connsiteX2" fmla="*/ 87011 w 210687"/>
              <a:gd name="connsiteY2" fmla="*/ 228359 h 228618"/>
            </a:gdLst>
            <a:ahLst/>
            <a:cxnLst>
              <a:cxn ang="0">
                <a:pos x="connsiteX0" y="connsiteY0"/>
              </a:cxn>
              <a:cxn ang="0">
                <a:pos x="connsiteX1" y="connsiteY1"/>
              </a:cxn>
              <a:cxn ang="0">
                <a:pos x="connsiteX2" y="connsiteY2"/>
              </a:cxn>
            </a:cxnLst>
            <a:rect l="l" t="t" r="r" b="b"/>
            <a:pathLst>
              <a:path w="210687" h="228618">
                <a:moveTo>
                  <a:pt x="210550" y="76816"/>
                </a:moveTo>
                <a:cubicBezTo>
                  <a:pt x="205216" y="42621"/>
                  <a:pt x="186642" y="-1289"/>
                  <a:pt x="114443" y="-241"/>
                </a:cubicBezTo>
                <a:cubicBezTo>
                  <a:pt x="-26622" y="1854"/>
                  <a:pt x="-39386" y="208737"/>
                  <a:pt x="87011" y="228359"/>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3" name="任意多边形: 形状 9"/>
          <p:cNvSpPr/>
          <p:nvPr>
            <p:custDataLst>
              <p:tags r:id="rId26"/>
            </p:custDataLst>
          </p:nvPr>
        </p:nvSpPr>
        <p:spPr>
          <a:xfrm>
            <a:off x="704532" y="1661160"/>
            <a:ext cx="5207635" cy="4853305"/>
          </a:xfrm>
          <a:custGeom>
            <a:avLst/>
            <a:gdLst>
              <a:gd name="connsiteX0" fmla="*/ 28983 w 3269842"/>
              <a:gd name="connsiteY0" fmla="*/ 52063 h 2468804"/>
              <a:gd name="connsiteX1" fmla="*/ 16600 w 3269842"/>
              <a:gd name="connsiteY1" fmla="*/ 261613 h 2468804"/>
              <a:gd name="connsiteX2" fmla="*/ 64225 w 3269842"/>
              <a:gd name="connsiteY2" fmla="*/ 2377020 h 2468804"/>
              <a:gd name="connsiteX3" fmla="*/ 3216239 w 3269842"/>
              <a:gd name="connsiteY3" fmla="*/ 2362638 h 2468804"/>
              <a:gd name="connsiteX4" fmla="*/ 3226621 w 3269842"/>
              <a:gd name="connsiteY4" fmla="*/ 74732 h 2468804"/>
              <a:gd name="connsiteX5" fmla="*/ 29364 w 3269842"/>
              <a:gd name="connsiteY5" fmla="*/ 52253 h 246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9842" h="2468804">
                <a:moveTo>
                  <a:pt x="28983" y="52063"/>
                </a:moveTo>
                <a:cubicBezTo>
                  <a:pt x="24792" y="87305"/>
                  <a:pt x="20601" y="161029"/>
                  <a:pt x="16600" y="261613"/>
                </a:cubicBezTo>
                <a:cubicBezTo>
                  <a:pt x="-6260" y="846543"/>
                  <a:pt x="-17785" y="2335872"/>
                  <a:pt x="64225" y="2377020"/>
                </a:cubicBezTo>
                <a:cubicBezTo>
                  <a:pt x="279967" y="2485891"/>
                  <a:pt x="2564252" y="2516752"/>
                  <a:pt x="3216239" y="2362638"/>
                </a:cubicBezTo>
                <a:cubicBezTo>
                  <a:pt x="3301964" y="2342254"/>
                  <a:pt x="3268626" y="182651"/>
                  <a:pt x="3226621" y="74732"/>
                </a:cubicBezTo>
                <a:cubicBezTo>
                  <a:pt x="1891406" y="-36424"/>
                  <a:pt x="1443255" y="-6516"/>
                  <a:pt x="29364" y="52253"/>
                </a:cubicBezTo>
                <a:close/>
              </a:path>
            </a:pathLst>
          </a:custGeom>
          <a:solidFill>
            <a:schemeClr val="accent1">
              <a:lumMod val="60000"/>
              <a:lumOff val="40000"/>
            </a:schemeClr>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4" name="任意多边形: 形状 11"/>
          <p:cNvSpPr/>
          <p:nvPr>
            <p:custDataLst>
              <p:tags r:id="rId27"/>
            </p:custDataLst>
          </p:nvPr>
        </p:nvSpPr>
        <p:spPr>
          <a:xfrm>
            <a:off x="610552" y="1579880"/>
            <a:ext cx="5207635" cy="4853305"/>
          </a:xfrm>
          <a:custGeom>
            <a:avLst/>
            <a:gdLst>
              <a:gd name="connsiteX0" fmla="*/ 29011 w 3269968"/>
              <a:gd name="connsiteY0" fmla="*/ 52063 h 2468815"/>
              <a:gd name="connsiteX1" fmla="*/ 16628 w 3269968"/>
              <a:gd name="connsiteY1" fmla="*/ 261613 h 2468815"/>
              <a:gd name="connsiteX2" fmla="*/ 64253 w 3269968"/>
              <a:gd name="connsiteY2" fmla="*/ 2377116 h 2468815"/>
              <a:gd name="connsiteX3" fmla="*/ 3216171 w 3269968"/>
              <a:gd name="connsiteY3" fmla="*/ 2362637 h 2468815"/>
              <a:gd name="connsiteX4" fmla="*/ 3226554 w 3269968"/>
              <a:gd name="connsiteY4" fmla="*/ 74732 h 2468815"/>
              <a:gd name="connsiteX5" fmla="*/ 29392 w 3269968"/>
              <a:gd name="connsiteY5" fmla="*/ 52253 h 2468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9968" h="2468815">
                <a:moveTo>
                  <a:pt x="29011" y="52063"/>
                </a:moveTo>
                <a:cubicBezTo>
                  <a:pt x="24820" y="87305"/>
                  <a:pt x="20534" y="161029"/>
                  <a:pt x="16628" y="261613"/>
                </a:cubicBezTo>
                <a:cubicBezTo>
                  <a:pt x="-6232" y="846543"/>
                  <a:pt x="-17852" y="2335872"/>
                  <a:pt x="64253" y="2377116"/>
                </a:cubicBezTo>
                <a:cubicBezTo>
                  <a:pt x="279899" y="2485891"/>
                  <a:pt x="2564185" y="2516752"/>
                  <a:pt x="3216171" y="2362637"/>
                </a:cubicBezTo>
                <a:cubicBezTo>
                  <a:pt x="3302372" y="2342254"/>
                  <a:pt x="3268559" y="182651"/>
                  <a:pt x="3226554" y="74732"/>
                </a:cubicBezTo>
                <a:cubicBezTo>
                  <a:pt x="1891339" y="-36424"/>
                  <a:pt x="1443188" y="-6516"/>
                  <a:pt x="29392" y="52253"/>
                </a:cubicBezTo>
                <a:close/>
              </a:path>
            </a:pathLst>
          </a:custGeom>
          <a:solidFill>
            <a:schemeClr val="accent1"/>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5" name="任意多边形: 形状 13"/>
          <p:cNvSpPr/>
          <p:nvPr>
            <p:custDataLst>
              <p:tags r:id="rId28"/>
            </p:custDataLst>
          </p:nvPr>
        </p:nvSpPr>
        <p:spPr>
          <a:xfrm>
            <a:off x="1079817" y="1731010"/>
            <a:ext cx="207645" cy="193675"/>
          </a:xfrm>
          <a:custGeom>
            <a:avLst/>
            <a:gdLst>
              <a:gd name="connsiteX0" fmla="*/ 106064 w 141618"/>
              <a:gd name="connsiteY0" fmla="*/ 7398 h 131496"/>
              <a:gd name="connsiteX1" fmla="*/ 4814 w 141618"/>
              <a:gd name="connsiteY1" fmla="*/ 91694 h 131496"/>
              <a:gd name="connsiteX2" fmla="*/ 136068 w 141618"/>
              <a:gd name="connsiteY2" fmla="*/ 91694 h 131496"/>
              <a:gd name="connsiteX3" fmla="*/ 106064 w 141618"/>
              <a:gd name="connsiteY3" fmla="*/ 7208 h 131496"/>
            </a:gdLst>
            <a:ahLst/>
            <a:cxnLst>
              <a:cxn ang="0">
                <a:pos x="connsiteX0" y="connsiteY0"/>
              </a:cxn>
              <a:cxn ang="0">
                <a:pos x="connsiteX1" y="connsiteY1"/>
              </a:cxn>
              <a:cxn ang="0">
                <a:pos x="connsiteX2" y="connsiteY2"/>
              </a:cxn>
              <a:cxn ang="0">
                <a:pos x="connsiteX3" y="connsiteY3"/>
              </a:cxn>
            </a:cxnLst>
            <a:rect l="l" t="t" r="r" b="b"/>
            <a:pathLst>
              <a:path w="141618" h="131496">
                <a:moveTo>
                  <a:pt x="106064" y="7398"/>
                </a:moveTo>
                <a:cubicBezTo>
                  <a:pt x="58439" y="-15653"/>
                  <a:pt x="-20713" y="13589"/>
                  <a:pt x="4814" y="91694"/>
                </a:cubicBezTo>
                <a:cubicBezTo>
                  <a:pt x="20911" y="141129"/>
                  <a:pt x="111494" y="147606"/>
                  <a:pt x="136068" y="91694"/>
                </a:cubicBezTo>
                <a:cubicBezTo>
                  <a:pt x="149756" y="60024"/>
                  <a:pt x="136668" y="23152"/>
                  <a:pt x="106064" y="720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6" name="任意多边形: 形状 14"/>
          <p:cNvSpPr/>
          <p:nvPr>
            <p:custDataLst>
              <p:tags r:id="rId29"/>
            </p:custDataLst>
          </p:nvPr>
        </p:nvSpPr>
        <p:spPr>
          <a:xfrm>
            <a:off x="1036002" y="1490980"/>
            <a:ext cx="303530" cy="344805"/>
          </a:xfrm>
          <a:custGeom>
            <a:avLst/>
            <a:gdLst>
              <a:gd name="connsiteX0" fmla="*/ 204793 w 206549"/>
              <a:gd name="connsiteY0" fmla="*/ 87440 h 234384"/>
              <a:gd name="connsiteX1" fmla="*/ 122402 w 206549"/>
              <a:gd name="connsiteY1" fmla="*/ 1715 h 234384"/>
              <a:gd name="connsiteX2" fmla="*/ 79920 w 206549"/>
              <a:gd name="connsiteY2" fmla="*/ 234125 h 234384"/>
            </a:gdLst>
            <a:ahLst/>
            <a:cxnLst>
              <a:cxn ang="0">
                <a:pos x="connsiteX0" y="connsiteY0"/>
              </a:cxn>
              <a:cxn ang="0">
                <a:pos x="connsiteX1" y="connsiteY1"/>
              </a:cxn>
              <a:cxn ang="0">
                <a:pos x="connsiteX2" y="connsiteY2"/>
              </a:cxn>
            </a:cxnLst>
            <a:rect l="l" t="t" r="r" b="b"/>
            <a:pathLst>
              <a:path w="206549" h="234384">
                <a:moveTo>
                  <a:pt x="204793" y="87440"/>
                </a:moveTo>
                <a:cubicBezTo>
                  <a:pt x="212984" y="57246"/>
                  <a:pt x="190791" y="14383"/>
                  <a:pt x="122402" y="1715"/>
                </a:cubicBezTo>
                <a:cubicBezTo>
                  <a:pt x="-16282" y="-24288"/>
                  <a:pt x="-46572" y="214789"/>
                  <a:pt x="79920" y="234125"/>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7" name="任意多边形: 形状 15"/>
          <p:cNvSpPr/>
          <p:nvPr>
            <p:custDataLst>
              <p:tags r:id="rId30"/>
            </p:custDataLst>
          </p:nvPr>
        </p:nvSpPr>
        <p:spPr>
          <a:xfrm>
            <a:off x="1461452" y="1718310"/>
            <a:ext cx="207010" cy="196850"/>
          </a:xfrm>
          <a:custGeom>
            <a:avLst/>
            <a:gdLst>
              <a:gd name="connsiteX0" fmla="*/ 112265 w 140923"/>
              <a:gd name="connsiteY0" fmla="*/ 122398 h 133896"/>
              <a:gd name="connsiteX1" fmla="*/ 74165 w 140923"/>
              <a:gd name="connsiteY1" fmla="*/ 859 h 133896"/>
              <a:gd name="connsiteX2" fmla="*/ 12538 w 140923"/>
              <a:gd name="connsiteY2" fmla="*/ 108491 h 133896"/>
              <a:gd name="connsiteX3" fmla="*/ 112551 w 140923"/>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923" h="133896">
                <a:moveTo>
                  <a:pt x="112265" y="122398"/>
                </a:moveTo>
                <a:cubicBezTo>
                  <a:pt x="155794" y="93061"/>
                  <a:pt x="154270" y="17623"/>
                  <a:pt x="74165" y="859"/>
                </a:cubicBezTo>
                <a:cubicBezTo>
                  <a:pt x="23302" y="-9904"/>
                  <a:pt x="-23371" y="59342"/>
                  <a:pt x="12538" y="108491"/>
                </a:cubicBezTo>
                <a:cubicBezTo>
                  <a:pt x="30445" y="132875"/>
                  <a:pt x="81499" y="143353"/>
                  <a:pt x="112551" y="12239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8" name="任意多边形: 形状 16"/>
          <p:cNvSpPr/>
          <p:nvPr>
            <p:custDataLst>
              <p:tags r:id="rId31"/>
            </p:custDataLst>
          </p:nvPr>
        </p:nvSpPr>
        <p:spPr>
          <a:xfrm>
            <a:off x="1420812" y="1470660"/>
            <a:ext cx="299720" cy="346075"/>
          </a:xfrm>
          <a:custGeom>
            <a:avLst/>
            <a:gdLst>
              <a:gd name="connsiteX0" fmla="*/ 203863 w 203999"/>
              <a:gd name="connsiteY0" fmla="*/ 88248 h 235097"/>
              <a:gd name="connsiteX1" fmla="*/ 125091 w 203999"/>
              <a:gd name="connsiteY1" fmla="*/ 333 h 235097"/>
              <a:gd name="connsiteX2" fmla="*/ 78990 w 203999"/>
              <a:gd name="connsiteY2" fmla="*/ 234838 h 235097"/>
            </a:gdLst>
            <a:ahLst/>
            <a:cxnLst>
              <a:cxn ang="0">
                <a:pos x="connsiteX0" y="connsiteY0"/>
              </a:cxn>
              <a:cxn ang="0">
                <a:pos x="connsiteX1" y="connsiteY1"/>
              </a:cxn>
              <a:cxn ang="0">
                <a:pos x="connsiteX2" y="connsiteY2"/>
              </a:cxn>
            </a:cxnLst>
            <a:rect l="l" t="t" r="r" b="b"/>
            <a:pathLst>
              <a:path w="203999" h="235097">
                <a:moveTo>
                  <a:pt x="203863" y="88248"/>
                </a:moveTo>
                <a:cubicBezTo>
                  <a:pt x="198529" y="54054"/>
                  <a:pt x="192909" y="7000"/>
                  <a:pt x="125091" y="333"/>
                </a:cubicBezTo>
                <a:cubicBezTo>
                  <a:pt x="-15307" y="-13383"/>
                  <a:pt x="-47407" y="215502"/>
                  <a:pt x="78990" y="234838"/>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9" name="任意多边形: 形状 17"/>
          <p:cNvSpPr/>
          <p:nvPr>
            <p:custDataLst>
              <p:tags r:id="rId32"/>
            </p:custDataLst>
          </p:nvPr>
        </p:nvSpPr>
        <p:spPr>
          <a:xfrm>
            <a:off x="1852612" y="1710055"/>
            <a:ext cx="207010" cy="199390"/>
          </a:xfrm>
          <a:custGeom>
            <a:avLst/>
            <a:gdLst>
              <a:gd name="connsiteX0" fmla="*/ 113795 w 140833"/>
              <a:gd name="connsiteY0" fmla="*/ 121379 h 135591"/>
              <a:gd name="connsiteX1" fmla="*/ 75695 w 140833"/>
              <a:gd name="connsiteY1" fmla="*/ -160 h 135591"/>
              <a:gd name="connsiteX2" fmla="*/ 16640 w 140833"/>
              <a:gd name="connsiteY2" fmla="*/ 114140 h 135591"/>
              <a:gd name="connsiteX3" fmla="*/ 114080 w 140833"/>
              <a:gd name="connsiteY3" fmla="*/ 121760 h 135591"/>
            </a:gdLst>
            <a:ahLst/>
            <a:cxnLst>
              <a:cxn ang="0">
                <a:pos x="connsiteX0" y="connsiteY0"/>
              </a:cxn>
              <a:cxn ang="0">
                <a:pos x="connsiteX1" y="connsiteY1"/>
              </a:cxn>
              <a:cxn ang="0">
                <a:pos x="connsiteX2" y="connsiteY2"/>
              </a:cxn>
              <a:cxn ang="0">
                <a:pos x="connsiteX3" y="connsiteY3"/>
              </a:cxn>
            </a:cxnLst>
            <a:rect l="l" t="t" r="r" b="b"/>
            <a:pathLst>
              <a:path w="140833" h="135591">
                <a:moveTo>
                  <a:pt x="113795" y="121379"/>
                </a:moveTo>
                <a:cubicBezTo>
                  <a:pt x="157324" y="92042"/>
                  <a:pt x="150371" y="-3779"/>
                  <a:pt x="75695" y="-160"/>
                </a:cubicBezTo>
                <a:cubicBezTo>
                  <a:pt x="23783" y="2317"/>
                  <a:pt x="-27556" y="51275"/>
                  <a:pt x="16640" y="114140"/>
                </a:cubicBezTo>
                <a:cubicBezTo>
                  <a:pt x="34070" y="138810"/>
                  <a:pt x="83315" y="142715"/>
                  <a:pt x="114080" y="121760"/>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0" name="任意多边形: 形状 18"/>
          <p:cNvSpPr/>
          <p:nvPr>
            <p:custDataLst>
              <p:tags r:id="rId33"/>
            </p:custDataLst>
          </p:nvPr>
        </p:nvSpPr>
        <p:spPr>
          <a:xfrm>
            <a:off x="1808162" y="1463040"/>
            <a:ext cx="306070" cy="337185"/>
          </a:xfrm>
          <a:custGeom>
            <a:avLst/>
            <a:gdLst>
              <a:gd name="connsiteX0" fmla="*/ 208440 w 208577"/>
              <a:gd name="connsiteY0" fmla="*/ 82738 h 229206"/>
              <a:gd name="connsiteX1" fmla="*/ 118429 w 208577"/>
              <a:gd name="connsiteY1" fmla="*/ 347 h 229206"/>
              <a:gd name="connsiteX2" fmla="*/ 83568 w 208577"/>
              <a:gd name="connsiteY2" fmla="*/ 228947 h 229206"/>
            </a:gdLst>
            <a:ahLst/>
            <a:cxnLst>
              <a:cxn ang="0">
                <a:pos x="connsiteX0" y="connsiteY0"/>
              </a:cxn>
              <a:cxn ang="0">
                <a:pos x="connsiteX1" y="connsiteY1"/>
              </a:cxn>
              <a:cxn ang="0">
                <a:pos x="connsiteX2" y="connsiteY2"/>
              </a:cxn>
            </a:cxnLst>
            <a:rect l="l" t="t" r="r" b="b"/>
            <a:pathLst>
              <a:path w="208577" h="229206">
                <a:moveTo>
                  <a:pt x="208440" y="82738"/>
                </a:moveTo>
                <a:cubicBezTo>
                  <a:pt x="203106" y="48543"/>
                  <a:pt x="186247" y="6538"/>
                  <a:pt x="118429" y="347"/>
                </a:cubicBezTo>
                <a:cubicBezTo>
                  <a:pt x="-21969" y="-13369"/>
                  <a:pt x="-42829" y="209897"/>
                  <a:pt x="83568" y="228947"/>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1" name="任意多边形: 形状 19"/>
          <p:cNvSpPr/>
          <p:nvPr>
            <p:custDataLst>
              <p:tags r:id="rId34"/>
            </p:custDataLst>
          </p:nvPr>
        </p:nvSpPr>
        <p:spPr>
          <a:xfrm>
            <a:off x="2235517" y="1689735"/>
            <a:ext cx="205105" cy="203835"/>
          </a:xfrm>
          <a:custGeom>
            <a:avLst/>
            <a:gdLst>
              <a:gd name="connsiteX0" fmla="*/ 113668 w 139680"/>
              <a:gd name="connsiteY0" fmla="*/ 122016 h 138561"/>
              <a:gd name="connsiteX1" fmla="*/ 75568 w 139680"/>
              <a:gd name="connsiteY1" fmla="*/ 382 h 138561"/>
              <a:gd name="connsiteX2" fmla="*/ 16608 w 139680"/>
              <a:gd name="connsiteY2" fmla="*/ 116778 h 138561"/>
              <a:gd name="connsiteX3" fmla="*/ 114049 w 139680"/>
              <a:gd name="connsiteY3" fmla="*/ 122016 h 138561"/>
            </a:gdLst>
            <a:ahLst/>
            <a:cxnLst>
              <a:cxn ang="0">
                <a:pos x="connsiteX0" y="connsiteY0"/>
              </a:cxn>
              <a:cxn ang="0">
                <a:pos x="connsiteX1" y="connsiteY1"/>
              </a:cxn>
              <a:cxn ang="0">
                <a:pos x="connsiteX2" y="connsiteY2"/>
              </a:cxn>
              <a:cxn ang="0">
                <a:pos x="connsiteX3" y="connsiteY3"/>
              </a:cxn>
            </a:cxnLst>
            <a:rect l="l" t="t" r="r" b="b"/>
            <a:pathLst>
              <a:path w="139680" h="138561">
                <a:moveTo>
                  <a:pt x="113668" y="122016"/>
                </a:moveTo>
                <a:cubicBezTo>
                  <a:pt x="159388" y="80392"/>
                  <a:pt x="143195" y="10479"/>
                  <a:pt x="75568" y="382"/>
                </a:cubicBezTo>
                <a:cubicBezTo>
                  <a:pt x="24228" y="-7238"/>
                  <a:pt x="-27683" y="54294"/>
                  <a:pt x="16608" y="116778"/>
                </a:cubicBezTo>
                <a:cubicBezTo>
                  <a:pt x="34039" y="141447"/>
                  <a:pt x="86331" y="147162"/>
                  <a:pt x="114049" y="122016"/>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2" name="任意多边形: 形状 20"/>
          <p:cNvSpPr/>
          <p:nvPr>
            <p:custDataLst>
              <p:tags r:id="rId35"/>
            </p:custDataLst>
          </p:nvPr>
        </p:nvSpPr>
        <p:spPr>
          <a:xfrm>
            <a:off x="2185352" y="1445260"/>
            <a:ext cx="309245" cy="335915"/>
          </a:xfrm>
          <a:custGeom>
            <a:avLst/>
            <a:gdLst>
              <a:gd name="connsiteX0" fmla="*/ 210535 w 210672"/>
              <a:gd name="connsiteY0" fmla="*/ 76816 h 228618"/>
              <a:gd name="connsiteX1" fmla="*/ 114428 w 210672"/>
              <a:gd name="connsiteY1" fmla="*/ -241 h 228618"/>
              <a:gd name="connsiteX2" fmla="*/ 87091 w 210672"/>
              <a:gd name="connsiteY2" fmla="*/ 228359 h 228618"/>
            </a:gdLst>
            <a:ahLst/>
            <a:cxnLst>
              <a:cxn ang="0">
                <a:pos x="connsiteX0" y="connsiteY0"/>
              </a:cxn>
              <a:cxn ang="0">
                <a:pos x="connsiteX1" y="connsiteY1"/>
              </a:cxn>
              <a:cxn ang="0">
                <a:pos x="connsiteX2" y="connsiteY2"/>
              </a:cxn>
            </a:cxnLst>
            <a:rect l="l" t="t" r="r" b="b"/>
            <a:pathLst>
              <a:path w="210672" h="228618">
                <a:moveTo>
                  <a:pt x="210535" y="76816"/>
                </a:moveTo>
                <a:cubicBezTo>
                  <a:pt x="205201" y="42621"/>
                  <a:pt x="186628" y="-1289"/>
                  <a:pt x="114428" y="-241"/>
                </a:cubicBezTo>
                <a:cubicBezTo>
                  <a:pt x="-26637" y="1854"/>
                  <a:pt x="-39401" y="208737"/>
                  <a:pt x="87091" y="228359"/>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3" name="任意多边形: 形状 21"/>
          <p:cNvSpPr/>
          <p:nvPr>
            <p:custDataLst>
              <p:tags r:id="rId36"/>
            </p:custDataLst>
          </p:nvPr>
        </p:nvSpPr>
        <p:spPr>
          <a:xfrm>
            <a:off x="2603182" y="1680210"/>
            <a:ext cx="207645" cy="193675"/>
          </a:xfrm>
          <a:custGeom>
            <a:avLst/>
            <a:gdLst>
              <a:gd name="connsiteX0" fmla="*/ 106042 w 141596"/>
              <a:gd name="connsiteY0" fmla="*/ 7398 h 131496"/>
              <a:gd name="connsiteX1" fmla="*/ 4792 w 141596"/>
              <a:gd name="connsiteY1" fmla="*/ 91694 h 131496"/>
              <a:gd name="connsiteX2" fmla="*/ 136046 w 141596"/>
              <a:gd name="connsiteY2" fmla="*/ 91694 h 131496"/>
              <a:gd name="connsiteX3" fmla="*/ 106042 w 141596"/>
              <a:gd name="connsiteY3" fmla="*/ 7208 h 131496"/>
            </a:gdLst>
            <a:ahLst/>
            <a:cxnLst>
              <a:cxn ang="0">
                <a:pos x="connsiteX0" y="connsiteY0"/>
              </a:cxn>
              <a:cxn ang="0">
                <a:pos x="connsiteX1" y="connsiteY1"/>
              </a:cxn>
              <a:cxn ang="0">
                <a:pos x="connsiteX2" y="connsiteY2"/>
              </a:cxn>
              <a:cxn ang="0">
                <a:pos x="connsiteX3" y="connsiteY3"/>
              </a:cxn>
            </a:cxnLst>
            <a:rect l="l" t="t" r="r" b="b"/>
            <a:pathLst>
              <a:path w="141596" h="131496">
                <a:moveTo>
                  <a:pt x="106042" y="7398"/>
                </a:moveTo>
                <a:cubicBezTo>
                  <a:pt x="58894" y="-15652"/>
                  <a:pt x="-20735" y="13589"/>
                  <a:pt x="4792" y="91694"/>
                </a:cubicBezTo>
                <a:cubicBezTo>
                  <a:pt x="20889" y="141129"/>
                  <a:pt x="111472" y="147606"/>
                  <a:pt x="136046" y="91694"/>
                </a:cubicBezTo>
                <a:cubicBezTo>
                  <a:pt x="149734" y="60024"/>
                  <a:pt x="136646" y="23152"/>
                  <a:pt x="106042" y="720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4" name="任意多边形: 形状 22"/>
          <p:cNvSpPr/>
          <p:nvPr>
            <p:custDataLst>
              <p:tags r:id="rId37"/>
            </p:custDataLst>
          </p:nvPr>
        </p:nvSpPr>
        <p:spPr>
          <a:xfrm>
            <a:off x="2565717" y="1428750"/>
            <a:ext cx="303530" cy="344805"/>
          </a:xfrm>
          <a:custGeom>
            <a:avLst/>
            <a:gdLst>
              <a:gd name="connsiteX0" fmla="*/ 204753 w 206541"/>
              <a:gd name="connsiteY0" fmla="*/ 87440 h 234384"/>
              <a:gd name="connsiteX1" fmla="*/ 122362 w 206541"/>
              <a:gd name="connsiteY1" fmla="*/ 1715 h 234384"/>
              <a:gd name="connsiteX2" fmla="*/ 79880 w 206541"/>
              <a:gd name="connsiteY2" fmla="*/ 234125 h 234384"/>
            </a:gdLst>
            <a:ahLst/>
            <a:cxnLst>
              <a:cxn ang="0">
                <a:pos x="connsiteX0" y="connsiteY0"/>
              </a:cxn>
              <a:cxn ang="0">
                <a:pos x="connsiteX1" y="connsiteY1"/>
              </a:cxn>
              <a:cxn ang="0">
                <a:pos x="connsiteX2" y="connsiteY2"/>
              </a:cxn>
            </a:cxnLst>
            <a:rect l="l" t="t" r="r" b="b"/>
            <a:pathLst>
              <a:path w="206541" h="234384">
                <a:moveTo>
                  <a:pt x="204753" y="87440"/>
                </a:moveTo>
                <a:cubicBezTo>
                  <a:pt x="213040" y="57246"/>
                  <a:pt x="190847" y="14383"/>
                  <a:pt x="122362" y="1715"/>
                </a:cubicBezTo>
                <a:cubicBezTo>
                  <a:pt x="-16322" y="-24288"/>
                  <a:pt x="-46517" y="214789"/>
                  <a:pt x="79880" y="234125"/>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5" name="任意多边形: 形状 23"/>
          <p:cNvSpPr/>
          <p:nvPr>
            <p:custDataLst>
              <p:tags r:id="rId38"/>
            </p:custDataLst>
          </p:nvPr>
        </p:nvSpPr>
        <p:spPr>
          <a:xfrm>
            <a:off x="2994342" y="1676400"/>
            <a:ext cx="207010" cy="196850"/>
          </a:xfrm>
          <a:custGeom>
            <a:avLst/>
            <a:gdLst>
              <a:gd name="connsiteX0" fmla="*/ 112172 w 140899"/>
              <a:gd name="connsiteY0" fmla="*/ 122398 h 133896"/>
              <a:gd name="connsiteX1" fmla="*/ 74072 w 140899"/>
              <a:gd name="connsiteY1" fmla="*/ 859 h 133896"/>
              <a:gd name="connsiteX2" fmla="*/ 12540 w 140899"/>
              <a:gd name="connsiteY2" fmla="*/ 108492 h 133896"/>
              <a:gd name="connsiteX3" fmla="*/ 112457 w 140899"/>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899" h="133896">
                <a:moveTo>
                  <a:pt x="112172" y="122398"/>
                </a:moveTo>
                <a:cubicBezTo>
                  <a:pt x="155796" y="93061"/>
                  <a:pt x="154272" y="17623"/>
                  <a:pt x="74072" y="859"/>
                </a:cubicBezTo>
                <a:cubicBezTo>
                  <a:pt x="23303" y="-9904"/>
                  <a:pt x="-23369" y="59343"/>
                  <a:pt x="12540" y="108492"/>
                </a:cubicBezTo>
                <a:cubicBezTo>
                  <a:pt x="30447" y="132876"/>
                  <a:pt x="81501" y="143353"/>
                  <a:pt x="112457" y="12239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6" name="任意多边形: 形状 24"/>
          <p:cNvSpPr/>
          <p:nvPr>
            <p:custDataLst>
              <p:tags r:id="rId39"/>
            </p:custDataLst>
          </p:nvPr>
        </p:nvSpPr>
        <p:spPr>
          <a:xfrm>
            <a:off x="2953702" y="1423035"/>
            <a:ext cx="299720" cy="346075"/>
          </a:xfrm>
          <a:custGeom>
            <a:avLst/>
            <a:gdLst>
              <a:gd name="connsiteX0" fmla="*/ 203903 w 204039"/>
              <a:gd name="connsiteY0" fmla="*/ 88248 h 235097"/>
              <a:gd name="connsiteX1" fmla="*/ 125131 w 204039"/>
              <a:gd name="connsiteY1" fmla="*/ 333 h 235097"/>
              <a:gd name="connsiteX2" fmla="*/ 79030 w 204039"/>
              <a:gd name="connsiteY2" fmla="*/ 234838 h 235097"/>
            </a:gdLst>
            <a:ahLst/>
            <a:cxnLst>
              <a:cxn ang="0">
                <a:pos x="connsiteX0" y="connsiteY0"/>
              </a:cxn>
              <a:cxn ang="0">
                <a:pos x="connsiteX1" y="connsiteY1"/>
              </a:cxn>
              <a:cxn ang="0">
                <a:pos x="connsiteX2" y="connsiteY2"/>
              </a:cxn>
            </a:cxnLst>
            <a:rect l="l" t="t" r="r" b="b"/>
            <a:pathLst>
              <a:path w="204039" h="235097">
                <a:moveTo>
                  <a:pt x="203903" y="88248"/>
                </a:moveTo>
                <a:cubicBezTo>
                  <a:pt x="198569" y="54053"/>
                  <a:pt x="192949" y="7000"/>
                  <a:pt x="125131" y="333"/>
                </a:cubicBezTo>
                <a:cubicBezTo>
                  <a:pt x="-15267" y="-13383"/>
                  <a:pt x="-47462" y="215502"/>
                  <a:pt x="79030" y="234838"/>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7" name="任意多边形: 形状 25"/>
          <p:cNvSpPr/>
          <p:nvPr>
            <p:custDataLst>
              <p:tags r:id="rId40"/>
            </p:custDataLst>
          </p:nvPr>
        </p:nvSpPr>
        <p:spPr>
          <a:xfrm>
            <a:off x="3380422" y="1680845"/>
            <a:ext cx="207010" cy="199390"/>
          </a:xfrm>
          <a:custGeom>
            <a:avLst/>
            <a:gdLst>
              <a:gd name="connsiteX0" fmla="*/ 113794 w 140833"/>
              <a:gd name="connsiteY0" fmla="*/ 121469 h 135602"/>
              <a:gd name="connsiteX1" fmla="*/ 75694 w 140833"/>
              <a:gd name="connsiteY1" fmla="*/ -165 h 135602"/>
              <a:gd name="connsiteX2" fmla="*/ 16640 w 140833"/>
              <a:gd name="connsiteY2" fmla="*/ 114135 h 135602"/>
              <a:gd name="connsiteX3" fmla="*/ 114080 w 140833"/>
              <a:gd name="connsiteY3" fmla="*/ 121850 h 135602"/>
            </a:gdLst>
            <a:ahLst/>
            <a:cxnLst>
              <a:cxn ang="0">
                <a:pos x="connsiteX0" y="connsiteY0"/>
              </a:cxn>
              <a:cxn ang="0">
                <a:pos x="connsiteX1" y="connsiteY1"/>
              </a:cxn>
              <a:cxn ang="0">
                <a:pos x="connsiteX2" y="connsiteY2"/>
              </a:cxn>
              <a:cxn ang="0">
                <a:pos x="connsiteX3" y="connsiteY3"/>
              </a:cxn>
            </a:cxnLst>
            <a:rect l="l" t="t" r="r" b="b"/>
            <a:pathLst>
              <a:path w="140833" h="135602">
                <a:moveTo>
                  <a:pt x="113794" y="121469"/>
                </a:moveTo>
                <a:cubicBezTo>
                  <a:pt x="157324" y="92037"/>
                  <a:pt x="150370" y="-3689"/>
                  <a:pt x="75694" y="-165"/>
                </a:cubicBezTo>
                <a:cubicBezTo>
                  <a:pt x="23783" y="2311"/>
                  <a:pt x="-27556" y="51270"/>
                  <a:pt x="16640" y="114135"/>
                </a:cubicBezTo>
                <a:cubicBezTo>
                  <a:pt x="34166" y="138805"/>
                  <a:pt x="83315" y="142710"/>
                  <a:pt x="114080" y="121850"/>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0" name="任意多边形: 形状 26"/>
          <p:cNvSpPr/>
          <p:nvPr>
            <p:custDataLst>
              <p:tags r:id="rId41"/>
            </p:custDataLst>
          </p:nvPr>
        </p:nvSpPr>
        <p:spPr>
          <a:xfrm>
            <a:off x="3335337" y="1434465"/>
            <a:ext cx="306070" cy="337820"/>
          </a:xfrm>
          <a:custGeom>
            <a:avLst/>
            <a:gdLst>
              <a:gd name="connsiteX0" fmla="*/ 208440 w 208577"/>
              <a:gd name="connsiteY0" fmla="*/ 82738 h 229682"/>
              <a:gd name="connsiteX1" fmla="*/ 118429 w 208577"/>
              <a:gd name="connsiteY1" fmla="*/ 347 h 229682"/>
              <a:gd name="connsiteX2" fmla="*/ 83568 w 208577"/>
              <a:gd name="connsiteY2" fmla="*/ 229423 h 229682"/>
            </a:gdLst>
            <a:ahLst/>
            <a:cxnLst>
              <a:cxn ang="0">
                <a:pos x="connsiteX0" y="connsiteY0"/>
              </a:cxn>
              <a:cxn ang="0">
                <a:pos x="connsiteX1" y="connsiteY1"/>
              </a:cxn>
              <a:cxn ang="0">
                <a:pos x="connsiteX2" y="connsiteY2"/>
              </a:cxn>
            </a:cxnLst>
            <a:rect l="l" t="t" r="r" b="b"/>
            <a:pathLst>
              <a:path w="208577" h="229682">
                <a:moveTo>
                  <a:pt x="208440" y="82738"/>
                </a:moveTo>
                <a:cubicBezTo>
                  <a:pt x="203106" y="48543"/>
                  <a:pt x="186247" y="6538"/>
                  <a:pt x="118429" y="347"/>
                </a:cubicBezTo>
                <a:cubicBezTo>
                  <a:pt x="-21970" y="-13369"/>
                  <a:pt x="-42829" y="209897"/>
                  <a:pt x="83568" y="229423"/>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1" name="任意多边形: 形状 27"/>
          <p:cNvSpPr/>
          <p:nvPr>
            <p:custDataLst>
              <p:tags r:id="rId42"/>
            </p:custDataLst>
          </p:nvPr>
        </p:nvSpPr>
        <p:spPr>
          <a:xfrm>
            <a:off x="3774757" y="1699895"/>
            <a:ext cx="205105" cy="203835"/>
          </a:xfrm>
          <a:custGeom>
            <a:avLst/>
            <a:gdLst>
              <a:gd name="connsiteX0" fmla="*/ 113627 w 139639"/>
              <a:gd name="connsiteY0" fmla="*/ 121922 h 138498"/>
              <a:gd name="connsiteX1" fmla="*/ 75527 w 139639"/>
              <a:gd name="connsiteY1" fmla="*/ 383 h 138498"/>
              <a:gd name="connsiteX2" fmla="*/ 16567 w 139639"/>
              <a:gd name="connsiteY2" fmla="*/ 116683 h 138498"/>
              <a:gd name="connsiteX3" fmla="*/ 114008 w 139639"/>
              <a:gd name="connsiteY3" fmla="*/ 121922 h 138498"/>
            </a:gdLst>
            <a:ahLst/>
            <a:cxnLst>
              <a:cxn ang="0">
                <a:pos x="connsiteX0" y="connsiteY0"/>
              </a:cxn>
              <a:cxn ang="0">
                <a:pos x="connsiteX1" y="connsiteY1"/>
              </a:cxn>
              <a:cxn ang="0">
                <a:pos x="connsiteX2" y="connsiteY2"/>
              </a:cxn>
              <a:cxn ang="0">
                <a:pos x="connsiteX3" y="connsiteY3"/>
              </a:cxn>
            </a:cxnLst>
            <a:rect l="l" t="t" r="r" b="b"/>
            <a:pathLst>
              <a:path w="139639" h="138498">
                <a:moveTo>
                  <a:pt x="113627" y="121922"/>
                </a:moveTo>
                <a:cubicBezTo>
                  <a:pt x="159347" y="80298"/>
                  <a:pt x="143154" y="10384"/>
                  <a:pt x="75527" y="383"/>
                </a:cubicBezTo>
                <a:cubicBezTo>
                  <a:pt x="24187" y="-7237"/>
                  <a:pt x="-27629" y="54199"/>
                  <a:pt x="16567" y="116683"/>
                </a:cubicBezTo>
                <a:cubicBezTo>
                  <a:pt x="33998" y="141448"/>
                  <a:pt x="86290" y="147068"/>
                  <a:pt x="114008" y="121922"/>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7" name="任意多边形: 形状 28"/>
          <p:cNvSpPr/>
          <p:nvPr>
            <p:custDataLst>
              <p:tags r:id="rId43"/>
            </p:custDataLst>
          </p:nvPr>
        </p:nvSpPr>
        <p:spPr>
          <a:xfrm>
            <a:off x="3724592" y="1456055"/>
            <a:ext cx="309245" cy="336550"/>
          </a:xfrm>
          <a:custGeom>
            <a:avLst/>
            <a:gdLst>
              <a:gd name="connsiteX0" fmla="*/ 210535 w 210672"/>
              <a:gd name="connsiteY0" fmla="*/ 76724 h 228621"/>
              <a:gd name="connsiteX1" fmla="*/ 114428 w 210672"/>
              <a:gd name="connsiteY1" fmla="*/ -238 h 228621"/>
              <a:gd name="connsiteX2" fmla="*/ 87091 w 210672"/>
              <a:gd name="connsiteY2" fmla="*/ 228362 h 228621"/>
            </a:gdLst>
            <a:ahLst/>
            <a:cxnLst>
              <a:cxn ang="0">
                <a:pos x="connsiteX0" y="connsiteY0"/>
              </a:cxn>
              <a:cxn ang="0">
                <a:pos x="connsiteX1" y="connsiteY1"/>
              </a:cxn>
              <a:cxn ang="0">
                <a:pos x="connsiteX2" y="connsiteY2"/>
              </a:cxn>
            </a:cxnLst>
            <a:rect l="l" t="t" r="r" b="b"/>
            <a:pathLst>
              <a:path w="210672" h="228621">
                <a:moveTo>
                  <a:pt x="210535" y="76724"/>
                </a:moveTo>
                <a:cubicBezTo>
                  <a:pt x="205201" y="42530"/>
                  <a:pt x="186723" y="-1381"/>
                  <a:pt x="114428" y="-238"/>
                </a:cubicBezTo>
                <a:cubicBezTo>
                  <a:pt x="-26637" y="1763"/>
                  <a:pt x="-39401" y="208646"/>
                  <a:pt x="87091" y="228362"/>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8" name="任意多边形: 形状 29"/>
          <p:cNvSpPr/>
          <p:nvPr>
            <p:custDataLst>
              <p:tags r:id="rId44"/>
            </p:custDataLst>
          </p:nvPr>
        </p:nvSpPr>
        <p:spPr>
          <a:xfrm>
            <a:off x="4153217" y="1713865"/>
            <a:ext cx="207010" cy="196850"/>
          </a:xfrm>
          <a:custGeom>
            <a:avLst/>
            <a:gdLst>
              <a:gd name="connsiteX0" fmla="*/ 112171 w 140829"/>
              <a:gd name="connsiteY0" fmla="*/ 122398 h 133896"/>
              <a:gd name="connsiteX1" fmla="*/ 74071 w 140829"/>
              <a:gd name="connsiteY1" fmla="*/ 859 h 133896"/>
              <a:gd name="connsiteX2" fmla="*/ 12540 w 140829"/>
              <a:gd name="connsiteY2" fmla="*/ 108491 h 133896"/>
              <a:gd name="connsiteX3" fmla="*/ 112552 w 140829"/>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829" h="133896">
                <a:moveTo>
                  <a:pt x="112171" y="122398"/>
                </a:moveTo>
                <a:cubicBezTo>
                  <a:pt x="155701" y="93061"/>
                  <a:pt x="154177" y="17623"/>
                  <a:pt x="74071" y="859"/>
                </a:cubicBezTo>
                <a:cubicBezTo>
                  <a:pt x="23303" y="-9904"/>
                  <a:pt x="-23370" y="59342"/>
                  <a:pt x="12540" y="108491"/>
                </a:cubicBezTo>
                <a:cubicBezTo>
                  <a:pt x="30447" y="132875"/>
                  <a:pt x="81501" y="143353"/>
                  <a:pt x="112552" y="12239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9" name="任意多边形: 形状 30"/>
          <p:cNvSpPr/>
          <p:nvPr>
            <p:custDataLst>
              <p:tags r:id="rId45"/>
            </p:custDataLst>
          </p:nvPr>
        </p:nvSpPr>
        <p:spPr>
          <a:xfrm>
            <a:off x="4112577" y="1460500"/>
            <a:ext cx="299720" cy="346075"/>
          </a:xfrm>
          <a:custGeom>
            <a:avLst/>
            <a:gdLst>
              <a:gd name="connsiteX0" fmla="*/ 203903 w 204040"/>
              <a:gd name="connsiteY0" fmla="*/ 88241 h 235185"/>
              <a:gd name="connsiteX1" fmla="*/ 125131 w 204040"/>
              <a:gd name="connsiteY1" fmla="*/ 325 h 235185"/>
              <a:gd name="connsiteX2" fmla="*/ 79030 w 204040"/>
              <a:gd name="connsiteY2" fmla="*/ 234926 h 235185"/>
            </a:gdLst>
            <a:ahLst/>
            <a:cxnLst>
              <a:cxn ang="0">
                <a:pos x="connsiteX0" y="connsiteY0"/>
              </a:cxn>
              <a:cxn ang="0">
                <a:pos x="connsiteX1" y="connsiteY1"/>
              </a:cxn>
              <a:cxn ang="0">
                <a:pos x="connsiteX2" y="connsiteY2"/>
              </a:cxn>
            </a:cxnLst>
            <a:rect l="l" t="t" r="r" b="b"/>
            <a:pathLst>
              <a:path w="204040" h="235185">
                <a:moveTo>
                  <a:pt x="203903" y="88241"/>
                </a:moveTo>
                <a:cubicBezTo>
                  <a:pt x="198569" y="54046"/>
                  <a:pt x="192949" y="6992"/>
                  <a:pt x="125131" y="325"/>
                </a:cubicBezTo>
                <a:cubicBezTo>
                  <a:pt x="-15267" y="-13296"/>
                  <a:pt x="-47462" y="215495"/>
                  <a:pt x="79030" y="234926"/>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0" name="任意多边形: 形状 31"/>
          <p:cNvSpPr/>
          <p:nvPr>
            <p:custDataLst>
              <p:tags r:id="rId46"/>
            </p:custDataLst>
          </p:nvPr>
        </p:nvSpPr>
        <p:spPr>
          <a:xfrm>
            <a:off x="4545012" y="1742440"/>
            <a:ext cx="207010" cy="199390"/>
          </a:xfrm>
          <a:custGeom>
            <a:avLst/>
            <a:gdLst>
              <a:gd name="connsiteX0" fmla="*/ 113795 w 140833"/>
              <a:gd name="connsiteY0" fmla="*/ 121379 h 135591"/>
              <a:gd name="connsiteX1" fmla="*/ 75695 w 140833"/>
              <a:gd name="connsiteY1" fmla="*/ -160 h 135591"/>
              <a:gd name="connsiteX2" fmla="*/ 16640 w 140833"/>
              <a:gd name="connsiteY2" fmla="*/ 114140 h 135591"/>
              <a:gd name="connsiteX3" fmla="*/ 114080 w 140833"/>
              <a:gd name="connsiteY3" fmla="*/ 121760 h 135591"/>
            </a:gdLst>
            <a:ahLst/>
            <a:cxnLst>
              <a:cxn ang="0">
                <a:pos x="connsiteX0" y="connsiteY0"/>
              </a:cxn>
              <a:cxn ang="0">
                <a:pos x="connsiteX1" y="connsiteY1"/>
              </a:cxn>
              <a:cxn ang="0">
                <a:pos x="connsiteX2" y="connsiteY2"/>
              </a:cxn>
              <a:cxn ang="0">
                <a:pos x="connsiteX3" y="connsiteY3"/>
              </a:cxn>
            </a:cxnLst>
            <a:rect l="l" t="t" r="r" b="b"/>
            <a:pathLst>
              <a:path w="140833" h="135591">
                <a:moveTo>
                  <a:pt x="113795" y="121379"/>
                </a:moveTo>
                <a:cubicBezTo>
                  <a:pt x="157324" y="92042"/>
                  <a:pt x="150371" y="-3779"/>
                  <a:pt x="75695" y="-160"/>
                </a:cubicBezTo>
                <a:cubicBezTo>
                  <a:pt x="23783" y="2317"/>
                  <a:pt x="-27556" y="51180"/>
                  <a:pt x="16640" y="114140"/>
                </a:cubicBezTo>
                <a:cubicBezTo>
                  <a:pt x="34166" y="138810"/>
                  <a:pt x="83315" y="142715"/>
                  <a:pt x="114080" y="121760"/>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1" name="任意多边形: 形状 32"/>
          <p:cNvSpPr/>
          <p:nvPr>
            <p:custDataLst>
              <p:tags r:id="rId47"/>
            </p:custDataLst>
          </p:nvPr>
        </p:nvSpPr>
        <p:spPr>
          <a:xfrm>
            <a:off x="4500562" y="1496060"/>
            <a:ext cx="306070" cy="337185"/>
          </a:xfrm>
          <a:custGeom>
            <a:avLst/>
            <a:gdLst>
              <a:gd name="connsiteX0" fmla="*/ 208440 w 208577"/>
              <a:gd name="connsiteY0" fmla="*/ 82738 h 229206"/>
              <a:gd name="connsiteX1" fmla="*/ 118429 w 208577"/>
              <a:gd name="connsiteY1" fmla="*/ 347 h 229206"/>
              <a:gd name="connsiteX2" fmla="*/ 83567 w 208577"/>
              <a:gd name="connsiteY2" fmla="*/ 228947 h 229206"/>
            </a:gdLst>
            <a:ahLst/>
            <a:cxnLst>
              <a:cxn ang="0">
                <a:pos x="connsiteX0" y="connsiteY0"/>
              </a:cxn>
              <a:cxn ang="0">
                <a:pos x="connsiteX1" y="connsiteY1"/>
              </a:cxn>
              <a:cxn ang="0">
                <a:pos x="connsiteX2" y="connsiteY2"/>
              </a:cxn>
            </a:cxnLst>
            <a:rect l="l" t="t" r="r" b="b"/>
            <a:pathLst>
              <a:path w="208577" h="229206">
                <a:moveTo>
                  <a:pt x="208440" y="82738"/>
                </a:moveTo>
                <a:cubicBezTo>
                  <a:pt x="203106" y="48543"/>
                  <a:pt x="186247" y="6538"/>
                  <a:pt x="118429" y="347"/>
                </a:cubicBezTo>
                <a:cubicBezTo>
                  <a:pt x="-21969" y="-13369"/>
                  <a:pt x="-42829" y="209897"/>
                  <a:pt x="83567" y="228947"/>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2" name="任意多边形: 形状 33"/>
          <p:cNvSpPr/>
          <p:nvPr>
            <p:custDataLst>
              <p:tags r:id="rId48"/>
            </p:custDataLst>
          </p:nvPr>
        </p:nvSpPr>
        <p:spPr>
          <a:xfrm>
            <a:off x="4948237" y="1778635"/>
            <a:ext cx="205105" cy="203835"/>
          </a:xfrm>
          <a:custGeom>
            <a:avLst/>
            <a:gdLst>
              <a:gd name="connsiteX0" fmla="*/ 113668 w 139680"/>
              <a:gd name="connsiteY0" fmla="*/ 121922 h 138498"/>
              <a:gd name="connsiteX1" fmla="*/ 75568 w 139680"/>
              <a:gd name="connsiteY1" fmla="*/ 383 h 138498"/>
              <a:gd name="connsiteX2" fmla="*/ 16608 w 139680"/>
              <a:gd name="connsiteY2" fmla="*/ 116683 h 138498"/>
              <a:gd name="connsiteX3" fmla="*/ 114049 w 139680"/>
              <a:gd name="connsiteY3" fmla="*/ 121922 h 138498"/>
            </a:gdLst>
            <a:ahLst/>
            <a:cxnLst>
              <a:cxn ang="0">
                <a:pos x="connsiteX0" y="connsiteY0"/>
              </a:cxn>
              <a:cxn ang="0">
                <a:pos x="connsiteX1" y="connsiteY1"/>
              </a:cxn>
              <a:cxn ang="0">
                <a:pos x="connsiteX2" y="connsiteY2"/>
              </a:cxn>
              <a:cxn ang="0">
                <a:pos x="connsiteX3" y="connsiteY3"/>
              </a:cxn>
            </a:cxnLst>
            <a:rect l="l" t="t" r="r" b="b"/>
            <a:pathLst>
              <a:path w="139680" h="138498">
                <a:moveTo>
                  <a:pt x="113668" y="121922"/>
                </a:moveTo>
                <a:cubicBezTo>
                  <a:pt x="159388" y="80298"/>
                  <a:pt x="143195" y="10384"/>
                  <a:pt x="75568" y="383"/>
                </a:cubicBezTo>
                <a:cubicBezTo>
                  <a:pt x="24228" y="-7237"/>
                  <a:pt x="-27683" y="54199"/>
                  <a:pt x="16608" y="116683"/>
                </a:cubicBezTo>
                <a:cubicBezTo>
                  <a:pt x="34039" y="141448"/>
                  <a:pt x="86331" y="147068"/>
                  <a:pt x="114049" y="121922"/>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3" name="任意多边形: 形状 34"/>
          <p:cNvSpPr/>
          <p:nvPr>
            <p:custDataLst>
              <p:tags r:id="rId49"/>
            </p:custDataLst>
          </p:nvPr>
        </p:nvSpPr>
        <p:spPr>
          <a:xfrm>
            <a:off x="4898072" y="1546225"/>
            <a:ext cx="309245" cy="335915"/>
          </a:xfrm>
          <a:custGeom>
            <a:avLst/>
            <a:gdLst>
              <a:gd name="connsiteX0" fmla="*/ 210550 w 210687"/>
              <a:gd name="connsiteY0" fmla="*/ 76816 h 228618"/>
              <a:gd name="connsiteX1" fmla="*/ 114443 w 210687"/>
              <a:gd name="connsiteY1" fmla="*/ -241 h 228618"/>
              <a:gd name="connsiteX2" fmla="*/ 87011 w 210687"/>
              <a:gd name="connsiteY2" fmla="*/ 228359 h 228618"/>
            </a:gdLst>
            <a:ahLst/>
            <a:cxnLst>
              <a:cxn ang="0">
                <a:pos x="connsiteX0" y="connsiteY0"/>
              </a:cxn>
              <a:cxn ang="0">
                <a:pos x="connsiteX1" y="connsiteY1"/>
              </a:cxn>
              <a:cxn ang="0">
                <a:pos x="connsiteX2" y="connsiteY2"/>
              </a:cxn>
            </a:cxnLst>
            <a:rect l="l" t="t" r="r" b="b"/>
            <a:pathLst>
              <a:path w="210687" h="228618">
                <a:moveTo>
                  <a:pt x="210550" y="76816"/>
                </a:moveTo>
                <a:cubicBezTo>
                  <a:pt x="205216" y="42621"/>
                  <a:pt x="186642" y="-1289"/>
                  <a:pt x="114443" y="-241"/>
                </a:cubicBezTo>
                <a:cubicBezTo>
                  <a:pt x="-26622" y="1854"/>
                  <a:pt x="-39386" y="208737"/>
                  <a:pt x="87011" y="228359"/>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4" name="矩形 10"/>
          <p:cNvSpPr/>
          <p:nvPr>
            <p:custDataLst>
              <p:tags r:id="rId50"/>
            </p:custDataLst>
          </p:nvPr>
        </p:nvSpPr>
        <p:spPr>
          <a:xfrm>
            <a:off x="1062355" y="3048000"/>
            <a:ext cx="4395470" cy="3269615"/>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2400" dirty="0">
                <a:ln>
                  <a:noFill/>
                  <a:prstDash val="sysDot"/>
                </a:ln>
                <a:solidFill>
                  <a:srgbClr val="FFFFFF"/>
                </a:solidFill>
                <a:latin typeface="+mn-ea"/>
                <a:cs typeface="+mn-ea"/>
              </a:rPr>
              <a:t>指公民个人通过劳动或其他合法方式取得财产和享有占有、使用、处分财产的权利。</a:t>
            </a:r>
            <a:endParaRPr lang="zh-CN" altLang="en-US" sz="2400" dirty="0">
              <a:ln>
                <a:noFill/>
                <a:prstDash val="sysDot"/>
              </a:ln>
              <a:solidFill>
                <a:srgbClr val="FFFFFF"/>
              </a:solidFill>
              <a:latin typeface="+mn-ea"/>
              <a:cs typeface="+mn-ea"/>
            </a:endParaRPr>
          </a:p>
          <a:p>
            <a:pPr>
              <a:lnSpc>
                <a:spcPct val="150000"/>
              </a:lnSpc>
              <a:spcBef>
                <a:spcPct val="0"/>
              </a:spcBef>
              <a:spcAft>
                <a:spcPct val="0"/>
              </a:spcAft>
            </a:pPr>
            <a:r>
              <a:rPr lang="en-US" altLang="zh-CN" sz="2400" dirty="0">
                <a:ln>
                  <a:noFill/>
                  <a:prstDash val="sysDot"/>
                </a:ln>
                <a:solidFill>
                  <a:srgbClr val="FFFFFF"/>
                </a:solidFill>
                <a:latin typeface="+mn-ea"/>
                <a:cs typeface="+mn-ea"/>
              </a:rPr>
              <a:t> </a:t>
            </a:r>
            <a:r>
              <a:rPr lang="en-US" altLang="zh-CN" sz="2400" b="1" dirty="0">
                <a:ln>
                  <a:noFill/>
                  <a:prstDash val="sysDot"/>
                </a:ln>
                <a:solidFill>
                  <a:srgbClr val="FFFFFF"/>
                </a:solidFill>
                <a:latin typeface="+mn-ea"/>
                <a:cs typeface="+mn-ea"/>
              </a:rPr>
              <a:t>    </a:t>
            </a:r>
            <a:r>
              <a:rPr lang="zh-CN" altLang="en-US" sz="2400" b="1" dirty="0">
                <a:ln>
                  <a:noFill/>
                  <a:prstDash val="sysDot"/>
                </a:ln>
                <a:solidFill>
                  <a:srgbClr val="FFFFFF"/>
                </a:solidFill>
                <a:latin typeface="+mn-ea"/>
                <a:cs typeface="+mn-ea"/>
              </a:rPr>
              <a:t>财产权范围：</a:t>
            </a:r>
            <a:r>
              <a:rPr lang="zh-CN" altLang="en-US" sz="2400" dirty="0">
                <a:ln>
                  <a:noFill/>
                  <a:prstDash val="sysDot"/>
                </a:ln>
                <a:solidFill>
                  <a:srgbClr val="FFFFFF"/>
                </a:solidFill>
                <a:latin typeface="+mn-ea"/>
                <a:cs typeface="+mn-ea"/>
              </a:rPr>
              <a:t>合法收入、储蓄、房屋、其他生产资料和生活资料。</a:t>
            </a:r>
            <a:endParaRPr lang="zh-CN" altLang="en-US" sz="2400" dirty="0">
              <a:ln>
                <a:noFill/>
                <a:prstDash val="sysDot"/>
              </a:ln>
              <a:solidFill>
                <a:srgbClr val="FFFFFF"/>
              </a:solidFill>
              <a:latin typeface="+mn-ea"/>
              <a:cs typeface="+mn-ea"/>
            </a:endParaRPr>
          </a:p>
          <a:p>
            <a:pPr>
              <a:lnSpc>
                <a:spcPct val="150000"/>
              </a:lnSpc>
              <a:spcBef>
                <a:spcPct val="0"/>
              </a:spcBef>
              <a:spcAft>
                <a:spcPct val="0"/>
              </a:spcAft>
            </a:pPr>
            <a:endParaRPr lang="zh-CN" altLang="en-US" sz="2400" dirty="0">
              <a:ln>
                <a:noFill/>
                <a:prstDash val="sysDot"/>
              </a:ln>
              <a:solidFill>
                <a:srgbClr val="FFFFFF"/>
              </a:solidFill>
              <a:latin typeface="+mn-ea"/>
              <a:cs typeface="+mn-ea"/>
            </a:endParaRPr>
          </a:p>
        </p:txBody>
      </p:sp>
      <p:sp>
        <p:nvSpPr>
          <p:cNvPr id="82" name="矩形 11"/>
          <p:cNvSpPr/>
          <p:nvPr>
            <p:custDataLst>
              <p:tags r:id="rId51"/>
            </p:custDataLst>
          </p:nvPr>
        </p:nvSpPr>
        <p:spPr>
          <a:xfrm>
            <a:off x="6362065" y="2923540"/>
            <a:ext cx="5011420" cy="324993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zh-CN" sz="2400" dirty="0">
                <a:ln>
                  <a:noFill/>
                  <a:prstDash val="sysDot"/>
                </a:ln>
                <a:solidFill>
                  <a:srgbClr val="FFFFFF"/>
                </a:solidFill>
                <a:latin typeface="+mn-ea"/>
                <a:cs typeface="+mn-ea"/>
                <a:sym typeface="+mn-ea"/>
              </a:rPr>
              <a:t>       </a:t>
            </a:r>
            <a:r>
              <a:rPr lang="zh-CN" altLang="en-US" sz="2400" dirty="0">
                <a:ln>
                  <a:noFill/>
                  <a:prstDash val="sysDot"/>
                </a:ln>
                <a:solidFill>
                  <a:srgbClr val="FFFFFF"/>
                </a:solidFill>
                <a:latin typeface="+mn-ea"/>
                <a:cs typeface="+mn-ea"/>
                <a:sym typeface="+mn-ea"/>
              </a:rPr>
              <a:t>二者属于不同范畴的权利体系。作为基本权利的财产权主要是</a:t>
            </a:r>
            <a:r>
              <a:rPr lang="zh-CN" altLang="en-US" sz="2400" b="1" dirty="0">
                <a:ln>
                  <a:noFill/>
                  <a:prstDash val="sysDot"/>
                </a:ln>
                <a:solidFill>
                  <a:srgbClr val="FFFFFF"/>
                </a:solidFill>
                <a:latin typeface="+mn-ea"/>
                <a:cs typeface="+mn-ea"/>
                <a:sym typeface="+mn-ea"/>
              </a:rPr>
              <a:t>针对公共权力而存在的，</a:t>
            </a:r>
            <a:r>
              <a:rPr lang="zh-CN" altLang="en-US" sz="2400" dirty="0">
                <a:ln>
                  <a:noFill/>
                  <a:prstDash val="sysDot"/>
                </a:ln>
                <a:solidFill>
                  <a:srgbClr val="FFFFFF"/>
                </a:solidFill>
                <a:latin typeface="+mn-ea"/>
                <a:cs typeface="+mn-ea"/>
                <a:sym typeface="+mn-ea"/>
              </a:rPr>
              <a:t>一旦被规定为宪法内容后就脱离民法上财产权的概念，为私法上的财产权保障提供法律基础。</a:t>
            </a:r>
            <a:endParaRPr lang="zh-CN" altLang="en-US" sz="2400" dirty="0">
              <a:ln>
                <a:noFill/>
                <a:prstDash val="sysDot"/>
              </a:ln>
              <a:solidFill>
                <a:srgbClr val="FFFFFF"/>
              </a:solidFill>
              <a:latin typeface="+mn-ea"/>
              <a:cs typeface="+mn-ea"/>
              <a:sym typeface="+mn-ea"/>
            </a:endParaRPr>
          </a:p>
        </p:txBody>
      </p:sp>
      <p:sp>
        <p:nvSpPr>
          <p:cNvPr id="83" name="矩形 12"/>
          <p:cNvSpPr/>
          <p:nvPr>
            <p:custDataLst>
              <p:tags r:id="rId52"/>
            </p:custDataLst>
          </p:nvPr>
        </p:nvSpPr>
        <p:spPr>
          <a:xfrm>
            <a:off x="1065847" y="2054225"/>
            <a:ext cx="4392295" cy="844550"/>
          </a:xfrm>
          <a:prstGeom prst="rect">
            <a:avLst/>
          </a:prstGeom>
          <a:noFill/>
        </p:spPr>
        <p:txBody>
          <a:bodyPr wrap="none" lIns="0" tIns="0" rIns="0" bIns="0" rtlCol="0" anchor="b">
            <a:normAutofit/>
          </a:bodyPr>
          <a:lstStyle/>
          <a:p>
            <a:pPr>
              <a:spcBef>
                <a:spcPct val="0"/>
              </a:spcBef>
              <a:spcAft>
                <a:spcPct val="0"/>
              </a:spcAft>
              <a:buClr>
                <a:schemeClr val="accent1"/>
              </a:buClr>
              <a:buSzPct val="70000"/>
            </a:pPr>
            <a:r>
              <a:rPr lang="en-US" altLang="zh-CN" sz="4000" b="1">
                <a:solidFill>
                  <a:srgbClr val="FFFFFF"/>
                </a:solidFill>
                <a:latin typeface="+mj-ea"/>
                <a:ea typeface="+mj-ea"/>
                <a:cs typeface="+mn-ea"/>
              </a:rPr>
              <a:t>01</a:t>
            </a:r>
            <a:endParaRPr lang="en-US" altLang="zh-CN" sz="4000" b="1">
              <a:solidFill>
                <a:srgbClr val="FFFFFF"/>
              </a:solidFill>
              <a:latin typeface="+mj-ea"/>
              <a:ea typeface="+mj-ea"/>
              <a:cs typeface="+mn-ea"/>
            </a:endParaRPr>
          </a:p>
        </p:txBody>
      </p:sp>
      <p:sp>
        <p:nvSpPr>
          <p:cNvPr id="84" name="矩形 13"/>
          <p:cNvSpPr/>
          <p:nvPr>
            <p:custDataLst>
              <p:tags r:id="rId53"/>
            </p:custDataLst>
          </p:nvPr>
        </p:nvSpPr>
        <p:spPr>
          <a:xfrm>
            <a:off x="6719888" y="2054225"/>
            <a:ext cx="4394200" cy="844550"/>
          </a:xfrm>
          <a:prstGeom prst="rect">
            <a:avLst/>
          </a:prstGeom>
          <a:noFill/>
        </p:spPr>
        <p:txBody>
          <a:bodyPr wrap="none" lIns="0" tIns="0" rIns="0" bIns="0" rtlCol="0" anchor="b">
            <a:normAutofit fontScale="90000"/>
          </a:bodyPr>
          <a:lstStyle/>
          <a:p>
            <a:pPr algn="r">
              <a:spcBef>
                <a:spcPct val="0"/>
              </a:spcBef>
              <a:spcAft>
                <a:spcPct val="0"/>
              </a:spcAft>
              <a:buClr>
                <a:schemeClr val="accent1"/>
              </a:buClr>
              <a:buSzPct val="70000"/>
            </a:pPr>
            <a:r>
              <a:rPr lang="en-US" altLang="zh-CN" sz="5400" b="1">
                <a:solidFill>
                  <a:srgbClr val="FFFFFF"/>
                </a:solidFill>
                <a:latin typeface="+mn-ea"/>
                <a:cs typeface="+mn-ea"/>
              </a:rPr>
              <a:t>02</a:t>
            </a:r>
            <a:endParaRPr lang="en-US" altLang="zh-CN" sz="5400" b="1">
              <a:solidFill>
                <a:srgbClr val="FFFFFF"/>
              </a:solidFill>
              <a:latin typeface="+mn-ea"/>
              <a:cs typeface="+mn-ea"/>
            </a:endParaRPr>
          </a:p>
        </p:txBody>
      </p:sp>
      <p:sp>
        <p:nvSpPr>
          <p:cNvPr id="85" name="任意多边形: 形状 16"/>
          <p:cNvSpPr/>
          <p:nvPr>
            <p:custDataLst>
              <p:tags r:id="rId54"/>
            </p:custDataLst>
          </p:nvPr>
        </p:nvSpPr>
        <p:spPr>
          <a:xfrm flipV="1">
            <a:off x="1065847" y="2878455"/>
            <a:ext cx="1824042" cy="45719"/>
          </a:xfrm>
          <a:custGeom>
            <a:avLst/>
            <a:gdLst>
              <a:gd name="connsiteX0" fmla="*/ 0 w 2937933"/>
              <a:gd name="connsiteY0" fmla="*/ 38848 h 55782"/>
              <a:gd name="connsiteX1" fmla="*/ 842433 w 2937933"/>
              <a:gd name="connsiteY1" fmla="*/ 17682 h 55782"/>
              <a:gd name="connsiteX2" fmla="*/ 1468967 w 2937933"/>
              <a:gd name="connsiteY2" fmla="*/ 748 h 55782"/>
              <a:gd name="connsiteX3" fmla="*/ 1892300 w 2937933"/>
              <a:gd name="connsiteY3" fmla="*/ 43082 h 55782"/>
              <a:gd name="connsiteX4" fmla="*/ 2760133 w 2937933"/>
              <a:gd name="connsiteY4" fmla="*/ 26148 h 55782"/>
              <a:gd name="connsiteX5" fmla="*/ 2937933 w 2937933"/>
              <a:gd name="connsiteY5" fmla="*/ 55782 h 5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37933" h="55782">
                <a:moveTo>
                  <a:pt x="0" y="38848"/>
                </a:moveTo>
                <a:lnTo>
                  <a:pt x="842433" y="17682"/>
                </a:lnTo>
                <a:cubicBezTo>
                  <a:pt x="1087261" y="11332"/>
                  <a:pt x="1293989" y="-3485"/>
                  <a:pt x="1468967" y="748"/>
                </a:cubicBezTo>
                <a:cubicBezTo>
                  <a:pt x="1643945" y="4981"/>
                  <a:pt x="1892300" y="43082"/>
                  <a:pt x="1892300" y="43082"/>
                </a:cubicBezTo>
                <a:lnTo>
                  <a:pt x="2760133" y="26148"/>
                </a:lnTo>
                <a:cubicBezTo>
                  <a:pt x="2934405" y="28265"/>
                  <a:pt x="2936169" y="42023"/>
                  <a:pt x="2937933" y="55782"/>
                </a:cubicBezTo>
              </a:path>
            </a:pathLst>
          </a:custGeom>
          <a:no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
        <p:nvSpPr>
          <p:cNvPr id="108" name="任意多边形: 形状 16"/>
          <p:cNvSpPr/>
          <p:nvPr>
            <p:custDataLst>
              <p:tags r:id="rId55"/>
            </p:custDataLst>
          </p:nvPr>
        </p:nvSpPr>
        <p:spPr>
          <a:xfrm flipV="1">
            <a:off x="9372918" y="2878455"/>
            <a:ext cx="1824042" cy="45719"/>
          </a:xfrm>
          <a:custGeom>
            <a:avLst/>
            <a:gdLst>
              <a:gd name="connsiteX0" fmla="*/ 0 w 2937933"/>
              <a:gd name="connsiteY0" fmla="*/ 38848 h 55782"/>
              <a:gd name="connsiteX1" fmla="*/ 842433 w 2937933"/>
              <a:gd name="connsiteY1" fmla="*/ 17682 h 55782"/>
              <a:gd name="connsiteX2" fmla="*/ 1468967 w 2937933"/>
              <a:gd name="connsiteY2" fmla="*/ 748 h 55782"/>
              <a:gd name="connsiteX3" fmla="*/ 1892300 w 2937933"/>
              <a:gd name="connsiteY3" fmla="*/ 43082 h 55782"/>
              <a:gd name="connsiteX4" fmla="*/ 2760133 w 2937933"/>
              <a:gd name="connsiteY4" fmla="*/ 26148 h 55782"/>
              <a:gd name="connsiteX5" fmla="*/ 2937933 w 2937933"/>
              <a:gd name="connsiteY5" fmla="*/ 55782 h 5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37933" h="55782">
                <a:moveTo>
                  <a:pt x="0" y="38848"/>
                </a:moveTo>
                <a:lnTo>
                  <a:pt x="842433" y="17682"/>
                </a:lnTo>
                <a:cubicBezTo>
                  <a:pt x="1087261" y="11332"/>
                  <a:pt x="1293989" y="-3485"/>
                  <a:pt x="1468967" y="748"/>
                </a:cubicBezTo>
                <a:cubicBezTo>
                  <a:pt x="1643945" y="4981"/>
                  <a:pt x="1892300" y="43082"/>
                  <a:pt x="1892300" y="43082"/>
                </a:cubicBezTo>
                <a:lnTo>
                  <a:pt x="2760133" y="26148"/>
                </a:lnTo>
                <a:cubicBezTo>
                  <a:pt x="2934405" y="28265"/>
                  <a:pt x="2936169" y="42023"/>
                  <a:pt x="2937933" y="55782"/>
                </a:cubicBezTo>
              </a:path>
            </a:pathLst>
          </a:custGeom>
          <a:no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
        <p:nvSpPr>
          <p:cNvPr id="7" name="标题"/>
          <p:cNvSpPr txBox="1"/>
          <p:nvPr>
            <p:custDataLst>
              <p:tags r:id="rId56"/>
            </p:custDataLst>
          </p:nvPr>
        </p:nvSpPr>
        <p:spPr>
          <a:xfrm>
            <a:off x="1852295" y="2291080"/>
            <a:ext cx="1400810" cy="512445"/>
          </a:xfrm>
          <a:prstGeom prst="rect">
            <a:avLst/>
          </a:prstGeom>
          <a:noFill/>
        </p:spPr>
        <p:txBody>
          <a:bodyPr wrap="square" lIns="0" tIns="0" rIns="0" bIns="0" rtlCol="0" anchor="ctr">
            <a:noAutofit/>
          </a:bodyPr>
          <a:p>
            <a:pPr algn="ctr"/>
            <a:r>
              <a:rPr lang="zh-CN" altLang="en-US" sz="2800" b="1" spc="300">
                <a:solidFill>
                  <a:schemeClr val="accent5"/>
                </a:solidFill>
                <a:latin typeface="+mn-ea"/>
              </a:rPr>
              <a:t>概念：</a:t>
            </a:r>
            <a:endParaRPr lang="zh-CN" altLang="en-US" sz="2800" b="1" spc="300">
              <a:solidFill>
                <a:schemeClr val="accent5"/>
              </a:solidFill>
              <a:latin typeface="+mn-ea"/>
            </a:endParaRPr>
          </a:p>
        </p:txBody>
      </p:sp>
      <p:sp>
        <p:nvSpPr>
          <p:cNvPr id="8" name="标题"/>
          <p:cNvSpPr txBox="1"/>
          <p:nvPr>
            <p:custDataLst>
              <p:tags r:id="rId57"/>
            </p:custDataLst>
          </p:nvPr>
        </p:nvSpPr>
        <p:spPr>
          <a:xfrm>
            <a:off x="6720205" y="1982470"/>
            <a:ext cx="3425825" cy="895985"/>
          </a:xfrm>
          <a:prstGeom prst="rect">
            <a:avLst/>
          </a:prstGeom>
          <a:noFill/>
        </p:spPr>
        <p:txBody>
          <a:bodyPr wrap="square" lIns="0" tIns="0" rIns="0" bIns="0" rtlCol="0" anchor="ctr">
            <a:noAutofit/>
          </a:bodyPr>
          <a:p>
            <a:pPr algn="ctr"/>
            <a:r>
              <a:rPr lang="zh-CN" altLang="en-US" sz="2800" b="1" spc="300">
                <a:solidFill>
                  <a:schemeClr val="accent5"/>
                </a:solidFill>
                <a:latin typeface="+mn-ea"/>
              </a:rPr>
              <a:t>不同于民法意义上的财产权：</a:t>
            </a:r>
            <a:endParaRPr lang="zh-CN" altLang="en-US" sz="2800" b="1" spc="300">
              <a:solidFill>
                <a:schemeClr val="accent5"/>
              </a:solidFill>
              <a:latin typeface="+mn-ea"/>
            </a:endParaRPr>
          </a:p>
        </p:txBody>
      </p:sp>
    </p:spTree>
    <p:custDataLst>
      <p:tags r:id="rId58"/>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695960" y="360045"/>
            <a:ext cx="2504440" cy="720090"/>
          </a:xfrm>
        </p:spPr>
        <p:txBody>
          <a:bodyPr/>
          <a:lstStyle/>
          <a:p>
            <a:r>
              <a:rPr lang="zh-CN" altLang="en-US"/>
              <a:t>（二）劳动权</a:t>
            </a:r>
            <a:endParaRPr lang="zh-CN" altLang="en-US"/>
          </a:p>
        </p:txBody>
      </p:sp>
      <p:sp>
        <p:nvSpPr>
          <p:cNvPr id="2" name="任意多边形: 形状 9"/>
          <p:cNvSpPr/>
          <p:nvPr>
            <p:custDataLst>
              <p:tags r:id="rId2"/>
            </p:custDataLst>
          </p:nvPr>
        </p:nvSpPr>
        <p:spPr>
          <a:xfrm>
            <a:off x="6361113" y="1742440"/>
            <a:ext cx="5207635" cy="4772660"/>
          </a:xfrm>
          <a:custGeom>
            <a:avLst/>
            <a:gdLst>
              <a:gd name="connsiteX0" fmla="*/ 28983 w 3269842"/>
              <a:gd name="connsiteY0" fmla="*/ 52063 h 2468804"/>
              <a:gd name="connsiteX1" fmla="*/ 16600 w 3269842"/>
              <a:gd name="connsiteY1" fmla="*/ 261613 h 2468804"/>
              <a:gd name="connsiteX2" fmla="*/ 64225 w 3269842"/>
              <a:gd name="connsiteY2" fmla="*/ 2377020 h 2468804"/>
              <a:gd name="connsiteX3" fmla="*/ 3216239 w 3269842"/>
              <a:gd name="connsiteY3" fmla="*/ 2362638 h 2468804"/>
              <a:gd name="connsiteX4" fmla="*/ 3226621 w 3269842"/>
              <a:gd name="connsiteY4" fmla="*/ 74732 h 2468804"/>
              <a:gd name="connsiteX5" fmla="*/ 29364 w 3269842"/>
              <a:gd name="connsiteY5" fmla="*/ 52253 h 246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9842" h="2468804">
                <a:moveTo>
                  <a:pt x="28983" y="52063"/>
                </a:moveTo>
                <a:cubicBezTo>
                  <a:pt x="24792" y="87305"/>
                  <a:pt x="20601" y="161029"/>
                  <a:pt x="16600" y="261613"/>
                </a:cubicBezTo>
                <a:cubicBezTo>
                  <a:pt x="-6260" y="846543"/>
                  <a:pt x="-17785" y="2335872"/>
                  <a:pt x="64225" y="2377020"/>
                </a:cubicBezTo>
                <a:cubicBezTo>
                  <a:pt x="279967" y="2485891"/>
                  <a:pt x="2564252" y="2516752"/>
                  <a:pt x="3216239" y="2362638"/>
                </a:cubicBezTo>
                <a:cubicBezTo>
                  <a:pt x="3301964" y="2342254"/>
                  <a:pt x="3268626" y="182651"/>
                  <a:pt x="3226621" y="74732"/>
                </a:cubicBezTo>
                <a:cubicBezTo>
                  <a:pt x="1891406" y="-36424"/>
                  <a:pt x="1443255" y="-6516"/>
                  <a:pt x="29364" y="52253"/>
                </a:cubicBezTo>
                <a:close/>
              </a:path>
            </a:pathLst>
          </a:custGeom>
          <a:solidFill>
            <a:schemeClr val="accent2">
              <a:lumMod val="60000"/>
              <a:lumOff val="40000"/>
            </a:schemeClr>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 name="任意多边形: 形状 11"/>
          <p:cNvSpPr/>
          <p:nvPr>
            <p:custDataLst>
              <p:tags r:id="rId3"/>
            </p:custDataLst>
          </p:nvPr>
        </p:nvSpPr>
        <p:spPr>
          <a:xfrm>
            <a:off x="6267133" y="1580515"/>
            <a:ext cx="5207635" cy="4853305"/>
          </a:xfrm>
          <a:custGeom>
            <a:avLst/>
            <a:gdLst>
              <a:gd name="connsiteX0" fmla="*/ 29011 w 3269968"/>
              <a:gd name="connsiteY0" fmla="*/ 52063 h 2468815"/>
              <a:gd name="connsiteX1" fmla="*/ 16628 w 3269968"/>
              <a:gd name="connsiteY1" fmla="*/ 261613 h 2468815"/>
              <a:gd name="connsiteX2" fmla="*/ 64253 w 3269968"/>
              <a:gd name="connsiteY2" fmla="*/ 2377116 h 2468815"/>
              <a:gd name="connsiteX3" fmla="*/ 3216171 w 3269968"/>
              <a:gd name="connsiteY3" fmla="*/ 2362637 h 2468815"/>
              <a:gd name="connsiteX4" fmla="*/ 3226554 w 3269968"/>
              <a:gd name="connsiteY4" fmla="*/ 74732 h 2468815"/>
              <a:gd name="connsiteX5" fmla="*/ 29392 w 3269968"/>
              <a:gd name="connsiteY5" fmla="*/ 52253 h 2468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9968" h="2468815">
                <a:moveTo>
                  <a:pt x="29011" y="52063"/>
                </a:moveTo>
                <a:cubicBezTo>
                  <a:pt x="24820" y="87305"/>
                  <a:pt x="20534" y="161029"/>
                  <a:pt x="16628" y="261613"/>
                </a:cubicBezTo>
                <a:cubicBezTo>
                  <a:pt x="-6232" y="846543"/>
                  <a:pt x="-17852" y="2335872"/>
                  <a:pt x="64253" y="2377116"/>
                </a:cubicBezTo>
                <a:cubicBezTo>
                  <a:pt x="279899" y="2485891"/>
                  <a:pt x="2564185" y="2516752"/>
                  <a:pt x="3216171" y="2362637"/>
                </a:cubicBezTo>
                <a:cubicBezTo>
                  <a:pt x="3302372" y="2342254"/>
                  <a:pt x="3268559" y="182651"/>
                  <a:pt x="3226554" y="74732"/>
                </a:cubicBezTo>
                <a:cubicBezTo>
                  <a:pt x="1891339" y="-36424"/>
                  <a:pt x="1443188" y="-6516"/>
                  <a:pt x="29392" y="52253"/>
                </a:cubicBezTo>
                <a:close/>
              </a:path>
            </a:pathLst>
          </a:custGeom>
          <a:solidFill>
            <a:schemeClr val="accent2"/>
          </a:solidFill>
          <a:ln w="25400" cap="flat">
            <a:solidFill>
              <a:schemeClr val="tx1">
                <a:lumMod val="75000"/>
                <a:lumOff val="25000"/>
              </a:schemeClr>
            </a:solidFill>
            <a:prstDash val="solid"/>
            <a:miter/>
          </a:ln>
        </p:spPr>
        <p:txBody>
          <a:bodyPr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dirty="0">
              <a:solidFill>
                <a:schemeClr val="bg1">
                  <a:lumMod val="95000"/>
                </a:schemeClr>
              </a:solidFill>
              <a:latin typeface="汉仪粗圆简" panose="02010600000101010101" charset="-122"/>
              <a:ea typeface="汉仪粗圆简" panose="02010600000101010101" charset="-122"/>
              <a:sym typeface="汉仪粗圆简" panose="02010600000101010101" charset="-122"/>
            </a:endParaRPr>
          </a:p>
        </p:txBody>
      </p:sp>
      <p:sp>
        <p:nvSpPr>
          <p:cNvPr id="4" name="任意多边形: 形状 13"/>
          <p:cNvSpPr/>
          <p:nvPr>
            <p:custDataLst>
              <p:tags r:id="rId4"/>
            </p:custDataLst>
          </p:nvPr>
        </p:nvSpPr>
        <p:spPr>
          <a:xfrm>
            <a:off x="6680518" y="1731010"/>
            <a:ext cx="207645" cy="193675"/>
          </a:xfrm>
          <a:custGeom>
            <a:avLst/>
            <a:gdLst>
              <a:gd name="connsiteX0" fmla="*/ 106064 w 141618"/>
              <a:gd name="connsiteY0" fmla="*/ 7398 h 131496"/>
              <a:gd name="connsiteX1" fmla="*/ 4814 w 141618"/>
              <a:gd name="connsiteY1" fmla="*/ 91694 h 131496"/>
              <a:gd name="connsiteX2" fmla="*/ 136068 w 141618"/>
              <a:gd name="connsiteY2" fmla="*/ 91694 h 131496"/>
              <a:gd name="connsiteX3" fmla="*/ 106064 w 141618"/>
              <a:gd name="connsiteY3" fmla="*/ 7208 h 131496"/>
            </a:gdLst>
            <a:ahLst/>
            <a:cxnLst>
              <a:cxn ang="0">
                <a:pos x="connsiteX0" y="connsiteY0"/>
              </a:cxn>
              <a:cxn ang="0">
                <a:pos x="connsiteX1" y="connsiteY1"/>
              </a:cxn>
              <a:cxn ang="0">
                <a:pos x="connsiteX2" y="connsiteY2"/>
              </a:cxn>
              <a:cxn ang="0">
                <a:pos x="connsiteX3" y="connsiteY3"/>
              </a:cxn>
            </a:cxnLst>
            <a:rect l="l" t="t" r="r" b="b"/>
            <a:pathLst>
              <a:path w="141618" h="131496">
                <a:moveTo>
                  <a:pt x="106064" y="7398"/>
                </a:moveTo>
                <a:cubicBezTo>
                  <a:pt x="58439" y="-15653"/>
                  <a:pt x="-20713" y="13589"/>
                  <a:pt x="4814" y="91694"/>
                </a:cubicBezTo>
                <a:cubicBezTo>
                  <a:pt x="20911" y="141129"/>
                  <a:pt x="111494" y="147606"/>
                  <a:pt x="136068" y="91694"/>
                </a:cubicBezTo>
                <a:cubicBezTo>
                  <a:pt x="149756" y="60024"/>
                  <a:pt x="136668" y="23152"/>
                  <a:pt x="106064" y="720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 name="任意多边形: 形状 14"/>
          <p:cNvSpPr/>
          <p:nvPr>
            <p:custDataLst>
              <p:tags r:id="rId5"/>
            </p:custDataLst>
          </p:nvPr>
        </p:nvSpPr>
        <p:spPr>
          <a:xfrm>
            <a:off x="6636703" y="1501140"/>
            <a:ext cx="303530" cy="344805"/>
          </a:xfrm>
          <a:custGeom>
            <a:avLst/>
            <a:gdLst>
              <a:gd name="connsiteX0" fmla="*/ 204793 w 206549"/>
              <a:gd name="connsiteY0" fmla="*/ 87440 h 234384"/>
              <a:gd name="connsiteX1" fmla="*/ 122402 w 206549"/>
              <a:gd name="connsiteY1" fmla="*/ 1715 h 234384"/>
              <a:gd name="connsiteX2" fmla="*/ 79920 w 206549"/>
              <a:gd name="connsiteY2" fmla="*/ 234125 h 234384"/>
            </a:gdLst>
            <a:ahLst/>
            <a:cxnLst>
              <a:cxn ang="0">
                <a:pos x="connsiteX0" y="connsiteY0"/>
              </a:cxn>
              <a:cxn ang="0">
                <a:pos x="connsiteX1" y="connsiteY1"/>
              </a:cxn>
              <a:cxn ang="0">
                <a:pos x="connsiteX2" y="connsiteY2"/>
              </a:cxn>
            </a:cxnLst>
            <a:rect l="l" t="t" r="r" b="b"/>
            <a:pathLst>
              <a:path w="206549" h="234384">
                <a:moveTo>
                  <a:pt x="204793" y="87440"/>
                </a:moveTo>
                <a:cubicBezTo>
                  <a:pt x="212984" y="57246"/>
                  <a:pt x="190791" y="14383"/>
                  <a:pt x="122402" y="1715"/>
                </a:cubicBezTo>
                <a:cubicBezTo>
                  <a:pt x="-16282" y="-24288"/>
                  <a:pt x="-46572" y="214789"/>
                  <a:pt x="79920" y="234125"/>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 name="任意多边形: 形状 15"/>
          <p:cNvSpPr/>
          <p:nvPr>
            <p:custDataLst>
              <p:tags r:id="rId6"/>
            </p:custDataLst>
          </p:nvPr>
        </p:nvSpPr>
        <p:spPr>
          <a:xfrm>
            <a:off x="7062153" y="1718310"/>
            <a:ext cx="207010" cy="196850"/>
          </a:xfrm>
          <a:custGeom>
            <a:avLst/>
            <a:gdLst>
              <a:gd name="connsiteX0" fmla="*/ 112265 w 140923"/>
              <a:gd name="connsiteY0" fmla="*/ 122398 h 133896"/>
              <a:gd name="connsiteX1" fmla="*/ 74165 w 140923"/>
              <a:gd name="connsiteY1" fmla="*/ 859 h 133896"/>
              <a:gd name="connsiteX2" fmla="*/ 12538 w 140923"/>
              <a:gd name="connsiteY2" fmla="*/ 108491 h 133896"/>
              <a:gd name="connsiteX3" fmla="*/ 112551 w 140923"/>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923" h="133896">
                <a:moveTo>
                  <a:pt x="112265" y="122398"/>
                </a:moveTo>
                <a:cubicBezTo>
                  <a:pt x="155794" y="93061"/>
                  <a:pt x="154270" y="17623"/>
                  <a:pt x="74165" y="859"/>
                </a:cubicBezTo>
                <a:cubicBezTo>
                  <a:pt x="23302" y="-9904"/>
                  <a:pt x="-23371" y="59342"/>
                  <a:pt x="12538" y="108491"/>
                </a:cubicBezTo>
                <a:cubicBezTo>
                  <a:pt x="30445" y="132875"/>
                  <a:pt x="81499" y="143353"/>
                  <a:pt x="112551" y="12239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9" name="任意多边形: 形状 16"/>
          <p:cNvSpPr/>
          <p:nvPr>
            <p:custDataLst>
              <p:tags r:id="rId7"/>
            </p:custDataLst>
          </p:nvPr>
        </p:nvSpPr>
        <p:spPr>
          <a:xfrm>
            <a:off x="7021513" y="1470660"/>
            <a:ext cx="299720" cy="346075"/>
          </a:xfrm>
          <a:custGeom>
            <a:avLst/>
            <a:gdLst>
              <a:gd name="connsiteX0" fmla="*/ 203863 w 203999"/>
              <a:gd name="connsiteY0" fmla="*/ 88248 h 235097"/>
              <a:gd name="connsiteX1" fmla="*/ 125091 w 203999"/>
              <a:gd name="connsiteY1" fmla="*/ 333 h 235097"/>
              <a:gd name="connsiteX2" fmla="*/ 78990 w 203999"/>
              <a:gd name="connsiteY2" fmla="*/ 234838 h 235097"/>
            </a:gdLst>
            <a:ahLst/>
            <a:cxnLst>
              <a:cxn ang="0">
                <a:pos x="connsiteX0" y="connsiteY0"/>
              </a:cxn>
              <a:cxn ang="0">
                <a:pos x="connsiteX1" y="connsiteY1"/>
              </a:cxn>
              <a:cxn ang="0">
                <a:pos x="connsiteX2" y="connsiteY2"/>
              </a:cxn>
            </a:cxnLst>
            <a:rect l="l" t="t" r="r" b="b"/>
            <a:pathLst>
              <a:path w="203999" h="235097">
                <a:moveTo>
                  <a:pt x="203863" y="88248"/>
                </a:moveTo>
                <a:cubicBezTo>
                  <a:pt x="198529" y="54054"/>
                  <a:pt x="192909" y="7000"/>
                  <a:pt x="125091" y="333"/>
                </a:cubicBezTo>
                <a:cubicBezTo>
                  <a:pt x="-15307" y="-13383"/>
                  <a:pt x="-47407" y="215502"/>
                  <a:pt x="78990" y="234838"/>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0" name="任意多边形: 形状 17"/>
          <p:cNvSpPr/>
          <p:nvPr>
            <p:custDataLst>
              <p:tags r:id="rId8"/>
            </p:custDataLst>
          </p:nvPr>
        </p:nvSpPr>
        <p:spPr>
          <a:xfrm>
            <a:off x="7453313" y="1710055"/>
            <a:ext cx="207010" cy="199390"/>
          </a:xfrm>
          <a:custGeom>
            <a:avLst/>
            <a:gdLst>
              <a:gd name="connsiteX0" fmla="*/ 113795 w 140833"/>
              <a:gd name="connsiteY0" fmla="*/ 121379 h 135591"/>
              <a:gd name="connsiteX1" fmla="*/ 75695 w 140833"/>
              <a:gd name="connsiteY1" fmla="*/ -160 h 135591"/>
              <a:gd name="connsiteX2" fmla="*/ 16640 w 140833"/>
              <a:gd name="connsiteY2" fmla="*/ 114140 h 135591"/>
              <a:gd name="connsiteX3" fmla="*/ 114080 w 140833"/>
              <a:gd name="connsiteY3" fmla="*/ 121760 h 135591"/>
            </a:gdLst>
            <a:ahLst/>
            <a:cxnLst>
              <a:cxn ang="0">
                <a:pos x="connsiteX0" y="connsiteY0"/>
              </a:cxn>
              <a:cxn ang="0">
                <a:pos x="connsiteX1" y="connsiteY1"/>
              </a:cxn>
              <a:cxn ang="0">
                <a:pos x="connsiteX2" y="connsiteY2"/>
              </a:cxn>
              <a:cxn ang="0">
                <a:pos x="connsiteX3" y="connsiteY3"/>
              </a:cxn>
            </a:cxnLst>
            <a:rect l="l" t="t" r="r" b="b"/>
            <a:pathLst>
              <a:path w="140833" h="135591">
                <a:moveTo>
                  <a:pt x="113795" y="121379"/>
                </a:moveTo>
                <a:cubicBezTo>
                  <a:pt x="157324" y="92042"/>
                  <a:pt x="150371" y="-3779"/>
                  <a:pt x="75695" y="-160"/>
                </a:cubicBezTo>
                <a:cubicBezTo>
                  <a:pt x="23783" y="2317"/>
                  <a:pt x="-27556" y="51275"/>
                  <a:pt x="16640" y="114140"/>
                </a:cubicBezTo>
                <a:cubicBezTo>
                  <a:pt x="34070" y="138810"/>
                  <a:pt x="83315" y="142715"/>
                  <a:pt x="114080" y="121760"/>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5" name="任意多边形: 形状 18"/>
          <p:cNvSpPr/>
          <p:nvPr>
            <p:custDataLst>
              <p:tags r:id="rId9"/>
            </p:custDataLst>
          </p:nvPr>
        </p:nvSpPr>
        <p:spPr>
          <a:xfrm>
            <a:off x="7408863" y="1463040"/>
            <a:ext cx="306070" cy="337185"/>
          </a:xfrm>
          <a:custGeom>
            <a:avLst/>
            <a:gdLst>
              <a:gd name="connsiteX0" fmla="*/ 208440 w 208577"/>
              <a:gd name="connsiteY0" fmla="*/ 82738 h 229206"/>
              <a:gd name="connsiteX1" fmla="*/ 118429 w 208577"/>
              <a:gd name="connsiteY1" fmla="*/ 347 h 229206"/>
              <a:gd name="connsiteX2" fmla="*/ 83568 w 208577"/>
              <a:gd name="connsiteY2" fmla="*/ 228947 h 229206"/>
            </a:gdLst>
            <a:ahLst/>
            <a:cxnLst>
              <a:cxn ang="0">
                <a:pos x="connsiteX0" y="connsiteY0"/>
              </a:cxn>
              <a:cxn ang="0">
                <a:pos x="connsiteX1" y="connsiteY1"/>
              </a:cxn>
              <a:cxn ang="0">
                <a:pos x="connsiteX2" y="connsiteY2"/>
              </a:cxn>
            </a:cxnLst>
            <a:rect l="l" t="t" r="r" b="b"/>
            <a:pathLst>
              <a:path w="208577" h="229206">
                <a:moveTo>
                  <a:pt x="208440" y="82738"/>
                </a:moveTo>
                <a:cubicBezTo>
                  <a:pt x="203106" y="48543"/>
                  <a:pt x="186247" y="6538"/>
                  <a:pt x="118429" y="347"/>
                </a:cubicBezTo>
                <a:cubicBezTo>
                  <a:pt x="-21969" y="-13369"/>
                  <a:pt x="-42829" y="209897"/>
                  <a:pt x="83568" y="228947"/>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6" name="任意多边形: 形状 19"/>
          <p:cNvSpPr/>
          <p:nvPr>
            <p:custDataLst>
              <p:tags r:id="rId10"/>
            </p:custDataLst>
          </p:nvPr>
        </p:nvSpPr>
        <p:spPr>
          <a:xfrm>
            <a:off x="7836218" y="1689735"/>
            <a:ext cx="205105" cy="203835"/>
          </a:xfrm>
          <a:custGeom>
            <a:avLst/>
            <a:gdLst>
              <a:gd name="connsiteX0" fmla="*/ 113668 w 139680"/>
              <a:gd name="connsiteY0" fmla="*/ 122016 h 138561"/>
              <a:gd name="connsiteX1" fmla="*/ 75568 w 139680"/>
              <a:gd name="connsiteY1" fmla="*/ 382 h 138561"/>
              <a:gd name="connsiteX2" fmla="*/ 16608 w 139680"/>
              <a:gd name="connsiteY2" fmla="*/ 116778 h 138561"/>
              <a:gd name="connsiteX3" fmla="*/ 114049 w 139680"/>
              <a:gd name="connsiteY3" fmla="*/ 122016 h 138561"/>
            </a:gdLst>
            <a:ahLst/>
            <a:cxnLst>
              <a:cxn ang="0">
                <a:pos x="connsiteX0" y="connsiteY0"/>
              </a:cxn>
              <a:cxn ang="0">
                <a:pos x="connsiteX1" y="connsiteY1"/>
              </a:cxn>
              <a:cxn ang="0">
                <a:pos x="connsiteX2" y="connsiteY2"/>
              </a:cxn>
              <a:cxn ang="0">
                <a:pos x="connsiteX3" y="connsiteY3"/>
              </a:cxn>
            </a:cxnLst>
            <a:rect l="l" t="t" r="r" b="b"/>
            <a:pathLst>
              <a:path w="139680" h="138561">
                <a:moveTo>
                  <a:pt x="113668" y="122016"/>
                </a:moveTo>
                <a:cubicBezTo>
                  <a:pt x="159388" y="80392"/>
                  <a:pt x="143195" y="10479"/>
                  <a:pt x="75568" y="382"/>
                </a:cubicBezTo>
                <a:cubicBezTo>
                  <a:pt x="24228" y="-7238"/>
                  <a:pt x="-27683" y="54294"/>
                  <a:pt x="16608" y="116778"/>
                </a:cubicBezTo>
                <a:cubicBezTo>
                  <a:pt x="34039" y="141447"/>
                  <a:pt x="86331" y="147162"/>
                  <a:pt x="114049" y="122016"/>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8" name="任意多边形: 形状 20"/>
          <p:cNvSpPr/>
          <p:nvPr>
            <p:custDataLst>
              <p:tags r:id="rId11"/>
            </p:custDataLst>
          </p:nvPr>
        </p:nvSpPr>
        <p:spPr>
          <a:xfrm>
            <a:off x="7786053" y="1445260"/>
            <a:ext cx="309245" cy="335915"/>
          </a:xfrm>
          <a:custGeom>
            <a:avLst/>
            <a:gdLst>
              <a:gd name="connsiteX0" fmla="*/ 210535 w 210672"/>
              <a:gd name="connsiteY0" fmla="*/ 76816 h 228618"/>
              <a:gd name="connsiteX1" fmla="*/ 114428 w 210672"/>
              <a:gd name="connsiteY1" fmla="*/ -241 h 228618"/>
              <a:gd name="connsiteX2" fmla="*/ 87091 w 210672"/>
              <a:gd name="connsiteY2" fmla="*/ 228359 h 228618"/>
            </a:gdLst>
            <a:ahLst/>
            <a:cxnLst>
              <a:cxn ang="0">
                <a:pos x="connsiteX0" y="connsiteY0"/>
              </a:cxn>
              <a:cxn ang="0">
                <a:pos x="connsiteX1" y="connsiteY1"/>
              </a:cxn>
              <a:cxn ang="0">
                <a:pos x="connsiteX2" y="connsiteY2"/>
              </a:cxn>
            </a:cxnLst>
            <a:rect l="l" t="t" r="r" b="b"/>
            <a:pathLst>
              <a:path w="210672" h="228618">
                <a:moveTo>
                  <a:pt x="210535" y="76816"/>
                </a:moveTo>
                <a:cubicBezTo>
                  <a:pt x="205201" y="42621"/>
                  <a:pt x="186628" y="-1289"/>
                  <a:pt x="114428" y="-241"/>
                </a:cubicBezTo>
                <a:cubicBezTo>
                  <a:pt x="-26637" y="1854"/>
                  <a:pt x="-39401" y="208737"/>
                  <a:pt x="87091" y="228359"/>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9" name="任意多边形: 形状 21"/>
          <p:cNvSpPr/>
          <p:nvPr>
            <p:custDataLst>
              <p:tags r:id="rId12"/>
            </p:custDataLst>
          </p:nvPr>
        </p:nvSpPr>
        <p:spPr>
          <a:xfrm>
            <a:off x="8203883" y="1680210"/>
            <a:ext cx="207645" cy="193675"/>
          </a:xfrm>
          <a:custGeom>
            <a:avLst/>
            <a:gdLst>
              <a:gd name="connsiteX0" fmla="*/ 106042 w 141596"/>
              <a:gd name="connsiteY0" fmla="*/ 7398 h 131496"/>
              <a:gd name="connsiteX1" fmla="*/ 4792 w 141596"/>
              <a:gd name="connsiteY1" fmla="*/ 91694 h 131496"/>
              <a:gd name="connsiteX2" fmla="*/ 136046 w 141596"/>
              <a:gd name="connsiteY2" fmla="*/ 91694 h 131496"/>
              <a:gd name="connsiteX3" fmla="*/ 106042 w 141596"/>
              <a:gd name="connsiteY3" fmla="*/ 7208 h 131496"/>
            </a:gdLst>
            <a:ahLst/>
            <a:cxnLst>
              <a:cxn ang="0">
                <a:pos x="connsiteX0" y="connsiteY0"/>
              </a:cxn>
              <a:cxn ang="0">
                <a:pos x="connsiteX1" y="connsiteY1"/>
              </a:cxn>
              <a:cxn ang="0">
                <a:pos x="connsiteX2" y="connsiteY2"/>
              </a:cxn>
              <a:cxn ang="0">
                <a:pos x="connsiteX3" y="connsiteY3"/>
              </a:cxn>
            </a:cxnLst>
            <a:rect l="l" t="t" r="r" b="b"/>
            <a:pathLst>
              <a:path w="141596" h="131496">
                <a:moveTo>
                  <a:pt x="106042" y="7398"/>
                </a:moveTo>
                <a:cubicBezTo>
                  <a:pt x="58894" y="-15652"/>
                  <a:pt x="-20735" y="13589"/>
                  <a:pt x="4792" y="91694"/>
                </a:cubicBezTo>
                <a:cubicBezTo>
                  <a:pt x="20889" y="141129"/>
                  <a:pt x="111472" y="147606"/>
                  <a:pt x="136046" y="91694"/>
                </a:cubicBezTo>
                <a:cubicBezTo>
                  <a:pt x="149734" y="60024"/>
                  <a:pt x="136646" y="23152"/>
                  <a:pt x="106042" y="720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0" name="任意多边形: 形状 22"/>
          <p:cNvSpPr/>
          <p:nvPr>
            <p:custDataLst>
              <p:tags r:id="rId13"/>
            </p:custDataLst>
          </p:nvPr>
        </p:nvSpPr>
        <p:spPr>
          <a:xfrm>
            <a:off x="8166418" y="1428750"/>
            <a:ext cx="303530" cy="344805"/>
          </a:xfrm>
          <a:custGeom>
            <a:avLst/>
            <a:gdLst>
              <a:gd name="connsiteX0" fmla="*/ 204753 w 206541"/>
              <a:gd name="connsiteY0" fmla="*/ 87440 h 234384"/>
              <a:gd name="connsiteX1" fmla="*/ 122362 w 206541"/>
              <a:gd name="connsiteY1" fmla="*/ 1715 h 234384"/>
              <a:gd name="connsiteX2" fmla="*/ 79880 w 206541"/>
              <a:gd name="connsiteY2" fmla="*/ 234125 h 234384"/>
            </a:gdLst>
            <a:ahLst/>
            <a:cxnLst>
              <a:cxn ang="0">
                <a:pos x="connsiteX0" y="connsiteY0"/>
              </a:cxn>
              <a:cxn ang="0">
                <a:pos x="connsiteX1" y="connsiteY1"/>
              </a:cxn>
              <a:cxn ang="0">
                <a:pos x="connsiteX2" y="connsiteY2"/>
              </a:cxn>
            </a:cxnLst>
            <a:rect l="l" t="t" r="r" b="b"/>
            <a:pathLst>
              <a:path w="206541" h="234384">
                <a:moveTo>
                  <a:pt x="204753" y="87440"/>
                </a:moveTo>
                <a:cubicBezTo>
                  <a:pt x="213040" y="57246"/>
                  <a:pt x="190847" y="14383"/>
                  <a:pt x="122362" y="1715"/>
                </a:cubicBezTo>
                <a:cubicBezTo>
                  <a:pt x="-16322" y="-24288"/>
                  <a:pt x="-46517" y="214789"/>
                  <a:pt x="79880" y="234125"/>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1" name="任意多边形: 形状 23"/>
          <p:cNvSpPr/>
          <p:nvPr>
            <p:custDataLst>
              <p:tags r:id="rId14"/>
            </p:custDataLst>
          </p:nvPr>
        </p:nvSpPr>
        <p:spPr>
          <a:xfrm>
            <a:off x="8595043" y="1676400"/>
            <a:ext cx="207010" cy="196850"/>
          </a:xfrm>
          <a:custGeom>
            <a:avLst/>
            <a:gdLst>
              <a:gd name="connsiteX0" fmla="*/ 112172 w 140899"/>
              <a:gd name="connsiteY0" fmla="*/ 122398 h 133896"/>
              <a:gd name="connsiteX1" fmla="*/ 74072 w 140899"/>
              <a:gd name="connsiteY1" fmla="*/ 859 h 133896"/>
              <a:gd name="connsiteX2" fmla="*/ 12540 w 140899"/>
              <a:gd name="connsiteY2" fmla="*/ 108492 h 133896"/>
              <a:gd name="connsiteX3" fmla="*/ 112457 w 140899"/>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899" h="133896">
                <a:moveTo>
                  <a:pt x="112172" y="122398"/>
                </a:moveTo>
                <a:cubicBezTo>
                  <a:pt x="155796" y="93061"/>
                  <a:pt x="154272" y="17623"/>
                  <a:pt x="74072" y="859"/>
                </a:cubicBezTo>
                <a:cubicBezTo>
                  <a:pt x="23303" y="-9904"/>
                  <a:pt x="-23369" y="59343"/>
                  <a:pt x="12540" y="108492"/>
                </a:cubicBezTo>
                <a:cubicBezTo>
                  <a:pt x="30447" y="132876"/>
                  <a:pt x="81501" y="143353"/>
                  <a:pt x="112457" y="12239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2" name="任意多边形: 形状 24"/>
          <p:cNvSpPr/>
          <p:nvPr>
            <p:custDataLst>
              <p:tags r:id="rId15"/>
            </p:custDataLst>
          </p:nvPr>
        </p:nvSpPr>
        <p:spPr>
          <a:xfrm>
            <a:off x="8554403" y="1423035"/>
            <a:ext cx="299720" cy="346075"/>
          </a:xfrm>
          <a:custGeom>
            <a:avLst/>
            <a:gdLst>
              <a:gd name="connsiteX0" fmla="*/ 203903 w 204039"/>
              <a:gd name="connsiteY0" fmla="*/ 88248 h 235097"/>
              <a:gd name="connsiteX1" fmla="*/ 125131 w 204039"/>
              <a:gd name="connsiteY1" fmla="*/ 333 h 235097"/>
              <a:gd name="connsiteX2" fmla="*/ 79030 w 204039"/>
              <a:gd name="connsiteY2" fmla="*/ 234838 h 235097"/>
            </a:gdLst>
            <a:ahLst/>
            <a:cxnLst>
              <a:cxn ang="0">
                <a:pos x="connsiteX0" y="connsiteY0"/>
              </a:cxn>
              <a:cxn ang="0">
                <a:pos x="connsiteX1" y="connsiteY1"/>
              </a:cxn>
              <a:cxn ang="0">
                <a:pos x="connsiteX2" y="connsiteY2"/>
              </a:cxn>
            </a:cxnLst>
            <a:rect l="l" t="t" r="r" b="b"/>
            <a:pathLst>
              <a:path w="204039" h="235097">
                <a:moveTo>
                  <a:pt x="203903" y="88248"/>
                </a:moveTo>
                <a:cubicBezTo>
                  <a:pt x="198569" y="54053"/>
                  <a:pt x="192949" y="7000"/>
                  <a:pt x="125131" y="333"/>
                </a:cubicBezTo>
                <a:cubicBezTo>
                  <a:pt x="-15267" y="-13383"/>
                  <a:pt x="-47462" y="215502"/>
                  <a:pt x="79030" y="234838"/>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3" name="任意多边形: 形状 25"/>
          <p:cNvSpPr/>
          <p:nvPr>
            <p:custDataLst>
              <p:tags r:id="rId16"/>
            </p:custDataLst>
          </p:nvPr>
        </p:nvSpPr>
        <p:spPr>
          <a:xfrm>
            <a:off x="8981123" y="1680845"/>
            <a:ext cx="207010" cy="199390"/>
          </a:xfrm>
          <a:custGeom>
            <a:avLst/>
            <a:gdLst>
              <a:gd name="connsiteX0" fmla="*/ 113794 w 140833"/>
              <a:gd name="connsiteY0" fmla="*/ 121469 h 135602"/>
              <a:gd name="connsiteX1" fmla="*/ 75694 w 140833"/>
              <a:gd name="connsiteY1" fmla="*/ -165 h 135602"/>
              <a:gd name="connsiteX2" fmla="*/ 16640 w 140833"/>
              <a:gd name="connsiteY2" fmla="*/ 114135 h 135602"/>
              <a:gd name="connsiteX3" fmla="*/ 114080 w 140833"/>
              <a:gd name="connsiteY3" fmla="*/ 121850 h 135602"/>
            </a:gdLst>
            <a:ahLst/>
            <a:cxnLst>
              <a:cxn ang="0">
                <a:pos x="connsiteX0" y="connsiteY0"/>
              </a:cxn>
              <a:cxn ang="0">
                <a:pos x="connsiteX1" y="connsiteY1"/>
              </a:cxn>
              <a:cxn ang="0">
                <a:pos x="connsiteX2" y="connsiteY2"/>
              </a:cxn>
              <a:cxn ang="0">
                <a:pos x="connsiteX3" y="connsiteY3"/>
              </a:cxn>
            </a:cxnLst>
            <a:rect l="l" t="t" r="r" b="b"/>
            <a:pathLst>
              <a:path w="140833" h="135602">
                <a:moveTo>
                  <a:pt x="113794" y="121469"/>
                </a:moveTo>
                <a:cubicBezTo>
                  <a:pt x="157324" y="92037"/>
                  <a:pt x="150370" y="-3689"/>
                  <a:pt x="75694" y="-165"/>
                </a:cubicBezTo>
                <a:cubicBezTo>
                  <a:pt x="23783" y="2311"/>
                  <a:pt x="-27556" y="51270"/>
                  <a:pt x="16640" y="114135"/>
                </a:cubicBezTo>
                <a:cubicBezTo>
                  <a:pt x="34166" y="138805"/>
                  <a:pt x="83315" y="142710"/>
                  <a:pt x="114080" y="121850"/>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4" name="任意多边形: 形状 26"/>
          <p:cNvSpPr/>
          <p:nvPr>
            <p:custDataLst>
              <p:tags r:id="rId17"/>
            </p:custDataLst>
          </p:nvPr>
        </p:nvSpPr>
        <p:spPr>
          <a:xfrm>
            <a:off x="8936038" y="1434465"/>
            <a:ext cx="306070" cy="337820"/>
          </a:xfrm>
          <a:custGeom>
            <a:avLst/>
            <a:gdLst>
              <a:gd name="connsiteX0" fmla="*/ 208440 w 208577"/>
              <a:gd name="connsiteY0" fmla="*/ 82738 h 229682"/>
              <a:gd name="connsiteX1" fmla="*/ 118429 w 208577"/>
              <a:gd name="connsiteY1" fmla="*/ 347 h 229682"/>
              <a:gd name="connsiteX2" fmla="*/ 83568 w 208577"/>
              <a:gd name="connsiteY2" fmla="*/ 229423 h 229682"/>
            </a:gdLst>
            <a:ahLst/>
            <a:cxnLst>
              <a:cxn ang="0">
                <a:pos x="connsiteX0" y="connsiteY0"/>
              </a:cxn>
              <a:cxn ang="0">
                <a:pos x="connsiteX1" y="connsiteY1"/>
              </a:cxn>
              <a:cxn ang="0">
                <a:pos x="connsiteX2" y="connsiteY2"/>
              </a:cxn>
            </a:cxnLst>
            <a:rect l="l" t="t" r="r" b="b"/>
            <a:pathLst>
              <a:path w="208577" h="229682">
                <a:moveTo>
                  <a:pt x="208440" y="82738"/>
                </a:moveTo>
                <a:cubicBezTo>
                  <a:pt x="203106" y="48543"/>
                  <a:pt x="186247" y="6538"/>
                  <a:pt x="118429" y="347"/>
                </a:cubicBezTo>
                <a:cubicBezTo>
                  <a:pt x="-21970" y="-13369"/>
                  <a:pt x="-42829" y="209897"/>
                  <a:pt x="83568" y="229423"/>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5" name="任意多边形: 形状 27"/>
          <p:cNvSpPr/>
          <p:nvPr>
            <p:custDataLst>
              <p:tags r:id="rId18"/>
            </p:custDataLst>
          </p:nvPr>
        </p:nvSpPr>
        <p:spPr>
          <a:xfrm>
            <a:off x="9375458" y="1699895"/>
            <a:ext cx="205105" cy="203835"/>
          </a:xfrm>
          <a:custGeom>
            <a:avLst/>
            <a:gdLst>
              <a:gd name="connsiteX0" fmla="*/ 113627 w 139639"/>
              <a:gd name="connsiteY0" fmla="*/ 121922 h 138498"/>
              <a:gd name="connsiteX1" fmla="*/ 75527 w 139639"/>
              <a:gd name="connsiteY1" fmla="*/ 383 h 138498"/>
              <a:gd name="connsiteX2" fmla="*/ 16567 w 139639"/>
              <a:gd name="connsiteY2" fmla="*/ 116683 h 138498"/>
              <a:gd name="connsiteX3" fmla="*/ 114008 w 139639"/>
              <a:gd name="connsiteY3" fmla="*/ 121922 h 138498"/>
            </a:gdLst>
            <a:ahLst/>
            <a:cxnLst>
              <a:cxn ang="0">
                <a:pos x="connsiteX0" y="connsiteY0"/>
              </a:cxn>
              <a:cxn ang="0">
                <a:pos x="connsiteX1" y="connsiteY1"/>
              </a:cxn>
              <a:cxn ang="0">
                <a:pos x="connsiteX2" y="connsiteY2"/>
              </a:cxn>
              <a:cxn ang="0">
                <a:pos x="connsiteX3" y="connsiteY3"/>
              </a:cxn>
            </a:cxnLst>
            <a:rect l="l" t="t" r="r" b="b"/>
            <a:pathLst>
              <a:path w="139639" h="138498">
                <a:moveTo>
                  <a:pt x="113627" y="121922"/>
                </a:moveTo>
                <a:cubicBezTo>
                  <a:pt x="159347" y="80298"/>
                  <a:pt x="143154" y="10384"/>
                  <a:pt x="75527" y="383"/>
                </a:cubicBezTo>
                <a:cubicBezTo>
                  <a:pt x="24187" y="-7237"/>
                  <a:pt x="-27629" y="54199"/>
                  <a:pt x="16567" y="116683"/>
                </a:cubicBezTo>
                <a:cubicBezTo>
                  <a:pt x="33998" y="141448"/>
                  <a:pt x="86290" y="147068"/>
                  <a:pt x="114008" y="121922"/>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6" name="任意多边形: 形状 28"/>
          <p:cNvSpPr/>
          <p:nvPr>
            <p:custDataLst>
              <p:tags r:id="rId19"/>
            </p:custDataLst>
          </p:nvPr>
        </p:nvSpPr>
        <p:spPr>
          <a:xfrm>
            <a:off x="9325293" y="1456055"/>
            <a:ext cx="309245" cy="336550"/>
          </a:xfrm>
          <a:custGeom>
            <a:avLst/>
            <a:gdLst>
              <a:gd name="connsiteX0" fmla="*/ 210535 w 210672"/>
              <a:gd name="connsiteY0" fmla="*/ 76724 h 228621"/>
              <a:gd name="connsiteX1" fmla="*/ 114428 w 210672"/>
              <a:gd name="connsiteY1" fmla="*/ -238 h 228621"/>
              <a:gd name="connsiteX2" fmla="*/ 87091 w 210672"/>
              <a:gd name="connsiteY2" fmla="*/ 228362 h 228621"/>
            </a:gdLst>
            <a:ahLst/>
            <a:cxnLst>
              <a:cxn ang="0">
                <a:pos x="connsiteX0" y="connsiteY0"/>
              </a:cxn>
              <a:cxn ang="0">
                <a:pos x="connsiteX1" y="connsiteY1"/>
              </a:cxn>
              <a:cxn ang="0">
                <a:pos x="connsiteX2" y="connsiteY2"/>
              </a:cxn>
            </a:cxnLst>
            <a:rect l="l" t="t" r="r" b="b"/>
            <a:pathLst>
              <a:path w="210672" h="228621">
                <a:moveTo>
                  <a:pt x="210535" y="76724"/>
                </a:moveTo>
                <a:cubicBezTo>
                  <a:pt x="205201" y="42530"/>
                  <a:pt x="186723" y="-1381"/>
                  <a:pt x="114428" y="-238"/>
                </a:cubicBezTo>
                <a:cubicBezTo>
                  <a:pt x="-26637" y="1763"/>
                  <a:pt x="-39401" y="208646"/>
                  <a:pt x="87091" y="228362"/>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7" name="任意多边形: 形状 29"/>
          <p:cNvSpPr/>
          <p:nvPr>
            <p:custDataLst>
              <p:tags r:id="rId20"/>
            </p:custDataLst>
          </p:nvPr>
        </p:nvSpPr>
        <p:spPr>
          <a:xfrm>
            <a:off x="9753918" y="1713865"/>
            <a:ext cx="207010" cy="196850"/>
          </a:xfrm>
          <a:custGeom>
            <a:avLst/>
            <a:gdLst>
              <a:gd name="connsiteX0" fmla="*/ 112171 w 140829"/>
              <a:gd name="connsiteY0" fmla="*/ 122398 h 133896"/>
              <a:gd name="connsiteX1" fmla="*/ 74071 w 140829"/>
              <a:gd name="connsiteY1" fmla="*/ 859 h 133896"/>
              <a:gd name="connsiteX2" fmla="*/ 12540 w 140829"/>
              <a:gd name="connsiteY2" fmla="*/ 108491 h 133896"/>
              <a:gd name="connsiteX3" fmla="*/ 112552 w 140829"/>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829" h="133896">
                <a:moveTo>
                  <a:pt x="112171" y="122398"/>
                </a:moveTo>
                <a:cubicBezTo>
                  <a:pt x="155701" y="93061"/>
                  <a:pt x="154177" y="17623"/>
                  <a:pt x="74071" y="859"/>
                </a:cubicBezTo>
                <a:cubicBezTo>
                  <a:pt x="23303" y="-9904"/>
                  <a:pt x="-23370" y="59342"/>
                  <a:pt x="12540" y="108491"/>
                </a:cubicBezTo>
                <a:cubicBezTo>
                  <a:pt x="30447" y="132875"/>
                  <a:pt x="81501" y="143353"/>
                  <a:pt x="112552" y="12239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8" name="任意多边形: 形状 30"/>
          <p:cNvSpPr/>
          <p:nvPr>
            <p:custDataLst>
              <p:tags r:id="rId21"/>
            </p:custDataLst>
          </p:nvPr>
        </p:nvSpPr>
        <p:spPr>
          <a:xfrm>
            <a:off x="9713278" y="1460500"/>
            <a:ext cx="299720" cy="346075"/>
          </a:xfrm>
          <a:custGeom>
            <a:avLst/>
            <a:gdLst>
              <a:gd name="connsiteX0" fmla="*/ 203903 w 204040"/>
              <a:gd name="connsiteY0" fmla="*/ 88241 h 235185"/>
              <a:gd name="connsiteX1" fmla="*/ 125131 w 204040"/>
              <a:gd name="connsiteY1" fmla="*/ 325 h 235185"/>
              <a:gd name="connsiteX2" fmla="*/ 79030 w 204040"/>
              <a:gd name="connsiteY2" fmla="*/ 234926 h 235185"/>
            </a:gdLst>
            <a:ahLst/>
            <a:cxnLst>
              <a:cxn ang="0">
                <a:pos x="connsiteX0" y="connsiteY0"/>
              </a:cxn>
              <a:cxn ang="0">
                <a:pos x="connsiteX1" y="connsiteY1"/>
              </a:cxn>
              <a:cxn ang="0">
                <a:pos x="connsiteX2" y="connsiteY2"/>
              </a:cxn>
            </a:cxnLst>
            <a:rect l="l" t="t" r="r" b="b"/>
            <a:pathLst>
              <a:path w="204040" h="235185">
                <a:moveTo>
                  <a:pt x="203903" y="88241"/>
                </a:moveTo>
                <a:cubicBezTo>
                  <a:pt x="198569" y="54046"/>
                  <a:pt x="192949" y="6992"/>
                  <a:pt x="125131" y="325"/>
                </a:cubicBezTo>
                <a:cubicBezTo>
                  <a:pt x="-15267" y="-13296"/>
                  <a:pt x="-47462" y="215495"/>
                  <a:pt x="79030" y="234926"/>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9" name="任意多边形: 形状 31"/>
          <p:cNvSpPr/>
          <p:nvPr>
            <p:custDataLst>
              <p:tags r:id="rId22"/>
            </p:custDataLst>
          </p:nvPr>
        </p:nvSpPr>
        <p:spPr>
          <a:xfrm>
            <a:off x="10145713" y="1742440"/>
            <a:ext cx="207010" cy="199390"/>
          </a:xfrm>
          <a:custGeom>
            <a:avLst/>
            <a:gdLst>
              <a:gd name="connsiteX0" fmla="*/ 113795 w 140833"/>
              <a:gd name="connsiteY0" fmla="*/ 121379 h 135591"/>
              <a:gd name="connsiteX1" fmla="*/ 75695 w 140833"/>
              <a:gd name="connsiteY1" fmla="*/ -160 h 135591"/>
              <a:gd name="connsiteX2" fmla="*/ 16640 w 140833"/>
              <a:gd name="connsiteY2" fmla="*/ 114140 h 135591"/>
              <a:gd name="connsiteX3" fmla="*/ 114080 w 140833"/>
              <a:gd name="connsiteY3" fmla="*/ 121760 h 135591"/>
            </a:gdLst>
            <a:ahLst/>
            <a:cxnLst>
              <a:cxn ang="0">
                <a:pos x="connsiteX0" y="connsiteY0"/>
              </a:cxn>
              <a:cxn ang="0">
                <a:pos x="connsiteX1" y="connsiteY1"/>
              </a:cxn>
              <a:cxn ang="0">
                <a:pos x="connsiteX2" y="connsiteY2"/>
              </a:cxn>
              <a:cxn ang="0">
                <a:pos x="connsiteX3" y="connsiteY3"/>
              </a:cxn>
            </a:cxnLst>
            <a:rect l="l" t="t" r="r" b="b"/>
            <a:pathLst>
              <a:path w="140833" h="135591">
                <a:moveTo>
                  <a:pt x="113795" y="121379"/>
                </a:moveTo>
                <a:cubicBezTo>
                  <a:pt x="157324" y="92042"/>
                  <a:pt x="150371" y="-3779"/>
                  <a:pt x="75695" y="-160"/>
                </a:cubicBezTo>
                <a:cubicBezTo>
                  <a:pt x="23783" y="2317"/>
                  <a:pt x="-27556" y="51180"/>
                  <a:pt x="16640" y="114140"/>
                </a:cubicBezTo>
                <a:cubicBezTo>
                  <a:pt x="34166" y="138810"/>
                  <a:pt x="83315" y="142715"/>
                  <a:pt x="114080" y="121760"/>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0" name="任意多边形: 形状 32"/>
          <p:cNvSpPr/>
          <p:nvPr>
            <p:custDataLst>
              <p:tags r:id="rId23"/>
            </p:custDataLst>
          </p:nvPr>
        </p:nvSpPr>
        <p:spPr>
          <a:xfrm>
            <a:off x="10101263" y="1496060"/>
            <a:ext cx="306070" cy="337185"/>
          </a:xfrm>
          <a:custGeom>
            <a:avLst/>
            <a:gdLst>
              <a:gd name="connsiteX0" fmla="*/ 208440 w 208577"/>
              <a:gd name="connsiteY0" fmla="*/ 82738 h 229206"/>
              <a:gd name="connsiteX1" fmla="*/ 118429 w 208577"/>
              <a:gd name="connsiteY1" fmla="*/ 347 h 229206"/>
              <a:gd name="connsiteX2" fmla="*/ 83567 w 208577"/>
              <a:gd name="connsiteY2" fmla="*/ 228947 h 229206"/>
            </a:gdLst>
            <a:ahLst/>
            <a:cxnLst>
              <a:cxn ang="0">
                <a:pos x="connsiteX0" y="connsiteY0"/>
              </a:cxn>
              <a:cxn ang="0">
                <a:pos x="connsiteX1" y="connsiteY1"/>
              </a:cxn>
              <a:cxn ang="0">
                <a:pos x="connsiteX2" y="connsiteY2"/>
              </a:cxn>
            </a:cxnLst>
            <a:rect l="l" t="t" r="r" b="b"/>
            <a:pathLst>
              <a:path w="208577" h="229206">
                <a:moveTo>
                  <a:pt x="208440" y="82738"/>
                </a:moveTo>
                <a:cubicBezTo>
                  <a:pt x="203106" y="48543"/>
                  <a:pt x="186247" y="6538"/>
                  <a:pt x="118429" y="347"/>
                </a:cubicBezTo>
                <a:cubicBezTo>
                  <a:pt x="-21969" y="-13369"/>
                  <a:pt x="-42829" y="209897"/>
                  <a:pt x="83567" y="228947"/>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1" name="任意多边形: 形状 33"/>
          <p:cNvSpPr/>
          <p:nvPr>
            <p:custDataLst>
              <p:tags r:id="rId24"/>
            </p:custDataLst>
          </p:nvPr>
        </p:nvSpPr>
        <p:spPr>
          <a:xfrm>
            <a:off x="10548938" y="1778635"/>
            <a:ext cx="205105" cy="203835"/>
          </a:xfrm>
          <a:custGeom>
            <a:avLst/>
            <a:gdLst>
              <a:gd name="connsiteX0" fmla="*/ 113668 w 139680"/>
              <a:gd name="connsiteY0" fmla="*/ 121922 h 138498"/>
              <a:gd name="connsiteX1" fmla="*/ 75568 w 139680"/>
              <a:gd name="connsiteY1" fmla="*/ 383 h 138498"/>
              <a:gd name="connsiteX2" fmla="*/ 16608 w 139680"/>
              <a:gd name="connsiteY2" fmla="*/ 116683 h 138498"/>
              <a:gd name="connsiteX3" fmla="*/ 114049 w 139680"/>
              <a:gd name="connsiteY3" fmla="*/ 121922 h 138498"/>
            </a:gdLst>
            <a:ahLst/>
            <a:cxnLst>
              <a:cxn ang="0">
                <a:pos x="connsiteX0" y="connsiteY0"/>
              </a:cxn>
              <a:cxn ang="0">
                <a:pos x="connsiteX1" y="connsiteY1"/>
              </a:cxn>
              <a:cxn ang="0">
                <a:pos x="connsiteX2" y="connsiteY2"/>
              </a:cxn>
              <a:cxn ang="0">
                <a:pos x="connsiteX3" y="connsiteY3"/>
              </a:cxn>
            </a:cxnLst>
            <a:rect l="l" t="t" r="r" b="b"/>
            <a:pathLst>
              <a:path w="139680" h="138498">
                <a:moveTo>
                  <a:pt x="113668" y="121922"/>
                </a:moveTo>
                <a:cubicBezTo>
                  <a:pt x="159388" y="80298"/>
                  <a:pt x="143195" y="10384"/>
                  <a:pt x="75568" y="383"/>
                </a:cubicBezTo>
                <a:cubicBezTo>
                  <a:pt x="24228" y="-7237"/>
                  <a:pt x="-27683" y="54199"/>
                  <a:pt x="16608" y="116683"/>
                </a:cubicBezTo>
                <a:cubicBezTo>
                  <a:pt x="34039" y="141448"/>
                  <a:pt x="86331" y="147068"/>
                  <a:pt x="114049" y="121922"/>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2" name="任意多边形: 形状 34"/>
          <p:cNvSpPr/>
          <p:nvPr>
            <p:custDataLst>
              <p:tags r:id="rId25"/>
            </p:custDataLst>
          </p:nvPr>
        </p:nvSpPr>
        <p:spPr>
          <a:xfrm>
            <a:off x="10498773" y="1532255"/>
            <a:ext cx="309245" cy="335915"/>
          </a:xfrm>
          <a:custGeom>
            <a:avLst/>
            <a:gdLst>
              <a:gd name="connsiteX0" fmla="*/ 210550 w 210687"/>
              <a:gd name="connsiteY0" fmla="*/ 76816 h 228618"/>
              <a:gd name="connsiteX1" fmla="*/ 114443 w 210687"/>
              <a:gd name="connsiteY1" fmla="*/ -241 h 228618"/>
              <a:gd name="connsiteX2" fmla="*/ 87011 w 210687"/>
              <a:gd name="connsiteY2" fmla="*/ 228359 h 228618"/>
            </a:gdLst>
            <a:ahLst/>
            <a:cxnLst>
              <a:cxn ang="0">
                <a:pos x="connsiteX0" y="connsiteY0"/>
              </a:cxn>
              <a:cxn ang="0">
                <a:pos x="connsiteX1" y="connsiteY1"/>
              </a:cxn>
              <a:cxn ang="0">
                <a:pos x="connsiteX2" y="connsiteY2"/>
              </a:cxn>
            </a:cxnLst>
            <a:rect l="l" t="t" r="r" b="b"/>
            <a:pathLst>
              <a:path w="210687" h="228618">
                <a:moveTo>
                  <a:pt x="210550" y="76816"/>
                </a:moveTo>
                <a:cubicBezTo>
                  <a:pt x="205216" y="42621"/>
                  <a:pt x="186642" y="-1289"/>
                  <a:pt x="114443" y="-241"/>
                </a:cubicBezTo>
                <a:cubicBezTo>
                  <a:pt x="-26622" y="1854"/>
                  <a:pt x="-39386" y="208737"/>
                  <a:pt x="87011" y="228359"/>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3" name="任意多边形: 形状 9"/>
          <p:cNvSpPr/>
          <p:nvPr>
            <p:custDataLst>
              <p:tags r:id="rId26"/>
            </p:custDataLst>
          </p:nvPr>
        </p:nvSpPr>
        <p:spPr>
          <a:xfrm>
            <a:off x="704532" y="1661160"/>
            <a:ext cx="5207635" cy="4853305"/>
          </a:xfrm>
          <a:custGeom>
            <a:avLst/>
            <a:gdLst>
              <a:gd name="connsiteX0" fmla="*/ 28983 w 3269842"/>
              <a:gd name="connsiteY0" fmla="*/ 52063 h 2468804"/>
              <a:gd name="connsiteX1" fmla="*/ 16600 w 3269842"/>
              <a:gd name="connsiteY1" fmla="*/ 261613 h 2468804"/>
              <a:gd name="connsiteX2" fmla="*/ 64225 w 3269842"/>
              <a:gd name="connsiteY2" fmla="*/ 2377020 h 2468804"/>
              <a:gd name="connsiteX3" fmla="*/ 3216239 w 3269842"/>
              <a:gd name="connsiteY3" fmla="*/ 2362638 h 2468804"/>
              <a:gd name="connsiteX4" fmla="*/ 3226621 w 3269842"/>
              <a:gd name="connsiteY4" fmla="*/ 74732 h 2468804"/>
              <a:gd name="connsiteX5" fmla="*/ 29364 w 3269842"/>
              <a:gd name="connsiteY5" fmla="*/ 52253 h 246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9842" h="2468804">
                <a:moveTo>
                  <a:pt x="28983" y="52063"/>
                </a:moveTo>
                <a:cubicBezTo>
                  <a:pt x="24792" y="87305"/>
                  <a:pt x="20601" y="161029"/>
                  <a:pt x="16600" y="261613"/>
                </a:cubicBezTo>
                <a:cubicBezTo>
                  <a:pt x="-6260" y="846543"/>
                  <a:pt x="-17785" y="2335872"/>
                  <a:pt x="64225" y="2377020"/>
                </a:cubicBezTo>
                <a:cubicBezTo>
                  <a:pt x="279967" y="2485891"/>
                  <a:pt x="2564252" y="2516752"/>
                  <a:pt x="3216239" y="2362638"/>
                </a:cubicBezTo>
                <a:cubicBezTo>
                  <a:pt x="3301964" y="2342254"/>
                  <a:pt x="3268626" y="182651"/>
                  <a:pt x="3226621" y="74732"/>
                </a:cubicBezTo>
                <a:cubicBezTo>
                  <a:pt x="1891406" y="-36424"/>
                  <a:pt x="1443255" y="-6516"/>
                  <a:pt x="29364" y="52253"/>
                </a:cubicBezTo>
                <a:close/>
              </a:path>
            </a:pathLst>
          </a:custGeom>
          <a:solidFill>
            <a:schemeClr val="accent1">
              <a:lumMod val="60000"/>
              <a:lumOff val="40000"/>
            </a:schemeClr>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4" name="任意多边形: 形状 11"/>
          <p:cNvSpPr/>
          <p:nvPr>
            <p:custDataLst>
              <p:tags r:id="rId27"/>
            </p:custDataLst>
          </p:nvPr>
        </p:nvSpPr>
        <p:spPr>
          <a:xfrm>
            <a:off x="610552" y="1579880"/>
            <a:ext cx="5207635" cy="4853305"/>
          </a:xfrm>
          <a:custGeom>
            <a:avLst/>
            <a:gdLst>
              <a:gd name="connsiteX0" fmla="*/ 29011 w 3269968"/>
              <a:gd name="connsiteY0" fmla="*/ 52063 h 2468815"/>
              <a:gd name="connsiteX1" fmla="*/ 16628 w 3269968"/>
              <a:gd name="connsiteY1" fmla="*/ 261613 h 2468815"/>
              <a:gd name="connsiteX2" fmla="*/ 64253 w 3269968"/>
              <a:gd name="connsiteY2" fmla="*/ 2377116 h 2468815"/>
              <a:gd name="connsiteX3" fmla="*/ 3216171 w 3269968"/>
              <a:gd name="connsiteY3" fmla="*/ 2362637 h 2468815"/>
              <a:gd name="connsiteX4" fmla="*/ 3226554 w 3269968"/>
              <a:gd name="connsiteY4" fmla="*/ 74732 h 2468815"/>
              <a:gd name="connsiteX5" fmla="*/ 29392 w 3269968"/>
              <a:gd name="connsiteY5" fmla="*/ 52253 h 2468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9968" h="2468815">
                <a:moveTo>
                  <a:pt x="29011" y="52063"/>
                </a:moveTo>
                <a:cubicBezTo>
                  <a:pt x="24820" y="87305"/>
                  <a:pt x="20534" y="161029"/>
                  <a:pt x="16628" y="261613"/>
                </a:cubicBezTo>
                <a:cubicBezTo>
                  <a:pt x="-6232" y="846543"/>
                  <a:pt x="-17852" y="2335872"/>
                  <a:pt x="64253" y="2377116"/>
                </a:cubicBezTo>
                <a:cubicBezTo>
                  <a:pt x="279899" y="2485891"/>
                  <a:pt x="2564185" y="2516752"/>
                  <a:pt x="3216171" y="2362637"/>
                </a:cubicBezTo>
                <a:cubicBezTo>
                  <a:pt x="3302372" y="2342254"/>
                  <a:pt x="3268559" y="182651"/>
                  <a:pt x="3226554" y="74732"/>
                </a:cubicBezTo>
                <a:cubicBezTo>
                  <a:pt x="1891339" y="-36424"/>
                  <a:pt x="1443188" y="-6516"/>
                  <a:pt x="29392" y="52253"/>
                </a:cubicBezTo>
                <a:close/>
              </a:path>
            </a:pathLst>
          </a:custGeom>
          <a:solidFill>
            <a:schemeClr val="accent1"/>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5" name="任意多边形: 形状 13"/>
          <p:cNvSpPr/>
          <p:nvPr>
            <p:custDataLst>
              <p:tags r:id="rId28"/>
            </p:custDataLst>
          </p:nvPr>
        </p:nvSpPr>
        <p:spPr>
          <a:xfrm>
            <a:off x="1079817" y="1731010"/>
            <a:ext cx="207645" cy="193675"/>
          </a:xfrm>
          <a:custGeom>
            <a:avLst/>
            <a:gdLst>
              <a:gd name="connsiteX0" fmla="*/ 106064 w 141618"/>
              <a:gd name="connsiteY0" fmla="*/ 7398 h 131496"/>
              <a:gd name="connsiteX1" fmla="*/ 4814 w 141618"/>
              <a:gd name="connsiteY1" fmla="*/ 91694 h 131496"/>
              <a:gd name="connsiteX2" fmla="*/ 136068 w 141618"/>
              <a:gd name="connsiteY2" fmla="*/ 91694 h 131496"/>
              <a:gd name="connsiteX3" fmla="*/ 106064 w 141618"/>
              <a:gd name="connsiteY3" fmla="*/ 7208 h 131496"/>
            </a:gdLst>
            <a:ahLst/>
            <a:cxnLst>
              <a:cxn ang="0">
                <a:pos x="connsiteX0" y="connsiteY0"/>
              </a:cxn>
              <a:cxn ang="0">
                <a:pos x="connsiteX1" y="connsiteY1"/>
              </a:cxn>
              <a:cxn ang="0">
                <a:pos x="connsiteX2" y="connsiteY2"/>
              </a:cxn>
              <a:cxn ang="0">
                <a:pos x="connsiteX3" y="connsiteY3"/>
              </a:cxn>
            </a:cxnLst>
            <a:rect l="l" t="t" r="r" b="b"/>
            <a:pathLst>
              <a:path w="141618" h="131496">
                <a:moveTo>
                  <a:pt x="106064" y="7398"/>
                </a:moveTo>
                <a:cubicBezTo>
                  <a:pt x="58439" y="-15653"/>
                  <a:pt x="-20713" y="13589"/>
                  <a:pt x="4814" y="91694"/>
                </a:cubicBezTo>
                <a:cubicBezTo>
                  <a:pt x="20911" y="141129"/>
                  <a:pt x="111494" y="147606"/>
                  <a:pt x="136068" y="91694"/>
                </a:cubicBezTo>
                <a:cubicBezTo>
                  <a:pt x="149756" y="60024"/>
                  <a:pt x="136668" y="23152"/>
                  <a:pt x="106064" y="720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6" name="任意多边形: 形状 14"/>
          <p:cNvSpPr/>
          <p:nvPr>
            <p:custDataLst>
              <p:tags r:id="rId29"/>
            </p:custDataLst>
          </p:nvPr>
        </p:nvSpPr>
        <p:spPr>
          <a:xfrm>
            <a:off x="1036002" y="1490980"/>
            <a:ext cx="303530" cy="344805"/>
          </a:xfrm>
          <a:custGeom>
            <a:avLst/>
            <a:gdLst>
              <a:gd name="connsiteX0" fmla="*/ 204793 w 206549"/>
              <a:gd name="connsiteY0" fmla="*/ 87440 h 234384"/>
              <a:gd name="connsiteX1" fmla="*/ 122402 w 206549"/>
              <a:gd name="connsiteY1" fmla="*/ 1715 h 234384"/>
              <a:gd name="connsiteX2" fmla="*/ 79920 w 206549"/>
              <a:gd name="connsiteY2" fmla="*/ 234125 h 234384"/>
            </a:gdLst>
            <a:ahLst/>
            <a:cxnLst>
              <a:cxn ang="0">
                <a:pos x="connsiteX0" y="connsiteY0"/>
              </a:cxn>
              <a:cxn ang="0">
                <a:pos x="connsiteX1" y="connsiteY1"/>
              </a:cxn>
              <a:cxn ang="0">
                <a:pos x="connsiteX2" y="connsiteY2"/>
              </a:cxn>
            </a:cxnLst>
            <a:rect l="l" t="t" r="r" b="b"/>
            <a:pathLst>
              <a:path w="206549" h="234384">
                <a:moveTo>
                  <a:pt x="204793" y="87440"/>
                </a:moveTo>
                <a:cubicBezTo>
                  <a:pt x="212984" y="57246"/>
                  <a:pt x="190791" y="14383"/>
                  <a:pt x="122402" y="1715"/>
                </a:cubicBezTo>
                <a:cubicBezTo>
                  <a:pt x="-16282" y="-24288"/>
                  <a:pt x="-46572" y="214789"/>
                  <a:pt x="79920" y="234125"/>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7" name="任意多边形: 形状 15"/>
          <p:cNvSpPr/>
          <p:nvPr>
            <p:custDataLst>
              <p:tags r:id="rId30"/>
            </p:custDataLst>
          </p:nvPr>
        </p:nvSpPr>
        <p:spPr>
          <a:xfrm>
            <a:off x="1461452" y="1718310"/>
            <a:ext cx="207010" cy="196850"/>
          </a:xfrm>
          <a:custGeom>
            <a:avLst/>
            <a:gdLst>
              <a:gd name="connsiteX0" fmla="*/ 112265 w 140923"/>
              <a:gd name="connsiteY0" fmla="*/ 122398 h 133896"/>
              <a:gd name="connsiteX1" fmla="*/ 74165 w 140923"/>
              <a:gd name="connsiteY1" fmla="*/ 859 h 133896"/>
              <a:gd name="connsiteX2" fmla="*/ 12538 w 140923"/>
              <a:gd name="connsiteY2" fmla="*/ 108491 h 133896"/>
              <a:gd name="connsiteX3" fmla="*/ 112551 w 140923"/>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923" h="133896">
                <a:moveTo>
                  <a:pt x="112265" y="122398"/>
                </a:moveTo>
                <a:cubicBezTo>
                  <a:pt x="155794" y="93061"/>
                  <a:pt x="154270" y="17623"/>
                  <a:pt x="74165" y="859"/>
                </a:cubicBezTo>
                <a:cubicBezTo>
                  <a:pt x="23302" y="-9904"/>
                  <a:pt x="-23371" y="59342"/>
                  <a:pt x="12538" y="108491"/>
                </a:cubicBezTo>
                <a:cubicBezTo>
                  <a:pt x="30445" y="132875"/>
                  <a:pt x="81499" y="143353"/>
                  <a:pt x="112551" y="12239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8" name="任意多边形: 形状 16"/>
          <p:cNvSpPr/>
          <p:nvPr>
            <p:custDataLst>
              <p:tags r:id="rId31"/>
            </p:custDataLst>
          </p:nvPr>
        </p:nvSpPr>
        <p:spPr>
          <a:xfrm>
            <a:off x="1420812" y="1470660"/>
            <a:ext cx="299720" cy="346075"/>
          </a:xfrm>
          <a:custGeom>
            <a:avLst/>
            <a:gdLst>
              <a:gd name="connsiteX0" fmla="*/ 203863 w 203999"/>
              <a:gd name="connsiteY0" fmla="*/ 88248 h 235097"/>
              <a:gd name="connsiteX1" fmla="*/ 125091 w 203999"/>
              <a:gd name="connsiteY1" fmla="*/ 333 h 235097"/>
              <a:gd name="connsiteX2" fmla="*/ 78990 w 203999"/>
              <a:gd name="connsiteY2" fmla="*/ 234838 h 235097"/>
            </a:gdLst>
            <a:ahLst/>
            <a:cxnLst>
              <a:cxn ang="0">
                <a:pos x="connsiteX0" y="connsiteY0"/>
              </a:cxn>
              <a:cxn ang="0">
                <a:pos x="connsiteX1" y="connsiteY1"/>
              </a:cxn>
              <a:cxn ang="0">
                <a:pos x="connsiteX2" y="connsiteY2"/>
              </a:cxn>
            </a:cxnLst>
            <a:rect l="l" t="t" r="r" b="b"/>
            <a:pathLst>
              <a:path w="203999" h="235097">
                <a:moveTo>
                  <a:pt x="203863" y="88248"/>
                </a:moveTo>
                <a:cubicBezTo>
                  <a:pt x="198529" y="54054"/>
                  <a:pt x="192909" y="7000"/>
                  <a:pt x="125091" y="333"/>
                </a:cubicBezTo>
                <a:cubicBezTo>
                  <a:pt x="-15307" y="-13383"/>
                  <a:pt x="-47407" y="215502"/>
                  <a:pt x="78990" y="234838"/>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9" name="任意多边形: 形状 17"/>
          <p:cNvSpPr/>
          <p:nvPr>
            <p:custDataLst>
              <p:tags r:id="rId32"/>
            </p:custDataLst>
          </p:nvPr>
        </p:nvSpPr>
        <p:spPr>
          <a:xfrm>
            <a:off x="1852612" y="1710055"/>
            <a:ext cx="207010" cy="199390"/>
          </a:xfrm>
          <a:custGeom>
            <a:avLst/>
            <a:gdLst>
              <a:gd name="connsiteX0" fmla="*/ 113795 w 140833"/>
              <a:gd name="connsiteY0" fmla="*/ 121379 h 135591"/>
              <a:gd name="connsiteX1" fmla="*/ 75695 w 140833"/>
              <a:gd name="connsiteY1" fmla="*/ -160 h 135591"/>
              <a:gd name="connsiteX2" fmla="*/ 16640 w 140833"/>
              <a:gd name="connsiteY2" fmla="*/ 114140 h 135591"/>
              <a:gd name="connsiteX3" fmla="*/ 114080 w 140833"/>
              <a:gd name="connsiteY3" fmla="*/ 121760 h 135591"/>
            </a:gdLst>
            <a:ahLst/>
            <a:cxnLst>
              <a:cxn ang="0">
                <a:pos x="connsiteX0" y="connsiteY0"/>
              </a:cxn>
              <a:cxn ang="0">
                <a:pos x="connsiteX1" y="connsiteY1"/>
              </a:cxn>
              <a:cxn ang="0">
                <a:pos x="connsiteX2" y="connsiteY2"/>
              </a:cxn>
              <a:cxn ang="0">
                <a:pos x="connsiteX3" y="connsiteY3"/>
              </a:cxn>
            </a:cxnLst>
            <a:rect l="l" t="t" r="r" b="b"/>
            <a:pathLst>
              <a:path w="140833" h="135591">
                <a:moveTo>
                  <a:pt x="113795" y="121379"/>
                </a:moveTo>
                <a:cubicBezTo>
                  <a:pt x="157324" y="92042"/>
                  <a:pt x="150371" y="-3779"/>
                  <a:pt x="75695" y="-160"/>
                </a:cubicBezTo>
                <a:cubicBezTo>
                  <a:pt x="23783" y="2317"/>
                  <a:pt x="-27556" y="51275"/>
                  <a:pt x="16640" y="114140"/>
                </a:cubicBezTo>
                <a:cubicBezTo>
                  <a:pt x="34070" y="138810"/>
                  <a:pt x="83315" y="142715"/>
                  <a:pt x="114080" y="121760"/>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0" name="任意多边形: 形状 18"/>
          <p:cNvSpPr/>
          <p:nvPr>
            <p:custDataLst>
              <p:tags r:id="rId33"/>
            </p:custDataLst>
          </p:nvPr>
        </p:nvSpPr>
        <p:spPr>
          <a:xfrm>
            <a:off x="1808162" y="1463040"/>
            <a:ext cx="306070" cy="337185"/>
          </a:xfrm>
          <a:custGeom>
            <a:avLst/>
            <a:gdLst>
              <a:gd name="connsiteX0" fmla="*/ 208440 w 208577"/>
              <a:gd name="connsiteY0" fmla="*/ 82738 h 229206"/>
              <a:gd name="connsiteX1" fmla="*/ 118429 w 208577"/>
              <a:gd name="connsiteY1" fmla="*/ 347 h 229206"/>
              <a:gd name="connsiteX2" fmla="*/ 83568 w 208577"/>
              <a:gd name="connsiteY2" fmla="*/ 228947 h 229206"/>
            </a:gdLst>
            <a:ahLst/>
            <a:cxnLst>
              <a:cxn ang="0">
                <a:pos x="connsiteX0" y="connsiteY0"/>
              </a:cxn>
              <a:cxn ang="0">
                <a:pos x="connsiteX1" y="connsiteY1"/>
              </a:cxn>
              <a:cxn ang="0">
                <a:pos x="connsiteX2" y="connsiteY2"/>
              </a:cxn>
            </a:cxnLst>
            <a:rect l="l" t="t" r="r" b="b"/>
            <a:pathLst>
              <a:path w="208577" h="229206">
                <a:moveTo>
                  <a:pt x="208440" y="82738"/>
                </a:moveTo>
                <a:cubicBezTo>
                  <a:pt x="203106" y="48543"/>
                  <a:pt x="186247" y="6538"/>
                  <a:pt x="118429" y="347"/>
                </a:cubicBezTo>
                <a:cubicBezTo>
                  <a:pt x="-21969" y="-13369"/>
                  <a:pt x="-42829" y="209897"/>
                  <a:pt x="83568" y="228947"/>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1" name="任意多边形: 形状 19"/>
          <p:cNvSpPr/>
          <p:nvPr>
            <p:custDataLst>
              <p:tags r:id="rId34"/>
            </p:custDataLst>
          </p:nvPr>
        </p:nvSpPr>
        <p:spPr>
          <a:xfrm>
            <a:off x="2235517" y="1689735"/>
            <a:ext cx="205105" cy="203835"/>
          </a:xfrm>
          <a:custGeom>
            <a:avLst/>
            <a:gdLst>
              <a:gd name="connsiteX0" fmla="*/ 113668 w 139680"/>
              <a:gd name="connsiteY0" fmla="*/ 122016 h 138561"/>
              <a:gd name="connsiteX1" fmla="*/ 75568 w 139680"/>
              <a:gd name="connsiteY1" fmla="*/ 382 h 138561"/>
              <a:gd name="connsiteX2" fmla="*/ 16608 w 139680"/>
              <a:gd name="connsiteY2" fmla="*/ 116778 h 138561"/>
              <a:gd name="connsiteX3" fmla="*/ 114049 w 139680"/>
              <a:gd name="connsiteY3" fmla="*/ 122016 h 138561"/>
            </a:gdLst>
            <a:ahLst/>
            <a:cxnLst>
              <a:cxn ang="0">
                <a:pos x="connsiteX0" y="connsiteY0"/>
              </a:cxn>
              <a:cxn ang="0">
                <a:pos x="connsiteX1" y="connsiteY1"/>
              </a:cxn>
              <a:cxn ang="0">
                <a:pos x="connsiteX2" y="connsiteY2"/>
              </a:cxn>
              <a:cxn ang="0">
                <a:pos x="connsiteX3" y="connsiteY3"/>
              </a:cxn>
            </a:cxnLst>
            <a:rect l="l" t="t" r="r" b="b"/>
            <a:pathLst>
              <a:path w="139680" h="138561">
                <a:moveTo>
                  <a:pt x="113668" y="122016"/>
                </a:moveTo>
                <a:cubicBezTo>
                  <a:pt x="159388" y="80392"/>
                  <a:pt x="143195" y="10479"/>
                  <a:pt x="75568" y="382"/>
                </a:cubicBezTo>
                <a:cubicBezTo>
                  <a:pt x="24228" y="-7238"/>
                  <a:pt x="-27683" y="54294"/>
                  <a:pt x="16608" y="116778"/>
                </a:cubicBezTo>
                <a:cubicBezTo>
                  <a:pt x="34039" y="141447"/>
                  <a:pt x="86331" y="147162"/>
                  <a:pt x="114049" y="122016"/>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2" name="任意多边形: 形状 20"/>
          <p:cNvSpPr/>
          <p:nvPr>
            <p:custDataLst>
              <p:tags r:id="rId35"/>
            </p:custDataLst>
          </p:nvPr>
        </p:nvSpPr>
        <p:spPr>
          <a:xfrm>
            <a:off x="2185352" y="1445260"/>
            <a:ext cx="309245" cy="335915"/>
          </a:xfrm>
          <a:custGeom>
            <a:avLst/>
            <a:gdLst>
              <a:gd name="connsiteX0" fmla="*/ 210535 w 210672"/>
              <a:gd name="connsiteY0" fmla="*/ 76816 h 228618"/>
              <a:gd name="connsiteX1" fmla="*/ 114428 w 210672"/>
              <a:gd name="connsiteY1" fmla="*/ -241 h 228618"/>
              <a:gd name="connsiteX2" fmla="*/ 87091 w 210672"/>
              <a:gd name="connsiteY2" fmla="*/ 228359 h 228618"/>
            </a:gdLst>
            <a:ahLst/>
            <a:cxnLst>
              <a:cxn ang="0">
                <a:pos x="connsiteX0" y="connsiteY0"/>
              </a:cxn>
              <a:cxn ang="0">
                <a:pos x="connsiteX1" y="connsiteY1"/>
              </a:cxn>
              <a:cxn ang="0">
                <a:pos x="connsiteX2" y="connsiteY2"/>
              </a:cxn>
            </a:cxnLst>
            <a:rect l="l" t="t" r="r" b="b"/>
            <a:pathLst>
              <a:path w="210672" h="228618">
                <a:moveTo>
                  <a:pt x="210535" y="76816"/>
                </a:moveTo>
                <a:cubicBezTo>
                  <a:pt x="205201" y="42621"/>
                  <a:pt x="186628" y="-1289"/>
                  <a:pt x="114428" y="-241"/>
                </a:cubicBezTo>
                <a:cubicBezTo>
                  <a:pt x="-26637" y="1854"/>
                  <a:pt x="-39401" y="208737"/>
                  <a:pt x="87091" y="228359"/>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3" name="任意多边形: 形状 21"/>
          <p:cNvSpPr/>
          <p:nvPr>
            <p:custDataLst>
              <p:tags r:id="rId36"/>
            </p:custDataLst>
          </p:nvPr>
        </p:nvSpPr>
        <p:spPr>
          <a:xfrm>
            <a:off x="2603182" y="1680210"/>
            <a:ext cx="207645" cy="193675"/>
          </a:xfrm>
          <a:custGeom>
            <a:avLst/>
            <a:gdLst>
              <a:gd name="connsiteX0" fmla="*/ 106042 w 141596"/>
              <a:gd name="connsiteY0" fmla="*/ 7398 h 131496"/>
              <a:gd name="connsiteX1" fmla="*/ 4792 w 141596"/>
              <a:gd name="connsiteY1" fmla="*/ 91694 h 131496"/>
              <a:gd name="connsiteX2" fmla="*/ 136046 w 141596"/>
              <a:gd name="connsiteY2" fmla="*/ 91694 h 131496"/>
              <a:gd name="connsiteX3" fmla="*/ 106042 w 141596"/>
              <a:gd name="connsiteY3" fmla="*/ 7208 h 131496"/>
            </a:gdLst>
            <a:ahLst/>
            <a:cxnLst>
              <a:cxn ang="0">
                <a:pos x="connsiteX0" y="connsiteY0"/>
              </a:cxn>
              <a:cxn ang="0">
                <a:pos x="connsiteX1" y="connsiteY1"/>
              </a:cxn>
              <a:cxn ang="0">
                <a:pos x="connsiteX2" y="connsiteY2"/>
              </a:cxn>
              <a:cxn ang="0">
                <a:pos x="connsiteX3" y="connsiteY3"/>
              </a:cxn>
            </a:cxnLst>
            <a:rect l="l" t="t" r="r" b="b"/>
            <a:pathLst>
              <a:path w="141596" h="131496">
                <a:moveTo>
                  <a:pt x="106042" y="7398"/>
                </a:moveTo>
                <a:cubicBezTo>
                  <a:pt x="58894" y="-15652"/>
                  <a:pt x="-20735" y="13589"/>
                  <a:pt x="4792" y="91694"/>
                </a:cubicBezTo>
                <a:cubicBezTo>
                  <a:pt x="20889" y="141129"/>
                  <a:pt x="111472" y="147606"/>
                  <a:pt x="136046" y="91694"/>
                </a:cubicBezTo>
                <a:cubicBezTo>
                  <a:pt x="149734" y="60024"/>
                  <a:pt x="136646" y="23152"/>
                  <a:pt x="106042" y="720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4" name="任意多边形: 形状 22"/>
          <p:cNvSpPr/>
          <p:nvPr>
            <p:custDataLst>
              <p:tags r:id="rId37"/>
            </p:custDataLst>
          </p:nvPr>
        </p:nvSpPr>
        <p:spPr>
          <a:xfrm>
            <a:off x="2565717" y="1428750"/>
            <a:ext cx="303530" cy="344805"/>
          </a:xfrm>
          <a:custGeom>
            <a:avLst/>
            <a:gdLst>
              <a:gd name="connsiteX0" fmla="*/ 204753 w 206541"/>
              <a:gd name="connsiteY0" fmla="*/ 87440 h 234384"/>
              <a:gd name="connsiteX1" fmla="*/ 122362 w 206541"/>
              <a:gd name="connsiteY1" fmla="*/ 1715 h 234384"/>
              <a:gd name="connsiteX2" fmla="*/ 79880 w 206541"/>
              <a:gd name="connsiteY2" fmla="*/ 234125 h 234384"/>
            </a:gdLst>
            <a:ahLst/>
            <a:cxnLst>
              <a:cxn ang="0">
                <a:pos x="connsiteX0" y="connsiteY0"/>
              </a:cxn>
              <a:cxn ang="0">
                <a:pos x="connsiteX1" y="connsiteY1"/>
              </a:cxn>
              <a:cxn ang="0">
                <a:pos x="connsiteX2" y="connsiteY2"/>
              </a:cxn>
            </a:cxnLst>
            <a:rect l="l" t="t" r="r" b="b"/>
            <a:pathLst>
              <a:path w="206541" h="234384">
                <a:moveTo>
                  <a:pt x="204753" y="87440"/>
                </a:moveTo>
                <a:cubicBezTo>
                  <a:pt x="213040" y="57246"/>
                  <a:pt x="190847" y="14383"/>
                  <a:pt x="122362" y="1715"/>
                </a:cubicBezTo>
                <a:cubicBezTo>
                  <a:pt x="-16322" y="-24288"/>
                  <a:pt x="-46517" y="214789"/>
                  <a:pt x="79880" y="234125"/>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5" name="任意多边形: 形状 23"/>
          <p:cNvSpPr/>
          <p:nvPr>
            <p:custDataLst>
              <p:tags r:id="rId38"/>
            </p:custDataLst>
          </p:nvPr>
        </p:nvSpPr>
        <p:spPr>
          <a:xfrm>
            <a:off x="2994342" y="1676400"/>
            <a:ext cx="207010" cy="196850"/>
          </a:xfrm>
          <a:custGeom>
            <a:avLst/>
            <a:gdLst>
              <a:gd name="connsiteX0" fmla="*/ 112172 w 140899"/>
              <a:gd name="connsiteY0" fmla="*/ 122398 h 133896"/>
              <a:gd name="connsiteX1" fmla="*/ 74072 w 140899"/>
              <a:gd name="connsiteY1" fmla="*/ 859 h 133896"/>
              <a:gd name="connsiteX2" fmla="*/ 12540 w 140899"/>
              <a:gd name="connsiteY2" fmla="*/ 108492 h 133896"/>
              <a:gd name="connsiteX3" fmla="*/ 112457 w 140899"/>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899" h="133896">
                <a:moveTo>
                  <a:pt x="112172" y="122398"/>
                </a:moveTo>
                <a:cubicBezTo>
                  <a:pt x="155796" y="93061"/>
                  <a:pt x="154272" y="17623"/>
                  <a:pt x="74072" y="859"/>
                </a:cubicBezTo>
                <a:cubicBezTo>
                  <a:pt x="23303" y="-9904"/>
                  <a:pt x="-23369" y="59343"/>
                  <a:pt x="12540" y="108492"/>
                </a:cubicBezTo>
                <a:cubicBezTo>
                  <a:pt x="30447" y="132876"/>
                  <a:pt x="81501" y="143353"/>
                  <a:pt x="112457" y="12239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6" name="任意多边形: 形状 24"/>
          <p:cNvSpPr/>
          <p:nvPr>
            <p:custDataLst>
              <p:tags r:id="rId39"/>
            </p:custDataLst>
          </p:nvPr>
        </p:nvSpPr>
        <p:spPr>
          <a:xfrm>
            <a:off x="2953702" y="1423035"/>
            <a:ext cx="299720" cy="346075"/>
          </a:xfrm>
          <a:custGeom>
            <a:avLst/>
            <a:gdLst>
              <a:gd name="connsiteX0" fmla="*/ 203903 w 204039"/>
              <a:gd name="connsiteY0" fmla="*/ 88248 h 235097"/>
              <a:gd name="connsiteX1" fmla="*/ 125131 w 204039"/>
              <a:gd name="connsiteY1" fmla="*/ 333 h 235097"/>
              <a:gd name="connsiteX2" fmla="*/ 79030 w 204039"/>
              <a:gd name="connsiteY2" fmla="*/ 234838 h 235097"/>
            </a:gdLst>
            <a:ahLst/>
            <a:cxnLst>
              <a:cxn ang="0">
                <a:pos x="connsiteX0" y="connsiteY0"/>
              </a:cxn>
              <a:cxn ang="0">
                <a:pos x="connsiteX1" y="connsiteY1"/>
              </a:cxn>
              <a:cxn ang="0">
                <a:pos x="connsiteX2" y="connsiteY2"/>
              </a:cxn>
            </a:cxnLst>
            <a:rect l="l" t="t" r="r" b="b"/>
            <a:pathLst>
              <a:path w="204039" h="235097">
                <a:moveTo>
                  <a:pt x="203903" y="88248"/>
                </a:moveTo>
                <a:cubicBezTo>
                  <a:pt x="198569" y="54053"/>
                  <a:pt x="192949" y="7000"/>
                  <a:pt x="125131" y="333"/>
                </a:cubicBezTo>
                <a:cubicBezTo>
                  <a:pt x="-15267" y="-13383"/>
                  <a:pt x="-47462" y="215502"/>
                  <a:pt x="79030" y="234838"/>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7" name="任意多边形: 形状 25"/>
          <p:cNvSpPr/>
          <p:nvPr>
            <p:custDataLst>
              <p:tags r:id="rId40"/>
            </p:custDataLst>
          </p:nvPr>
        </p:nvSpPr>
        <p:spPr>
          <a:xfrm>
            <a:off x="3380422" y="1680845"/>
            <a:ext cx="207010" cy="199390"/>
          </a:xfrm>
          <a:custGeom>
            <a:avLst/>
            <a:gdLst>
              <a:gd name="connsiteX0" fmla="*/ 113794 w 140833"/>
              <a:gd name="connsiteY0" fmla="*/ 121469 h 135602"/>
              <a:gd name="connsiteX1" fmla="*/ 75694 w 140833"/>
              <a:gd name="connsiteY1" fmla="*/ -165 h 135602"/>
              <a:gd name="connsiteX2" fmla="*/ 16640 w 140833"/>
              <a:gd name="connsiteY2" fmla="*/ 114135 h 135602"/>
              <a:gd name="connsiteX3" fmla="*/ 114080 w 140833"/>
              <a:gd name="connsiteY3" fmla="*/ 121850 h 135602"/>
            </a:gdLst>
            <a:ahLst/>
            <a:cxnLst>
              <a:cxn ang="0">
                <a:pos x="connsiteX0" y="connsiteY0"/>
              </a:cxn>
              <a:cxn ang="0">
                <a:pos x="connsiteX1" y="connsiteY1"/>
              </a:cxn>
              <a:cxn ang="0">
                <a:pos x="connsiteX2" y="connsiteY2"/>
              </a:cxn>
              <a:cxn ang="0">
                <a:pos x="connsiteX3" y="connsiteY3"/>
              </a:cxn>
            </a:cxnLst>
            <a:rect l="l" t="t" r="r" b="b"/>
            <a:pathLst>
              <a:path w="140833" h="135602">
                <a:moveTo>
                  <a:pt x="113794" y="121469"/>
                </a:moveTo>
                <a:cubicBezTo>
                  <a:pt x="157324" y="92037"/>
                  <a:pt x="150370" y="-3689"/>
                  <a:pt x="75694" y="-165"/>
                </a:cubicBezTo>
                <a:cubicBezTo>
                  <a:pt x="23783" y="2311"/>
                  <a:pt x="-27556" y="51270"/>
                  <a:pt x="16640" y="114135"/>
                </a:cubicBezTo>
                <a:cubicBezTo>
                  <a:pt x="34166" y="138805"/>
                  <a:pt x="83315" y="142710"/>
                  <a:pt x="114080" y="121850"/>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0" name="任意多边形: 形状 26"/>
          <p:cNvSpPr/>
          <p:nvPr>
            <p:custDataLst>
              <p:tags r:id="rId41"/>
            </p:custDataLst>
          </p:nvPr>
        </p:nvSpPr>
        <p:spPr>
          <a:xfrm>
            <a:off x="3335337" y="1434465"/>
            <a:ext cx="306070" cy="337820"/>
          </a:xfrm>
          <a:custGeom>
            <a:avLst/>
            <a:gdLst>
              <a:gd name="connsiteX0" fmla="*/ 208440 w 208577"/>
              <a:gd name="connsiteY0" fmla="*/ 82738 h 229682"/>
              <a:gd name="connsiteX1" fmla="*/ 118429 w 208577"/>
              <a:gd name="connsiteY1" fmla="*/ 347 h 229682"/>
              <a:gd name="connsiteX2" fmla="*/ 83568 w 208577"/>
              <a:gd name="connsiteY2" fmla="*/ 229423 h 229682"/>
            </a:gdLst>
            <a:ahLst/>
            <a:cxnLst>
              <a:cxn ang="0">
                <a:pos x="connsiteX0" y="connsiteY0"/>
              </a:cxn>
              <a:cxn ang="0">
                <a:pos x="connsiteX1" y="connsiteY1"/>
              </a:cxn>
              <a:cxn ang="0">
                <a:pos x="connsiteX2" y="connsiteY2"/>
              </a:cxn>
            </a:cxnLst>
            <a:rect l="l" t="t" r="r" b="b"/>
            <a:pathLst>
              <a:path w="208577" h="229682">
                <a:moveTo>
                  <a:pt x="208440" y="82738"/>
                </a:moveTo>
                <a:cubicBezTo>
                  <a:pt x="203106" y="48543"/>
                  <a:pt x="186247" y="6538"/>
                  <a:pt x="118429" y="347"/>
                </a:cubicBezTo>
                <a:cubicBezTo>
                  <a:pt x="-21970" y="-13369"/>
                  <a:pt x="-42829" y="209897"/>
                  <a:pt x="83568" y="229423"/>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1" name="任意多边形: 形状 27"/>
          <p:cNvSpPr/>
          <p:nvPr>
            <p:custDataLst>
              <p:tags r:id="rId42"/>
            </p:custDataLst>
          </p:nvPr>
        </p:nvSpPr>
        <p:spPr>
          <a:xfrm>
            <a:off x="3774757" y="1699895"/>
            <a:ext cx="205105" cy="203835"/>
          </a:xfrm>
          <a:custGeom>
            <a:avLst/>
            <a:gdLst>
              <a:gd name="connsiteX0" fmla="*/ 113627 w 139639"/>
              <a:gd name="connsiteY0" fmla="*/ 121922 h 138498"/>
              <a:gd name="connsiteX1" fmla="*/ 75527 w 139639"/>
              <a:gd name="connsiteY1" fmla="*/ 383 h 138498"/>
              <a:gd name="connsiteX2" fmla="*/ 16567 w 139639"/>
              <a:gd name="connsiteY2" fmla="*/ 116683 h 138498"/>
              <a:gd name="connsiteX3" fmla="*/ 114008 w 139639"/>
              <a:gd name="connsiteY3" fmla="*/ 121922 h 138498"/>
            </a:gdLst>
            <a:ahLst/>
            <a:cxnLst>
              <a:cxn ang="0">
                <a:pos x="connsiteX0" y="connsiteY0"/>
              </a:cxn>
              <a:cxn ang="0">
                <a:pos x="connsiteX1" y="connsiteY1"/>
              </a:cxn>
              <a:cxn ang="0">
                <a:pos x="connsiteX2" y="connsiteY2"/>
              </a:cxn>
              <a:cxn ang="0">
                <a:pos x="connsiteX3" y="connsiteY3"/>
              </a:cxn>
            </a:cxnLst>
            <a:rect l="l" t="t" r="r" b="b"/>
            <a:pathLst>
              <a:path w="139639" h="138498">
                <a:moveTo>
                  <a:pt x="113627" y="121922"/>
                </a:moveTo>
                <a:cubicBezTo>
                  <a:pt x="159347" y="80298"/>
                  <a:pt x="143154" y="10384"/>
                  <a:pt x="75527" y="383"/>
                </a:cubicBezTo>
                <a:cubicBezTo>
                  <a:pt x="24187" y="-7237"/>
                  <a:pt x="-27629" y="54199"/>
                  <a:pt x="16567" y="116683"/>
                </a:cubicBezTo>
                <a:cubicBezTo>
                  <a:pt x="33998" y="141448"/>
                  <a:pt x="86290" y="147068"/>
                  <a:pt x="114008" y="121922"/>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7" name="任意多边形: 形状 28"/>
          <p:cNvSpPr/>
          <p:nvPr>
            <p:custDataLst>
              <p:tags r:id="rId43"/>
            </p:custDataLst>
          </p:nvPr>
        </p:nvSpPr>
        <p:spPr>
          <a:xfrm>
            <a:off x="3724592" y="1456055"/>
            <a:ext cx="309245" cy="336550"/>
          </a:xfrm>
          <a:custGeom>
            <a:avLst/>
            <a:gdLst>
              <a:gd name="connsiteX0" fmla="*/ 210535 w 210672"/>
              <a:gd name="connsiteY0" fmla="*/ 76724 h 228621"/>
              <a:gd name="connsiteX1" fmla="*/ 114428 w 210672"/>
              <a:gd name="connsiteY1" fmla="*/ -238 h 228621"/>
              <a:gd name="connsiteX2" fmla="*/ 87091 w 210672"/>
              <a:gd name="connsiteY2" fmla="*/ 228362 h 228621"/>
            </a:gdLst>
            <a:ahLst/>
            <a:cxnLst>
              <a:cxn ang="0">
                <a:pos x="connsiteX0" y="connsiteY0"/>
              </a:cxn>
              <a:cxn ang="0">
                <a:pos x="connsiteX1" y="connsiteY1"/>
              </a:cxn>
              <a:cxn ang="0">
                <a:pos x="connsiteX2" y="connsiteY2"/>
              </a:cxn>
            </a:cxnLst>
            <a:rect l="l" t="t" r="r" b="b"/>
            <a:pathLst>
              <a:path w="210672" h="228621">
                <a:moveTo>
                  <a:pt x="210535" y="76724"/>
                </a:moveTo>
                <a:cubicBezTo>
                  <a:pt x="205201" y="42530"/>
                  <a:pt x="186723" y="-1381"/>
                  <a:pt x="114428" y="-238"/>
                </a:cubicBezTo>
                <a:cubicBezTo>
                  <a:pt x="-26637" y="1763"/>
                  <a:pt x="-39401" y="208646"/>
                  <a:pt x="87091" y="228362"/>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8" name="任意多边形: 形状 29"/>
          <p:cNvSpPr/>
          <p:nvPr>
            <p:custDataLst>
              <p:tags r:id="rId44"/>
            </p:custDataLst>
          </p:nvPr>
        </p:nvSpPr>
        <p:spPr>
          <a:xfrm>
            <a:off x="4153217" y="1713865"/>
            <a:ext cx="207010" cy="196850"/>
          </a:xfrm>
          <a:custGeom>
            <a:avLst/>
            <a:gdLst>
              <a:gd name="connsiteX0" fmla="*/ 112171 w 140829"/>
              <a:gd name="connsiteY0" fmla="*/ 122398 h 133896"/>
              <a:gd name="connsiteX1" fmla="*/ 74071 w 140829"/>
              <a:gd name="connsiteY1" fmla="*/ 859 h 133896"/>
              <a:gd name="connsiteX2" fmla="*/ 12540 w 140829"/>
              <a:gd name="connsiteY2" fmla="*/ 108491 h 133896"/>
              <a:gd name="connsiteX3" fmla="*/ 112552 w 140829"/>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829" h="133896">
                <a:moveTo>
                  <a:pt x="112171" y="122398"/>
                </a:moveTo>
                <a:cubicBezTo>
                  <a:pt x="155701" y="93061"/>
                  <a:pt x="154177" y="17623"/>
                  <a:pt x="74071" y="859"/>
                </a:cubicBezTo>
                <a:cubicBezTo>
                  <a:pt x="23303" y="-9904"/>
                  <a:pt x="-23370" y="59342"/>
                  <a:pt x="12540" y="108491"/>
                </a:cubicBezTo>
                <a:cubicBezTo>
                  <a:pt x="30447" y="132875"/>
                  <a:pt x="81501" y="143353"/>
                  <a:pt x="112552" y="12239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9" name="任意多边形: 形状 30"/>
          <p:cNvSpPr/>
          <p:nvPr>
            <p:custDataLst>
              <p:tags r:id="rId45"/>
            </p:custDataLst>
          </p:nvPr>
        </p:nvSpPr>
        <p:spPr>
          <a:xfrm>
            <a:off x="4112577" y="1460500"/>
            <a:ext cx="299720" cy="346075"/>
          </a:xfrm>
          <a:custGeom>
            <a:avLst/>
            <a:gdLst>
              <a:gd name="connsiteX0" fmla="*/ 203903 w 204040"/>
              <a:gd name="connsiteY0" fmla="*/ 88241 h 235185"/>
              <a:gd name="connsiteX1" fmla="*/ 125131 w 204040"/>
              <a:gd name="connsiteY1" fmla="*/ 325 h 235185"/>
              <a:gd name="connsiteX2" fmla="*/ 79030 w 204040"/>
              <a:gd name="connsiteY2" fmla="*/ 234926 h 235185"/>
            </a:gdLst>
            <a:ahLst/>
            <a:cxnLst>
              <a:cxn ang="0">
                <a:pos x="connsiteX0" y="connsiteY0"/>
              </a:cxn>
              <a:cxn ang="0">
                <a:pos x="connsiteX1" y="connsiteY1"/>
              </a:cxn>
              <a:cxn ang="0">
                <a:pos x="connsiteX2" y="connsiteY2"/>
              </a:cxn>
            </a:cxnLst>
            <a:rect l="l" t="t" r="r" b="b"/>
            <a:pathLst>
              <a:path w="204040" h="235185">
                <a:moveTo>
                  <a:pt x="203903" y="88241"/>
                </a:moveTo>
                <a:cubicBezTo>
                  <a:pt x="198569" y="54046"/>
                  <a:pt x="192949" y="6992"/>
                  <a:pt x="125131" y="325"/>
                </a:cubicBezTo>
                <a:cubicBezTo>
                  <a:pt x="-15267" y="-13296"/>
                  <a:pt x="-47462" y="215495"/>
                  <a:pt x="79030" y="234926"/>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0" name="任意多边形: 形状 31"/>
          <p:cNvSpPr/>
          <p:nvPr>
            <p:custDataLst>
              <p:tags r:id="rId46"/>
            </p:custDataLst>
          </p:nvPr>
        </p:nvSpPr>
        <p:spPr>
          <a:xfrm>
            <a:off x="4545012" y="1742440"/>
            <a:ext cx="207010" cy="199390"/>
          </a:xfrm>
          <a:custGeom>
            <a:avLst/>
            <a:gdLst>
              <a:gd name="connsiteX0" fmla="*/ 113795 w 140833"/>
              <a:gd name="connsiteY0" fmla="*/ 121379 h 135591"/>
              <a:gd name="connsiteX1" fmla="*/ 75695 w 140833"/>
              <a:gd name="connsiteY1" fmla="*/ -160 h 135591"/>
              <a:gd name="connsiteX2" fmla="*/ 16640 w 140833"/>
              <a:gd name="connsiteY2" fmla="*/ 114140 h 135591"/>
              <a:gd name="connsiteX3" fmla="*/ 114080 w 140833"/>
              <a:gd name="connsiteY3" fmla="*/ 121760 h 135591"/>
            </a:gdLst>
            <a:ahLst/>
            <a:cxnLst>
              <a:cxn ang="0">
                <a:pos x="connsiteX0" y="connsiteY0"/>
              </a:cxn>
              <a:cxn ang="0">
                <a:pos x="connsiteX1" y="connsiteY1"/>
              </a:cxn>
              <a:cxn ang="0">
                <a:pos x="connsiteX2" y="connsiteY2"/>
              </a:cxn>
              <a:cxn ang="0">
                <a:pos x="connsiteX3" y="connsiteY3"/>
              </a:cxn>
            </a:cxnLst>
            <a:rect l="l" t="t" r="r" b="b"/>
            <a:pathLst>
              <a:path w="140833" h="135591">
                <a:moveTo>
                  <a:pt x="113795" y="121379"/>
                </a:moveTo>
                <a:cubicBezTo>
                  <a:pt x="157324" y="92042"/>
                  <a:pt x="150371" y="-3779"/>
                  <a:pt x="75695" y="-160"/>
                </a:cubicBezTo>
                <a:cubicBezTo>
                  <a:pt x="23783" y="2317"/>
                  <a:pt x="-27556" y="51180"/>
                  <a:pt x="16640" y="114140"/>
                </a:cubicBezTo>
                <a:cubicBezTo>
                  <a:pt x="34166" y="138810"/>
                  <a:pt x="83315" y="142715"/>
                  <a:pt x="114080" y="121760"/>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1" name="任意多边形: 形状 32"/>
          <p:cNvSpPr/>
          <p:nvPr>
            <p:custDataLst>
              <p:tags r:id="rId47"/>
            </p:custDataLst>
          </p:nvPr>
        </p:nvSpPr>
        <p:spPr>
          <a:xfrm>
            <a:off x="4500562" y="1496060"/>
            <a:ext cx="306070" cy="337185"/>
          </a:xfrm>
          <a:custGeom>
            <a:avLst/>
            <a:gdLst>
              <a:gd name="connsiteX0" fmla="*/ 208440 w 208577"/>
              <a:gd name="connsiteY0" fmla="*/ 82738 h 229206"/>
              <a:gd name="connsiteX1" fmla="*/ 118429 w 208577"/>
              <a:gd name="connsiteY1" fmla="*/ 347 h 229206"/>
              <a:gd name="connsiteX2" fmla="*/ 83567 w 208577"/>
              <a:gd name="connsiteY2" fmla="*/ 228947 h 229206"/>
            </a:gdLst>
            <a:ahLst/>
            <a:cxnLst>
              <a:cxn ang="0">
                <a:pos x="connsiteX0" y="connsiteY0"/>
              </a:cxn>
              <a:cxn ang="0">
                <a:pos x="connsiteX1" y="connsiteY1"/>
              </a:cxn>
              <a:cxn ang="0">
                <a:pos x="connsiteX2" y="connsiteY2"/>
              </a:cxn>
            </a:cxnLst>
            <a:rect l="l" t="t" r="r" b="b"/>
            <a:pathLst>
              <a:path w="208577" h="229206">
                <a:moveTo>
                  <a:pt x="208440" y="82738"/>
                </a:moveTo>
                <a:cubicBezTo>
                  <a:pt x="203106" y="48543"/>
                  <a:pt x="186247" y="6538"/>
                  <a:pt x="118429" y="347"/>
                </a:cubicBezTo>
                <a:cubicBezTo>
                  <a:pt x="-21969" y="-13369"/>
                  <a:pt x="-42829" y="209897"/>
                  <a:pt x="83567" y="228947"/>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2" name="任意多边形: 形状 33"/>
          <p:cNvSpPr/>
          <p:nvPr>
            <p:custDataLst>
              <p:tags r:id="rId48"/>
            </p:custDataLst>
          </p:nvPr>
        </p:nvSpPr>
        <p:spPr>
          <a:xfrm>
            <a:off x="4948237" y="1778635"/>
            <a:ext cx="205105" cy="203835"/>
          </a:xfrm>
          <a:custGeom>
            <a:avLst/>
            <a:gdLst>
              <a:gd name="connsiteX0" fmla="*/ 113668 w 139680"/>
              <a:gd name="connsiteY0" fmla="*/ 121922 h 138498"/>
              <a:gd name="connsiteX1" fmla="*/ 75568 w 139680"/>
              <a:gd name="connsiteY1" fmla="*/ 383 h 138498"/>
              <a:gd name="connsiteX2" fmla="*/ 16608 w 139680"/>
              <a:gd name="connsiteY2" fmla="*/ 116683 h 138498"/>
              <a:gd name="connsiteX3" fmla="*/ 114049 w 139680"/>
              <a:gd name="connsiteY3" fmla="*/ 121922 h 138498"/>
            </a:gdLst>
            <a:ahLst/>
            <a:cxnLst>
              <a:cxn ang="0">
                <a:pos x="connsiteX0" y="connsiteY0"/>
              </a:cxn>
              <a:cxn ang="0">
                <a:pos x="connsiteX1" y="connsiteY1"/>
              </a:cxn>
              <a:cxn ang="0">
                <a:pos x="connsiteX2" y="connsiteY2"/>
              </a:cxn>
              <a:cxn ang="0">
                <a:pos x="connsiteX3" y="connsiteY3"/>
              </a:cxn>
            </a:cxnLst>
            <a:rect l="l" t="t" r="r" b="b"/>
            <a:pathLst>
              <a:path w="139680" h="138498">
                <a:moveTo>
                  <a:pt x="113668" y="121922"/>
                </a:moveTo>
                <a:cubicBezTo>
                  <a:pt x="159388" y="80298"/>
                  <a:pt x="143195" y="10384"/>
                  <a:pt x="75568" y="383"/>
                </a:cubicBezTo>
                <a:cubicBezTo>
                  <a:pt x="24228" y="-7237"/>
                  <a:pt x="-27683" y="54199"/>
                  <a:pt x="16608" y="116683"/>
                </a:cubicBezTo>
                <a:cubicBezTo>
                  <a:pt x="34039" y="141448"/>
                  <a:pt x="86331" y="147068"/>
                  <a:pt x="114049" y="121922"/>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3" name="任意多边形: 形状 34"/>
          <p:cNvSpPr/>
          <p:nvPr>
            <p:custDataLst>
              <p:tags r:id="rId49"/>
            </p:custDataLst>
          </p:nvPr>
        </p:nvSpPr>
        <p:spPr>
          <a:xfrm>
            <a:off x="4898072" y="1546225"/>
            <a:ext cx="309245" cy="335915"/>
          </a:xfrm>
          <a:custGeom>
            <a:avLst/>
            <a:gdLst>
              <a:gd name="connsiteX0" fmla="*/ 210550 w 210687"/>
              <a:gd name="connsiteY0" fmla="*/ 76816 h 228618"/>
              <a:gd name="connsiteX1" fmla="*/ 114443 w 210687"/>
              <a:gd name="connsiteY1" fmla="*/ -241 h 228618"/>
              <a:gd name="connsiteX2" fmla="*/ 87011 w 210687"/>
              <a:gd name="connsiteY2" fmla="*/ 228359 h 228618"/>
            </a:gdLst>
            <a:ahLst/>
            <a:cxnLst>
              <a:cxn ang="0">
                <a:pos x="connsiteX0" y="connsiteY0"/>
              </a:cxn>
              <a:cxn ang="0">
                <a:pos x="connsiteX1" y="connsiteY1"/>
              </a:cxn>
              <a:cxn ang="0">
                <a:pos x="connsiteX2" y="connsiteY2"/>
              </a:cxn>
            </a:cxnLst>
            <a:rect l="l" t="t" r="r" b="b"/>
            <a:pathLst>
              <a:path w="210687" h="228618">
                <a:moveTo>
                  <a:pt x="210550" y="76816"/>
                </a:moveTo>
                <a:cubicBezTo>
                  <a:pt x="205216" y="42621"/>
                  <a:pt x="186642" y="-1289"/>
                  <a:pt x="114443" y="-241"/>
                </a:cubicBezTo>
                <a:cubicBezTo>
                  <a:pt x="-26622" y="1854"/>
                  <a:pt x="-39386" y="208737"/>
                  <a:pt x="87011" y="228359"/>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4" name="矩形 10"/>
          <p:cNvSpPr/>
          <p:nvPr>
            <p:custDataLst>
              <p:tags r:id="rId50"/>
            </p:custDataLst>
          </p:nvPr>
        </p:nvSpPr>
        <p:spPr>
          <a:xfrm>
            <a:off x="1062355" y="3048000"/>
            <a:ext cx="4395470" cy="3269615"/>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2400" dirty="0">
                <a:ln>
                  <a:noFill/>
                  <a:prstDash val="sysDot"/>
                </a:ln>
                <a:solidFill>
                  <a:srgbClr val="FFFFFF"/>
                </a:solidFill>
                <a:latin typeface="+mn-ea"/>
                <a:cs typeface="+mn-ea"/>
              </a:rPr>
              <a:t>一切有劳动能力的公民，有劳动和取得劳动报酬的权利。</a:t>
            </a:r>
            <a:endParaRPr lang="zh-CN" altLang="en-US" sz="2400" dirty="0">
              <a:ln>
                <a:noFill/>
                <a:prstDash val="sysDot"/>
              </a:ln>
              <a:solidFill>
                <a:srgbClr val="FFFFFF"/>
              </a:solidFill>
              <a:latin typeface="+mn-ea"/>
              <a:cs typeface="+mn-ea"/>
            </a:endParaRPr>
          </a:p>
          <a:p>
            <a:pPr>
              <a:lnSpc>
                <a:spcPct val="150000"/>
              </a:lnSpc>
              <a:spcBef>
                <a:spcPct val="0"/>
              </a:spcBef>
              <a:spcAft>
                <a:spcPct val="0"/>
              </a:spcAft>
            </a:pPr>
            <a:r>
              <a:rPr lang="en-US" altLang="zh-CN" sz="2400" dirty="0">
                <a:ln>
                  <a:noFill/>
                  <a:prstDash val="sysDot"/>
                </a:ln>
                <a:solidFill>
                  <a:srgbClr val="FFFFFF"/>
                </a:solidFill>
                <a:latin typeface="+mn-ea"/>
                <a:cs typeface="+mn-ea"/>
              </a:rPr>
              <a:t>     1.</a:t>
            </a:r>
            <a:r>
              <a:rPr lang="zh-CN" altLang="en-US" sz="2400" dirty="0">
                <a:ln>
                  <a:noFill/>
                  <a:prstDash val="sysDot"/>
                </a:ln>
                <a:solidFill>
                  <a:srgbClr val="FFFFFF"/>
                </a:solidFill>
                <a:latin typeface="+mn-ea"/>
                <a:cs typeface="+mn-ea"/>
              </a:rPr>
              <a:t>劳动就业权</a:t>
            </a:r>
            <a:endParaRPr lang="zh-CN" altLang="en-US" sz="2400" dirty="0">
              <a:ln>
                <a:noFill/>
                <a:prstDash val="sysDot"/>
              </a:ln>
              <a:solidFill>
                <a:srgbClr val="FFFFFF"/>
              </a:solidFill>
              <a:latin typeface="+mn-ea"/>
              <a:cs typeface="+mn-ea"/>
            </a:endParaRPr>
          </a:p>
          <a:p>
            <a:pPr>
              <a:lnSpc>
                <a:spcPct val="150000"/>
              </a:lnSpc>
              <a:spcBef>
                <a:spcPct val="0"/>
              </a:spcBef>
              <a:spcAft>
                <a:spcPct val="0"/>
              </a:spcAft>
            </a:pPr>
            <a:r>
              <a:rPr lang="en-US" altLang="zh-CN" sz="2400" dirty="0">
                <a:ln>
                  <a:noFill/>
                  <a:prstDash val="sysDot"/>
                </a:ln>
                <a:solidFill>
                  <a:srgbClr val="FFFFFF"/>
                </a:solidFill>
                <a:latin typeface="+mn-ea"/>
                <a:cs typeface="+mn-ea"/>
              </a:rPr>
              <a:t>     2.</a:t>
            </a:r>
            <a:r>
              <a:rPr lang="zh-CN" altLang="en-US" sz="2400" dirty="0">
                <a:ln>
                  <a:noFill/>
                  <a:prstDash val="sysDot"/>
                </a:ln>
                <a:solidFill>
                  <a:srgbClr val="FFFFFF"/>
                </a:solidFill>
                <a:latin typeface="+mn-ea"/>
                <a:cs typeface="+mn-ea"/>
              </a:rPr>
              <a:t>取得报酬权：有权获取工资、企业最低工资标准。</a:t>
            </a:r>
            <a:endParaRPr lang="zh-CN" altLang="en-US" sz="2400" dirty="0">
              <a:ln>
                <a:noFill/>
                <a:prstDash val="sysDot"/>
              </a:ln>
              <a:solidFill>
                <a:srgbClr val="FFFFFF"/>
              </a:solidFill>
              <a:latin typeface="+mn-ea"/>
              <a:cs typeface="+mn-ea"/>
            </a:endParaRPr>
          </a:p>
        </p:txBody>
      </p:sp>
      <p:sp>
        <p:nvSpPr>
          <p:cNvPr id="82" name="矩形 11"/>
          <p:cNvSpPr/>
          <p:nvPr>
            <p:custDataLst>
              <p:tags r:id="rId51"/>
            </p:custDataLst>
          </p:nvPr>
        </p:nvSpPr>
        <p:spPr>
          <a:xfrm>
            <a:off x="6362065" y="2923540"/>
            <a:ext cx="5011420" cy="324993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zh-CN" sz="2400" dirty="0">
                <a:ln>
                  <a:noFill/>
                  <a:prstDash val="sysDot"/>
                </a:ln>
                <a:solidFill>
                  <a:srgbClr val="FFFFFF"/>
                </a:solidFill>
                <a:latin typeface="+mn-ea"/>
                <a:cs typeface="+mn-ea"/>
                <a:sym typeface="+mn-ea"/>
              </a:rPr>
              <a:t>       </a:t>
            </a:r>
            <a:r>
              <a:rPr lang="zh-CN" altLang="en-US" sz="2400" dirty="0">
                <a:ln>
                  <a:noFill/>
                  <a:prstDash val="sysDot"/>
                </a:ln>
                <a:solidFill>
                  <a:srgbClr val="FFFFFF"/>
                </a:solidFill>
                <a:latin typeface="+mn-ea"/>
                <a:cs typeface="+mn-ea"/>
                <a:sym typeface="+mn-ea"/>
              </a:rPr>
              <a:t>指劳动者在付出一定的劳动以后消除疲劳、恢复劳动能力的权利。</a:t>
            </a:r>
            <a:r>
              <a:rPr lang="zh-CN" altLang="en-US" sz="2400" b="1" dirty="0">
                <a:ln>
                  <a:noFill/>
                  <a:prstDash val="sysDot"/>
                </a:ln>
                <a:solidFill>
                  <a:srgbClr val="FFFFFF"/>
                </a:solidFill>
                <a:latin typeface="+mn-ea"/>
                <a:cs typeface="+mn-ea"/>
                <a:sym typeface="+mn-ea"/>
              </a:rPr>
              <a:t>休息权作为劳动者享有的基本权利，与劳动权形成完整的统一体，</a:t>
            </a:r>
            <a:r>
              <a:rPr lang="zh-CN" altLang="en-US" sz="2400" dirty="0">
                <a:ln>
                  <a:noFill/>
                  <a:prstDash val="sysDot"/>
                </a:ln>
                <a:solidFill>
                  <a:srgbClr val="FFFFFF"/>
                </a:solidFill>
                <a:latin typeface="+mn-ea"/>
                <a:cs typeface="+mn-ea"/>
                <a:sym typeface="+mn-ea"/>
              </a:rPr>
              <a:t>没有休息权，劳动权则无法实现。</a:t>
            </a:r>
            <a:endParaRPr lang="zh-CN" altLang="en-US" sz="2400" dirty="0">
              <a:ln>
                <a:noFill/>
                <a:prstDash val="sysDot"/>
              </a:ln>
              <a:solidFill>
                <a:srgbClr val="FFFFFF"/>
              </a:solidFill>
              <a:latin typeface="+mn-ea"/>
              <a:cs typeface="+mn-ea"/>
              <a:sym typeface="+mn-ea"/>
            </a:endParaRPr>
          </a:p>
          <a:p>
            <a:pPr>
              <a:lnSpc>
                <a:spcPct val="150000"/>
              </a:lnSpc>
              <a:spcBef>
                <a:spcPct val="0"/>
              </a:spcBef>
              <a:spcAft>
                <a:spcPct val="0"/>
              </a:spcAft>
            </a:pPr>
            <a:endParaRPr lang="zh-CN" altLang="en-US" sz="2400" dirty="0">
              <a:ln>
                <a:noFill/>
                <a:prstDash val="sysDot"/>
              </a:ln>
              <a:solidFill>
                <a:srgbClr val="FFFFFF"/>
              </a:solidFill>
              <a:latin typeface="+mn-ea"/>
              <a:cs typeface="+mn-ea"/>
              <a:sym typeface="+mn-ea"/>
            </a:endParaRPr>
          </a:p>
        </p:txBody>
      </p:sp>
      <p:sp>
        <p:nvSpPr>
          <p:cNvPr id="83" name="矩形 12"/>
          <p:cNvSpPr/>
          <p:nvPr>
            <p:custDataLst>
              <p:tags r:id="rId52"/>
            </p:custDataLst>
          </p:nvPr>
        </p:nvSpPr>
        <p:spPr>
          <a:xfrm>
            <a:off x="1065847" y="2054225"/>
            <a:ext cx="4392295" cy="844550"/>
          </a:xfrm>
          <a:prstGeom prst="rect">
            <a:avLst/>
          </a:prstGeom>
          <a:noFill/>
        </p:spPr>
        <p:txBody>
          <a:bodyPr wrap="none" lIns="0" tIns="0" rIns="0" bIns="0" rtlCol="0" anchor="b">
            <a:normAutofit/>
          </a:bodyPr>
          <a:lstStyle/>
          <a:p>
            <a:pPr>
              <a:spcBef>
                <a:spcPct val="0"/>
              </a:spcBef>
              <a:spcAft>
                <a:spcPct val="0"/>
              </a:spcAft>
              <a:buClr>
                <a:schemeClr val="accent1"/>
              </a:buClr>
              <a:buSzPct val="70000"/>
            </a:pPr>
            <a:endParaRPr lang="en-US" altLang="zh-CN" sz="4000" b="1">
              <a:solidFill>
                <a:srgbClr val="FFFFFF"/>
              </a:solidFill>
              <a:latin typeface="+mj-ea"/>
              <a:ea typeface="+mj-ea"/>
              <a:cs typeface="+mn-ea"/>
            </a:endParaRPr>
          </a:p>
        </p:txBody>
      </p:sp>
      <p:sp>
        <p:nvSpPr>
          <p:cNvPr id="84" name="矩形 13"/>
          <p:cNvSpPr/>
          <p:nvPr>
            <p:custDataLst>
              <p:tags r:id="rId53"/>
            </p:custDataLst>
          </p:nvPr>
        </p:nvSpPr>
        <p:spPr>
          <a:xfrm>
            <a:off x="6888480" y="1001395"/>
            <a:ext cx="4848860" cy="844550"/>
          </a:xfrm>
          <a:prstGeom prst="rect">
            <a:avLst/>
          </a:prstGeom>
          <a:noFill/>
        </p:spPr>
        <p:txBody>
          <a:bodyPr wrap="none" lIns="0" tIns="0" rIns="0" bIns="0" rtlCol="0" anchor="b">
            <a:normAutofit fontScale="90000"/>
          </a:bodyPr>
          <a:lstStyle/>
          <a:p>
            <a:pPr algn="r">
              <a:spcBef>
                <a:spcPct val="0"/>
              </a:spcBef>
              <a:spcAft>
                <a:spcPct val="0"/>
              </a:spcAft>
              <a:buClr>
                <a:schemeClr val="accent1"/>
              </a:buClr>
              <a:buSzPct val="70000"/>
            </a:pPr>
            <a:endParaRPr lang="en-US" altLang="zh-CN" sz="5400" b="1">
              <a:solidFill>
                <a:srgbClr val="FFFFFF"/>
              </a:solidFill>
              <a:latin typeface="+mn-ea"/>
              <a:cs typeface="+mn-ea"/>
            </a:endParaRPr>
          </a:p>
        </p:txBody>
      </p:sp>
      <p:sp>
        <p:nvSpPr>
          <p:cNvPr id="85" name="任意多边形: 形状 16"/>
          <p:cNvSpPr/>
          <p:nvPr>
            <p:custDataLst>
              <p:tags r:id="rId54"/>
            </p:custDataLst>
          </p:nvPr>
        </p:nvSpPr>
        <p:spPr>
          <a:xfrm flipV="1">
            <a:off x="1065847" y="2878455"/>
            <a:ext cx="1824042" cy="45719"/>
          </a:xfrm>
          <a:custGeom>
            <a:avLst/>
            <a:gdLst>
              <a:gd name="connsiteX0" fmla="*/ 0 w 2937933"/>
              <a:gd name="connsiteY0" fmla="*/ 38848 h 55782"/>
              <a:gd name="connsiteX1" fmla="*/ 842433 w 2937933"/>
              <a:gd name="connsiteY1" fmla="*/ 17682 h 55782"/>
              <a:gd name="connsiteX2" fmla="*/ 1468967 w 2937933"/>
              <a:gd name="connsiteY2" fmla="*/ 748 h 55782"/>
              <a:gd name="connsiteX3" fmla="*/ 1892300 w 2937933"/>
              <a:gd name="connsiteY3" fmla="*/ 43082 h 55782"/>
              <a:gd name="connsiteX4" fmla="*/ 2760133 w 2937933"/>
              <a:gd name="connsiteY4" fmla="*/ 26148 h 55782"/>
              <a:gd name="connsiteX5" fmla="*/ 2937933 w 2937933"/>
              <a:gd name="connsiteY5" fmla="*/ 55782 h 5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37933" h="55782">
                <a:moveTo>
                  <a:pt x="0" y="38848"/>
                </a:moveTo>
                <a:lnTo>
                  <a:pt x="842433" y="17682"/>
                </a:lnTo>
                <a:cubicBezTo>
                  <a:pt x="1087261" y="11332"/>
                  <a:pt x="1293989" y="-3485"/>
                  <a:pt x="1468967" y="748"/>
                </a:cubicBezTo>
                <a:cubicBezTo>
                  <a:pt x="1643945" y="4981"/>
                  <a:pt x="1892300" y="43082"/>
                  <a:pt x="1892300" y="43082"/>
                </a:cubicBezTo>
                <a:lnTo>
                  <a:pt x="2760133" y="26148"/>
                </a:lnTo>
                <a:cubicBezTo>
                  <a:pt x="2934405" y="28265"/>
                  <a:pt x="2936169" y="42023"/>
                  <a:pt x="2937933" y="55782"/>
                </a:cubicBezTo>
              </a:path>
            </a:pathLst>
          </a:custGeom>
          <a:no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
        <p:nvSpPr>
          <p:cNvPr id="108" name="任意多边形: 形状 16"/>
          <p:cNvSpPr/>
          <p:nvPr>
            <p:custDataLst>
              <p:tags r:id="rId55"/>
            </p:custDataLst>
          </p:nvPr>
        </p:nvSpPr>
        <p:spPr>
          <a:xfrm flipV="1">
            <a:off x="9372918" y="2878455"/>
            <a:ext cx="1824042" cy="45719"/>
          </a:xfrm>
          <a:custGeom>
            <a:avLst/>
            <a:gdLst>
              <a:gd name="connsiteX0" fmla="*/ 0 w 2937933"/>
              <a:gd name="connsiteY0" fmla="*/ 38848 h 55782"/>
              <a:gd name="connsiteX1" fmla="*/ 842433 w 2937933"/>
              <a:gd name="connsiteY1" fmla="*/ 17682 h 55782"/>
              <a:gd name="connsiteX2" fmla="*/ 1468967 w 2937933"/>
              <a:gd name="connsiteY2" fmla="*/ 748 h 55782"/>
              <a:gd name="connsiteX3" fmla="*/ 1892300 w 2937933"/>
              <a:gd name="connsiteY3" fmla="*/ 43082 h 55782"/>
              <a:gd name="connsiteX4" fmla="*/ 2760133 w 2937933"/>
              <a:gd name="connsiteY4" fmla="*/ 26148 h 55782"/>
              <a:gd name="connsiteX5" fmla="*/ 2937933 w 2937933"/>
              <a:gd name="connsiteY5" fmla="*/ 55782 h 5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37933" h="55782">
                <a:moveTo>
                  <a:pt x="0" y="38848"/>
                </a:moveTo>
                <a:lnTo>
                  <a:pt x="842433" y="17682"/>
                </a:lnTo>
                <a:cubicBezTo>
                  <a:pt x="1087261" y="11332"/>
                  <a:pt x="1293989" y="-3485"/>
                  <a:pt x="1468967" y="748"/>
                </a:cubicBezTo>
                <a:cubicBezTo>
                  <a:pt x="1643945" y="4981"/>
                  <a:pt x="1892300" y="43082"/>
                  <a:pt x="1892300" y="43082"/>
                </a:cubicBezTo>
                <a:lnTo>
                  <a:pt x="2760133" y="26148"/>
                </a:lnTo>
                <a:cubicBezTo>
                  <a:pt x="2934405" y="28265"/>
                  <a:pt x="2936169" y="42023"/>
                  <a:pt x="2937933" y="55782"/>
                </a:cubicBezTo>
              </a:path>
            </a:pathLst>
          </a:custGeom>
          <a:no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
        <p:nvSpPr>
          <p:cNvPr id="7" name="标题"/>
          <p:cNvSpPr txBox="1"/>
          <p:nvPr>
            <p:custDataLst>
              <p:tags r:id="rId56"/>
            </p:custDataLst>
          </p:nvPr>
        </p:nvSpPr>
        <p:spPr>
          <a:xfrm>
            <a:off x="1061720" y="2291080"/>
            <a:ext cx="2191385" cy="512445"/>
          </a:xfrm>
          <a:prstGeom prst="rect">
            <a:avLst/>
          </a:prstGeom>
          <a:noFill/>
        </p:spPr>
        <p:txBody>
          <a:bodyPr wrap="square" lIns="0" tIns="0" rIns="0" bIns="0" rtlCol="0" anchor="ctr">
            <a:noAutofit/>
          </a:bodyPr>
          <a:p>
            <a:pPr algn="ctr"/>
            <a:r>
              <a:rPr lang="zh-CN" altLang="en-US" sz="2800" b="1" spc="300">
                <a:solidFill>
                  <a:schemeClr val="accent5"/>
                </a:solidFill>
                <a:latin typeface="+mn-ea"/>
              </a:rPr>
              <a:t>概念及内容：</a:t>
            </a:r>
            <a:endParaRPr lang="zh-CN" altLang="en-US" sz="2800" b="1" spc="300">
              <a:solidFill>
                <a:schemeClr val="accent5"/>
              </a:solidFill>
              <a:latin typeface="+mn-ea"/>
            </a:endParaRPr>
          </a:p>
        </p:txBody>
      </p:sp>
      <p:sp>
        <p:nvSpPr>
          <p:cNvPr id="8" name="标题"/>
          <p:cNvSpPr txBox="1"/>
          <p:nvPr>
            <p:custDataLst>
              <p:tags r:id="rId57"/>
            </p:custDataLst>
          </p:nvPr>
        </p:nvSpPr>
        <p:spPr>
          <a:xfrm>
            <a:off x="8936355" y="1982470"/>
            <a:ext cx="2260600" cy="895985"/>
          </a:xfrm>
          <a:prstGeom prst="rect">
            <a:avLst/>
          </a:prstGeom>
          <a:noFill/>
        </p:spPr>
        <p:txBody>
          <a:bodyPr wrap="square" lIns="0" tIns="0" rIns="0" bIns="0" rtlCol="0" anchor="ctr">
            <a:noAutofit/>
          </a:bodyPr>
          <a:p>
            <a:pPr algn="ctr"/>
            <a:r>
              <a:rPr lang="zh-CN" altLang="en-US" sz="2800" b="1" spc="300">
                <a:solidFill>
                  <a:schemeClr val="accent5"/>
                </a:solidFill>
                <a:latin typeface="+mn-ea"/>
              </a:rPr>
              <a:t>概念及内容</a:t>
            </a:r>
            <a:endParaRPr lang="zh-CN" altLang="en-US" sz="2800" b="1" spc="300">
              <a:solidFill>
                <a:schemeClr val="accent5"/>
              </a:solidFill>
              <a:latin typeface="+mn-ea"/>
            </a:endParaRPr>
          </a:p>
        </p:txBody>
      </p:sp>
      <p:sp>
        <p:nvSpPr>
          <p:cNvPr id="11" name="标题 16"/>
          <p:cNvSpPr>
            <a:spLocks noGrp="1"/>
          </p:cNvSpPr>
          <p:nvPr>
            <p:custDataLst>
              <p:tags r:id="rId58"/>
            </p:custDataLst>
          </p:nvPr>
        </p:nvSpPr>
        <p:spPr>
          <a:xfrm>
            <a:off x="6350000" y="360045"/>
            <a:ext cx="2504440" cy="720090"/>
          </a:xfrm>
          <a:prstGeom prst="rect">
            <a:avLst/>
          </a:prstGeom>
        </p:spPr>
        <p:txBody>
          <a:bodyPr vert="horz" wrap="square" lIns="0" tIns="0" rIns="0" bIns="0" rtlCol="0" anchor="b" anchorCtr="0">
            <a:normAutofit/>
          </a:bodyPr>
          <a:lst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a:lstStyle>
          <a:p>
            <a:r>
              <a:rPr lang="zh-CN" altLang="en-US"/>
              <a:t>（三）休息权</a:t>
            </a:r>
            <a:endParaRPr lang="zh-CN" altLang="en-US"/>
          </a:p>
        </p:txBody>
      </p:sp>
    </p:spTree>
    <p:custDataLst>
      <p:tags r:id="rId59"/>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695960" y="360045"/>
            <a:ext cx="3456305" cy="720090"/>
          </a:xfrm>
        </p:spPr>
        <p:txBody>
          <a:bodyPr>
            <a:normAutofit fontScale="90000"/>
          </a:bodyPr>
          <a:lstStyle/>
          <a:p>
            <a:r>
              <a:rPr lang="zh-CN" altLang="en-US"/>
              <a:t>（</a:t>
            </a:r>
            <a:r>
              <a:rPr lang="zh-CN" altLang="en-US" sz="3555"/>
              <a:t>四）社会保障权</a:t>
            </a:r>
            <a:endParaRPr lang="zh-CN" altLang="en-US" sz="3555"/>
          </a:p>
        </p:txBody>
      </p:sp>
      <p:sp>
        <p:nvSpPr>
          <p:cNvPr id="2" name="任意多边形: 形状 9"/>
          <p:cNvSpPr/>
          <p:nvPr>
            <p:custDataLst>
              <p:tags r:id="rId2"/>
            </p:custDataLst>
          </p:nvPr>
        </p:nvSpPr>
        <p:spPr>
          <a:xfrm>
            <a:off x="6361113" y="1742440"/>
            <a:ext cx="5207635" cy="4772660"/>
          </a:xfrm>
          <a:custGeom>
            <a:avLst/>
            <a:gdLst>
              <a:gd name="connsiteX0" fmla="*/ 28983 w 3269842"/>
              <a:gd name="connsiteY0" fmla="*/ 52063 h 2468804"/>
              <a:gd name="connsiteX1" fmla="*/ 16600 w 3269842"/>
              <a:gd name="connsiteY1" fmla="*/ 261613 h 2468804"/>
              <a:gd name="connsiteX2" fmla="*/ 64225 w 3269842"/>
              <a:gd name="connsiteY2" fmla="*/ 2377020 h 2468804"/>
              <a:gd name="connsiteX3" fmla="*/ 3216239 w 3269842"/>
              <a:gd name="connsiteY3" fmla="*/ 2362638 h 2468804"/>
              <a:gd name="connsiteX4" fmla="*/ 3226621 w 3269842"/>
              <a:gd name="connsiteY4" fmla="*/ 74732 h 2468804"/>
              <a:gd name="connsiteX5" fmla="*/ 29364 w 3269842"/>
              <a:gd name="connsiteY5" fmla="*/ 52253 h 246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9842" h="2468804">
                <a:moveTo>
                  <a:pt x="28983" y="52063"/>
                </a:moveTo>
                <a:cubicBezTo>
                  <a:pt x="24792" y="87305"/>
                  <a:pt x="20601" y="161029"/>
                  <a:pt x="16600" y="261613"/>
                </a:cubicBezTo>
                <a:cubicBezTo>
                  <a:pt x="-6260" y="846543"/>
                  <a:pt x="-17785" y="2335872"/>
                  <a:pt x="64225" y="2377020"/>
                </a:cubicBezTo>
                <a:cubicBezTo>
                  <a:pt x="279967" y="2485891"/>
                  <a:pt x="2564252" y="2516752"/>
                  <a:pt x="3216239" y="2362638"/>
                </a:cubicBezTo>
                <a:cubicBezTo>
                  <a:pt x="3301964" y="2342254"/>
                  <a:pt x="3268626" y="182651"/>
                  <a:pt x="3226621" y="74732"/>
                </a:cubicBezTo>
                <a:cubicBezTo>
                  <a:pt x="1891406" y="-36424"/>
                  <a:pt x="1443255" y="-6516"/>
                  <a:pt x="29364" y="52253"/>
                </a:cubicBezTo>
                <a:close/>
              </a:path>
            </a:pathLst>
          </a:custGeom>
          <a:solidFill>
            <a:schemeClr val="accent2">
              <a:lumMod val="60000"/>
              <a:lumOff val="40000"/>
            </a:schemeClr>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 name="任意多边形: 形状 11"/>
          <p:cNvSpPr/>
          <p:nvPr>
            <p:custDataLst>
              <p:tags r:id="rId3"/>
            </p:custDataLst>
          </p:nvPr>
        </p:nvSpPr>
        <p:spPr>
          <a:xfrm>
            <a:off x="6267133" y="1580515"/>
            <a:ext cx="5207635" cy="4853305"/>
          </a:xfrm>
          <a:custGeom>
            <a:avLst/>
            <a:gdLst>
              <a:gd name="connsiteX0" fmla="*/ 29011 w 3269968"/>
              <a:gd name="connsiteY0" fmla="*/ 52063 h 2468815"/>
              <a:gd name="connsiteX1" fmla="*/ 16628 w 3269968"/>
              <a:gd name="connsiteY1" fmla="*/ 261613 h 2468815"/>
              <a:gd name="connsiteX2" fmla="*/ 64253 w 3269968"/>
              <a:gd name="connsiteY2" fmla="*/ 2377116 h 2468815"/>
              <a:gd name="connsiteX3" fmla="*/ 3216171 w 3269968"/>
              <a:gd name="connsiteY3" fmla="*/ 2362637 h 2468815"/>
              <a:gd name="connsiteX4" fmla="*/ 3226554 w 3269968"/>
              <a:gd name="connsiteY4" fmla="*/ 74732 h 2468815"/>
              <a:gd name="connsiteX5" fmla="*/ 29392 w 3269968"/>
              <a:gd name="connsiteY5" fmla="*/ 52253 h 2468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9968" h="2468815">
                <a:moveTo>
                  <a:pt x="29011" y="52063"/>
                </a:moveTo>
                <a:cubicBezTo>
                  <a:pt x="24820" y="87305"/>
                  <a:pt x="20534" y="161029"/>
                  <a:pt x="16628" y="261613"/>
                </a:cubicBezTo>
                <a:cubicBezTo>
                  <a:pt x="-6232" y="846543"/>
                  <a:pt x="-17852" y="2335872"/>
                  <a:pt x="64253" y="2377116"/>
                </a:cubicBezTo>
                <a:cubicBezTo>
                  <a:pt x="279899" y="2485891"/>
                  <a:pt x="2564185" y="2516752"/>
                  <a:pt x="3216171" y="2362637"/>
                </a:cubicBezTo>
                <a:cubicBezTo>
                  <a:pt x="3302372" y="2342254"/>
                  <a:pt x="3268559" y="182651"/>
                  <a:pt x="3226554" y="74732"/>
                </a:cubicBezTo>
                <a:cubicBezTo>
                  <a:pt x="1891339" y="-36424"/>
                  <a:pt x="1443188" y="-6516"/>
                  <a:pt x="29392" y="52253"/>
                </a:cubicBezTo>
                <a:close/>
              </a:path>
            </a:pathLst>
          </a:custGeom>
          <a:solidFill>
            <a:schemeClr val="accent2"/>
          </a:solidFill>
          <a:ln w="25400" cap="flat">
            <a:solidFill>
              <a:schemeClr val="tx1">
                <a:lumMod val="75000"/>
                <a:lumOff val="25000"/>
              </a:schemeClr>
            </a:solidFill>
            <a:prstDash val="solid"/>
            <a:miter/>
          </a:ln>
        </p:spPr>
        <p:txBody>
          <a:bodyPr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dirty="0">
              <a:solidFill>
                <a:schemeClr val="bg1">
                  <a:lumMod val="95000"/>
                </a:schemeClr>
              </a:solidFill>
              <a:latin typeface="汉仪粗圆简" panose="02010600000101010101" charset="-122"/>
              <a:ea typeface="汉仪粗圆简" panose="02010600000101010101" charset="-122"/>
              <a:sym typeface="汉仪粗圆简" panose="02010600000101010101" charset="-122"/>
            </a:endParaRPr>
          </a:p>
        </p:txBody>
      </p:sp>
      <p:sp>
        <p:nvSpPr>
          <p:cNvPr id="4" name="任意多边形: 形状 13"/>
          <p:cNvSpPr/>
          <p:nvPr>
            <p:custDataLst>
              <p:tags r:id="rId4"/>
            </p:custDataLst>
          </p:nvPr>
        </p:nvSpPr>
        <p:spPr>
          <a:xfrm>
            <a:off x="6680518" y="1731010"/>
            <a:ext cx="207645" cy="193675"/>
          </a:xfrm>
          <a:custGeom>
            <a:avLst/>
            <a:gdLst>
              <a:gd name="connsiteX0" fmla="*/ 106064 w 141618"/>
              <a:gd name="connsiteY0" fmla="*/ 7398 h 131496"/>
              <a:gd name="connsiteX1" fmla="*/ 4814 w 141618"/>
              <a:gd name="connsiteY1" fmla="*/ 91694 h 131496"/>
              <a:gd name="connsiteX2" fmla="*/ 136068 w 141618"/>
              <a:gd name="connsiteY2" fmla="*/ 91694 h 131496"/>
              <a:gd name="connsiteX3" fmla="*/ 106064 w 141618"/>
              <a:gd name="connsiteY3" fmla="*/ 7208 h 131496"/>
            </a:gdLst>
            <a:ahLst/>
            <a:cxnLst>
              <a:cxn ang="0">
                <a:pos x="connsiteX0" y="connsiteY0"/>
              </a:cxn>
              <a:cxn ang="0">
                <a:pos x="connsiteX1" y="connsiteY1"/>
              </a:cxn>
              <a:cxn ang="0">
                <a:pos x="connsiteX2" y="connsiteY2"/>
              </a:cxn>
              <a:cxn ang="0">
                <a:pos x="connsiteX3" y="connsiteY3"/>
              </a:cxn>
            </a:cxnLst>
            <a:rect l="l" t="t" r="r" b="b"/>
            <a:pathLst>
              <a:path w="141618" h="131496">
                <a:moveTo>
                  <a:pt x="106064" y="7398"/>
                </a:moveTo>
                <a:cubicBezTo>
                  <a:pt x="58439" y="-15653"/>
                  <a:pt x="-20713" y="13589"/>
                  <a:pt x="4814" y="91694"/>
                </a:cubicBezTo>
                <a:cubicBezTo>
                  <a:pt x="20911" y="141129"/>
                  <a:pt x="111494" y="147606"/>
                  <a:pt x="136068" y="91694"/>
                </a:cubicBezTo>
                <a:cubicBezTo>
                  <a:pt x="149756" y="60024"/>
                  <a:pt x="136668" y="23152"/>
                  <a:pt x="106064" y="720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 name="任意多边形: 形状 14"/>
          <p:cNvSpPr/>
          <p:nvPr>
            <p:custDataLst>
              <p:tags r:id="rId5"/>
            </p:custDataLst>
          </p:nvPr>
        </p:nvSpPr>
        <p:spPr>
          <a:xfrm>
            <a:off x="6636703" y="1501140"/>
            <a:ext cx="303530" cy="344805"/>
          </a:xfrm>
          <a:custGeom>
            <a:avLst/>
            <a:gdLst>
              <a:gd name="connsiteX0" fmla="*/ 204793 w 206549"/>
              <a:gd name="connsiteY0" fmla="*/ 87440 h 234384"/>
              <a:gd name="connsiteX1" fmla="*/ 122402 w 206549"/>
              <a:gd name="connsiteY1" fmla="*/ 1715 h 234384"/>
              <a:gd name="connsiteX2" fmla="*/ 79920 w 206549"/>
              <a:gd name="connsiteY2" fmla="*/ 234125 h 234384"/>
            </a:gdLst>
            <a:ahLst/>
            <a:cxnLst>
              <a:cxn ang="0">
                <a:pos x="connsiteX0" y="connsiteY0"/>
              </a:cxn>
              <a:cxn ang="0">
                <a:pos x="connsiteX1" y="connsiteY1"/>
              </a:cxn>
              <a:cxn ang="0">
                <a:pos x="connsiteX2" y="connsiteY2"/>
              </a:cxn>
            </a:cxnLst>
            <a:rect l="l" t="t" r="r" b="b"/>
            <a:pathLst>
              <a:path w="206549" h="234384">
                <a:moveTo>
                  <a:pt x="204793" y="87440"/>
                </a:moveTo>
                <a:cubicBezTo>
                  <a:pt x="212984" y="57246"/>
                  <a:pt x="190791" y="14383"/>
                  <a:pt x="122402" y="1715"/>
                </a:cubicBezTo>
                <a:cubicBezTo>
                  <a:pt x="-16282" y="-24288"/>
                  <a:pt x="-46572" y="214789"/>
                  <a:pt x="79920" y="234125"/>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 name="任意多边形: 形状 15"/>
          <p:cNvSpPr/>
          <p:nvPr>
            <p:custDataLst>
              <p:tags r:id="rId6"/>
            </p:custDataLst>
          </p:nvPr>
        </p:nvSpPr>
        <p:spPr>
          <a:xfrm>
            <a:off x="7062153" y="1718310"/>
            <a:ext cx="207010" cy="196850"/>
          </a:xfrm>
          <a:custGeom>
            <a:avLst/>
            <a:gdLst>
              <a:gd name="connsiteX0" fmla="*/ 112265 w 140923"/>
              <a:gd name="connsiteY0" fmla="*/ 122398 h 133896"/>
              <a:gd name="connsiteX1" fmla="*/ 74165 w 140923"/>
              <a:gd name="connsiteY1" fmla="*/ 859 h 133896"/>
              <a:gd name="connsiteX2" fmla="*/ 12538 w 140923"/>
              <a:gd name="connsiteY2" fmla="*/ 108491 h 133896"/>
              <a:gd name="connsiteX3" fmla="*/ 112551 w 140923"/>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923" h="133896">
                <a:moveTo>
                  <a:pt x="112265" y="122398"/>
                </a:moveTo>
                <a:cubicBezTo>
                  <a:pt x="155794" y="93061"/>
                  <a:pt x="154270" y="17623"/>
                  <a:pt x="74165" y="859"/>
                </a:cubicBezTo>
                <a:cubicBezTo>
                  <a:pt x="23302" y="-9904"/>
                  <a:pt x="-23371" y="59342"/>
                  <a:pt x="12538" y="108491"/>
                </a:cubicBezTo>
                <a:cubicBezTo>
                  <a:pt x="30445" y="132875"/>
                  <a:pt x="81499" y="143353"/>
                  <a:pt x="112551" y="12239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9" name="任意多边形: 形状 16"/>
          <p:cNvSpPr/>
          <p:nvPr>
            <p:custDataLst>
              <p:tags r:id="rId7"/>
            </p:custDataLst>
          </p:nvPr>
        </p:nvSpPr>
        <p:spPr>
          <a:xfrm>
            <a:off x="7021513" y="1470660"/>
            <a:ext cx="299720" cy="346075"/>
          </a:xfrm>
          <a:custGeom>
            <a:avLst/>
            <a:gdLst>
              <a:gd name="connsiteX0" fmla="*/ 203863 w 203999"/>
              <a:gd name="connsiteY0" fmla="*/ 88248 h 235097"/>
              <a:gd name="connsiteX1" fmla="*/ 125091 w 203999"/>
              <a:gd name="connsiteY1" fmla="*/ 333 h 235097"/>
              <a:gd name="connsiteX2" fmla="*/ 78990 w 203999"/>
              <a:gd name="connsiteY2" fmla="*/ 234838 h 235097"/>
            </a:gdLst>
            <a:ahLst/>
            <a:cxnLst>
              <a:cxn ang="0">
                <a:pos x="connsiteX0" y="connsiteY0"/>
              </a:cxn>
              <a:cxn ang="0">
                <a:pos x="connsiteX1" y="connsiteY1"/>
              </a:cxn>
              <a:cxn ang="0">
                <a:pos x="connsiteX2" y="connsiteY2"/>
              </a:cxn>
            </a:cxnLst>
            <a:rect l="l" t="t" r="r" b="b"/>
            <a:pathLst>
              <a:path w="203999" h="235097">
                <a:moveTo>
                  <a:pt x="203863" y="88248"/>
                </a:moveTo>
                <a:cubicBezTo>
                  <a:pt x="198529" y="54054"/>
                  <a:pt x="192909" y="7000"/>
                  <a:pt x="125091" y="333"/>
                </a:cubicBezTo>
                <a:cubicBezTo>
                  <a:pt x="-15307" y="-13383"/>
                  <a:pt x="-47407" y="215502"/>
                  <a:pt x="78990" y="234838"/>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0" name="任意多边形: 形状 17"/>
          <p:cNvSpPr/>
          <p:nvPr>
            <p:custDataLst>
              <p:tags r:id="rId8"/>
            </p:custDataLst>
          </p:nvPr>
        </p:nvSpPr>
        <p:spPr>
          <a:xfrm>
            <a:off x="7453313" y="1710055"/>
            <a:ext cx="207010" cy="199390"/>
          </a:xfrm>
          <a:custGeom>
            <a:avLst/>
            <a:gdLst>
              <a:gd name="connsiteX0" fmla="*/ 113795 w 140833"/>
              <a:gd name="connsiteY0" fmla="*/ 121379 h 135591"/>
              <a:gd name="connsiteX1" fmla="*/ 75695 w 140833"/>
              <a:gd name="connsiteY1" fmla="*/ -160 h 135591"/>
              <a:gd name="connsiteX2" fmla="*/ 16640 w 140833"/>
              <a:gd name="connsiteY2" fmla="*/ 114140 h 135591"/>
              <a:gd name="connsiteX3" fmla="*/ 114080 w 140833"/>
              <a:gd name="connsiteY3" fmla="*/ 121760 h 135591"/>
            </a:gdLst>
            <a:ahLst/>
            <a:cxnLst>
              <a:cxn ang="0">
                <a:pos x="connsiteX0" y="connsiteY0"/>
              </a:cxn>
              <a:cxn ang="0">
                <a:pos x="connsiteX1" y="connsiteY1"/>
              </a:cxn>
              <a:cxn ang="0">
                <a:pos x="connsiteX2" y="connsiteY2"/>
              </a:cxn>
              <a:cxn ang="0">
                <a:pos x="connsiteX3" y="connsiteY3"/>
              </a:cxn>
            </a:cxnLst>
            <a:rect l="l" t="t" r="r" b="b"/>
            <a:pathLst>
              <a:path w="140833" h="135591">
                <a:moveTo>
                  <a:pt x="113795" y="121379"/>
                </a:moveTo>
                <a:cubicBezTo>
                  <a:pt x="157324" y="92042"/>
                  <a:pt x="150371" y="-3779"/>
                  <a:pt x="75695" y="-160"/>
                </a:cubicBezTo>
                <a:cubicBezTo>
                  <a:pt x="23783" y="2317"/>
                  <a:pt x="-27556" y="51275"/>
                  <a:pt x="16640" y="114140"/>
                </a:cubicBezTo>
                <a:cubicBezTo>
                  <a:pt x="34070" y="138810"/>
                  <a:pt x="83315" y="142715"/>
                  <a:pt x="114080" y="121760"/>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5" name="任意多边形: 形状 18"/>
          <p:cNvSpPr/>
          <p:nvPr>
            <p:custDataLst>
              <p:tags r:id="rId9"/>
            </p:custDataLst>
          </p:nvPr>
        </p:nvSpPr>
        <p:spPr>
          <a:xfrm>
            <a:off x="7408863" y="1463040"/>
            <a:ext cx="306070" cy="337185"/>
          </a:xfrm>
          <a:custGeom>
            <a:avLst/>
            <a:gdLst>
              <a:gd name="connsiteX0" fmla="*/ 208440 w 208577"/>
              <a:gd name="connsiteY0" fmla="*/ 82738 h 229206"/>
              <a:gd name="connsiteX1" fmla="*/ 118429 w 208577"/>
              <a:gd name="connsiteY1" fmla="*/ 347 h 229206"/>
              <a:gd name="connsiteX2" fmla="*/ 83568 w 208577"/>
              <a:gd name="connsiteY2" fmla="*/ 228947 h 229206"/>
            </a:gdLst>
            <a:ahLst/>
            <a:cxnLst>
              <a:cxn ang="0">
                <a:pos x="connsiteX0" y="connsiteY0"/>
              </a:cxn>
              <a:cxn ang="0">
                <a:pos x="connsiteX1" y="connsiteY1"/>
              </a:cxn>
              <a:cxn ang="0">
                <a:pos x="connsiteX2" y="connsiteY2"/>
              </a:cxn>
            </a:cxnLst>
            <a:rect l="l" t="t" r="r" b="b"/>
            <a:pathLst>
              <a:path w="208577" h="229206">
                <a:moveTo>
                  <a:pt x="208440" y="82738"/>
                </a:moveTo>
                <a:cubicBezTo>
                  <a:pt x="203106" y="48543"/>
                  <a:pt x="186247" y="6538"/>
                  <a:pt x="118429" y="347"/>
                </a:cubicBezTo>
                <a:cubicBezTo>
                  <a:pt x="-21969" y="-13369"/>
                  <a:pt x="-42829" y="209897"/>
                  <a:pt x="83568" y="228947"/>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6" name="任意多边形: 形状 19"/>
          <p:cNvSpPr/>
          <p:nvPr>
            <p:custDataLst>
              <p:tags r:id="rId10"/>
            </p:custDataLst>
          </p:nvPr>
        </p:nvSpPr>
        <p:spPr>
          <a:xfrm>
            <a:off x="7836218" y="1689735"/>
            <a:ext cx="205105" cy="203835"/>
          </a:xfrm>
          <a:custGeom>
            <a:avLst/>
            <a:gdLst>
              <a:gd name="connsiteX0" fmla="*/ 113668 w 139680"/>
              <a:gd name="connsiteY0" fmla="*/ 122016 h 138561"/>
              <a:gd name="connsiteX1" fmla="*/ 75568 w 139680"/>
              <a:gd name="connsiteY1" fmla="*/ 382 h 138561"/>
              <a:gd name="connsiteX2" fmla="*/ 16608 w 139680"/>
              <a:gd name="connsiteY2" fmla="*/ 116778 h 138561"/>
              <a:gd name="connsiteX3" fmla="*/ 114049 w 139680"/>
              <a:gd name="connsiteY3" fmla="*/ 122016 h 138561"/>
            </a:gdLst>
            <a:ahLst/>
            <a:cxnLst>
              <a:cxn ang="0">
                <a:pos x="connsiteX0" y="connsiteY0"/>
              </a:cxn>
              <a:cxn ang="0">
                <a:pos x="connsiteX1" y="connsiteY1"/>
              </a:cxn>
              <a:cxn ang="0">
                <a:pos x="connsiteX2" y="connsiteY2"/>
              </a:cxn>
              <a:cxn ang="0">
                <a:pos x="connsiteX3" y="connsiteY3"/>
              </a:cxn>
            </a:cxnLst>
            <a:rect l="l" t="t" r="r" b="b"/>
            <a:pathLst>
              <a:path w="139680" h="138561">
                <a:moveTo>
                  <a:pt x="113668" y="122016"/>
                </a:moveTo>
                <a:cubicBezTo>
                  <a:pt x="159388" y="80392"/>
                  <a:pt x="143195" y="10479"/>
                  <a:pt x="75568" y="382"/>
                </a:cubicBezTo>
                <a:cubicBezTo>
                  <a:pt x="24228" y="-7238"/>
                  <a:pt x="-27683" y="54294"/>
                  <a:pt x="16608" y="116778"/>
                </a:cubicBezTo>
                <a:cubicBezTo>
                  <a:pt x="34039" y="141447"/>
                  <a:pt x="86331" y="147162"/>
                  <a:pt x="114049" y="122016"/>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8" name="任意多边形: 形状 20"/>
          <p:cNvSpPr/>
          <p:nvPr>
            <p:custDataLst>
              <p:tags r:id="rId11"/>
            </p:custDataLst>
          </p:nvPr>
        </p:nvSpPr>
        <p:spPr>
          <a:xfrm>
            <a:off x="7786053" y="1445260"/>
            <a:ext cx="309245" cy="335915"/>
          </a:xfrm>
          <a:custGeom>
            <a:avLst/>
            <a:gdLst>
              <a:gd name="connsiteX0" fmla="*/ 210535 w 210672"/>
              <a:gd name="connsiteY0" fmla="*/ 76816 h 228618"/>
              <a:gd name="connsiteX1" fmla="*/ 114428 w 210672"/>
              <a:gd name="connsiteY1" fmla="*/ -241 h 228618"/>
              <a:gd name="connsiteX2" fmla="*/ 87091 w 210672"/>
              <a:gd name="connsiteY2" fmla="*/ 228359 h 228618"/>
            </a:gdLst>
            <a:ahLst/>
            <a:cxnLst>
              <a:cxn ang="0">
                <a:pos x="connsiteX0" y="connsiteY0"/>
              </a:cxn>
              <a:cxn ang="0">
                <a:pos x="connsiteX1" y="connsiteY1"/>
              </a:cxn>
              <a:cxn ang="0">
                <a:pos x="connsiteX2" y="connsiteY2"/>
              </a:cxn>
            </a:cxnLst>
            <a:rect l="l" t="t" r="r" b="b"/>
            <a:pathLst>
              <a:path w="210672" h="228618">
                <a:moveTo>
                  <a:pt x="210535" y="76816"/>
                </a:moveTo>
                <a:cubicBezTo>
                  <a:pt x="205201" y="42621"/>
                  <a:pt x="186628" y="-1289"/>
                  <a:pt x="114428" y="-241"/>
                </a:cubicBezTo>
                <a:cubicBezTo>
                  <a:pt x="-26637" y="1854"/>
                  <a:pt x="-39401" y="208737"/>
                  <a:pt x="87091" y="228359"/>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19" name="任意多边形: 形状 21"/>
          <p:cNvSpPr/>
          <p:nvPr>
            <p:custDataLst>
              <p:tags r:id="rId12"/>
            </p:custDataLst>
          </p:nvPr>
        </p:nvSpPr>
        <p:spPr>
          <a:xfrm>
            <a:off x="8203883" y="1680210"/>
            <a:ext cx="207645" cy="193675"/>
          </a:xfrm>
          <a:custGeom>
            <a:avLst/>
            <a:gdLst>
              <a:gd name="connsiteX0" fmla="*/ 106042 w 141596"/>
              <a:gd name="connsiteY0" fmla="*/ 7398 h 131496"/>
              <a:gd name="connsiteX1" fmla="*/ 4792 w 141596"/>
              <a:gd name="connsiteY1" fmla="*/ 91694 h 131496"/>
              <a:gd name="connsiteX2" fmla="*/ 136046 w 141596"/>
              <a:gd name="connsiteY2" fmla="*/ 91694 h 131496"/>
              <a:gd name="connsiteX3" fmla="*/ 106042 w 141596"/>
              <a:gd name="connsiteY3" fmla="*/ 7208 h 131496"/>
            </a:gdLst>
            <a:ahLst/>
            <a:cxnLst>
              <a:cxn ang="0">
                <a:pos x="connsiteX0" y="connsiteY0"/>
              </a:cxn>
              <a:cxn ang="0">
                <a:pos x="connsiteX1" y="connsiteY1"/>
              </a:cxn>
              <a:cxn ang="0">
                <a:pos x="connsiteX2" y="connsiteY2"/>
              </a:cxn>
              <a:cxn ang="0">
                <a:pos x="connsiteX3" y="connsiteY3"/>
              </a:cxn>
            </a:cxnLst>
            <a:rect l="l" t="t" r="r" b="b"/>
            <a:pathLst>
              <a:path w="141596" h="131496">
                <a:moveTo>
                  <a:pt x="106042" y="7398"/>
                </a:moveTo>
                <a:cubicBezTo>
                  <a:pt x="58894" y="-15652"/>
                  <a:pt x="-20735" y="13589"/>
                  <a:pt x="4792" y="91694"/>
                </a:cubicBezTo>
                <a:cubicBezTo>
                  <a:pt x="20889" y="141129"/>
                  <a:pt x="111472" y="147606"/>
                  <a:pt x="136046" y="91694"/>
                </a:cubicBezTo>
                <a:cubicBezTo>
                  <a:pt x="149734" y="60024"/>
                  <a:pt x="136646" y="23152"/>
                  <a:pt x="106042" y="720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0" name="任意多边形: 形状 22"/>
          <p:cNvSpPr/>
          <p:nvPr>
            <p:custDataLst>
              <p:tags r:id="rId13"/>
            </p:custDataLst>
          </p:nvPr>
        </p:nvSpPr>
        <p:spPr>
          <a:xfrm>
            <a:off x="8166418" y="1428750"/>
            <a:ext cx="303530" cy="344805"/>
          </a:xfrm>
          <a:custGeom>
            <a:avLst/>
            <a:gdLst>
              <a:gd name="connsiteX0" fmla="*/ 204753 w 206541"/>
              <a:gd name="connsiteY0" fmla="*/ 87440 h 234384"/>
              <a:gd name="connsiteX1" fmla="*/ 122362 w 206541"/>
              <a:gd name="connsiteY1" fmla="*/ 1715 h 234384"/>
              <a:gd name="connsiteX2" fmla="*/ 79880 w 206541"/>
              <a:gd name="connsiteY2" fmla="*/ 234125 h 234384"/>
            </a:gdLst>
            <a:ahLst/>
            <a:cxnLst>
              <a:cxn ang="0">
                <a:pos x="connsiteX0" y="connsiteY0"/>
              </a:cxn>
              <a:cxn ang="0">
                <a:pos x="connsiteX1" y="connsiteY1"/>
              </a:cxn>
              <a:cxn ang="0">
                <a:pos x="connsiteX2" y="connsiteY2"/>
              </a:cxn>
            </a:cxnLst>
            <a:rect l="l" t="t" r="r" b="b"/>
            <a:pathLst>
              <a:path w="206541" h="234384">
                <a:moveTo>
                  <a:pt x="204753" y="87440"/>
                </a:moveTo>
                <a:cubicBezTo>
                  <a:pt x="213040" y="57246"/>
                  <a:pt x="190847" y="14383"/>
                  <a:pt x="122362" y="1715"/>
                </a:cubicBezTo>
                <a:cubicBezTo>
                  <a:pt x="-16322" y="-24288"/>
                  <a:pt x="-46517" y="214789"/>
                  <a:pt x="79880" y="234125"/>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1" name="任意多边形: 形状 23"/>
          <p:cNvSpPr/>
          <p:nvPr>
            <p:custDataLst>
              <p:tags r:id="rId14"/>
            </p:custDataLst>
          </p:nvPr>
        </p:nvSpPr>
        <p:spPr>
          <a:xfrm>
            <a:off x="8595043" y="1676400"/>
            <a:ext cx="207010" cy="196850"/>
          </a:xfrm>
          <a:custGeom>
            <a:avLst/>
            <a:gdLst>
              <a:gd name="connsiteX0" fmla="*/ 112172 w 140899"/>
              <a:gd name="connsiteY0" fmla="*/ 122398 h 133896"/>
              <a:gd name="connsiteX1" fmla="*/ 74072 w 140899"/>
              <a:gd name="connsiteY1" fmla="*/ 859 h 133896"/>
              <a:gd name="connsiteX2" fmla="*/ 12540 w 140899"/>
              <a:gd name="connsiteY2" fmla="*/ 108492 h 133896"/>
              <a:gd name="connsiteX3" fmla="*/ 112457 w 140899"/>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899" h="133896">
                <a:moveTo>
                  <a:pt x="112172" y="122398"/>
                </a:moveTo>
                <a:cubicBezTo>
                  <a:pt x="155796" y="93061"/>
                  <a:pt x="154272" y="17623"/>
                  <a:pt x="74072" y="859"/>
                </a:cubicBezTo>
                <a:cubicBezTo>
                  <a:pt x="23303" y="-9904"/>
                  <a:pt x="-23369" y="59343"/>
                  <a:pt x="12540" y="108492"/>
                </a:cubicBezTo>
                <a:cubicBezTo>
                  <a:pt x="30447" y="132876"/>
                  <a:pt x="81501" y="143353"/>
                  <a:pt x="112457" y="12239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2" name="任意多边形: 形状 24"/>
          <p:cNvSpPr/>
          <p:nvPr>
            <p:custDataLst>
              <p:tags r:id="rId15"/>
            </p:custDataLst>
          </p:nvPr>
        </p:nvSpPr>
        <p:spPr>
          <a:xfrm>
            <a:off x="8554403" y="1423035"/>
            <a:ext cx="299720" cy="346075"/>
          </a:xfrm>
          <a:custGeom>
            <a:avLst/>
            <a:gdLst>
              <a:gd name="connsiteX0" fmla="*/ 203903 w 204039"/>
              <a:gd name="connsiteY0" fmla="*/ 88248 h 235097"/>
              <a:gd name="connsiteX1" fmla="*/ 125131 w 204039"/>
              <a:gd name="connsiteY1" fmla="*/ 333 h 235097"/>
              <a:gd name="connsiteX2" fmla="*/ 79030 w 204039"/>
              <a:gd name="connsiteY2" fmla="*/ 234838 h 235097"/>
            </a:gdLst>
            <a:ahLst/>
            <a:cxnLst>
              <a:cxn ang="0">
                <a:pos x="connsiteX0" y="connsiteY0"/>
              </a:cxn>
              <a:cxn ang="0">
                <a:pos x="connsiteX1" y="connsiteY1"/>
              </a:cxn>
              <a:cxn ang="0">
                <a:pos x="connsiteX2" y="connsiteY2"/>
              </a:cxn>
            </a:cxnLst>
            <a:rect l="l" t="t" r="r" b="b"/>
            <a:pathLst>
              <a:path w="204039" h="235097">
                <a:moveTo>
                  <a:pt x="203903" y="88248"/>
                </a:moveTo>
                <a:cubicBezTo>
                  <a:pt x="198569" y="54053"/>
                  <a:pt x="192949" y="7000"/>
                  <a:pt x="125131" y="333"/>
                </a:cubicBezTo>
                <a:cubicBezTo>
                  <a:pt x="-15267" y="-13383"/>
                  <a:pt x="-47462" y="215502"/>
                  <a:pt x="79030" y="234838"/>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3" name="任意多边形: 形状 25"/>
          <p:cNvSpPr/>
          <p:nvPr>
            <p:custDataLst>
              <p:tags r:id="rId16"/>
            </p:custDataLst>
          </p:nvPr>
        </p:nvSpPr>
        <p:spPr>
          <a:xfrm>
            <a:off x="8981123" y="1680845"/>
            <a:ext cx="207010" cy="199390"/>
          </a:xfrm>
          <a:custGeom>
            <a:avLst/>
            <a:gdLst>
              <a:gd name="connsiteX0" fmla="*/ 113794 w 140833"/>
              <a:gd name="connsiteY0" fmla="*/ 121469 h 135602"/>
              <a:gd name="connsiteX1" fmla="*/ 75694 w 140833"/>
              <a:gd name="connsiteY1" fmla="*/ -165 h 135602"/>
              <a:gd name="connsiteX2" fmla="*/ 16640 w 140833"/>
              <a:gd name="connsiteY2" fmla="*/ 114135 h 135602"/>
              <a:gd name="connsiteX3" fmla="*/ 114080 w 140833"/>
              <a:gd name="connsiteY3" fmla="*/ 121850 h 135602"/>
            </a:gdLst>
            <a:ahLst/>
            <a:cxnLst>
              <a:cxn ang="0">
                <a:pos x="connsiteX0" y="connsiteY0"/>
              </a:cxn>
              <a:cxn ang="0">
                <a:pos x="connsiteX1" y="connsiteY1"/>
              </a:cxn>
              <a:cxn ang="0">
                <a:pos x="connsiteX2" y="connsiteY2"/>
              </a:cxn>
              <a:cxn ang="0">
                <a:pos x="connsiteX3" y="connsiteY3"/>
              </a:cxn>
            </a:cxnLst>
            <a:rect l="l" t="t" r="r" b="b"/>
            <a:pathLst>
              <a:path w="140833" h="135602">
                <a:moveTo>
                  <a:pt x="113794" y="121469"/>
                </a:moveTo>
                <a:cubicBezTo>
                  <a:pt x="157324" y="92037"/>
                  <a:pt x="150370" y="-3689"/>
                  <a:pt x="75694" y="-165"/>
                </a:cubicBezTo>
                <a:cubicBezTo>
                  <a:pt x="23783" y="2311"/>
                  <a:pt x="-27556" y="51270"/>
                  <a:pt x="16640" y="114135"/>
                </a:cubicBezTo>
                <a:cubicBezTo>
                  <a:pt x="34166" y="138805"/>
                  <a:pt x="83315" y="142710"/>
                  <a:pt x="114080" y="121850"/>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4" name="任意多边形: 形状 26"/>
          <p:cNvSpPr/>
          <p:nvPr>
            <p:custDataLst>
              <p:tags r:id="rId17"/>
            </p:custDataLst>
          </p:nvPr>
        </p:nvSpPr>
        <p:spPr>
          <a:xfrm>
            <a:off x="8936038" y="1434465"/>
            <a:ext cx="306070" cy="337820"/>
          </a:xfrm>
          <a:custGeom>
            <a:avLst/>
            <a:gdLst>
              <a:gd name="connsiteX0" fmla="*/ 208440 w 208577"/>
              <a:gd name="connsiteY0" fmla="*/ 82738 h 229682"/>
              <a:gd name="connsiteX1" fmla="*/ 118429 w 208577"/>
              <a:gd name="connsiteY1" fmla="*/ 347 h 229682"/>
              <a:gd name="connsiteX2" fmla="*/ 83568 w 208577"/>
              <a:gd name="connsiteY2" fmla="*/ 229423 h 229682"/>
            </a:gdLst>
            <a:ahLst/>
            <a:cxnLst>
              <a:cxn ang="0">
                <a:pos x="connsiteX0" y="connsiteY0"/>
              </a:cxn>
              <a:cxn ang="0">
                <a:pos x="connsiteX1" y="connsiteY1"/>
              </a:cxn>
              <a:cxn ang="0">
                <a:pos x="connsiteX2" y="connsiteY2"/>
              </a:cxn>
            </a:cxnLst>
            <a:rect l="l" t="t" r="r" b="b"/>
            <a:pathLst>
              <a:path w="208577" h="229682">
                <a:moveTo>
                  <a:pt x="208440" y="82738"/>
                </a:moveTo>
                <a:cubicBezTo>
                  <a:pt x="203106" y="48543"/>
                  <a:pt x="186247" y="6538"/>
                  <a:pt x="118429" y="347"/>
                </a:cubicBezTo>
                <a:cubicBezTo>
                  <a:pt x="-21970" y="-13369"/>
                  <a:pt x="-42829" y="209897"/>
                  <a:pt x="83568" y="229423"/>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5" name="任意多边形: 形状 27"/>
          <p:cNvSpPr/>
          <p:nvPr>
            <p:custDataLst>
              <p:tags r:id="rId18"/>
            </p:custDataLst>
          </p:nvPr>
        </p:nvSpPr>
        <p:spPr>
          <a:xfrm>
            <a:off x="9375458" y="1699895"/>
            <a:ext cx="205105" cy="203835"/>
          </a:xfrm>
          <a:custGeom>
            <a:avLst/>
            <a:gdLst>
              <a:gd name="connsiteX0" fmla="*/ 113627 w 139639"/>
              <a:gd name="connsiteY0" fmla="*/ 121922 h 138498"/>
              <a:gd name="connsiteX1" fmla="*/ 75527 w 139639"/>
              <a:gd name="connsiteY1" fmla="*/ 383 h 138498"/>
              <a:gd name="connsiteX2" fmla="*/ 16567 w 139639"/>
              <a:gd name="connsiteY2" fmla="*/ 116683 h 138498"/>
              <a:gd name="connsiteX3" fmla="*/ 114008 w 139639"/>
              <a:gd name="connsiteY3" fmla="*/ 121922 h 138498"/>
            </a:gdLst>
            <a:ahLst/>
            <a:cxnLst>
              <a:cxn ang="0">
                <a:pos x="connsiteX0" y="connsiteY0"/>
              </a:cxn>
              <a:cxn ang="0">
                <a:pos x="connsiteX1" y="connsiteY1"/>
              </a:cxn>
              <a:cxn ang="0">
                <a:pos x="connsiteX2" y="connsiteY2"/>
              </a:cxn>
              <a:cxn ang="0">
                <a:pos x="connsiteX3" y="connsiteY3"/>
              </a:cxn>
            </a:cxnLst>
            <a:rect l="l" t="t" r="r" b="b"/>
            <a:pathLst>
              <a:path w="139639" h="138498">
                <a:moveTo>
                  <a:pt x="113627" y="121922"/>
                </a:moveTo>
                <a:cubicBezTo>
                  <a:pt x="159347" y="80298"/>
                  <a:pt x="143154" y="10384"/>
                  <a:pt x="75527" y="383"/>
                </a:cubicBezTo>
                <a:cubicBezTo>
                  <a:pt x="24187" y="-7237"/>
                  <a:pt x="-27629" y="54199"/>
                  <a:pt x="16567" y="116683"/>
                </a:cubicBezTo>
                <a:cubicBezTo>
                  <a:pt x="33998" y="141448"/>
                  <a:pt x="86290" y="147068"/>
                  <a:pt x="114008" y="121922"/>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6" name="任意多边形: 形状 28"/>
          <p:cNvSpPr/>
          <p:nvPr>
            <p:custDataLst>
              <p:tags r:id="rId19"/>
            </p:custDataLst>
          </p:nvPr>
        </p:nvSpPr>
        <p:spPr>
          <a:xfrm>
            <a:off x="9325293" y="1456055"/>
            <a:ext cx="309245" cy="336550"/>
          </a:xfrm>
          <a:custGeom>
            <a:avLst/>
            <a:gdLst>
              <a:gd name="connsiteX0" fmla="*/ 210535 w 210672"/>
              <a:gd name="connsiteY0" fmla="*/ 76724 h 228621"/>
              <a:gd name="connsiteX1" fmla="*/ 114428 w 210672"/>
              <a:gd name="connsiteY1" fmla="*/ -238 h 228621"/>
              <a:gd name="connsiteX2" fmla="*/ 87091 w 210672"/>
              <a:gd name="connsiteY2" fmla="*/ 228362 h 228621"/>
            </a:gdLst>
            <a:ahLst/>
            <a:cxnLst>
              <a:cxn ang="0">
                <a:pos x="connsiteX0" y="connsiteY0"/>
              </a:cxn>
              <a:cxn ang="0">
                <a:pos x="connsiteX1" y="connsiteY1"/>
              </a:cxn>
              <a:cxn ang="0">
                <a:pos x="connsiteX2" y="connsiteY2"/>
              </a:cxn>
            </a:cxnLst>
            <a:rect l="l" t="t" r="r" b="b"/>
            <a:pathLst>
              <a:path w="210672" h="228621">
                <a:moveTo>
                  <a:pt x="210535" y="76724"/>
                </a:moveTo>
                <a:cubicBezTo>
                  <a:pt x="205201" y="42530"/>
                  <a:pt x="186723" y="-1381"/>
                  <a:pt x="114428" y="-238"/>
                </a:cubicBezTo>
                <a:cubicBezTo>
                  <a:pt x="-26637" y="1763"/>
                  <a:pt x="-39401" y="208646"/>
                  <a:pt x="87091" y="228362"/>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7" name="任意多边形: 形状 29"/>
          <p:cNvSpPr/>
          <p:nvPr>
            <p:custDataLst>
              <p:tags r:id="rId20"/>
            </p:custDataLst>
          </p:nvPr>
        </p:nvSpPr>
        <p:spPr>
          <a:xfrm>
            <a:off x="9753918" y="1713865"/>
            <a:ext cx="207010" cy="196850"/>
          </a:xfrm>
          <a:custGeom>
            <a:avLst/>
            <a:gdLst>
              <a:gd name="connsiteX0" fmla="*/ 112171 w 140829"/>
              <a:gd name="connsiteY0" fmla="*/ 122398 h 133896"/>
              <a:gd name="connsiteX1" fmla="*/ 74071 w 140829"/>
              <a:gd name="connsiteY1" fmla="*/ 859 h 133896"/>
              <a:gd name="connsiteX2" fmla="*/ 12540 w 140829"/>
              <a:gd name="connsiteY2" fmla="*/ 108491 h 133896"/>
              <a:gd name="connsiteX3" fmla="*/ 112552 w 140829"/>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829" h="133896">
                <a:moveTo>
                  <a:pt x="112171" y="122398"/>
                </a:moveTo>
                <a:cubicBezTo>
                  <a:pt x="155701" y="93061"/>
                  <a:pt x="154177" y="17623"/>
                  <a:pt x="74071" y="859"/>
                </a:cubicBezTo>
                <a:cubicBezTo>
                  <a:pt x="23303" y="-9904"/>
                  <a:pt x="-23370" y="59342"/>
                  <a:pt x="12540" y="108491"/>
                </a:cubicBezTo>
                <a:cubicBezTo>
                  <a:pt x="30447" y="132875"/>
                  <a:pt x="81501" y="143353"/>
                  <a:pt x="112552" y="122398"/>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8" name="任意多边形: 形状 30"/>
          <p:cNvSpPr/>
          <p:nvPr>
            <p:custDataLst>
              <p:tags r:id="rId21"/>
            </p:custDataLst>
          </p:nvPr>
        </p:nvSpPr>
        <p:spPr>
          <a:xfrm>
            <a:off x="9713278" y="1460500"/>
            <a:ext cx="299720" cy="346075"/>
          </a:xfrm>
          <a:custGeom>
            <a:avLst/>
            <a:gdLst>
              <a:gd name="connsiteX0" fmla="*/ 203903 w 204040"/>
              <a:gd name="connsiteY0" fmla="*/ 88241 h 235185"/>
              <a:gd name="connsiteX1" fmla="*/ 125131 w 204040"/>
              <a:gd name="connsiteY1" fmla="*/ 325 h 235185"/>
              <a:gd name="connsiteX2" fmla="*/ 79030 w 204040"/>
              <a:gd name="connsiteY2" fmla="*/ 234926 h 235185"/>
            </a:gdLst>
            <a:ahLst/>
            <a:cxnLst>
              <a:cxn ang="0">
                <a:pos x="connsiteX0" y="connsiteY0"/>
              </a:cxn>
              <a:cxn ang="0">
                <a:pos x="connsiteX1" y="connsiteY1"/>
              </a:cxn>
              <a:cxn ang="0">
                <a:pos x="connsiteX2" y="connsiteY2"/>
              </a:cxn>
            </a:cxnLst>
            <a:rect l="l" t="t" r="r" b="b"/>
            <a:pathLst>
              <a:path w="204040" h="235185">
                <a:moveTo>
                  <a:pt x="203903" y="88241"/>
                </a:moveTo>
                <a:cubicBezTo>
                  <a:pt x="198569" y="54046"/>
                  <a:pt x="192949" y="6992"/>
                  <a:pt x="125131" y="325"/>
                </a:cubicBezTo>
                <a:cubicBezTo>
                  <a:pt x="-15267" y="-13296"/>
                  <a:pt x="-47462" y="215495"/>
                  <a:pt x="79030" y="234926"/>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29" name="任意多边形: 形状 31"/>
          <p:cNvSpPr/>
          <p:nvPr>
            <p:custDataLst>
              <p:tags r:id="rId22"/>
            </p:custDataLst>
          </p:nvPr>
        </p:nvSpPr>
        <p:spPr>
          <a:xfrm>
            <a:off x="10145713" y="1742440"/>
            <a:ext cx="207010" cy="199390"/>
          </a:xfrm>
          <a:custGeom>
            <a:avLst/>
            <a:gdLst>
              <a:gd name="connsiteX0" fmla="*/ 113795 w 140833"/>
              <a:gd name="connsiteY0" fmla="*/ 121379 h 135591"/>
              <a:gd name="connsiteX1" fmla="*/ 75695 w 140833"/>
              <a:gd name="connsiteY1" fmla="*/ -160 h 135591"/>
              <a:gd name="connsiteX2" fmla="*/ 16640 w 140833"/>
              <a:gd name="connsiteY2" fmla="*/ 114140 h 135591"/>
              <a:gd name="connsiteX3" fmla="*/ 114080 w 140833"/>
              <a:gd name="connsiteY3" fmla="*/ 121760 h 135591"/>
            </a:gdLst>
            <a:ahLst/>
            <a:cxnLst>
              <a:cxn ang="0">
                <a:pos x="connsiteX0" y="connsiteY0"/>
              </a:cxn>
              <a:cxn ang="0">
                <a:pos x="connsiteX1" y="connsiteY1"/>
              </a:cxn>
              <a:cxn ang="0">
                <a:pos x="connsiteX2" y="connsiteY2"/>
              </a:cxn>
              <a:cxn ang="0">
                <a:pos x="connsiteX3" y="connsiteY3"/>
              </a:cxn>
            </a:cxnLst>
            <a:rect l="l" t="t" r="r" b="b"/>
            <a:pathLst>
              <a:path w="140833" h="135591">
                <a:moveTo>
                  <a:pt x="113795" y="121379"/>
                </a:moveTo>
                <a:cubicBezTo>
                  <a:pt x="157324" y="92042"/>
                  <a:pt x="150371" y="-3779"/>
                  <a:pt x="75695" y="-160"/>
                </a:cubicBezTo>
                <a:cubicBezTo>
                  <a:pt x="23783" y="2317"/>
                  <a:pt x="-27556" y="51180"/>
                  <a:pt x="16640" y="114140"/>
                </a:cubicBezTo>
                <a:cubicBezTo>
                  <a:pt x="34166" y="138810"/>
                  <a:pt x="83315" y="142715"/>
                  <a:pt x="114080" y="121760"/>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0" name="任意多边形: 形状 32"/>
          <p:cNvSpPr/>
          <p:nvPr>
            <p:custDataLst>
              <p:tags r:id="rId23"/>
            </p:custDataLst>
          </p:nvPr>
        </p:nvSpPr>
        <p:spPr>
          <a:xfrm>
            <a:off x="10101263" y="1496060"/>
            <a:ext cx="306070" cy="337185"/>
          </a:xfrm>
          <a:custGeom>
            <a:avLst/>
            <a:gdLst>
              <a:gd name="connsiteX0" fmla="*/ 208440 w 208577"/>
              <a:gd name="connsiteY0" fmla="*/ 82738 h 229206"/>
              <a:gd name="connsiteX1" fmla="*/ 118429 w 208577"/>
              <a:gd name="connsiteY1" fmla="*/ 347 h 229206"/>
              <a:gd name="connsiteX2" fmla="*/ 83567 w 208577"/>
              <a:gd name="connsiteY2" fmla="*/ 228947 h 229206"/>
            </a:gdLst>
            <a:ahLst/>
            <a:cxnLst>
              <a:cxn ang="0">
                <a:pos x="connsiteX0" y="connsiteY0"/>
              </a:cxn>
              <a:cxn ang="0">
                <a:pos x="connsiteX1" y="connsiteY1"/>
              </a:cxn>
              <a:cxn ang="0">
                <a:pos x="connsiteX2" y="connsiteY2"/>
              </a:cxn>
            </a:cxnLst>
            <a:rect l="l" t="t" r="r" b="b"/>
            <a:pathLst>
              <a:path w="208577" h="229206">
                <a:moveTo>
                  <a:pt x="208440" y="82738"/>
                </a:moveTo>
                <a:cubicBezTo>
                  <a:pt x="203106" y="48543"/>
                  <a:pt x="186247" y="6538"/>
                  <a:pt x="118429" y="347"/>
                </a:cubicBezTo>
                <a:cubicBezTo>
                  <a:pt x="-21969" y="-13369"/>
                  <a:pt x="-42829" y="209897"/>
                  <a:pt x="83567" y="228947"/>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1" name="任意多边形: 形状 33"/>
          <p:cNvSpPr/>
          <p:nvPr>
            <p:custDataLst>
              <p:tags r:id="rId24"/>
            </p:custDataLst>
          </p:nvPr>
        </p:nvSpPr>
        <p:spPr>
          <a:xfrm>
            <a:off x="10548938" y="1778635"/>
            <a:ext cx="205105" cy="203835"/>
          </a:xfrm>
          <a:custGeom>
            <a:avLst/>
            <a:gdLst>
              <a:gd name="connsiteX0" fmla="*/ 113668 w 139680"/>
              <a:gd name="connsiteY0" fmla="*/ 121922 h 138498"/>
              <a:gd name="connsiteX1" fmla="*/ 75568 w 139680"/>
              <a:gd name="connsiteY1" fmla="*/ 383 h 138498"/>
              <a:gd name="connsiteX2" fmla="*/ 16608 w 139680"/>
              <a:gd name="connsiteY2" fmla="*/ 116683 h 138498"/>
              <a:gd name="connsiteX3" fmla="*/ 114049 w 139680"/>
              <a:gd name="connsiteY3" fmla="*/ 121922 h 138498"/>
            </a:gdLst>
            <a:ahLst/>
            <a:cxnLst>
              <a:cxn ang="0">
                <a:pos x="connsiteX0" y="connsiteY0"/>
              </a:cxn>
              <a:cxn ang="0">
                <a:pos x="connsiteX1" y="connsiteY1"/>
              </a:cxn>
              <a:cxn ang="0">
                <a:pos x="connsiteX2" y="connsiteY2"/>
              </a:cxn>
              <a:cxn ang="0">
                <a:pos x="connsiteX3" y="connsiteY3"/>
              </a:cxn>
            </a:cxnLst>
            <a:rect l="l" t="t" r="r" b="b"/>
            <a:pathLst>
              <a:path w="139680" h="138498">
                <a:moveTo>
                  <a:pt x="113668" y="121922"/>
                </a:moveTo>
                <a:cubicBezTo>
                  <a:pt x="159388" y="80298"/>
                  <a:pt x="143195" y="10384"/>
                  <a:pt x="75568" y="383"/>
                </a:cubicBezTo>
                <a:cubicBezTo>
                  <a:pt x="24228" y="-7237"/>
                  <a:pt x="-27683" y="54199"/>
                  <a:pt x="16608" y="116683"/>
                </a:cubicBezTo>
                <a:cubicBezTo>
                  <a:pt x="34039" y="141448"/>
                  <a:pt x="86331" y="147068"/>
                  <a:pt x="114049" y="121922"/>
                </a:cubicBezTo>
                <a:close/>
              </a:path>
            </a:pathLst>
          </a:custGeom>
          <a:solidFill>
            <a:schemeClr val="accent2">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2" name="任意多边形: 形状 34"/>
          <p:cNvSpPr/>
          <p:nvPr>
            <p:custDataLst>
              <p:tags r:id="rId25"/>
            </p:custDataLst>
          </p:nvPr>
        </p:nvSpPr>
        <p:spPr>
          <a:xfrm>
            <a:off x="10498773" y="1532255"/>
            <a:ext cx="309245" cy="335915"/>
          </a:xfrm>
          <a:custGeom>
            <a:avLst/>
            <a:gdLst>
              <a:gd name="connsiteX0" fmla="*/ 210550 w 210687"/>
              <a:gd name="connsiteY0" fmla="*/ 76816 h 228618"/>
              <a:gd name="connsiteX1" fmla="*/ 114443 w 210687"/>
              <a:gd name="connsiteY1" fmla="*/ -241 h 228618"/>
              <a:gd name="connsiteX2" fmla="*/ 87011 w 210687"/>
              <a:gd name="connsiteY2" fmla="*/ 228359 h 228618"/>
            </a:gdLst>
            <a:ahLst/>
            <a:cxnLst>
              <a:cxn ang="0">
                <a:pos x="connsiteX0" y="connsiteY0"/>
              </a:cxn>
              <a:cxn ang="0">
                <a:pos x="connsiteX1" y="connsiteY1"/>
              </a:cxn>
              <a:cxn ang="0">
                <a:pos x="connsiteX2" y="connsiteY2"/>
              </a:cxn>
            </a:cxnLst>
            <a:rect l="l" t="t" r="r" b="b"/>
            <a:pathLst>
              <a:path w="210687" h="228618">
                <a:moveTo>
                  <a:pt x="210550" y="76816"/>
                </a:moveTo>
                <a:cubicBezTo>
                  <a:pt x="205216" y="42621"/>
                  <a:pt x="186642" y="-1289"/>
                  <a:pt x="114443" y="-241"/>
                </a:cubicBezTo>
                <a:cubicBezTo>
                  <a:pt x="-26622" y="1854"/>
                  <a:pt x="-39386" y="208737"/>
                  <a:pt x="87011" y="228359"/>
                </a:cubicBezTo>
              </a:path>
            </a:pathLst>
          </a:custGeom>
          <a:noFill/>
          <a:ln w="28575" cap="rnd">
            <a:solidFill>
              <a:schemeClr val="accent2">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3" name="任意多边形: 形状 9"/>
          <p:cNvSpPr/>
          <p:nvPr>
            <p:custDataLst>
              <p:tags r:id="rId26"/>
            </p:custDataLst>
          </p:nvPr>
        </p:nvSpPr>
        <p:spPr>
          <a:xfrm>
            <a:off x="704532" y="1661160"/>
            <a:ext cx="5207635" cy="4853305"/>
          </a:xfrm>
          <a:custGeom>
            <a:avLst/>
            <a:gdLst>
              <a:gd name="connsiteX0" fmla="*/ 28983 w 3269842"/>
              <a:gd name="connsiteY0" fmla="*/ 52063 h 2468804"/>
              <a:gd name="connsiteX1" fmla="*/ 16600 w 3269842"/>
              <a:gd name="connsiteY1" fmla="*/ 261613 h 2468804"/>
              <a:gd name="connsiteX2" fmla="*/ 64225 w 3269842"/>
              <a:gd name="connsiteY2" fmla="*/ 2377020 h 2468804"/>
              <a:gd name="connsiteX3" fmla="*/ 3216239 w 3269842"/>
              <a:gd name="connsiteY3" fmla="*/ 2362638 h 2468804"/>
              <a:gd name="connsiteX4" fmla="*/ 3226621 w 3269842"/>
              <a:gd name="connsiteY4" fmla="*/ 74732 h 2468804"/>
              <a:gd name="connsiteX5" fmla="*/ 29364 w 3269842"/>
              <a:gd name="connsiteY5" fmla="*/ 52253 h 246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9842" h="2468804">
                <a:moveTo>
                  <a:pt x="28983" y="52063"/>
                </a:moveTo>
                <a:cubicBezTo>
                  <a:pt x="24792" y="87305"/>
                  <a:pt x="20601" y="161029"/>
                  <a:pt x="16600" y="261613"/>
                </a:cubicBezTo>
                <a:cubicBezTo>
                  <a:pt x="-6260" y="846543"/>
                  <a:pt x="-17785" y="2335872"/>
                  <a:pt x="64225" y="2377020"/>
                </a:cubicBezTo>
                <a:cubicBezTo>
                  <a:pt x="279967" y="2485891"/>
                  <a:pt x="2564252" y="2516752"/>
                  <a:pt x="3216239" y="2362638"/>
                </a:cubicBezTo>
                <a:cubicBezTo>
                  <a:pt x="3301964" y="2342254"/>
                  <a:pt x="3268626" y="182651"/>
                  <a:pt x="3226621" y="74732"/>
                </a:cubicBezTo>
                <a:cubicBezTo>
                  <a:pt x="1891406" y="-36424"/>
                  <a:pt x="1443255" y="-6516"/>
                  <a:pt x="29364" y="52253"/>
                </a:cubicBezTo>
                <a:close/>
              </a:path>
            </a:pathLst>
          </a:custGeom>
          <a:solidFill>
            <a:schemeClr val="accent1">
              <a:lumMod val="60000"/>
              <a:lumOff val="40000"/>
            </a:schemeClr>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4" name="任意多边形: 形状 11"/>
          <p:cNvSpPr/>
          <p:nvPr>
            <p:custDataLst>
              <p:tags r:id="rId27"/>
            </p:custDataLst>
          </p:nvPr>
        </p:nvSpPr>
        <p:spPr>
          <a:xfrm>
            <a:off x="610552" y="1579880"/>
            <a:ext cx="5207635" cy="4853305"/>
          </a:xfrm>
          <a:custGeom>
            <a:avLst/>
            <a:gdLst>
              <a:gd name="connsiteX0" fmla="*/ 29011 w 3269968"/>
              <a:gd name="connsiteY0" fmla="*/ 52063 h 2468815"/>
              <a:gd name="connsiteX1" fmla="*/ 16628 w 3269968"/>
              <a:gd name="connsiteY1" fmla="*/ 261613 h 2468815"/>
              <a:gd name="connsiteX2" fmla="*/ 64253 w 3269968"/>
              <a:gd name="connsiteY2" fmla="*/ 2377116 h 2468815"/>
              <a:gd name="connsiteX3" fmla="*/ 3216171 w 3269968"/>
              <a:gd name="connsiteY3" fmla="*/ 2362637 h 2468815"/>
              <a:gd name="connsiteX4" fmla="*/ 3226554 w 3269968"/>
              <a:gd name="connsiteY4" fmla="*/ 74732 h 2468815"/>
              <a:gd name="connsiteX5" fmla="*/ 29392 w 3269968"/>
              <a:gd name="connsiteY5" fmla="*/ 52253 h 2468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9968" h="2468815">
                <a:moveTo>
                  <a:pt x="29011" y="52063"/>
                </a:moveTo>
                <a:cubicBezTo>
                  <a:pt x="24820" y="87305"/>
                  <a:pt x="20534" y="161029"/>
                  <a:pt x="16628" y="261613"/>
                </a:cubicBezTo>
                <a:cubicBezTo>
                  <a:pt x="-6232" y="846543"/>
                  <a:pt x="-17852" y="2335872"/>
                  <a:pt x="64253" y="2377116"/>
                </a:cubicBezTo>
                <a:cubicBezTo>
                  <a:pt x="279899" y="2485891"/>
                  <a:pt x="2564185" y="2516752"/>
                  <a:pt x="3216171" y="2362637"/>
                </a:cubicBezTo>
                <a:cubicBezTo>
                  <a:pt x="3302372" y="2342254"/>
                  <a:pt x="3268559" y="182651"/>
                  <a:pt x="3226554" y="74732"/>
                </a:cubicBezTo>
                <a:cubicBezTo>
                  <a:pt x="1891339" y="-36424"/>
                  <a:pt x="1443188" y="-6516"/>
                  <a:pt x="29392" y="52253"/>
                </a:cubicBezTo>
                <a:close/>
              </a:path>
            </a:pathLst>
          </a:custGeom>
          <a:solidFill>
            <a:schemeClr val="accent1"/>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5" name="任意多边形: 形状 13"/>
          <p:cNvSpPr/>
          <p:nvPr>
            <p:custDataLst>
              <p:tags r:id="rId28"/>
            </p:custDataLst>
          </p:nvPr>
        </p:nvSpPr>
        <p:spPr>
          <a:xfrm>
            <a:off x="1079817" y="1731010"/>
            <a:ext cx="207645" cy="193675"/>
          </a:xfrm>
          <a:custGeom>
            <a:avLst/>
            <a:gdLst>
              <a:gd name="connsiteX0" fmla="*/ 106064 w 141618"/>
              <a:gd name="connsiteY0" fmla="*/ 7398 h 131496"/>
              <a:gd name="connsiteX1" fmla="*/ 4814 w 141618"/>
              <a:gd name="connsiteY1" fmla="*/ 91694 h 131496"/>
              <a:gd name="connsiteX2" fmla="*/ 136068 w 141618"/>
              <a:gd name="connsiteY2" fmla="*/ 91694 h 131496"/>
              <a:gd name="connsiteX3" fmla="*/ 106064 w 141618"/>
              <a:gd name="connsiteY3" fmla="*/ 7208 h 131496"/>
            </a:gdLst>
            <a:ahLst/>
            <a:cxnLst>
              <a:cxn ang="0">
                <a:pos x="connsiteX0" y="connsiteY0"/>
              </a:cxn>
              <a:cxn ang="0">
                <a:pos x="connsiteX1" y="connsiteY1"/>
              </a:cxn>
              <a:cxn ang="0">
                <a:pos x="connsiteX2" y="connsiteY2"/>
              </a:cxn>
              <a:cxn ang="0">
                <a:pos x="connsiteX3" y="connsiteY3"/>
              </a:cxn>
            </a:cxnLst>
            <a:rect l="l" t="t" r="r" b="b"/>
            <a:pathLst>
              <a:path w="141618" h="131496">
                <a:moveTo>
                  <a:pt x="106064" y="7398"/>
                </a:moveTo>
                <a:cubicBezTo>
                  <a:pt x="58439" y="-15653"/>
                  <a:pt x="-20713" y="13589"/>
                  <a:pt x="4814" y="91694"/>
                </a:cubicBezTo>
                <a:cubicBezTo>
                  <a:pt x="20911" y="141129"/>
                  <a:pt x="111494" y="147606"/>
                  <a:pt x="136068" y="91694"/>
                </a:cubicBezTo>
                <a:cubicBezTo>
                  <a:pt x="149756" y="60024"/>
                  <a:pt x="136668" y="23152"/>
                  <a:pt x="106064" y="720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6" name="任意多边形: 形状 14"/>
          <p:cNvSpPr/>
          <p:nvPr>
            <p:custDataLst>
              <p:tags r:id="rId29"/>
            </p:custDataLst>
          </p:nvPr>
        </p:nvSpPr>
        <p:spPr>
          <a:xfrm>
            <a:off x="1036002" y="1490980"/>
            <a:ext cx="303530" cy="344805"/>
          </a:xfrm>
          <a:custGeom>
            <a:avLst/>
            <a:gdLst>
              <a:gd name="connsiteX0" fmla="*/ 204793 w 206549"/>
              <a:gd name="connsiteY0" fmla="*/ 87440 h 234384"/>
              <a:gd name="connsiteX1" fmla="*/ 122402 w 206549"/>
              <a:gd name="connsiteY1" fmla="*/ 1715 h 234384"/>
              <a:gd name="connsiteX2" fmla="*/ 79920 w 206549"/>
              <a:gd name="connsiteY2" fmla="*/ 234125 h 234384"/>
            </a:gdLst>
            <a:ahLst/>
            <a:cxnLst>
              <a:cxn ang="0">
                <a:pos x="connsiteX0" y="connsiteY0"/>
              </a:cxn>
              <a:cxn ang="0">
                <a:pos x="connsiteX1" y="connsiteY1"/>
              </a:cxn>
              <a:cxn ang="0">
                <a:pos x="connsiteX2" y="connsiteY2"/>
              </a:cxn>
            </a:cxnLst>
            <a:rect l="l" t="t" r="r" b="b"/>
            <a:pathLst>
              <a:path w="206549" h="234384">
                <a:moveTo>
                  <a:pt x="204793" y="87440"/>
                </a:moveTo>
                <a:cubicBezTo>
                  <a:pt x="212984" y="57246"/>
                  <a:pt x="190791" y="14383"/>
                  <a:pt x="122402" y="1715"/>
                </a:cubicBezTo>
                <a:cubicBezTo>
                  <a:pt x="-16282" y="-24288"/>
                  <a:pt x="-46572" y="214789"/>
                  <a:pt x="79920" y="234125"/>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7" name="任意多边形: 形状 15"/>
          <p:cNvSpPr/>
          <p:nvPr>
            <p:custDataLst>
              <p:tags r:id="rId30"/>
            </p:custDataLst>
          </p:nvPr>
        </p:nvSpPr>
        <p:spPr>
          <a:xfrm>
            <a:off x="1461452" y="1718310"/>
            <a:ext cx="207010" cy="196850"/>
          </a:xfrm>
          <a:custGeom>
            <a:avLst/>
            <a:gdLst>
              <a:gd name="connsiteX0" fmla="*/ 112265 w 140923"/>
              <a:gd name="connsiteY0" fmla="*/ 122398 h 133896"/>
              <a:gd name="connsiteX1" fmla="*/ 74165 w 140923"/>
              <a:gd name="connsiteY1" fmla="*/ 859 h 133896"/>
              <a:gd name="connsiteX2" fmla="*/ 12538 w 140923"/>
              <a:gd name="connsiteY2" fmla="*/ 108491 h 133896"/>
              <a:gd name="connsiteX3" fmla="*/ 112551 w 140923"/>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923" h="133896">
                <a:moveTo>
                  <a:pt x="112265" y="122398"/>
                </a:moveTo>
                <a:cubicBezTo>
                  <a:pt x="155794" y="93061"/>
                  <a:pt x="154270" y="17623"/>
                  <a:pt x="74165" y="859"/>
                </a:cubicBezTo>
                <a:cubicBezTo>
                  <a:pt x="23302" y="-9904"/>
                  <a:pt x="-23371" y="59342"/>
                  <a:pt x="12538" y="108491"/>
                </a:cubicBezTo>
                <a:cubicBezTo>
                  <a:pt x="30445" y="132875"/>
                  <a:pt x="81499" y="143353"/>
                  <a:pt x="112551" y="12239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8" name="任意多边形: 形状 16"/>
          <p:cNvSpPr/>
          <p:nvPr>
            <p:custDataLst>
              <p:tags r:id="rId31"/>
            </p:custDataLst>
          </p:nvPr>
        </p:nvSpPr>
        <p:spPr>
          <a:xfrm>
            <a:off x="1420812" y="1470660"/>
            <a:ext cx="299720" cy="346075"/>
          </a:xfrm>
          <a:custGeom>
            <a:avLst/>
            <a:gdLst>
              <a:gd name="connsiteX0" fmla="*/ 203863 w 203999"/>
              <a:gd name="connsiteY0" fmla="*/ 88248 h 235097"/>
              <a:gd name="connsiteX1" fmla="*/ 125091 w 203999"/>
              <a:gd name="connsiteY1" fmla="*/ 333 h 235097"/>
              <a:gd name="connsiteX2" fmla="*/ 78990 w 203999"/>
              <a:gd name="connsiteY2" fmla="*/ 234838 h 235097"/>
            </a:gdLst>
            <a:ahLst/>
            <a:cxnLst>
              <a:cxn ang="0">
                <a:pos x="connsiteX0" y="connsiteY0"/>
              </a:cxn>
              <a:cxn ang="0">
                <a:pos x="connsiteX1" y="connsiteY1"/>
              </a:cxn>
              <a:cxn ang="0">
                <a:pos x="connsiteX2" y="connsiteY2"/>
              </a:cxn>
            </a:cxnLst>
            <a:rect l="l" t="t" r="r" b="b"/>
            <a:pathLst>
              <a:path w="203999" h="235097">
                <a:moveTo>
                  <a:pt x="203863" y="88248"/>
                </a:moveTo>
                <a:cubicBezTo>
                  <a:pt x="198529" y="54054"/>
                  <a:pt x="192909" y="7000"/>
                  <a:pt x="125091" y="333"/>
                </a:cubicBezTo>
                <a:cubicBezTo>
                  <a:pt x="-15307" y="-13383"/>
                  <a:pt x="-47407" y="215502"/>
                  <a:pt x="78990" y="234838"/>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39" name="任意多边形: 形状 17"/>
          <p:cNvSpPr/>
          <p:nvPr>
            <p:custDataLst>
              <p:tags r:id="rId32"/>
            </p:custDataLst>
          </p:nvPr>
        </p:nvSpPr>
        <p:spPr>
          <a:xfrm>
            <a:off x="1852612" y="1710055"/>
            <a:ext cx="207010" cy="199390"/>
          </a:xfrm>
          <a:custGeom>
            <a:avLst/>
            <a:gdLst>
              <a:gd name="connsiteX0" fmla="*/ 113795 w 140833"/>
              <a:gd name="connsiteY0" fmla="*/ 121379 h 135591"/>
              <a:gd name="connsiteX1" fmla="*/ 75695 w 140833"/>
              <a:gd name="connsiteY1" fmla="*/ -160 h 135591"/>
              <a:gd name="connsiteX2" fmla="*/ 16640 w 140833"/>
              <a:gd name="connsiteY2" fmla="*/ 114140 h 135591"/>
              <a:gd name="connsiteX3" fmla="*/ 114080 w 140833"/>
              <a:gd name="connsiteY3" fmla="*/ 121760 h 135591"/>
            </a:gdLst>
            <a:ahLst/>
            <a:cxnLst>
              <a:cxn ang="0">
                <a:pos x="connsiteX0" y="connsiteY0"/>
              </a:cxn>
              <a:cxn ang="0">
                <a:pos x="connsiteX1" y="connsiteY1"/>
              </a:cxn>
              <a:cxn ang="0">
                <a:pos x="connsiteX2" y="connsiteY2"/>
              </a:cxn>
              <a:cxn ang="0">
                <a:pos x="connsiteX3" y="connsiteY3"/>
              </a:cxn>
            </a:cxnLst>
            <a:rect l="l" t="t" r="r" b="b"/>
            <a:pathLst>
              <a:path w="140833" h="135591">
                <a:moveTo>
                  <a:pt x="113795" y="121379"/>
                </a:moveTo>
                <a:cubicBezTo>
                  <a:pt x="157324" y="92042"/>
                  <a:pt x="150371" y="-3779"/>
                  <a:pt x="75695" y="-160"/>
                </a:cubicBezTo>
                <a:cubicBezTo>
                  <a:pt x="23783" y="2317"/>
                  <a:pt x="-27556" y="51275"/>
                  <a:pt x="16640" y="114140"/>
                </a:cubicBezTo>
                <a:cubicBezTo>
                  <a:pt x="34070" y="138810"/>
                  <a:pt x="83315" y="142715"/>
                  <a:pt x="114080" y="121760"/>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0" name="任意多边形: 形状 18"/>
          <p:cNvSpPr/>
          <p:nvPr>
            <p:custDataLst>
              <p:tags r:id="rId33"/>
            </p:custDataLst>
          </p:nvPr>
        </p:nvSpPr>
        <p:spPr>
          <a:xfrm>
            <a:off x="1808162" y="1463040"/>
            <a:ext cx="306070" cy="337185"/>
          </a:xfrm>
          <a:custGeom>
            <a:avLst/>
            <a:gdLst>
              <a:gd name="connsiteX0" fmla="*/ 208440 w 208577"/>
              <a:gd name="connsiteY0" fmla="*/ 82738 h 229206"/>
              <a:gd name="connsiteX1" fmla="*/ 118429 w 208577"/>
              <a:gd name="connsiteY1" fmla="*/ 347 h 229206"/>
              <a:gd name="connsiteX2" fmla="*/ 83568 w 208577"/>
              <a:gd name="connsiteY2" fmla="*/ 228947 h 229206"/>
            </a:gdLst>
            <a:ahLst/>
            <a:cxnLst>
              <a:cxn ang="0">
                <a:pos x="connsiteX0" y="connsiteY0"/>
              </a:cxn>
              <a:cxn ang="0">
                <a:pos x="connsiteX1" y="connsiteY1"/>
              </a:cxn>
              <a:cxn ang="0">
                <a:pos x="connsiteX2" y="connsiteY2"/>
              </a:cxn>
            </a:cxnLst>
            <a:rect l="l" t="t" r="r" b="b"/>
            <a:pathLst>
              <a:path w="208577" h="229206">
                <a:moveTo>
                  <a:pt x="208440" y="82738"/>
                </a:moveTo>
                <a:cubicBezTo>
                  <a:pt x="203106" y="48543"/>
                  <a:pt x="186247" y="6538"/>
                  <a:pt x="118429" y="347"/>
                </a:cubicBezTo>
                <a:cubicBezTo>
                  <a:pt x="-21969" y="-13369"/>
                  <a:pt x="-42829" y="209897"/>
                  <a:pt x="83568" y="228947"/>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1" name="任意多边形: 形状 19"/>
          <p:cNvSpPr/>
          <p:nvPr>
            <p:custDataLst>
              <p:tags r:id="rId34"/>
            </p:custDataLst>
          </p:nvPr>
        </p:nvSpPr>
        <p:spPr>
          <a:xfrm>
            <a:off x="2235517" y="1689735"/>
            <a:ext cx="205105" cy="203835"/>
          </a:xfrm>
          <a:custGeom>
            <a:avLst/>
            <a:gdLst>
              <a:gd name="connsiteX0" fmla="*/ 113668 w 139680"/>
              <a:gd name="connsiteY0" fmla="*/ 122016 h 138561"/>
              <a:gd name="connsiteX1" fmla="*/ 75568 w 139680"/>
              <a:gd name="connsiteY1" fmla="*/ 382 h 138561"/>
              <a:gd name="connsiteX2" fmla="*/ 16608 w 139680"/>
              <a:gd name="connsiteY2" fmla="*/ 116778 h 138561"/>
              <a:gd name="connsiteX3" fmla="*/ 114049 w 139680"/>
              <a:gd name="connsiteY3" fmla="*/ 122016 h 138561"/>
            </a:gdLst>
            <a:ahLst/>
            <a:cxnLst>
              <a:cxn ang="0">
                <a:pos x="connsiteX0" y="connsiteY0"/>
              </a:cxn>
              <a:cxn ang="0">
                <a:pos x="connsiteX1" y="connsiteY1"/>
              </a:cxn>
              <a:cxn ang="0">
                <a:pos x="connsiteX2" y="connsiteY2"/>
              </a:cxn>
              <a:cxn ang="0">
                <a:pos x="connsiteX3" y="connsiteY3"/>
              </a:cxn>
            </a:cxnLst>
            <a:rect l="l" t="t" r="r" b="b"/>
            <a:pathLst>
              <a:path w="139680" h="138561">
                <a:moveTo>
                  <a:pt x="113668" y="122016"/>
                </a:moveTo>
                <a:cubicBezTo>
                  <a:pt x="159388" y="80392"/>
                  <a:pt x="143195" y="10479"/>
                  <a:pt x="75568" y="382"/>
                </a:cubicBezTo>
                <a:cubicBezTo>
                  <a:pt x="24228" y="-7238"/>
                  <a:pt x="-27683" y="54294"/>
                  <a:pt x="16608" y="116778"/>
                </a:cubicBezTo>
                <a:cubicBezTo>
                  <a:pt x="34039" y="141447"/>
                  <a:pt x="86331" y="147162"/>
                  <a:pt x="114049" y="122016"/>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2" name="任意多边形: 形状 20"/>
          <p:cNvSpPr/>
          <p:nvPr>
            <p:custDataLst>
              <p:tags r:id="rId35"/>
            </p:custDataLst>
          </p:nvPr>
        </p:nvSpPr>
        <p:spPr>
          <a:xfrm>
            <a:off x="2185352" y="1445260"/>
            <a:ext cx="309245" cy="335915"/>
          </a:xfrm>
          <a:custGeom>
            <a:avLst/>
            <a:gdLst>
              <a:gd name="connsiteX0" fmla="*/ 210535 w 210672"/>
              <a:gd name="connsiteY0" fmla="*/ 76816 h 228618"/>
              <a:gd name="connsiteX1" fmla="*/ 114428 w 210672"/>
              <a:gd name="connsiteY1" fmla="*/ -241 h 228618"/>
              <a:gd name="connsiteX2" fmla="*/ 87091 w 210672"/>
              <a:gd name="connsiteY2" fmla="*/ 228359 h 228618"/>
            </a:gdLst>
            <a:ahLst/>
            <a:cxnLst>
              <a:cxn ang="0">
                <a:pos x="connsiteX0" y="connsiteY0"/>
              </a:cxn>
              <a:cxn ang="0">
                <a:pos x="connsiteX1" y="connsiteY1"/>
              </a:cxn>
              <a:cxn ang="0">
                <a:pos x="connsiteX2" y="connsiteY2"/>
              </a:cxn>
            </a:cxnLst>
            <a:rect l="l" t="t" r="r" b="b"/>
            <a:pathLst>
              <a:path w="210672" h="228618">
                <a:moveTo>
                  <a:pt x="210535" y="76816"/>
                </a:moveTo>
                <a:cubicBezTo>
                  <a:pt x="205201" y="42621"/>
                  <a:pt x="186628" y="-1289"/>
                  <a:pt x="114428" y="-241"/>
                </a:cubicBezTo>
                <a:cubicBezTo>
                  <a:pt x="-26637" y="1854"/>
                  <a:pt x="-39401" y="208737"/>
                  <a:pt x="87091" y="228359"/>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3" name="任意多边形: 形状 21"/>
          <p:cNvSpPr/>
          <p:nvPr>
            <p:custDataLst>
              <p:tags r:id="rId36"/>
            </p:custDataLst>
          </p:nvPr>
        </p:nvSpPr>
        <p:spPr>
          <a:xfrm>
            <a:off x="2603182" y="1680210"/>
            <a:ext cx="207645" cy="193675"/>
          </a:xfrm>
          <a:custGeom>
            <a:avLst/>
            <a:gdLst>
              <a:gd name="connsiteX0" fmla="*/ 106042 w 141596"/>
              <a:gd name="connsiteY0" fmla="*/ 7398 h 131496"/>
              <a:gd name="connsiteX1" fmla="*/ 4792 w 141596"/>
              <a:gd name="connsiteY1" fmla="*/ 91694 h 131496"/>
              <a:gd name="connsiteX2" fmla="*/ 136046 w 141596"/>
              <a:gd name="connsiteY2" fmla="*/ 91694 h 131496"/>
              <a:gd name="connsiteX3" fmla="*/ 106042 w 141596"/>
              <a:gd name="connsiteY3" fmla="*/ 7208 h 131496"/>
            </a:gdLst>
            <a:ahLst/>
            <a:cxnLst>
              <a:cxn ang="0">
                <a:pos x="connsiteX0" y="connsiteY0"/>
              </a:cxn>
              <a:cxn ang="0">
                <a:pos x="connsiteX1" y="connsiteY1"/>
              </a:cxn>
              <a:cxn ang="0">
                <a:pos x="connsiteX2" y="connsiteY2"/>
              </a:cxn>
              <a:cxn ang="0">
                <a:pos x="connsiteX3" y="connsiteY3"/>
              </a:cxn>
            </a:cxnLst>
            <a:rect l="l" t="t" r="r" b="b"/>
            <a:pathLst>
              <a:path w="141596" h="131496">
                <a:moveTo>
                  <a:pt x="106042" y="7398"/>
                </a:moveTo>
                <a:cubicBezTo>
                  <a:pt x="58894" y="-15652"/>
                  <a:pt x="-20735" y="13589"/>
                  <a:pt x="4792" y="91694"/>
                </a:cubicBezTo>
                <a:cubicBezTo>
                  <a:pt x="20889" y="141129"/>
                  <a:pt x="111472" y="147606"/>
                  <a:pt x="136046" y="91694"/>
                </a:cubicBezTo>
                <a:cubicBezTo>
                  <a:pt x="149734" y="60024"/>
                  <a:pt x="136646" y="23152"/>
                  <a:pt x="106042" y="720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4" name="任意多边形: 形状 22"/>
          <p:cNvSpPr/>
          <p:nvPr>
            <p:custDataLst>
              <p:tags r:id="rId37"/>
            </p:custDataLst>
          </p:nvPr>
        </p:nvSpPr>
        <p:spPr>
          <a:xfrm>
            <a:off x="2565717" y="1428750"/>
            <a:ext cx="303530" cy="344805"/>
          </a:xfrm>
          <a:custGeom>
            <a:avLst/>
            <a:gdLst>
              <a:gd name="connsiteX0" fmla="*/ 204753 w 206541"/>
              <a:gd name="connsiteY0" fmla="*/ 87440 h 234384"/>
              <a:gd name="connsiteX1" fmla="*/ 122362 w 206541"/>
              <a:gd name="connsiteY1" fmla="*/ 1715 h 234384"/>
              <a:gd name="connsiteX2" fmla="*/ 79880 w 206541"/>
              <a:gd name="connsiteY2" fmla="*/ 234125 h 234384"/>
            </a:gdLst>
            <a:ahLst/>
            <a:cxnLst>
              <a:cxn ang="0">
                <a:pos x="connsiteX0" y="connsiteY0"/>
              </a:cxn>
              <a:cxn ang="0">
                <a:pos x="connsiteX1" y="connsiteY1"/>
              </a:cxn>
              <a:cxn ang="0">
                <a:pos x="connsiteX2" y="connsiteY2"/>
              </a:cxn>
            </a:cxnLst>
            <a:rect l="l" t="t" r="r" b="b"/>
            <a:pathLst>
              <a:path w="206541" h="234384">
                <a:moveTo>
                  <a:pt x="204753" y="87440"/>
                </a:moveTo>
                <a:cubicBezTo>
                  <a:pt x="213040" y="57246"/>
                  <a:pt x="190847" y="14383"/>
                  <a:pt x="122362" y="1715"/>
                </a:cubicBezTo>
                <a:cubicBezTo>
                  <a:pt x="-16322" y="-24288"/>
                  <a:pt x="-46517" y="214789"/>
                  <a:pt x="79880" y="234125"/>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5" name="任意多边形: 形状 23"/>
          <p:cNvSpPr/>
          <p:nvPr>
            <p:custDataLst>
              <p:tags r:id="rId38"/>
            </p:custDataLst>
          </p:nvPr>
        </p:nvSpPr>
        <p:spPr>
          <a:xfrm>
            <a:off x="2994342" y="1676400"/>
            <a:ext cx="207010" cy="196850"/>
          </a:xfrm>
          <a:custGeom>
            <a:avLst/>
            <a:gdLst>
              <a:gd name="connsiteX0" fmla="*/ 112172 w 140899"/>
              <a:gd name="connsiteY0" fmla="*/ 122398 h 133896"/>
              <a:gd name="connsiteX1" fmla="*/ 74072 w 140899"/>
              <a:gd name="connsiteY1" fmla="*/ 859 h 133896"/>
              <a:gd name="connsiteX2" fmla="*/ 12540 w 140899"/>
              <a:gd name="connsiteY2" fmla="*/ 108492 h 133896"/>
              <a:gd name="connsiteX3" fmla="*/ 112457 w 140899"/>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899" h="133896">
                <a:moveTo>
                  <a:pt x="112172" y="122398"/>
                </a:moveTo>
                <a:cubicBezTo>
                  <a:pt x="155796" y="93061"/>
                  <a:pt x="154272" y="17623"/>
                  <a:pt x="74072" y="859"/>
                </a:cubicBezTo>
                <a:cubicBezTo>
                  <a:pt x="23303" y="-9904"/>
                  <a:pt x="-23369" y="59343"/>
                  <a:pt x="12540" y="108492"/>
                </a:cubicBezTo>
                <a:cubicBezTo>
                  <a:pt x="30447" y="132876"/>
                  <a:pt x="81501" y="143353"/>
                  <a:pt x="112457" y="12239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6" name="任意多边形: 形状 24"/>
          <p:cNvSpPr/>
          <p:nvPr>
            <p:custDataLst>
              <p:tags r:id="rId39"/>
            </p:custDataLst>
          </p:nvPr>
        </p:nvSpPr>
        <p:spPr>
          <a:xfrm>
            <a:off x="2953702" y="1423035"/>
            <a:ext cx="299720" cy="346075"/>
          </a:xfrm>
          <a:custGeom>
            <a:avLst/>
            <a:gdLst>
              <a:gd name="connsiteX0" fmla="*/ 203903 w 204039"/>
              <a:gd name="connsiteY0" fmla="*/ 88248 h 235097"/>
              <a:gd name="connsiteX1" fmla="*/ 125131 w 204039"/>
              <a:gd name="connsiteY1" fmla="*/ 333 h 235097"/>
              <a:gd name="connsiteX2" fmla="*/ 79030 w 204039"/>
              <a:gd name="connsiteY2" fmla="*/ 234838 h 235097"/>
            </a:gdLst>
            <a:ahLst/>
            <a:cxnLst>
              <a:cxn ang="0">
                <a:pos x="connsiteX0" y="connsiteY0"/>
              </a:cxn>
              <a:cxn ang="0">
                <a:pos x="connsiteX1" y="connsiteY1"/>
              </a:cxn>
              <a:cxn ang="0">
                <a:pos x="connsiteX2" y="connsiteY2"/>
              </a:cxn>
            </a:cxnLst>
            <a:rect l="l" t="t" r="r" b="b"/>
            <a:pathLst>
              <a:path w="204039" h="235097">
                <a:moveTo>
                  <a:pt x="203903" y="88248"/>
                </a:moveTo>
                <a:cubicBezTo>
                  <a:pt x="198569" y="54053"/>
                  <a:pt x="192949" y="7000"/>
                  <a:pt x="125131" y="333"/>
                </a:cubicBezTo>
                <a:cubicBezTo>
                  <a:pt x="-15267" y="-13383"/>
                  <a:pt x="-47462" y="215502"/>
                  <a:pt x="79030" y="234838"/>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47" name="任意多边形: 形状 25"/>
          <p:cNvSpPr/>
          <p:nvPr>
            <p:custDataLst>
              <p:tags r:id="rId40"/>
            </p:custDataLst>
          </p:nvPr>
        </p:nvSpPr>
        <p:spPr>
          <a:xfrm>
            <a:off x="3380422" y="1680845"/>
            <a:ext cx="207010" cy="199390"/>
          </a:xfrm>
          <a:custGeom>
            <a:avLst/>
            <a:gdLst>
              <a:gd name="connsiteX0" fmla="*/ 113794 w 140833"/>
              <a:gd name="connsiteY0" fmla="*/ 121469 h 135602"/>
              <a:gd name="connsiteX1" fmla="*/ 75694 w 140833"/>
              <a:gd name="connsiteY1" fmla="*/ -165 h 135602"/>
              <a:gd name="connsiteX2" fmla="*/ 16640 w 140833"/>
              <a:gd name="connsiteY2" fmla="*/ 114135 h 135602"/>
              <a:gd name="connsiteX3" fmla="*/ 114080 w 140833"/>
              <a:gd name="connsiteY3" fmla="*/ 121850 h 135602"/>
            </a:gdLst>
            <a:ahLst/>
            <a:cxnLst>
              <a:cxn ang="0">
                <a:pos x="connsiteX0" y="connsiteY0"/>
              </a:cxn>
              <a:cxn ang="0">
                <a:pos x="connsiteX1" y="connsiteY1"/>
              </a:cxn>
              <a:cxn ang="0">
                <a:pos x="connsiteX2" y="connsiteY2"/>
              </a:cxn>
              <a:cxn ang="0">
                <a:pos x="connsiteX3" y="connsiteY3"/>
              </a:cxn>
            </a:cxnLst>
            <a:rect l="l" t="t" r="r" b="b"/>
            <a:pathLst>
              <a:path w="140833" h="135602">
                <a:moveTo>
                  <a:pt x="113794" y="121469"/>
                </a:moveTo>
                <a:cubicBezTo>
                  <a:pt x="157324" y="92037"/>
                  <a:pt x="150370" y="-3689"/>
                  <a:pt x="75694" y="-165"/>
                </a:cubicBezTo>
                <a:cubicBezTo>
                  <a:pt x="23783" y="2311"/>
                  <a:pt x="-27556" y="51270"/>
                  <a:pt x="16640" y="114135"/>
                </a:cubicBezTo>
                <a:cubicBezTo>
                  <a:pt x="34166" y="138805"/>
                  <a:pt x="83315" y="142710"/>
                  <a:pt x="114080" y="121850"/>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0" name="任意多边形: 形状 26"/>
          <p:cNvSpPr/>
          <p:nvPr>
            <p:custDataLst>
              <p:tags r:id="rId41"/>
            </p:custDataLst>
          </p:nvPr>
        </p:nvSpPr>
        <p:spPr>
          <a:xfrm>
            <a:off x="3335337" y="1434465"/>
            <a:ext cx="306070" cy="337820"/>
          </a:xfrm>
          <a:custGeom>
            <a:avLst/>
            <a:gdLst>
              <a:gd name="connsiteX0" fmla="*/ 208440 w 208577"/>
              <a:gd name="connsiteY0" fmla="*/ 82738 h 229682"/>
              <a:gd name="connsiteX1" fmla="*/ 118429 w 208577"/>
              <a:gd name="connsiteY1" fmla="*/ 347 h 229682"/>
              <a:gd name="connsiteX2" fmla="*/ 83568 w 208577"/>
              <a:gd name="connsiteY2" fmla="*/ 229423 h 229682"/>
            </a:gdLst>
            <a:ahLst/>
            <a:cxnLst>
              <a:cxn ang="0">
                <a:pos x="connsiteX0" y="connsiteY0"/>
              </a:cxn>
              <a:cxn ang="0">
                <a:pos x="connsiteX1" y="connsiteY1"/>
              </a:cxn>
              <a:cxn ang="0">
                <a:pos x="connsiteX2" y="connsiteY2"/>
              </a:cxn>
            </a:cxnLst>
            <a:rect l="l" t="t" r="r" b="b"/>
            <a:pathLst>
              <a:path w="208577" h="229682">
                <a:moveTo>
                  <a:pt x="208440" y="82738"/>
                </a:moveTo>
                <a:cubicBezTo>
                  <a:pt x="203106" y="48543"/>
                  <a:pt x="186247" y="6538"/>
                  <a:pt x="118429" y="347"/>
                </a:cubicBezTo>
                <a:cubicBezTo>
                  <a:pt x="-21970" y="-13369"/>
                  <a:pt x="-42829" y="209897"/>
                  <a:pt x="83568" y="229423"/>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1" name="任意多边形: 形状 27"/>
          <p:cNvSpPr/>
          <p:nvPr>
            <p:custDataLst>
              <p:tags r:id="rId42"/>
            </p:custDataLst>
          </p:nvPr>
        </p:nvSpPr>
        <p:spPr>
          <a:xfrm>
            <a:off x="3774757" y="1699895"/>
            <a:ext cx="205105" cy="203835"/>
          </a:xfrm>
          <a:custGeom>
            <a:avLst/>
            <a:gdLst>
              <a:gd name="connsiteX0" fmla="*/ 113627 w 139639"/>
              <a:gd name="connsiteY0" fmla="*/ 121922 h 138498"/>
              <a:gd name="connsiteX1" fmla="*/ 75527 w 139639"/>
              <a:gd name="connsiteY1" fmla="*/ 383 h 138498"/>
              <a:gd name="connsiteX2" fmla="*/ 16567 w 139639"/>
              <a:gd name="connsiteY2" fmla="*/ 116683 h 138498"/>
              <a:gd name="connsiteX3" fmla="*/ 114008 w 139639"/>
              <a:gd name="connsiteY3" fmla="*/ 121922 h 138498"/>
            </a:gdLst>
            <a:ahLst/>
            <a:cxnLst>
              <a:cxn ang="0">
                <a:pos x="connsiteX0" y="connsiteY0"/>
              </a:cxn>
              <a:cxn ang="0">
                <a:pos x="connsiteX1" y="connsiteY1"/>
              </a:cxn>
              <a:cxn ang="0">
                <a:pos x="connsiteX2" y="connsiteY2"/>
              </a:cxn>
              <a:cxn ang="0">
                <a:pos x="connsiteX3" y="connsiteY3"/>
              </a:cxn>
            </a:cxnLst>
            <a:rect l="l" t="t" r="r" b="b"/>
            <a:pathLst>
              <a:path w="139639" h="138498">
                <a:moveTo>
                  <a:pt x="113627" y="121922"/>
                </a:moveTo>
                <a:cubicBezTo>
                  <a:pt x="159347" y="80298"/>
                  <a:pt x="143154" y="10384"/>
                  <a:pt x="75527" y="383"/>
                </a:cubicBezTo>
                <a:cubicBezTo>
                  <a:pt x="24187" y="-7237"/>
                  <a:pt x="-27629" y="54199"/>
                  <a:pt x="16567" y="116683"/>
                </a:cubicBezTo>
                <a:cubicBezTo>
                  <a:pt x="33998" y="141448"/>
                  <a:pt x="86290" y="147068"/>
                  <a:pt x="114008" y="121922"/>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7" name="任意多边形: 形状 28"/>
          <p:cNvSpPr/>
          <p:nvPr>
            <p:custDataLst>
              <p:tags r:id="rId43"/>
            </p:custDataLst>
          </p:nvPr>
        </p:nvSpPr>
        <p:spPr>
          <a:xfrm>
            <a:off x="3724592" y="1456055"/>
            <a:ext cx="309245" cy="336550"/>
          </a:xfrm>
          <a:custGeom>
            <a:avLst/>
            <a:gdLst>
              <a:gd name="connsiteX0" fmla="*/ 210535 w 210672"/>
              <a:gd name="connsiteY0" fmla="*/ 76724 h 228621"/>
              <a:gd name="connsiteX1" fmla="*/ 114428 w 210672"/>
              <a:gd name="connsiteY1" fmla="*/ -238 h 228621"/>
              <a:gd name="connsiteX2" fmla="*/ 87091 w 210672"/>
              <a:gd name="connsiteY2" fmla="*/ 228362 h 228621"/>
            </a:gdLst>
            <a:ahLst/>
            <a:cxnLst>
              <a:cxn ang="0">
                <a:pos x="connsiteX0" y="connsiteY0"/>
              </a:cxn>
              <a:cxn ang="0">
                <a:pos x="connsiteX1" y="connsiteY1"/>
              </a:cxn>
              <a:cxn ang="0">
                <a:pos x="connsiteX2" y="connsiteY2"/>
              </a:cxn>
            </a:cxnLst>
            <a:rect l="l" t="t" r="r" b="b"/>
            <a:pathLst>
              <a:path w="210672" h="228621">
                <a:moveTo>
                  <a:pt x="210535" y="76724"/>
                </a:moveTo>
                <a:cubicBezTo>
                  <a:pt x="205201" y="42530"/>
                  <a:pt x="186723" y="-1381"/>
                  <a:pt x="114428" y="-238"/>
                </a:cubicBezTo>
                <a:cubicBezTo>
                  <a:pt x="-26637" y="1763"/>
                  <a:pt x="-39401" y="208646"/>
                  <a:pt x="87091" y="228362"/>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8" name="任意多边形: 形状 29"/>
          <p:cNvSpPr/>
          <p:nvPr>
            <p:custDataLst>
              <p:tags r:id="rId44"/>
            </p:custDataLst>
          </p:nvPr>
        </p:nvSpPr>
        <p:spPr>
          <a:xfrm>
            <a:off x="4153217" y="1713865"/>
            <a:ext cx="207010" cy="196850"/>
          </a:xfrm>
          <a:custGeom>
            <a:avLst/>
            <a:gdLst>
              <a:gd name="connsiteX0" fmla="*/ 112171 w 140829"/>
              <a:gd name="connsiteY0" fmla="*/ 122398 h 133896"/>
              <a:gd name="connsiteX1" fmla="*/ 74071 w 140829"/>
              <a:gd name="connsiteY1" fmla="*/ 859 h 133896"/>
              <a:gd name="connsiteX2" fmla="*/ 12540 w 140829"/>
              <a:gd name="connsiteY2" fmla="*/ 108491 h 133896"/>
              <a:gd name="connsiteX3" fmla="*/ 112552 w 140829"/>
              <a:gd name="connsiteY3" fmla="*/ 122398 h 133896"/>
            </a:gdLst>
            <a:ahLst/>
            <a:cxnLst>
              <a:cxn ang="0">
                <a:pos x="connsiteX0" y="connsiteY0"/>
              </a:cxn>
              <a:cxn ang="0">
                <a:pos x="connsiteX1" y="connsiteY1"/>
              </a:cxn>
              <a:cxn ang="0">
                <a:pos x="connsiteX2" y="connsiteY2"/>
              </a:cxn>
              <a:cxn ang="0">
                <a:pos x="connsiteX3" y="connsiteY3"/>
              </a:cxn>
            </a:cxnLst>
            <a:rect l="l" t="t" r="r" b="b"/>
            <a:pathLst>
              <a:path w="140829" h="133896">
                <a:moveTo>
                  <a:pt x="112171" y="122398"/>
                </a:moveTo>
                <a:cubicBezTo>
                  <a:pt x="155701" y="93061"/>
                  <a:pt x="154177" y="17623"/>
                  <a:pt x="74071" y="859"/>
                </a:cubicBezTo>
                <a:cubicBezTo>
                  <a:pt x="23303" y="-9904"/>
                  <a:pt x="-23370" y="59342"/>
                  <a:pt x="12540" y="108491"/>
                </a:cubicBezTo>
                <a:cubicBezTo>
                  <a:pt x="30447" y="132875"/>
                  <a:pt x="81501" y="143353"/>
                  <a:pt x="112552" y="122398"/>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59" name="任意多边形: 形状 30"/>
          <p:cNvSpPr/>
          <p:nvPr>
            <p:custDataLst>
              <p:tags r:id="rId45"/>
            </p:custDataLst>
          </p:nvPr>
        </p:nvSpPr>
        <p:spPr>
          <a:xfrm>
            <a:off x="4112577" y="1460500"/>
            <a:ext cx="299720" cy="346075"/>
          </a:xfrm>
          <a:custGeom>
            <a:avLst/>
            <a:gdLst>
              <a:gd name="connsiteX0" fmla="*/ 203903 w 204040"/>
              <a:gd name="connsiteY0" fmla="*/ 88241 h 235185"/>
              <a:gd name="connsiteX1" fmla="*/ 125131 w 204040"/>
              <a:gd name="connsiteY1" fmla="*/ 325 h 235185"/>
              <a:gd name="connsiteX2" fmla="*/ 79030 w 204040"/>
              <a:gd name="connsiteY2" fmla="*/ 234926 h 235185"/>
            </a:gdLst>
            <a:ahLst/>
            <a:cxnLst>
              <a:cxn ang="0">
                <a:pos x="connsiteX0" y="connsiteY0"/>
              </a:cxn>
              <a:cxn ang="0">
                <a:pos x="connsiteX1" y="connsiteY1"/>
              </a:cxn>
              <a:cxn ang="0">
                <a:pos x="connsiteX2" y="connsiteY2"/>
              </a:cxn>
            </a:cxnLst>
            <a:rect l="l" t="t" r="r" b="b"/>
            <a:pathLst>
              <a:path w="204040" h="235185">
                <a:moveTo>
                  <a:pt x="203903" y="88241"/>
                </a:moveTo>
                <a:cubicBezTo>
                  <a:pt x="198569" y="54046"/>
                  <a:pt x="192949" y="6992"/>
                  <a:pt x="125131" y="325"/>
                </a:cubicBezTo>
                <a:cubicBezTo>
                  <a:pt x="-15267" y="-13296"/>
                  <a:pt x="-47462" y="215495"/>
                  <a:pt x="79030" y="234926"/>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0" name="任意多边形: 形状 31"/>
          <p:cNvSpPr/>
          <p:nvPr>
            <p:custDataLst>
              <p:tags r:id="rId46"/>
            </p:custDataLst>
          </p:nvPr>
        </p:nvSpPr>
        <p:spPr>
          <a:xfrm>
            <a:off x="4545012" y="1742440"/>
            <a:ext cx="207010" cy="199390"/>
          </a:xfrm>
          <a:custGeom>
            <a:avLst/>
            <a:gdLst>
              <a:gd name="connsiteX0" fmla="*/ 113795 w 140833"/>
              <a:gd name="connsiteY0" fmla="*/ 121379 h 135591"/>
              <a:gd name="connsiteX1" fmla="*/ 75695 w 140833"/>
              <a:gd name="connsiteY1" fmla="*/ -160 h 135591"/>
              <a:gd name="connsiteX2" fmla="*/ 16640 w 140833"/>
              <a:gd name="connsiteY2" fmla="*/ 114140 h 135591"/>
              <a:gd name="connsiteX3" fmla="*/ 114080 w 140833"/>
              <a:gd name="connsiteY3" fmla="*/ 121760 h 135591"/>
            </a:gdLst>
            <a:ahLst/>
            <a:cxnLst>
              <a:cxn ang="0">
                <a:pos x="connsiteX0" y="connsiteY0"/>
              </a:cxn>
              <a:cxn ang="0">
                <a:pos x="connsiteX1" y="connsiteY1"/>
              </a:cxn>
              <a:cxn ang="0">
                <a:pos x="connsiteX2" y="connsiteY2"/>
              </a:cxn>
              <a:cxn ang="0">
                <a:pos x="connsiteX3" y="connsiteY3"/>
              </a:cxn>
            </a:cxnLst>
            <a:rect l="l" t="t" r="r" b="b"/>
            <a:pathLst>
              <a:path w="140833" h="135591">
                <a:moveTo>
                  <a:pt x="113795" y="121379"/>
                </a:moveTo>
                <a:cubicBezTo>
                  <a:pt x="157324" y="92042"/>
                  <a:pt x="150371" y="-3779"/>
                  <a:pt x="75695" y="-160"/>
                </a:cubicBezTo>
                <a:cubicBezTo>
                  <a:pt x="23783" y="2317"/>
                  <a:pt x="-27556" y="51180"/>
                  <a:pt x="16640" y="114140"/>
                </a:cubicBezTo>
                <a:cubicBezTo>
                  <a:pt x="34166" y="138810"/>
                  <a:pt x="83315" y="142715"/>
                  <a:pt x="114080" y="121760"/>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1" name="任意多边形: 形状 32"/>
          <p:cNvSpPr/>
          <p:nvPr>
            <p:custDataLst>
              <p:tags r:id="rId47"/>
            </p:custDataLst>
          </p:nvPr>
        </p:nvSpPr>
        <p:spPr>
          <a:xfrm>
            <a:off x="4500562" y="1496060"/>
            <a:ext cx="306070" cy="337185"/>
          </a:xfrm>
          <a:custGeom>
            <a:avLst/>
            <a:gdLst>
              <a:gd name="connsiteX0" fmla="*/ 208440 w 208577"/>
              <a:gd name="connsiteY0" fmla="*/ 82738 h 229206"/>
              <a:gd name="connsiteX1" fmla="*/ 118429 w 208577"/>
              <a:gd name="connsiteY1" fmla="*/ 347 h 229206"/>
              <a:gd name="connsiteX2" fmla="*/ 83567 w 208577"/>
              <a:gd name="connsiteY2" fmla="*/ 228947 h 229206"/>
            </a:gdLst>
            <a:ahLst/>
            <a:cxnLst>
              <a:cxn ang="0">
                <a:pos x="connsiteX0" y="connsiteY0"/>
              </a:cxn>
              <a:cxn ang="0">
                <a:pos x="connsiteX1" y="connsiteY1"/>
              </a:cxn>
              <a:cxn ang="0">
                <a:pos x="connsiteX2" y="connsiteY2"/>
              </a:cxn>
            </a:cxnLst>
            <a:rect l="l" t="t" r="r" b="b"/>
            <a:pathLst>
              <a:path w="208577" h="229206">
                <a:moveTo>
                  <a:pt x="208440" y="82738"/>
                </a:moveTo>
                <a:cubicBezTo>
                  <a:pt x="203106" y="48543"/>
                  <a:pt x="186247" y="6538"/>
                  <a:pt x="118429" y="347"/>
                </a:cubicBezTo>
                <a:cubicBezTo>
                  <a:pt x="-21969" y="-13369"/>
                  <a:pt x="-42829" y="209897"/>
                  <a:pt x="83567" y="228947"/>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2" name="任意多边形: 形状 33"/>
          <p:cNvSpPr/>
          <p:nvPr>
            <p:custDataLst>
              <p:tags r:id="rId48"/>
            </p:custDataLst>
          </p:nvPr>
        </p:nvSpPr>
        <p:spPr>
          <a:xfrm>
            <a:off x="4948237" y="1778635"/>
            <a:ext cx="205105" cy="203835"/>
          </a:xfrm>
          <a:custGeom>
            <a:avLst/>
            <a:gdLst>
              <a:gd name="connsiteX0" fmla="*/ 113668 w 139680"/>
              <a:gd name="connsiteY0" fmla="*/ 121922 h 138498"/>
              <a:gd name="connsiteX1" fmla="*/ 75568 w 139680"/>
              <a:gd name="connsiteY1" fmla="*/ 383 h 138498"/>
              <a:gd name="connsiteX2" fmla="*/ 16608 w 139680"/>
              <a:gd name="connsiteY2" fmla="*/ 116683 h 138498"/>
              <a:gd name="connsiteX3" fmla="*/ 114049 w 139680"/>
              <a:gd name="connsiteY3" fmla="*/ 121922 h 138498"/>
            </a:gdLst>
            <a:ahLst/>
            <a:cxnLst>
              <a:cxn ang="0">
                <a:pos x="connsiteX0" y="connsiteY0"/>
              </a:cxn>
              <a:cxn ang="0">
                <a:pos x="connsiteX1" y="connsiteY1"/>
              </a:cxn>
              <a:cxn ang="0">
                <a:pos x="connsiteX2" y="connsiteY2"/>
              </a:cxn>
              <a:cxn ang="0">
                <a:pos x="connsiteX3" y="connsiteY3"/>
              </a:cxn>
            </a:cxnLst>
            <a:rect l="l" t="t" r="r" b="b"/>
            <a:pathLst>
              <a:path w="139680" h="138498">
                <a:moveTo>
                  <a:pt x="113668" y="121922"/>
                </a:moveTo>
                <a:cubicBezTo>
                  <a:pt x="159388" y="80298"/>
                  <a:pt x="143195" y="10384"/>
                  <a:pt x="75568" y="383"/>
                </a:cubicBezTo>
                <a:cubicBezTo>
                  <a:pt x="24228" y="-7237"/>
                  <a:pt x="-27683" y="54199"/>
                  <a:pt x="16608" y="116683"/>
                </a:cubicBezTo>
                <a:cubicBezTo>
                  <a:pt x="34039" y="141448"/>
                  <a:pt x="86331" y="147068"/>
                  <a:pt x="114049" y="121922"/>
                </a:cubicBezTo>
                <a:close/>
              </a:path>
            </a:pathLst>
          </a:custGeom>
          <a:solidFill>
            <a:schemeClr val="accent1">
              <a:lumMod val="40000"/>
              <a:lumOff val="60000"/>
            </a:schemeClr>
          </a:solidFill>
          <a:ln w="25400" cap="flat">
            <a:solidFill>
              <a:schemeClr val="tx1">
                <a:lumMod val="75000"/>
                <a:lumOff val="25000"/>
              </a:schemeClr>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3" name="任意多边形: 形状 34"/>
          <p:cNvSpPr/>
          <p:nvPr>
            <p:custDataLst>
              <p:tags r:id="rId49"/>
            </p:custDataLst>
          </p:nvPr>
        </p:nvSpPr>
        <p:spPr>
          <a:xfrm>
            <a:off x="4898072" y="1546225"/>
            <a:ext cx="309245" cy="335915"/>
          </a:xfrm>
          <a:custGeom>
            <a:avLst/>
            <a:gdLst>
              <a:gd name="connsiteX0" fmla="*/ 210550 w 210687"/>
              <a:gd name="connsiteY0" fmla="*/ 76816 h 228618"/>
              <a:gd name="connsiteX1" fmla="*/ 114443 w 210687"/>
              <a:gd name="connsiteY1" fmla="*/ -241 h 228618"/>
              <a:gd name="connsiteX2" fmla="*/ 87011 w 210687"/>
              <a:gd name="connsiteY2" fmla="*/ 228359 h 228618"/>
            </a:gdLst>
            <a:ahLst/>
            <a:cxnLst>
              <a:cxn ang="0">
                <a:pos x="connsiteX0" y="connsiteY0"/>
              </a:cxn>
              <a:cxn ang="0">
                <a:pos x="connsiteX1" y="connsiteY1"/>
              </a:cxn>
              <a:cxn ang="0">
                <a:pos x="connsiteX2" y="connsiteY2"/>
              </a:cxn>
            </a:cxnLst>
            <a:rect l="l" t="t" r="r" b="b"/>
            <a:pathLst>
              <a:path w="210687" h="228618">
                <a:moveTo>
                  <a:pt x="210550" y="76816"/>
                </a:moveTo>
                <a:cubicBezTo>
                  <a:pt x="205216" y="42621"/>
                  <a:pt x="186642" y="-1289"/>
                  <a:pt x="114443" y="-241"/>
                </a:cubicBezTo>
                <a:cubicBezTo>
                  <a:pt x="-26622" y="1854"/>
                  <a:pt x="-39386" y="208737"/>
                  <a:pt x="87011" y="228359"/>
                </a:cubicBezTo>
              </a:path>
            </a:pathLst>
          </a:custGeom>
          <a:noFill/>
          <a:ln w="28575" cap="rnd">
            <a:solidFill>
              <a:schemeClr val="accent1">
                <a:lumMod val="40000"/>
                <a:lumOff val="60000"/>
              </a:schemeClr>
            </a:solidFill>
            <a:prstDash val="solid"/>
            <a:round/>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a:solidFill>
                <a:schemeClr val="tx1"/>
              </a:solidFill>
              <a:latin typeface="汉仪粗圆简" panose="02010600000101010101" charset="-122"/>
              <a:ea typeface="汉仪粗圆简" panose="02010600000101010101" charset="-122"/>
              <a:sym typeface="汉仪粗圆简" panose="02010600000101010101" charset="-122"/>
            </a:endParaRPr>
          </a:p>
        </p:txBody>
      </p:sp>
      <p:sp>
        <p:nvSpPr>
          <p:cNvPr id="64" name="矩形 10"/>
          <p:cNvSpPr/>
          <p:nvPr>
            <p:custDataLst>
              <p:tags r:id="rId50"/>
            </p:custDataLst>
          </p:nvPr>
        </p:nvSpPr>
        <p:spPr>
          <a:xfrm>
            <a:off x="1062355" y="3048000"/>
            <a:ext cx="4395470" cy="3269615"/>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2400" dirty="0">
                <a:ln>
                  <a:noFill/>
                  <a:prstDash val="sysDot"/>
                </a:ln>
                <a:solidFill>
                  <a:srgbClr val="FFFFFF"/>
                </a:solidFill>
                <a:latin typeface="+mn-ea"/>
                <a:cs typeface="+mn-ea"/>
              </a:rPr>
              <a:t>一般公民（全体或者特定）为了维持有尊严的生活而向国家要求给付的请求权。</a:t>
            </a:r>
            <a:endParaRPr lang="zh-CN" altLang="en-US" sz="2400" dirty="0">
              <a:ln>
                <a:noFill/>
                <a:prstDash val="sysDot"/>
              </a:ln>
              <a:solidFill>
                <a:srgbClr val="FFFFFF"/>
              </a:solidFill>
              <a:latin typeface="+mn-ea"/>
              <a:cs typeface="+mn-ea"/>
            </a:endParaRPr>
          </a:p>
          <a:p>
            <a:pPr>
              <a:lnSpc>
                <a:spcPct val="150000"/>
              </a:lnSpc>
              <a:spcBef>
                <a:spcPct val="0"/>
              </a:spcBef>
              <a:spcAft>
                <a:spcPct val="0"/>
              </a:spcAft>
            </a:pPr>
            <a:r>
              <a:rPr lang="en-US" altLang="zh-CN" sz="2400" dirty="0">
                <a:ln>
                  <a:noFill/>
                  <a:prstDash val="sysDot"/>
                </a:ln>
                <a:solidFill>
                  <a:srgbClr val="FFFFFF"/>
                </a:solidFill>
                <a:latin typeface="+mn-ea"/>
                <a:cs typeface="+mn-ea"/>
              </a:rPr>
              <a:t>     </a:t>
            </a:r>
            <a:r>
              <a:rPr lang="zh-CN" altLang="en-US" sz="2400" dirty="0">
                <a:ln>
                  <a:noFill/>
                  <a:prstDash val="sysDot"/>
                </a:ln>
                <a:solidFill>
                  <a:srgbClr val="FFFFFF"/>
                </a:solidFill>
                <a:latin typeface="+mn-ea"/>
                <a:cs typeface="+mn-ea"/>
              </a:rPr>
              <a:t>生育保障权、残疾保障权、伤残保障权、死亡保障、退休保障权等具体权利构成。</a:t>
            </a:r>
            <a:endParaRPr lang="zh-CN" altLang="en-US" sz="2400" dirty="0">
              <a:ln>
                <a:noFill/>
                <a:prstDash val="sysDot"/>
              </a:ln>
              <a:solidFill>
                <a:srgbClr val="FFFFFF"/>
              </a:solidFill>
              <a:latin typeface="+mn-ea"/>
              <a:cs typeface="+mn-ea"/>
            </a:endParaRPr>
          </a:p>
          <a:p>
            <a:pPr>
              <a:lnSpc>
                <a:spcPct val="150000"/>
              </a:lnSpc>
              <a:spcBef>
                <a:spcPct val="0"/>
              </a:spcBef>
              <a:spcAft>
                <a:spcPct val="0"/>
              </a:spcAft>
            </a:pPr>
            <a:endParaRPr lang="zh-CN" altLang="en-US" sz="2400" dirty="0">
              <a:ln>
                <a:noFill/>
                <a:prstDash val="sysDot"/>
              </a:ln>
              <a:solidFill>
                <a:srgbClr val="FFFFFF"/>
              </a:solidFill>
              <a:latin typeface="+mn-ea"/>
              <a:cs typeface="+mn-ea"/>
            </a:endParaRPr>
          </a:p>
        </p:txBody>
      </p:sp>
      <p:sp>
        <p:nvSpPr>
          <p:cNvPr id="82" name="矩形 11"/>
          <p:cNvSpPr/>
          <p:nvPr>
            <p:custDataLst>
              <p:tags r:id="rId51"/>
            </p:custDataLst>
          </p:nvPr>
        </p:nvSpPr>
        <p:spPr>
          <a:xfrm>
            <a:off x="6362065" y="2923540"/>
            <a:ext cx="5011420" cy="324993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zh-CN" sz="2400" dirty="0">
                <a:ln>
                  <a:noFill/>
                  <a:prstDash val="sysDot"/>
                </a:ln>
                <a:solidFill>
                  <a:srgbClr val="FFFFFF"/>
                </a:solidFill>
                <a:latin typeface="+mn-ea"/>
                <a:cs typeface="+mn-ea"/>
                <a:sym typeface="+mn-ea"/>
              </a:rPr>
              <a:t>     1.</a:t>
            </a:r>
            <a:r>
              <a:rPr lang="zh-CN" altLang="en-US" sz="2400" dirty="0">
                <a:ln>
                  <a:noFill/>
                  <a:prstDash val="sysDot"/>
                </a:ln>
                <a:solidFill>
                  <a:srgbClr val="FFFFFF"/>
                </a:solidFill>
                <a:latin typeface="+mn-ea"/>
                <a:cs typeface="+mn-ea"/>
                <a:sym typeface="+mn-ea"/>
              </a:rPr>
              <a:t>权利主体是</a:t>
            </a:r>
            <a:r>
              <a:rPr lang="zh-CN" altLang="en-US" sz="2400" b="1" dirty="0">
                <a:ln>
                  <a:noFill/>
                  <a:prstDash val="sysDot"/>
                </a:ln>
                <a:solidFill>
                  <a:srgbClr val="FFFFFF"/>
                </a:solidFill>
                <a:latin typeface="+mn-ea"/>
                <a:cs typeface="+mn-ea"/>
                <a:sym typeface="+mn-ea"/>
              </a:rPr>
              <a:t>特定公民（年老、疾病或者丧失劳动能力的）</a:t>
            </a:r>
            <a:r>
              <a:rPr lang="zh-CN" altLang="en-US" sz="2400" dirty="0">
                <a:ln>
                  <a:noFill/>
                  <a:prstDash val="sysDot"/>
                </a:ln>
                <a:solidFill>
                  <a:srgbClr val="FFFFFF"/>
                </a:solidFill>
                <a:latin typeface="+mn-ea"/>
                <a:cs typeface="+mn-ea"/>
                <a:sym typeface="+mn-ea"/>
              </a:rPr>
              <a:t>而非社会全体公民。</a:t>
            </a:r>
            <a:endParaRPr lang="zh-CN" altLang="en-US" sz="2400" dirty="0">
              <a:ln>
                <a:noFill/>
                <a:prstDash val="sysDot"/>
              </a:ln>
              <a:solidFill>
                <a:srgbClr val="FFFFFF"/>
              </a:solidFill>
              <a:latin typeface="+mn-ea"/>
              <a:cs typeface="+mn-ea"/>
              <a:sym typeface="+mn-ea"/>
            </a:endParaRPr>
          </a:p>
          <a:p>
            <a:pPr>
              <a:lnSpc>
                <a:spcPct val="150000"/>
              </a:lnSpc>
              <a:spcBef>
                <a:spcPct val="0"/>
              </a:spcBef>
              <a:spcAft>
                <a:spcPct val="0"/>
              </a:spcAft>
            </a:pPr>
            <a:r>
              <a:rPr lang="en-US" altLang="zh-CN" sz="2400" dirty="0">
                <a:ln>
                  <a:noFill/>
                  <a:prstDash val="sysDot"/>
                </a:ln>
                <a:solidFill>
                  <a:srgbClr val="FFFFFF"/>
                </a:solidFill>
                <a:latin typeface="+mn-ea"/>
                <a:cs typeface="+mn-ea"/>
                <a:sym typeface="+mn-ea"/>
              </a:rPr>
              <a:t>      2.</a:t>
            </a:r>
            <a:r>
              <a:rPr lang="zh-CN" altLang="en-US" sz="2400" dirty="0">
                <a:ln>
                  <a:noFill/>
                  <a:prstDash val="sysDot"/>
                </a:ln>
                <a:solidFill>
                  <a:srgbClr val="FFFFFF"/>
                </a:solidFill>
                <a:latin typeface="+mn-ea"/>
                <a:cs typeface="+mn-ea"/>
                <a:sym typeface="+mn-ea"/>
              </a:rPr>
              <a:t>权利的内容是特定主体从国家和社会获得</a:t>
            </a:r>
            <a:r>
              <a:rPr lang="en-US" altLang="zh-CN" sz="2400" dirty="0">
                <a:ln>
                  <a:noFill/>
                  <a:prstDash val="sysDot"/>
                </a:ln>
                <a:solidFill>
                  <a:srgbClr val="FFFFFF"/>
                </a:solidFill>
                <a:latin typeface="+mn-ea"/>
                <a:cs typeface="+mn-ea"/>
                <a:sym typeface="+mn-ea"/>
              </a:rPr>
              <a:t>“</a:t>
            </a:r>
            <a:r>
              <a:rPr lang="zh-CN" altLang="en-US" sz="2400" dirty="0">
                <a:ln>
                  <a:noFill/>
                  <a:prstDash val="sysDot"/>
                </a:ln>
                <a:solidFill>
                  <a:srgbClr val="FFFFFF"/>
                </a:solidFill>
                <a:latin typeface="+mn-ea"/>
                <a:cs typeface="+mn-ea"/>
                <a:sym typeface="+mn-ea"/>
              </a:rPr>
              <a:t>物质帮助</a:t>
            </a:r>
            <a:r>
              <a:rPr lang="en-US" altLang="zh-CN" sz="2400" dirty="0">
                <a:ln>
                  <a:noFill/>
                  <a:prstDash val="sysDot"/>
                </a:ln>
                <a:solidFill>
                  <a:srgbClr val="FFFFFF"/>
                </a:solidFill>
                <a:latin typeface="+mn-ea"/>
                <a:cs typeface="+mn-ea"/>
                <a:sym typeface="+mn-ea"/>
              </a:rPr>
              <a:t>”</a:t>
            </a:r>
            <a:r>
              <a:rPr lang="zh-CN" altLang="en-US" sz="2400" dirty="0">
                <a:ln>
                  <a:noFill/>
                  <a:prstDash val="sysDot"/>
                </a:ln>
                <a:solidFill>
                  <a:srgbClr val="FFFFFF"/>
                </a:solidFill>
                <a:latin typeface="+mn-ea"/>
                <a:cs typeface="+mn-ea"/>
                <a:sym typeface="+mn-ea"/>
              </a:rPr>
              <a:t>。</a:t>
            </a:r>
            <a:endParaRPr lang="zh-CN" altLang="en-US" sz="2400" dirty="0">
              <a:ln>
                <a:noFill/>
                <a:prstDash val="sysDot"/>
              </a:ln>
              <a:solidFill>
                <a:srgbClr val="FFFFFF"/>
              </a:solidFill>
              <a:latin typeface="+mn-ea"/>
              <a:cs typeface="+mn-ea"/>
              <a:sym typeface="+mn-ea"/>
            </a:endParaRPr>
          </a:p>
          <a:p>
            <a:pPr>
              <a:lnSpc>
                <a:spcPct val="150000"/>
              </a:lnSpc>
              <a:spcBef>
                <a:spcPct val="0"/>
              </a:spcBef>
              <a:spcAft>
                <a:spcPct val="0"/>
              </a:spcAft>
            </a:pPr>
            <a:r>
              <a:rPr lang="en-US" altLang="zh-CN" sz="2400" dirty="0">
                <a:ln>
                  <a:noFill/>
                  <a:prstDash val="sysDot"/>
                </a:ln>
                <a:solidFill>
                  <a:srgbClr val="FFFFFF"/>
                </a:solidFill>
                <a:latin typeface="+mn-ea"/>
                <a:cs typeface="+mn-ea"/>
                <a:sym typeface="+mn-ea"/>
              </a:rPr>
              <a:t>      3.</a:t>
            </a:r>
            <a:r>
              <a:rPr lang="zh-CN" altLang="en-US" sz="2400" dirty="0">
                <a:ln>
                  <a:noFill/>
                  <a:prstDash val="sysDot"/>
                </a:ln>
                <a:solidFill>
                  <a:srgbClr val="FFFFFF"/>
                </a:solidFill>
                <a:latin typeface="+mn-ea"/>
                <a:cs typeface="+mn-ea"/>
                <a:sym typeface="+mn-ea"/>
              </a:rPr>
              <a:t>权利的义务主体是国家与社会。</a:t>
            </a:r>
            <a:r>
              <a:rPr lang="en-US" altLang="zh-CN" sz="2400" dirty="0">
                <a:ln>
                  <a:noFill/>
                  <a:prstDash val="sysDot"/>
                </a:ln>
                <a:solidFill>
                  <a:srgbClr val="FFFFFF"/>
                </a:solidFill>
                <a:latin typeface="+mn-ea"/>
                <a:cs typeface="+mn-ea"/>
                <a:sym typeface="+mn-ea"/>
              </a:rPr>
              <a:t> </a:t>
            </a:r>
            <a:endParaRPr lang="en-US" altLang="zh-CN" sz="2400" dirty="0">
              <a:ln>
                <a:noFill/>
                <a:prstDash val="sysDot"/>
              </a:ln>
              <a:solidFill>
                <a:srgbClr val="FFFFFF"/>
              </a:solidFill>
              <a:latin typeface="+mn-ea"/>
              <a:cs typeface="+mn-ea"/>
              <a:sym typeface="+mn-ea"/>
            </a:endParaRPr>
          </a:p>
          <a:p>
            <a:pPr>
              <a:lnSpc>
                <a:spcPct val="150000"/>
              </a:lnSpc>
              <a:spcBef>
                <a:spcPct val="0"/>
              </a:spcBef>
              <a:spcAft>
                <a:spcPct val="0"/>
              </a:spcAft>
            </a:pPr>
            <a:endParaRPr lang="en-US" altLang="zh-CN" sz="2400" dirty="0">
              <a:ln>
                <a:noFill/>
                <a:prstDash val="sysDot"/>
              </a:ln>
              <a:solidFill>
                <a:srgbClr val="FFFFFF"/>
              </a:solidFill>
              <a:latin typeface="+mn-ea"/>
              <a:cs typeface="+mn-ea"/>
              <a:sym typeface="+mn-ea"/>
            </a:endParaRPr>
          </a:p>
        </p:txBody>
      </p:sp>
      <p:sp>
        <p:nvSpPr>
          <p:cNvPr id="83" name="矩形 12"/>
          <p:cNvSpPr/>
          <p:nvPr>
            <p:custDataLst>
              <p:tags r:id="rId52"/>
            </p:custDataLst>
          </p:nvPr>
        </p:nvSpPr>
        <p:spPr>
          <a:xfrm>
            <a:off x="1065847" y="2054225"/>
            <a:ext cx="4392295" cy="844550"/>
          </a:xfrm>
          <a:prstGeom prst="rect">
            <a:avLst/>
          </a:prstGeom>
          <a:noFill/>
        </p:spPr>
        <p:txBody>
          <a:bodyPr wrap="none" lIns="0" tIns="0" rIns="0" bIns="0" rtlCol="0" anchor="b">
            <a:normAutofit/>
          </a:bodyPr>
          <a:lstStyle/>
          <a:p>
            <a:pPr>
              <a:spcBef>
                <a:spcPct val="0"/>
              </a:spcBef>
              <a:spcAft>
                <a:spcPct val="0"/>
              </a:spcAft>
              <a:buClr>
                <a:schemeClr val="accent1"/>
              </a:buClr>
              <a:buSzPct val="70000"/>
            </a:pPr>
            <a:endParaRPr lang="en-US" altLang="zh-CN" sz="4000" b="1">
              <a:solidFill>
                <a:srgbClr val="FFFFFF"/>
              </a:solidFill>
              <a:latin typeface="+mj-ea"/>
              <a:ea typeface="+mj-ea"/>
              <a:cs typeface="+mn-ea"/>
            </a:endParaRPr>
          </a:p>
        </p:txBody>
      </p:sp>
      <p:sp>
        <p:nvSpPr>
          <p:cNvPr id="84" name="矩形 13"/>
          <p:cNvSpPr/>
          <p:nvPr>
            <p:custDataLst>
              <p:tags r:id="rId53"/>
            </p:custDataLst>
          </p:nvPr>
        </p:nvSpPr>
        <p:spPr>
          <a:xfrm>
            <a:off x="6888480" y="1001395"/>
            <a:ext cx="4848860" cy="844550"/>
          </a:xfrm>
          <a:prstGeom prst="rect">
            <a:avLst/>
          </a:prstGeom>
          <a:noFill/>
        </p:spPr>
        <p:txBody>
          <a:bodyPr wrap="none" lIns="0" tIns="0" rIns="0" bIns="0" rtlCol="0" anchor="b">
            <a:normAutofit fontScale="90000"/>
          </a:bodyPr>
          <a:lstStyle/>
          <a:p>
            <a:pPr algn="r">
              <a:spcBef>
                <a:spcPct val="0"/>
              </a:spcBef>
              <a:spcAft>
                <a:spcPct val="0"/>
              </a:spcAft>
              <a:buClr>
                <a:schemeClr val="accent1"/>
              </a:buClr>
              <a:buSzPct val="70000"/>
            </a:pPr>
            <a:endParaRPr lang="en-US" altLang="zh-CN" sz="5400" b="1">
              <a:solidFill>
                <a:srgbClr val="FFFFFF"/>
              </a:solidFill>
              <a:latin typeface="+mn-ea"/>
              <a:cs typeface="+mn-ea"/>
            </a:endParaRPr>
          </a:p>
        </p:txBody>
      </p:sp>
      <p:sp>
        <p:nvSpPr>
          <p:cNvPr id="85" name="任意多边形: 形状 16"/>
          <p:cNvSpPr/>
          <p:nvPr>
            <p:custDataLst>
              <p:tags r:id="rId54"/>
            </p:custDataLst>
          </p:nvPr>
        </p:nvSpPr>
        <p:spPr>
          <a:xfrm flipV="1">
            <a:off x="1065847" y="2878455"/>
            <a:ext cx="1824042" cy="45719"/>
          </a:xfrm>
          <a:custGeom>
            <a:avLst/>
            <a:gdLst>
              <a:gd name="connsiteX0" fmla="*/ 0 w 2937933"/>
              <a:gd name="connsiteY0" fmla="*/ 38848 h 55782"/>
              <a:gd name="connsiteX1" fmla="*/ 842433 w 2937933"/>
              <a:gd name="connsiteY1" fmla="*/ 17682 h 55782"/>
              <a:gd name="connsiteX2" fmla="*/ 1468967 w 2937933"/>
              <a:gd name="connsiteY2" fmla="*/ 748 h 55782"/>
              <a:gd name="connsiteX3" fmla="*/ 1892300 w 2937933"/>
              <a:gd name="connsiteY3" fmla="*/ 43082 h 55782"/>
              <a:gd name="connsiteX4" fmla="*/ 2760133 w 2937933"/>
              <a:gd name="connsiteY4" fmla="*/ 26148 h 55782"/>
              <a:gd name="connsiteX5" fmla="*/ 2937933 w 2937933"/>
              <a:gd name="connsiteY5" fmla="*/ 55782 h 5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37933" h="55782">
                <a:moveTo>
                  <a:pt x="0" y="38848"/>
                </a:moveTo>
                <a:lnTo>
                  <a:pt x="842433" y="17682"/>
                </a:lnTo>
                <a:cubicBezTo>
                  <a:pt x="1087261" y="11332"/>
                  <a:pt x="1293989" y="-3485"/>
                  <a:pt x="1468967" y="748"/>
                </a:cubicBezTo>
                <a:cubicBezTo>
                  <a:pt x="1643945" y="4981"/>
                  <a:pt x="1892300" y="43082"/>
                  <a:pt x="1892300" y="43082"/>
                </a:cubicBezTo>
                <a:lnTo>
                  <a:pt x="2760133" y="26148"/>
                </a:lnTo>
                <a:cubicBezTo>
                  <a:pt x="2934405" y="28265"/>
                  <a:pt x="2936169" y="42023"/>
                  <a:pt x="2937933" y="55782"/>
                </a:cubicBezTo>
              </a:path>
            </a:pathLst>
          </a:custGeom>
          <a:no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
        <p:nvSpPr>
          <p:cNvPr id="108" name="任意多边形: 形状 16"/>
          <p:cNvSpPr/>
          <p:nvPr>
            <p:custDataLst>
              <p:tags r:id="rId55"/>
            </p:custDataLst>
          </p:nvPr>
        </p:nvSpPr>
        <p:spPr>
          <a:xfrm flipV="1">
            <a:off x="9372918" y="2878455"/>
            <a:ext cx="1824042" cy="45719"/>
          </a:xfrm>
          <a:custGeom>
            <a:avLst/>
            <a:gdLst>
              <a:gd name="connsiteX0" fmla="*/ 0 w 2937933"/>
              <a:gd name="connsiteY0" fmla="*/ 38848 h 55782"/>
              <a:gd name="connsiteX1" fmla="*/ 842433 w 2937933"/>
              <a:gd name="connsiteY1" fmla="*/ 17682 h 55782"/>
              <a:gd name="connsiteX2" fmla="*/ 1468967 w 2937933"/>
              <a:gd name="connsiteY2" fmla="*/ 748 h 55782"/>
              <a:gd name="connsiteX3" fmla="*/ 1892300 w 2937933"/>
              <a:gd name="connsiteY3" fmla="*/ 43082 h 55782"/>
              <a:gd name="connsiteX4" fmla="*/ 2760133 w 2937933"/>
              <a:gd name="connsiteY4" fmla="*/ 26148 h 55782"/>
              <a:gd name="connsiteX5" fmla="*/ 2937933 w 2937933"/>
              <a:gd name="connsiteY5" fmla="*/ 55782 h 5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37933" h="55782">
                <a:moveTo>
                  <a:pt x="0" y="38848"/>
                </a:moveTo>
                <a:lnTo>
                  <a:pt x="842433" y="17682"/>
                </a:lnTo>
                <a:cubicBezTo>
                  <a:pt x="1087261" y="11332"/>
                  <a:pt x="1293989" y="-3485"/>
                  <a:pt x="1468967" y="748"/>
                </a:cubicBezTo>
                <a:cubicBezTo>
                  <a:pt x="1643945" y="4981"/>
                  <a:pt x="1892300" y="43082"/>
                  <a:pt x="1892300" y="43082"/>
                </a:cubicBezTo>
                <a:lnTo>
                  <a:pt x="2760133" y="26148"/>
                </a:lnTo>
                <a:cubicBezTo>
                  <a:pt x="2934405" y="28265"/>
                  <a:pt x="2936169" y="42023"/>
                  <a:pt x="2937933" y="55782"/>
                </a:cubicBezTo>
              </a:path>
            </a:pathLst>
          </a:custGeom>
          <a:no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汉仪粗圆简" panose="02010600000101010101" charset="-122"/>
              <a:ea typeface="汉仪粗圆简" panose="02010600000101010101" charset="-122"/>
              <a:sym typeface="汉仪粗圆简" panose="02010600000101010101" charset="-122"/>
            </a:endParaRPr>
          </a:p>
        </p:txBody>
      </p:sp>
      <p:sp>
        <p:nvSpPr>
          <p:cNvPr id="7" name="标题"/>
          <p:cNvSpPr txBox="1"/>
          <p:nvPr>
            <p:custDataLst>
              <p:tags r:id="rId56"/>
            </p:custDataLst>
          </p:nvPr>
        </p:nvSpPr>
        <p:spPr>
          <a:xfrm>
            <a:off x="1061720" y="2291080"/>
            <a:ext cx="2191385" cy="512445"/>
          </a:xfrm>
          <a:prstGeom prst="rect">
            <a:avLst/>
          </a:prstGeom>
          <a:noFill/>
        </p:spPr>
        <p:txBody>
          <a:bodyPr wrap="square" lIns="0" tIns="0" rIns="0" bIns="0" rtlCol="0" anchor="ctr">
            <a:noAutofit/>
          </a:bodyPr>
          <a:p>
            <a:pPr algn="ctr"/>
            <a:r>
              <a:rPr lang="zh-CN" altLang="en-US" sz="2800" b="1" spc="300">
                <a:solidFill>
                  <a:schemeClr val="accent5"/>
                </a:solidFill>
                <a:latin typeface="+mn-ea"/>
              </a:rPr>
              <a:t>概念及内容：</a:t>
            </a:r>
            <a:endParaRPr lang="zh-CN" altLang="en-US" sz="2800" b="1" spc="300">
              <a:solidFill>
                <a:schemeClr val="accent5"/>
              </a:solidFill>
              <a:latin typeface="+mn-ea"/>
            </a:endParaRPr>
          </a:p>
        </p:txBody>
      </p:sp>
      <p:sp>
        <p:nvSpPr>
          <p:cNvPr id="8" name="标题"/>
          <p:cNvSpPr txBox="1"/>
          <p:nvPr>
            <p:custDataLst>
              <p:tags r:id="rId57"/>
            </p:custDataLst>
          </p:nvPr>
        </p:nvSpPr>
        <p:spPr>
          <a:xfrm>
            <a:off x="8936355" y="1982470"/>
            <a:ext cx="2260600" cy="895985"/>
          </a:xfrm>
          <a:prstGeom prst="rect">
            <a:avLst/>
          </a:prstGeom>
          <a:noFill/>
        </p:spPr>
        <p:txBody>
          <a:bodyPr wrap="square" lIns="0" tIns="0" rIns="0" bIns="0" rtlCol="0" anchor="ctr">
            <a:noAutofit/>
          </a:bodyPr>
          <a:p>
            <a:pPr algn="ctr"/>
            <a:r>
              <a:rPr lang="zh-CN" altLang="en-US" sz="2800" b="1" spc="300">
                <a:solidFill>
                  <a:schemeClr val="accent5"/>
                </a:solidFill>
                <a:latin typeface="+mn-ea"/>
              </a:rPr>
              <a:t>概念及内容</a:t>
            </a:r>
            <a:endParaRPr lang="zh-CN" altLang="en-US" sz="2800" b="1" spc="300">
              <a:solidFill>
                <a:schemeClr val="accent5"/>
              </a:solidFill>
              <a:latin typeface="+mn-ea"/>
            </a:endParaRPr>
          </a:p>
        </p:txBody>
      </p:sp>
      <p:sp>
        <p:nvSpPr>
          <p:cNvPr id="11" name="标题 16"/>
          <p:cNvSpPr>
            <a:spLocks noGrp="1"/>
          </p:cNvSpPr>
          <p:nvPr>
            <p:custDataLst>
              <p:tags r:id="rId58"/>
            </p:custDataLst>
          </p:nvPr>
        </p:nvSpPr>
        <p:spPr>
          <a:xfrm>
            <a:off x="6350000" y="360045"/>
            <a:ext cx="3403600" cy="720090"/>
          </a:xfrm>
          <a:prstGeom prst="rect">
            <a:avLst/>
          </a:prstGeom>
        </p:spPr>
        <p:txBody>
          <a:bodyPr vert="horz" wrap="square" lIns="0" tIns="0" rIns="0" bIns="0" rtlCol="0" anchor="b" anchorCtr="0">
            <a:normAutofit/>
          </a:bodyPr>
          <a:lst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a:lstStyle>
          <a:p>
            <a:r>
              <a:rPr lang="zh-CN" altLang="en-US"/>
              <a:t>（五）物质帮助权</a:t>
            </a:r>
            <a:endParaRPr lang="zh-CN" altLang="en-US"/>
          </a:p>
        </p:txBody>
      </p:sp>
    </p:spTree>
    <p:custDataLst>
      <p:tags r:id="rId59"/>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0" y="8"/>
            <a:ext cx="4238368" cy="68579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3" name="矩形 12"/>
          <p:cNvSpPr/>
          <p:nvPr>
            <p:custDataLst>
              <p:tags r:id="rId2"/>
            </p:custDataLst>
          </p:nvPr>
        </p:nvSpPr>
        <p:spPr>
          <a:xfrm>
            <a:off x="4238365" y="717235"/>
            <a:ext cx="7953635" cy="5423523"/>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6" name="标题 5"/>
          <p:cNvSpPr>
            <a:spLocks noGrp="1"/>
          </p:cNvSpPr>
          <p:nvPr>
            <p:ph type="title"/>
            <p:custDataLst>
              <p:tags r:id="rId3"/>
            </p:custDataLst>
          </p:nvPr>
        </p:nvSpPr>
        <p:spPr>
          <a:xfrm>
            <a:off x="115570" y="2802890"/>
            <a:ext cx="4029075" cy="1096010"/>
          </a:xfrm>
        </p:spPr>
        <p:txBody>
          <a:bodyPr>
            <a:noAutofit/>
          </a:bodyPr>
          <a:lstStyle/>
          <a:p>
            <a:pPr algn="ctr"/>
            <a:r>
              <a:rPr lang="zh-CN" altLang="en-US">
                <a:solidFill>
                  <a:schemeClr val="bg2"/>
                </a:solidFill>
                <a:latin typeface="微软雅黑" panose="020B0503020204020204" charset="-122"/>
                <a:ea typeface="微软雅黑" panose="020B0503020204020204" charset="-122"/>
                <a:sym typeface="+mn-ea"/>
              </a:rPr>
              <a:t>六、文化教育权利</a:t>
            </a:r>
            <a:br>
              <a:rPr lang="zh-CN" altLang="en-US">
                <a:solidFill>
                  <a:schemeClr val="bg2"/>
                </a:solidFill>
                <a:latin typeface="微软雅黑" panose="020B0503020204020204" charset="-122"/>
                <a:ea typeface="微软雅黑" panose="020B0503020204020204" charset="-122"/>
                <a:sym typeface="+mn-ea"/>
              </a:rPr>
            </a:br>
            <a:r>
              <a:rPr lang="zh-CN" altLang="en-US" sz="2400">
                <a:solidFill>
                  <a:schemeClr val="bg2"/>
                </a:solidFill>
                <a:latin typeface="微软雅黑" panose="020B0503020204020204" charset="-122"/>
                <a:ea typeface="微软雅黑" panose="020B0503020204020204" charset="-122"/>
                <a:sym typeface="+mn-ea"/>
              </a:rPr>
              <a:t>（《宪法》第</a:t>
            </a:r>
            <a:r>
              <a:rPr lang="en-US" altLang="zh-CN" sz="2400">
                <a:solidFill>
                  <a:schemeClr val="bg2"/>
                </a:solidFill>
                <a:latin typeface="微软雅黑" panose="020B0503020204020204" charset="-122"/>
                <a:ea typeface="微软雅黑" panose="020B0503020204020204" charset="-122"/>
                <a:sym typeface="+mn-ea"/>
              </a:rPr>
              <a:t>46-47</a:t>
            </a:r>
            <a:r>
              <a:rPr lang="zh-CN" altLang="en-US" sz="2400">
                <a:solidFill>
                  <a:schemeClr val="bg2"/>
                </a:solidFill>
                <a:latin typeface="微软雅黑" panose="020B0503020204020204" charset="-122"/>
                <a:ea typeface="微软雅黑" panose="020B0503020204020204" charset="-122"/>
                <a:sym typeface="+mn-ea"/>
              </a:rPr>
              <a:t>条）</a:t>
            </a:r>
            <a:endParaRPr lang="zh-CN" altLang="en-US" sz="2400">
              <a:solidFill>
                <a:schemeClr val="bg2"/>
              </a:solidFill>
              <a:latin typeface="微软雅黑" panose="020B0503020204020204" charset="-122"/>
              <a:ea typeface="微软雅黑" panose="020B0503020204020204" charset="-122"/>
              <a:sym typeface="+mn-ea"/>
            </a:endParaRPr>
          </a:p>
        </p:txBody>
      </p:sp>
      <p:sp>
        <p:nvSpPr>
          <p:cNvPr id="9" name="文本框 8"/>
          <p:cNvSpPr txBox="1"/>
          <p:nvPr>
            <p:custDataLst>
              <p:tags r:id="rId4"/>
            </p:custDataLst>
          </p:nvPr>
        </p:nvSpPr>
        <p:spPr>
          <a:xfrm>
            <a:off x="4779645" y="956945"/>
            <a:ext cx="6911340" cy="4603115"/>
          </a:xfrm>
          <a:prstGeom prst="rect">
            <a:avLst/>
          </a:prstGeom>
          <a:noFill/>
        </p:spPr>
        <p:txBody>
          <a:bodyPr wrap="square" rtlCol="0" anchor="ctr" anchorCtr="0">
            <a:normAutofit fontScale="90000"/>
          </a:bodyPr>
          <a:lstStyle/>
          <a:p>
            <a:pPr indent="0" algn="just" fontAlgn="auto">
              <a:lnSpc>
                <a:spcPct val="150000"/>
              </a:lnSpc>
              <a:spcAft>
                <a:spcPts val="1200"/>
              </a:spcAft>
              <a:buClr>
                <a:srgbClr val="A6A6A6"/>
              </a:buClr>
              <a:buFont typeface="Wingdings" panose="05000000000000000000" charset="0"/>
              <a:buNone/>
            </a:pP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公民按照宪法的规定，在文化与教育领域享有的权利与自由。</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1.</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教育方面：</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受教育权</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按照能力受教育的权利；</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享受教育机会的平等。</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2.</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文化方面：</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1</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）科学研究的自由；（</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2</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）文艺创作的自由；（</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3</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）从事其他文化活动的自由。</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7864" name="Content Placeholder 3" descr="异地高考1.jpg"/>
          <p:cNvPicPr>
            <a:picLocks noGrp="1" noChangeAspect="1"/>
          </p:cNvPicPr>
          <p:nvPr/>
        </p:nvPicPr>
        <p:blipFill>
          <a:blip r:embed="rId1"/>
          <a:srcRect t="8398" b="8398"/>
          <a:stretch>
            <a:fillRect/>
          </a:stretch>
        </p:blipFill>
        <p:spPr>
          <a:xfrm>
            <a:off x="0" y="1906905"/>
            <a:ext cx="3665538" cy="4826000"/>
          </a:xfrm>
          <a:prstGeom prst="rect">
            <a:avLst/>
          </a:prstGeom>
          <a:noFill/>
          <a:ln w="9525">
            <a:noFill/>
          </a:ln>
        </p:spPr>
      </p:pic>
      <p:pic>
        <p:nvPicPr>
          <p:cNvPr id="3" name="图片 2"/>
          <p:cNvPicPr>
            <a:picLocks noChangeAspect="1"/>
          </p:cNvPicPr>
          <p:nvPr/>
        </p:nvPicPr>
        <p:blipFill>
          <a:blip r:embed="rId2"/>
          <a:stretch>
            <a:fillRect/>
          </a:stretch>
        </p:blipFill>
        <p:spPr>
          <a:xfrm>
            <a:off x="3803015" y="3800475"/>
            <a:ext cx="5600700" cy="3057525"/>
          </a:xfrm>
          <a:prstGeom prst="rect">
            <a:avLst/>
          </a:prstGeom>
        </p:spPr>
      </p:pic>
      <p:pic>
        <p:nvPicPr>
          <p:cNvPr id="2" name="图片 1"/>
          <p:cNvPicPr>
            <a:picLocks noChangeAspect="1"/>
          </p:cNvPicPr>
          <p:nvPr/>
        </p:nvPicPr>
        <p:blipFill>
          <a:blip r:embed="rId3"/>
          <a:stretch>
            <a:fillRect/>
          </a:stretch>
        </p:blipFill>
        <p:spPr>
          <a:xfrm>
            <a:off x="7978140" y="1359535"/>
            <a:ext cx="4213860" cy="2440940"/>
          </a:xfrm>
          <a:prstGeom prst="rect">
            <a:avLst/>
          </a:prstGeom>
        </p:spPr>
      </p:pic>
      <p:sp>
        <p:nvSpPr>
          <p:cNvPr id="18" name="TextBox 11"/>
          <p:cNvSpPr txBox="1"/>
          <p:nvPr/>
        </p:nvSpPr>
        <p:spPr>
          <a:xfrm>
            <a:off x="0" y="0"/>
            <a:ext cx="11565890" cy="1477010"/>
          </a:xfrm>
          <a:prstGeom prst="rect">
            <a:avLst/>
          </a:prstGeom>
          <a:noFill/>
        </p:spPr>
        <p:txBody>
          <a:bodyPr wrap="square" lIns="0" tIns="0" rIns="0" bIns="0" rtlCol="0">
            <a:spAutoFit/>
            <a:scene3d>
              <a:camera prst="orthographicFront"/>
              <a:lightRig rig="threePt" dir="t"/>
            </a:scene3d>
            <a:sp3d contourW="12700"/>
          </a:bodyPr>
          <a:lstStyle/>
          <a:p>
            <a:pPr indent="457200" algn="ctr">
              <a:lnSpc>
                <a:spcPct val="150000"/>
              </a:lnSpc>
            </a:pPr>
            <a:r>
              <a:rPr lang="zh-CN" altLang="en-US" sz="3200" b="1" dirty="0">
                <a:solidFill>
                  <a:schemeClr val="bg2">
                    <a:lumMod val="10000"/>
                  </a:schemeClr>
                </a:solidFill>
                <a:latin typeface="微软雅黑" panose="020B0503020204020204" charset="-122"/>
                <a:ea typeface="微软雅黑" panose="020B0503020204020204" charset="-122"/>
              </a:rPr>
              <a:t>异地高考政策中的公民受教育权问题</a:t>
            </a:r>
            <a:endParaRPr lang="zh-CN" altLang="en-US" sz="3200" b="1" dirty="0">
              <a:solidFill>
                <a:schemeClr val="bg2">
                  <a:lumMod val="10000"/>
                </a:schemeClr>
              </a:solidFill>
              <a:latin typeface="微软雅黑" panose="020B0503020204020204" charset="-122"/>
              <a:ea typeface="微软雅黑" panose="020B0503020204020204" charset="-122"/>
            </a:endParaRPr>
          </a:p>
          <a:p>
            <a:pPr indent="457200">
              <a:lnSpc>
                <a:spcPct val="150000"/>
              </a:lnSpc>
            </a:pPr>
            <a:endParaRPr lang="zh-CN" altLang="en-US" sz="3200" dirty="0">
              <a:solidFill>
                <a:schemeClr val="bg2">
                  <a:lumMod val="10000"/>
                </a:schemeClr>
              </a:solidFill>
              <a:latin typeface="微软雅黑" panose="020B0503020204020204" charset="-122"/>
              <a:ea typeface="微软雅黑" panose="020B0503020204020204" charset="-122"/>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ircle(in)">
                                      <p:cBhvr>
                                        <p:cTn id="7"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评论：</a:t>
            </a:r>
            <a:endParaRPr lang="zh-CN" altLang="en-US"/>
          </a:p>
        </p:txBody>
      </p:sp>
      <p:sp>
        <p:nvSpPr>
          <p:cNvPr id="14" name="圆角矩形 3"/>
          <p:cNvSpPr/>
          <p:nvPr>
            <p:custDataLst>
              <p:tags r:id="rId2"/>
            </p:custDataLst>
          </p:nvPr>
        </p:nvSpPr>
        <p:spPr>
          <a:xfrm>
            <a:off x="521524" y="2151562"/>
            <a:ext cx="5263273" cy="4312771"/>
          </a:xfrm>
          <a:custGeom>
            <a:avLst/>
            <a:gdLst>
              <a:gd name="adj" fmla="val 522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162" h="6688">
                <a:moveTo>
                  <a:pt x="7955" y="0"/>
                </a:moveTo>
                <a:lnTo>
                  <a:pt x="7963" y="4"/>
                </a:lnTo>
                <a:cubicBezTo>
                  <a:pt x="8081" y="60"/>
                  <a:pt x="8162" y="181"/>
                  <a:pt x="8162" y="320"/>
                </a:cubicBezTo>
                <a:lnTo>
                  <a:pt x="8162" y="6337"/>
                </a:lnTo>
                <a:cubicBezTo>
                  <a:pt x="8162" y="6531"/>
                  <a:pt x="8005" y="6688"/>
                  <a:pt x="7811" y="6688"/>
                </a:cubicBezTo>
                <a:lnTo>
                  <a:pt x="307" y="6688"/>
                </a:lnTo>
                <a:cubicBezTo>
                  <a:pt x="180" y="6688"/>
                  <a:pt x="68" y="6620"/>
                  <a:pt x="7" y="6519"/>
                </a:cubicBezTo>
                <a:lnTo>
                  <a:pt x="0" y="6507"/>
                </a:lnTo>
                <a:lnTo>
                  <a:pt x="7" y="6511"/>
                </a:lnTo>
                <a:cubicBezTo>
                  <a:pt x="49" y="6528"/>
                  <a:pt x="96" y="6538"/>
                  <a:pt x="144" y="6538"/>
                </a:cubicBezTo>
                <a:lnTo>
                  <a:pt x="7648" y="6538"/>
                </a:lnTo>
                <a:cubicBezTo>
                  <a:pt x="7842" y="6538"/>
                  <a:pt x="7999" y="6381"/>
                  <a:pt x="7999" y="6187"/>
                </a:cubicBezTo>
                <a:lnTo>
                  <a:pt x="7999" y="170"/>
                </a:lnTo>
                <a:cubicBezTo>
                  <a:pt x="7999" y="110"/>
                  <a:pt x="7984" y="53"/>
                  <a:pt x="7957" y="3"/>
                </a:cubicBezTo>
                <a:lnTo>
                  <a:pt x="7955" y="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p>
            <a:pPr lvl="0" algn="l">
              <a:lnSpc>
                <a:spcPct val="140000"/>
              </a:lnSpc>
              <a:buClrTx/>
              <a:buSzTx/>
              <a:buFontTx/>
            </a:pPr>
            <a:endParaRPr lang="zh-CN" altLang="zh-CN" sz="1400" dirty="0">
              <a:solidFill>
                <a:srgbClr val="262626"/>
              </a:solidFill>
              <a:latin typeface="+mn-ea"/>
              <a:cs typeface="+mn-ea"/>
              <a:sym typeface="+mn-ea"/>
            </a:endParaRPr>
          </a:p>
        </p:txBody>
      </p:sp>
      <p:sp>
        <p:nvSpPr>
          <p:cNvPr id="16" name="圆角矩形 3"/>
          <p:cNvSpPr/>
          <p:nvPr>
            <p:custDataLst>
              <p:tags r:id="rId3"/>
            </p:custDataLst>
          </p:nvPr>
        </p:nvSpPr>
        <p:spPr>
          <a:xfrm>
            <a:off x="417195" y="1672590"/>
            <a:ext cx="5291455" cy="4709160"/>
          </a:xfrm>
          <a:prstGeom prst="roundRect">
            <a:avLst>
              <a:gd name="adj" fmla="val 5223"/>
            </a:avLst>
          </a:prstGeom>
          <a:solidFill>
            <a:schemeClr val="lt1">
              <a:lumMod val="100000"/>
              <a:alpha val="10000"/>
            </a:schemeClr>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323850" rIns="323850" bIns="698500" numCol="1" spcCol="0" rtlCol="0" fromWordArt="0" anchor="t" anchorCtr="0" forceAA="0" compatLnSpc="1">
            <a:noAutofit/>
          </a:bodyPr>
          <a:p>
            <a:pPr lvl="0" algn="just">
              <a:lnSpc>
                <a:spcPct val="140000"/>
              </a:lnSpc>
              <a:buClrTx/>
              <a:buSzTx/>
              <a:buFontTx/>
            </a:pPr>
            <a:r>
              <a:rPr lang="en-US" altLang="zh-CN" sz="2400" dirty="0">
                <a:solidFill>
                  <a:schemeClr val="tx1">
                    <a:lumMod val="85000"/>
                    <a:lumOff val="15000"/>
                  </a:schemeClr>
                </a:solidFill>
                <a:latin typeface="+mn-ea"/>
                <a:cs typeface="+mn-ea"/>
                <a:sym typeface="+mn-ea"/>
              </a:rPr>
              <a:t> </a:t>
            </a:r>
            <a:endParaRPr lang="en-US" altLang="zh-CN" sz="2400" dirty="0">
              <a:solidFill>
                <a:schemeClr val="tx1">
                  <a:lumMod val="85000"/>
                  <a:lumOff val="15000"/>
                </a:schemeClr>
              </a:solidFill>
              <a:latin typeface="+mn-ea"/>
              <a:cs typeface="+mn-ea"/>
              <a:sym typeface="+mn-ea"/>
            </a:endParaRPr>
          </a:p>
          <a:p>
            <a:pPr lvl="0" algn="just">
              <a:lnSpc>
                <a:spcPct val="140000"/>
              </a:lnSpc>
              <a:buClrTx/>
              <a:buSzTx/>
              <a:buFontTx/>
            </a:pPr>
            <a:r>
              <a:rPr lang="zh-CN" altLang="en-US" sz="2400" dirty="0">
                <a:solidFill>
                  <a:schemeClr val="tx1">
                    <a:lumMod val="85000"/>
                    <a:lumOff val="15000"/>
                  </a:schemeClr>
                </a:solidFill>
                <a:latin typeface="+mn-ea"/>
                <a:cs typeface="+mn-ea"/>
                <a:sym typeface="+mn-ea"/>
              </a:rPr>
              <a:t>随着大量城市流动人口和进城务工农民工在异地工作时间的推移，其子女在流入地参加高考的问题日益迫切。</a:t>
            </a:r>
            <a:r>
              <a:rPr lang="en-US" altLang="zh-CN" sz="2400" dirty="0">
                <a:solidFill>
                  <a:schemeClr val="tx1">
                    <a:lumMod val="85000"/>
                    <a:lumOff val="15000"/>
                  </a:schemeClr>
                </a:solidFill>
                <a:latin typeface="+mn-ea"/>
                <a:cs typeface="+mn-ea"/>
                <a:sym typeface="+mn-ea"/>
              </a:rPr>
              <a:t>2014</a:t>
            </a:r>
            <a:r>
              <a:rPr lang="zh-CN" altLang="en-US" sz="2400" dirty="0">
                <a:solidFill>
                  <a:schemeClr val="tx1">
                    <a:lumMod val="85000"/>
                    <a:lumOff val="15000"/>
                  </a:schemeClr>
                </a:solidFill>
                <a:latin typeface="+mn-ea"/>
                <a:cs typeface="+mn-ea"/>
                <a:sym typeface="+mn-ea"/>
              </a:rPr>
              <a:t>年</a:t>
            </a:r>
            <a:r>
              <a:rPr lang="en-US" altLang="zh-CN" sz="2400" dirty="0">
                <a:solidFill>
                  <a:schemeClr val="tx1">
                    <a:lumMod val="85000"/>
                    <a:lumOff val="15000"/>
                  </a:schemeClr>
                </a:solidFill>
                <a:latin typeface="+mn-ea"/>
                <a:cs typeface="+mn-ea"/>
                <a:sym typeface="+mn-ea"/>
              </a:rPr>
              <a:t>7</a:t>
            </a:r>
            <a:r>
              <a:rPr lang="zh-CN" altLang="en-US" sz="2400" dirty="0">
                <a:solidFill>
                  <a:schemeClr val="tx1">
                    <a:lumMod val="85000"/>
                    <a:lumOff val="15000"/>
                  </a:schemeClr>
                </a:solidFill>
                <a:latin typeface="+mn-ea"/>
                <a:cs typeface="+mn-ea"/>
                <a:sym typeface="+mn-ea"/>
              </a:rPr>
              <a:t>月</a:t>
            </a:r>
            <a:r>
              <a:rPr lang="en-US" altLang="zh-CN" sz="2400" dirty="0">
                <a:solidFill>
                  <a:schemeClr val="tx1">
                    <a:lumMod val="85000"/>
                    <a:lumOff val="15000"/>
                  </a:schemeClr>
                </a:solidFill>
                <a:latin typeface="+mn-ea"/>
                <a:cs typeface="+mn-ea"/>
                <a:sym typeface="+mn-ea"/>
              </a:rPr>
              <a:t>30</a:t>
            </a:r>
            <a:r>
              <a:rPr lang="zh-CN" altLang="en-US" sz="2400" dirty="0">
                <a:solidFill>
                  <a:schemeClr val="tx1">
                    <a:lumMod val="85000"/>
                    <a:lumOff val="15000"/>
                  </a:schemeClr>
                </a:solidFill>
                <a:latin typeface="+mn-ea"/>
                <a:cs typeface="+mn-ea"/>
                <a:sym typeface="+mn-ea"/>
              </a:rPr>
              <a:t>日，国务院发布《关于进一步推进户籍制度改革的意见》，</a:t>
            </a:r>
            <a:r>
              <a:rPr lang="zh-CN" altLang="en-US" sz="2400" b="1" dirty="0">
                <a:solidFill>
                  <a:schemeClr val="tx1">
                    <a:lumMod val="85000"/>
                    <a:lumOff val="15000"/>
                  </a:schemeClr>
                </a:solidFill>
                <a:latin typeface="+mn-ea"/>
                <a:cs typeface="+mn-ea"/>
                <a:sym typeface="+mn-ea"/>
              </a:rPr>
              <a:t>居住证持有人随迁子女逐步可在当地高考。</a:t>
            </a:r>
            <a:endParaRPr lang="zh-CN" altLang="en-US" sz="2400" dirty="0">
              <a:solidFill>
                <a:schemeClr val="tx1">
                  <a:lumMod val="85000"/>
                  <a:lumOff val="15000"/>
                </a:schemeClr>
              </a:solidFill>
              <a:latin typeface="+mn-ea"/>
              <a:cs typeface="+mn-ea"/>
              <a:sym typeface="+mn-ea"/>
            </a:endParaRPr>
          </a:p>
        </p:txBody>
      </p:sp>
      <p:sp>
        <p:nvSpPr>
          <p:cNvPr id="17" name="圆角矩形 3"/>
          <p:cNvSpPr/>
          <p:nvPr>
            <p:custDataLst>
              <p:tags r:id="rId4"/>
            </p:custDataLst>
          </p:nvPr>
        </p:nvSpPr>
        <p:spPr>
          <a:xfrm>
            <a:off x="6221095" y="1789430"/>
            <a:ext cx="5274945" cy="4674235"/>
          </a:xfrm>
          <a:custGeom>
            <a:avLst/>
            <a:gdLst>
              <a:gd name="adj" fmla="val 522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162" h="6688">
                <a:moveTo>
                  <a:pt x="7955" y="0"/>
                </a:moveTo>
                <a:lnTo>
                  <a:pt x="7963" y="4"/>
                </a:lnTo>
                <a:cubicBezTo>
                  <a:pt x="8081" y="60"/>
                  <a:pt x="8162" y="181"/>
                  <a:pt x="8162" y="320"/>
                </a:cubicBezTo>
                <a:lnTo>
                  <a:pt x="8162" y="6337"/>
                </a:lnTo>
                <a:cubicBezTo>
                  <a:pt x="8162" y="6531"/>
                  <a:pt x="8005" y="6688"/>
                  <a:pt x="7811" y="6688"/>
                </a:cubicBezTo>
                <a:lnTo>
                  <a:pt x="307" y="6688"/>
                </a:lnTo>
                <a:cubicBezTo>
                  <a:pt x="180" y="6688"/>
                  <a:pt x="68" y="6620"/>
                  <a:pt x="7" y="6519"/>
                </a:cubicBezTo>
                <a:lnTo>
                  <a:pt x="0" y="6507"/>
                </a:lnTo>
                <a:lnTo>
                  <a:pt x="7" y="6511"/>
                </a:lnTo>
                <a:cubicBezTo>
                  <a:pt x="49" y="6528"/>
                  <a:pt x="96" y="6538"/>
                  <a:pt x="144" y="6538"/>
                </a:cubicBezTo>
                <a:lnTo>
                  <a:pt x="7648" y="6538"/>
                </a:lnTo>
                <a:cubicBezTo>
                  <a:pt x="7842" y="6538"/>
                  <a:pt x="7999" y="6381"/>
                  <a:pt x="7999" y="6187"/>
                </a:cubicBezTo>
                <a:lnTo>
                  <a:pt x="7999" y="170"/>
                </a:lnTo>
                <a:cubicBezTo>
                  <a:pt x="7999" y="110"/>
                  <a:pt x="7984" y="53"/>
                  <a:pt x="7957" y="3"/>
                </a:cubicBezTo>
                <a:lnTo>
                  <a:pt x="7955" y="0"/>
                </a:ln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p>
            <a:pPr lvl="0" algn="l">
              <a:lnSpc>
                <a:spcPct val="140000"/>
              </a:lnSpc>
              <a:buClrTx/>
              <a:buSzTx/>
              <a:buFontTx/>
            </a:pPr>
            <a:endParaRPr lang="zh-CN" altLang="zh-CN" sz="1400" dirty="0">
              <a:solidFill>
                <a:srgbClr val="262626"/>
              </a:solidFill>
              <a:latin typeface="+mn-ea"/>
              <a:cs typeface="+mn-ea"/>
              <a:sym typeface="+mn-ea"/>
            </a:endParaRPr>
          </a:p>
        </p:txBody>
      </p:sp>
      <p:sp>
        <p:nvSpPr>
          <p:cNvPr id="3" name="圆角矩形 3"/>
          <p:cNvSpPr/>
          <p:nvPr>
            <p:custDataLst>
              <p:tags r:id="rId5"/>
            </p:custDataLst>
          </p:nvPr>
        </p:nvSpPr>
        <p:spPr>
          <a:xfrm>
            <a:off x="6099810" y="1672590"/>
            <a:ext cx="5295265" cy="4709160"/>
          </a:xfrm>
          <a:prstGeom prst="roundRect">
            <a:avLst>
              <a:gd name="adj" fmla="val 5223"/>
            </a:avLst>
          </a:prstGeom>
          <a:solidFill>
            <a:schemeClr val="lt1">
              <a:lumMod val="100000"/>
              <a:alpha val="10000"/>
            </a:schemeClr>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323850" rIns="323850" bIns="698500" numCol="1" spcCol="0" rtlCol="0" fromWordArt="0" anchor="t" anchorCtr="0" forceAA="0" compatLnSpc="1">
            <a:noAutofit/>
          </a:bodyPr>
          <a:p>
            <a:pPr lvl="0" algn="just">
              <a:lnSpc>
                <a:spcPct val="140000"/>
              </a:lnSpc>
              <a:buClrTx/>
              <a:buSzTx/>
              <a:buFontTx/>
            </a:pPr>
            <a:endParaRPr lang="zh-CN" altLang="en-US" sz="2400" dirty="0">
              <a:solidFill>
                <a:schemeClr val="tx1">
                  <a:lumMod val="85000"/>
                  <a:lumOff val="15000"/>
                </a:schemeClr>
              </a:solidFill>
              <a:latin typeface="+mn-ea"/>
              <a:cs typeface="+mn-ea"/>
              <a:sym typeface="+mn-ea"/>
            </a:endParaRPr>
          </a:p>
          <a:p>
            <a:pPr lvl="0" algn="just">
              <a:lnSpc>
                <a:spcPct val="140000"/>
              </a:lnSpc>
              <a:buClrTx/>
              <a:buSzTx/>
              <a:buFontTx/>
            </a:pPr>
            <a:r>
              <a:rPr lang="zh-CN" altLang="en-US" sz="2400" dirty="0">
                <a:solidFill>
                  <a:schemeClr val="tx1">
                    <a:lumMod val="85000"/>
                    <a:lumOff val="15000"/>
                  </a:schemeClr>
                </a:solidFill>
                <a:latin typeface="+mn-ea"/>
                <a:cs typeface="+mn-ea"/>
                <a:sym typeface="+mn-ea"/>
              </a:rPr>
              <a:t>无论异地高考还是基础教育，都事关公众权益和教育公平；</a:t>
            </a:r>
            <a:r>
              <a:rPr lang="zh-CN" altLang="en-US" sz="2400" b="1" dirty="0">
                <a:solidFill>
                  <a:schemeClr val="tx1">
                    <a:lumMod val="85000"/>
                    <a:lumOff val="15000"/>
                  </a:schemeClr>
                </a:solidFill>
                <a:latin typeface="+mn-ea"/>
                <a:cs typeface="+mn-ea"/>
                <a:sym typeface="+mn-ea"/>
              </a:rPr>
              <a:t>若学前教育和义务教育搞不好，即使开放了异地高考，随迁子女的教育福利也将受到牵累。</a:t>
            </a:r>
            <a:r>
              <a:rPr lang="zh-CN" altLang="en-US" sz="2400" dirty="0">
                <a:solidFill>
                  <a:schemeClr val="tx1">
                    <a:lumMod val="85000"/>
                    <a:lumOff val="15000"/>
                  </a:schemeClr>
                </a:solidFill>
                <a:latin typeface="+mn-ea"/>
                <a:cs typeface="+mn-ea"/>
                <a:sym typeface="+mn-ea"/>
              </a:rPr>
              <a:t>因此，异地高考不可能一蹴而就全部开放，分步走是现实的理性选择。</a:t>
            </a:r>
            <a:endParaRPr lang="zh-CN" altLang="en-US" sz="2400" dirty="0">
              <a:solidFill>
                <a:schemeClr val="tx1">
                  <a:lumMod val="85000"/>
                  <a:lumOff val="15000"/>
                </a:schemeClr>
              </a:solidFill>
              <a:latin typeface="+mn-ea"/>
              <a:cs typeface="+mn-ea"/>
              <a:sym typeface="+mn-ea"/>
            </a:endParaRPr>
          </a:p>
        </p:txBody>
      </p:sp>
      <p:sp>
        <p:nvSpPr>
          <p:cNvPr id="4" name="圆角矩形 16"/>
          <p:cNvSpPr/>
          <p:nvPr>
            <p:custDataLst>
              <p:tags r:id="rId6"/>
            </p:custDataLst>
          </p:nvPr>
        </p:nvSpPr>
        <p:spPr>
          <a:xfrm>
            <a:off x="417195" y="1672550"/>
            <a:ext cx="599059" cy="602284"/>
          </a:xfrm>
          <a:prstGeom prst="roundRect">
            <a:avLst>
              <a:gd name="adj" fmla="val 2376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p>
            <a:pPr algn="ctr">
              <a:spcBef>
                <a:spcPct val="0"/>
              </a:spcBef>
              <a:spcAft>
                <a:spcPct val="0"/>
              </a:spcAft>
            </a:pPr>
            <a:r>
              <a:rPr lang="en-US" altLang="zh-CN" sz="2800" b="1">
                <a:solidFill>
                  <a:srgbClr val="FFFFFF"/>
                </a:solidFill>
                <a:latin typeface="微软雅黑" panose="020B0503020204020204" charset="-122"/>
                <a:ea typeface="微软雅黑" panose="020B0503020204020204" charset="-122"/>
                <a:cs typeface="+mn-ea"/>
                <a:sym typeface="+mn-ea"/>
              </a:rPr>
              <a:t>01</a:t>
            </a:r>
            <a:endParaRPr lang="en-US" altLang="zh-CN" sz="2800" b="1">
              <a:solidFill>
                <a:srgbClr val="FFFFFF"/>
              </a:solidFill>
              <a:latin typeface="微软雅黑" panose="020B0503020204020204" charset="-122"/>
              <a:ea typeface="微软雅黑" panose="020B0503020204020204" charset="-122"/>
              <a:cs typeface="+mn-ea"/>
              <a:sym typeface="+mn-ea"/>
            </a:endParaRPr>
          </a:p>
        </p:txBody>
      </p:sp>
      <p:sp>
        <p:nvSpPr>
          <p:cNvPr id="5" name="圆角矩形 16"/>
          <p:cNvSpPr/>
          <p:nvPr>
            <p:custDataLst>
              <p:tags r:id="rId7"/>
            </p:custDataLst>
          </p:nvPr>
        </p:nvSpPr>
        <p:spPr>
          <a:xfrm>
            <a:off x="6099848" y="1672550"/>
            <a:ext cx="599059" cy="602284"/>
          </a:xfrm>
          <a:prstGeom prst="roundRect">
            <a:avLst>
              <a:gd name="adj" fmla="val 23765"/>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p>
            <a:pPr algn="ctr">
              <a:spcBef>
                <a:spcPct val="0"/>
              </a:spcBef>
              <a:spcAft>
                <a:spcPct val="0"/>
              </a:spcAft>
            </a:pPr>
            <a:r>
              <a:rPr lang="en-US" altLang="zh-CN" sz="2800" b="1">
                <a:solidFill>
                  <a:srgbClr val="FFFFFF"/>
                </a:solidFill>
                <a:latin typeface="微软雅黑" panose="020B0503020204020204" charset="-122"/>
                <a:ea typeface="微软雅黑" panose="020B0503020204020204" charset="-122"/>
                <a:cs typeface="+mn-ea"/>
                <a:sym typeface="+mn-ea"/>
              </a:rPr>
              <a:t>02</a:t>
            </a:r>
            <a:endParaRPr lang="en-US" altLang="zh-CN" sz="2800" b="1">
              <a:solidFill>
                <a:srgbClr val="FFFFFF"/>
              </a:solidFill>
              <a:latin typeface="微软雅黑" panose="020B0503020204020204" charset="-122"/>
              <a:ea typeface="微软雅黑" panose="020B0503020204020204" charset="-122"/>
              <a:cs typeface="+mn-ea"/>
              <a:sym typeface="+mn-ea"/>
            </a:endParaRPr>
          </a:p>
        </p:txBody>
      </p:sp>
    </p:spTree>
    <p:custDataLst>
      <p:tags r:id="rId8"/>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0" y="8"/>
            <a:ext cx="4238368" cy="68579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3" name="矩形 12"/>
          <p:cNvSpPr/>
          <p:nvPr>
            <p:custDataLst>
              <p:tags r:id="rId2"/>
            </p:custDataLst>
          </p:nvPr>
        </p:nvSpPr>
        <p:spPr>
          <a:xfrm>
            <a:off x="4238365" y="717235"/>
            <a:ext cx="7953635" cy="5423523"/>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6" name="标题 5"/>
          <p:cNvSpPr>
            <a:spLocks noGrp="1"/>
          </p:cNvSpPr>
          <p:nvPr>
            <p:ph type="title"/>
            <p:custDataLst>
              <p:tags r:id="rId3"/>
            </p:custDataLst>
          </p:nvPr>
        </p:nvSpPr>
        <p:spPr>
          <a:xfrm>
            <a:off x="115570" y="2802890"/>
            <a:ext cx="4029075" cy="1096010"/>
          </a:xfrm>
        </p:spPr>
        <p:txBody>
          <a:bodyPr>
            <a:noAutofit/>
          </a:bodyPr>
          <a:lstStyle/>
          <a:p>
            <a:pPr algn="ctr"/>
            <a:r>
              <a:rPr lang="zh-CN" altLang="en-US">
                <a:solidFill>
                  <a:schemeClr val="bg2"/>
                </a:solidFill>
                <a:latin typeface="微软雅黑" panose="020B0503020204020204" charset="-122"/>
                <a:ea typeface="微软雅黑" panose="020B0503020204020204" charset="-122"/>
                <a:sym typeface="+mn-ea"/>
              </a:rPr>
              <a:t>七、监督权与请求权</a:t>
            </a:r>
            <a:br>
              <a:rPr lang="zh-CN" altLang="en-US">
                <a:solidFill>
                  <a:schemeClr val="bg2"/>
                </a:solidFill>
                <a:latin typeface="微软雅黑" panose="020B0503020204020204" charset="-122"/>
                <a:ea typeface="微软雅黑" panose="020B0503020204020204" charset="-122"/>
                <a:sym typeface="+mn-ea"/>
              </a:rPr>
            </a:br>
            <a:r>
              <a:rPr lang="zh-CN" altLang="en-US" sz="2400">
                <a:solidFill>
                  <a:schemeClr val="bg2"/>
                </a:solidFill>
                <a:latin typeface="微软雅黑" panose="020B0503020204020204" charset="-122"/>
                <a:ea typeface="微软雅黑" panose="020B0503020204020204" charset="-122"/>
                <a:sym typeface="+mn-ea"/>
              </a:rPr>
              <a:t>（《宪法》第</a:t>
            </a:r>
            <a:r>
              <a:rPr lang="en-US" altLang="zh-CN" sz="2400">
                <a:solidFill>
                  <a:schemeClr val="bg2"/>
                </a:solidFill>
                <a:latin typeface="微软雅黑" panose="020B0503020204020204" charset="-122"/>
                <a:ea typeface="微软雅黑" panose="020B0503020204020204" charset="-122"/>
                <a:sym typeface="+mn-ea"/>
              </a:rPr>
              <a:t>41</a:t>
            </a:r>
            <a:r>
              <a:rPr lang="zh-CN" altLang="en-US" sz="2400">
                <a:solidFill>
                  <a:schemeClr val="bg2"/>
                </a:solidFill>
                <a:latin typeface="微软雅黑" panose="020B0503020204020204" charset="-122"/>
                <a:ea typeface="微软雅黑" panose="020B0503020204020204" charset="-122"/>
                <a:sym typeface="+mn-ea"/>
              </a:rPr>
              <a:t>条）</a:t>
            </a:r>
            <a:endParaRPr lang="zh-CN" altLang="en-US" sz="2400">
              <a:solidFill>
                <a:schemeClr val="bg2"/>
              </a:solidFill>
              <a:latin typeface="微软雅黑" panose="020B0503020204020204" charset="-122"/>
              <a:ea typeface="微软雅黑" panose="020B0503020204020204" charset="-122"/>
              <a:sym typeface="+mn-ea"/>
            </a:endParaRPr>
          </a:p>
        </p:txBody>
      </p:sp>
      <p:sp>
        <p:nvSpPr>
          <p:cNvPr id="9" name="文本框 8"/>
          <p:cNvSpPr txBox="1"/>
          <p:nvPr>
            <p:custDataLst>
              <p:tags r:id="rId4"/>
            </p:custDataLst>
          </p:nvPr>
        </p:nvSpPr>
        <p:spPr>
          <a:xfrm>
            <a:off x="4779645" y="956945"/>
            <a:ext cx="6911340" cy="4603115"/>
          </a:xfrm>
          <a:prstGeom prst="rect">
            <a:avLst/>
          </a:prstGeom>
          <a:noFill/>
        </p:spPr>
        <p:txBody>
          <a:bodyPr wrap="square" rtlCol="0" anchor="ctr" anchorCtr="0">
            <a:normAutofit fontScale="25000"/>
          </a:bodyPr>
          <a:lstStyle/>
          <a:p>
            <a:pPr indent="0" algn="just" fontAlgn="auto">
              <a:lnSpc>
                <a:spcPct val="150000"/>
              </a:lnSpc>
              <a:spcAft>
                <a:spcPts val="1200"/>
              </a:spcAft>
              <a:buClr>
                <a:srgbClr val="A6A6A6"/>
              </a:buClr>
              <a:buFont typeface="Wingdings" panose="05000000000000000000" charset="0"/>
              <a:buNone/>
            </a:pPr>
            <a:r>
              <a:rPr lang="zh-CN" altLang="en-US" sz="11200" b="1">
                <a:solidFill>
                  <a:schemeClr val="tx1"/>
                </a:solidFill>
                <a:latin typeface="微软雅黑" panose="020B0503020204020204" charset="-122"/>
                <a:ea typeface="微软雅黑" panose="020B0503020204020204" charset="-122"/>
                <a:cs typeface="微软雅黑" panose="020B0503020204020204" charset="-122"/>
              </a:rPr>
              <a:t>（一）监督权</a:t>
            </a:r>
            <a:endParaRPr lang="zh-CN" altLang="en-US" sz="11200" b="1">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en-US" altLang="zh-CN" sz="96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9600" b="1">
                <a:solidFill>
                  <a:schemeClr val="tx1"/>
                </a:solidFill>
                <a:latin typeface="微软雅黑" panose="020B0503020204020204" charset="-122"/>
                <a:ea typeface="微软雅黑" panose="020B0503020204020204" charset="-122"/>
                <a:cs typeface="微软雅黑" panose="020B0503020204020204" charset="-122"/>
              </a:rPr>
              <a:t>1.</a:t>
            </a:r>
            <a:r>
              <a:rPr lang="zh-CN" altLang="en-US" sz="9600" b="1">
                <a:solidFill>
                  <a:schemeClr val="tx1"/>
                </a:solidFill>
                <a:latin typeface="微软雅黑" panose="020B0503020204020204" charset="-122"/>
                <a:ea typeface="微软雅黑" panose="020B0503020204020204" charset="-122"/>
                <a:cs typeface="微软雅黑" panose="020B0503020204020204" charset="-122"/>
              </a:rPr>
              <a:t>概念：</a:t>
            </a:r>
            <a:r>
              <a:rPr lang="zh-CN" altLang="en-US" sz="9600">
                <a:solidFill>
                  <a:schemeClr val="tx1"/>
                </a:solidFill>
                <a:latin typeface="微软雅黑" panose="020B0503020204020204" charset="-122"/>
                <a:ea typeface="微软雅黑" panose="020B0503020204020204" charset="-122"/>
                <a:cs typeface="微软雅黑" panose="020B0503020204020204" charset="-122"/>
              </a:rPr>
              <a:t>公民依照宪法和法律规定监督国家机关及其工作人员活动的权利。</a:t>
            </a:r>
            <a:endParaRPr lang="zh-CN" altLang="en-US" sz="96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en-US" altLang="zh-CN" sz="96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9600" b="1">
                <a:solidFill>
                  <a:schemeClr val="tx1"/>
                </a:solidFill>
                <a:latin typeface="微软雅黑" panose="020B0503020204020204" charset="-122"/>
                <a:ea typeface="微软雅黑" panose="020B0503020204020204" charset="-122"/>
                <a:cs typeface="微软雅黑" panose="020B0503020204020204" charset="-122"/>
              </a:rPr>
              <a:t> 2.</a:t>
            </a:r>
            <a:r>
              <a:rPr lang="zh-CN" altLang="en-US" sz="9600" b="1">
                <a:solidFill>
                  <a:schemeClr val="tx1"/>
                </a:solidFill>
                <a:latin typeface="微软雅黑" panose="020B0503020204020204" charset="-122"/>
                <a:ea typeface="微软雅黑" panose="020B0503020204020204" charset="-122"/>
                <a:cs typeface="微软雅黑" panose="020B0503020204020204" charset="-122"/>
              </a:rPr>
              <a:t>内容：</a:t>
            </a:r>
            <a:r>
              <a:rPr lang="zh-CN" altLang="en-US" sz="9600">
                <a:solidFill>
                  <a:schemeClr val="tx1"/>
                </a:solidFill>
                <a:latin typeface="微软雅黑" panose="020B0503020204020204" charset="-122"/>
                <a:ea typeface="微软雅黑" panose="020B0503020204020204" charset="-122"/>
                <a:cs typeface="微软雅黑" panose="020B0503020204020204" charset="-122"/>
              </a:rPr>
              <a:t>批评、建议权；控告、检举权；申诉权。</a:t>
            </a:r>
            <a:endParaRPr lang="zh-CN" altLang="en-US" sz="96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en-US" altLang="zh-CN" sz="96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9600" b="1">
                <a:solidFill>
                  <a:schemeClr val="tx1"/>
                </a:solidFill>
                <a:latin typeface="微软雅黑" panose="020B0503020204020204" charset="-122"/>
                <a:ea typeface="微软雅黑" panose="020B0503020204020204" charset="-122"/>
                <a:cs typeface="微软雅黑" panose="020B0503020204020204" charset="-122"/>
              </a:rPr>
              <a:t>3.</a:t>
            </a:r>
            <a:r>
              <a:rPr lang="zh-CN" altLang="en-US" sz="9600" b="1">
                <a:solidFill>
                  <a:schemeClr val="tx1"/>
                </a:solidFill>
                <a:latin typeface="微软雅黑" panose="020B0503020204020204" charset="-122"/>
                <a:ea typeface="微软雅黑" panose="020B0503020204020204" charset="-122"/>
                <a:cs typeface="微软雅黑" panose="020B0503020204020204" charset="-122"/>
              </a:rPr>
              <a:t>界限：</a:t>
            </a:r>
            <a:r>
              <a:rPr lang="zh-CN" altLang="en-US" sz="9600">
                <a:solidFill>
                  <a:schemeClr val="tx1"/>
                </a:solidFill>
                <a:latin typeface="微软雅黑" panose="020B0503020204020204" charset="-122"/>
                <a:ea typeface="微软雅黑" panose="020B0503020204020204" charset="-122"/>
                <a:cs typeface="微软雅黑" panose="020B0503020204020204" charset="-122"/>
              </a:rPr>
              <a:t>公民行使申诉、控告或者检举权利时</a:t>
            </a:r>
            <a:r>
              <a:rPr lang="zh-CN" altLang="en-US" sz="9600" b="1">
                <a:solidFill>
                  <a:schemeClr val="tx1"/>
                </a:solidFill>
                <a:latin typeface="微软雅黑" panose="020B0503020204020204" charset="-122"/>
                <a:ea typeface="微软雅黑" panose="020B0503020204020204" charset="-122"/>
                <a:cs typeface="微软雅黑" panose="020B0503020204020204" charset="-122"/>
              </a:rPr>
              <a:t>不得捏造或者歪曲事实进行诬告陷害。</a:t>
            </a:r>
            <a:endParaRPr lang="zh-CN" altLang="en-US" sz="9600" b="1">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矩形 13"/>
          <p:cNvSpPr/>
          <p:nvPr>
            <p:custDataLst>
              <p:tags r:id="rId1"/>
            </p:custDataLst>
          </p:nvPr>
        </p:nvSpPr>
        <p:spPr>
          <a:xfrm>
            <a:off x="582613" y="848995"/>
            <a:ext cx="11048365" cy="5523865"/>
          </a:xfrm>
          <a:prstGeom prst="rect">
            <a:avLst/>
          </a:prstGeom>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custDataLst>
              <p:tags r:id="rId2"/>
            </p:custDataLst>
          </p:nvPr>
        </p:nvSpPr>
        <p:spPr>
          <a:xfrm>
            <a:off x="582613" y="848995"/>
            <a:ext cx="11048365" cy="5523865"/>
          </a:xfrm>
          <a:prstGeom prst="rect">
            <a:avLst/>
          </a:prstGeom>
          <a:solidFill>
            <a:srgbClr val="FFFFFF">
              <a:alpha val="15000"/>
            </a:srgbClr>
          </a:solidFill>
          <a:ln w="349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2" name="矩形 1"/>
          <p:cNvSpPr/>
          <p:nvPr>
            <p:custDataLst>
              <p:tags r:id="rId3"/>
            </p:custDataLst>
          </p:nvPr>
        </p:nvSpPr>
        <p:spPr>
          <a:xfrm>
            <a:off x="412115" y="2698750"/>
            <a:ext cx="330835" cy="1460500"/>
          </a:xfrm>
          <a:prstGeom prst="rect">
            <a:avLst/>
          </a:prstGeom>
          <a:solidFill>
            <a:schemeClr val="accent1">
              <a:lumMod val="7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5" name="矩形 4"/>
          <p:cNvSpPr/>
          <p:nvPr>
            <p:custDataLst>
              <p:tags r:id="rId4"/>
            </p:custDataLst>
          </p:nvPr>
        </p:nvSpPr>
        <p:spPr>
          <a:xfrm>
            <a:off x="11453495" y="2698750"/>
            <a:ext cx="330835" cy="1460500"/>
          </a:xfrm>
          <a:prstGeom prst="rect">
            <a:avLst/>
          </a:prstGeom>
          <a:solidFill>
            <a:schemeClr val="accent1">
              <a:lumMod val="7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8" name="文本框 7"/>
          <p:cNvSpPr txBox="1"/>
          <p:nvPr>
            <p:custDataLst>
              <p:tags r:id="rId5"/>
            </p:custDataLst>
          </p:nvPr>
        </p:nvSpPr>
        <p:spPr>
          <a:xfrm>
            <a:off x="796925" y="1355090"/>
            <a:ext cx="10603230" cy="4930140"/>
          </a:xfrm>
          <a:prstGeom prst="rect">
            <a:avLst/>
          </a:prstGeom>
          <a:noFill/>
        </p:spPr>
        <p:txBody>
          <a:bodyPr wrap="square" rtlCol="0" anchor="ctr" anchorCtr="0">
            <a:noAutofit/>
          </a:bodyPr>
          <a:lstStyle/>
          <a:p>
            <a:pPr marL="720090" indent="0" algn="l" fontAlgn="auto">
              <a:lnSpc>
                <a:spcPct val="150000"/>
              </a:lnSpc>
              <a:spcAft>
                <a:spcPts val="1200"/>
              </a:spcAft>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国家赔偿请求权是指由千国家机关和国家工作人员侵权而受到损失的公</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720090" indent="0" algn="l" fontAlgn="auto">
              <a:lnSpc>
                <a:spcPct val="150000"/>
              </a:lnSpc>
              <a:spcAft>
                <a:spcPts val="1200"/>
              </a:spcAft>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民，依照法律规定取得赔偿的权利。</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720090" indent="0" algn="l" fontAlgn="auto">
              <a:lnSpc>
                <a:spcPct val="150000"/>
              </a:lnSpc>
              <a:spcAft>
                <a:spcPts val="1200"/>
              </a:spcAft>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目前我国的国家赔偿分为</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行政赔偿和司法赔偿。</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720090" indent="0" algn="l" fontAlgn="auto">
              <a:lnSpc>
                <a:spcPct val="150000"/>
              </a:lnSpc>
              <a:spcAft>
                <a:spcPts val="1200"/>
              </a:spcAft>
            </a:pP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720090" indent="0" algn="l" fontAlgn="auto">
              <a:lnSpc>
                <a:spcPct val="150000"/>
              </a:lnSpc>
              <a:spcAft>
                <a:spcPts val="1200"/>
              </a:spcAft>
            </a:pPr>
            <a:endParaRPr lang="zh-CN" altLang="en-US" sz="12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9" name="标题 8"/>
          <p:cNvSpPr>
            <a:spLocks noGrp="1"/>
          </p:cNvSpPr>
          <p:nvPr>
            <p:ph type="title"/>
            <p:custDataLst>
              <p:tags r:id="rId6"/>
            </p:custDataLst>
          </p:nvPr>
        </p:nvSpPr>
        <p:spPr>
          <a:xfrm>
            <a:off x="2146300" y="493395"/>
            <a:ext cx="7920355" cy="763270"/>
          </a:xfrm>
          <a:solidFill>
            <a:schemeClr val="accent1"/>
          </a:solidFill>
        </p:spPr>
        <p:txBody>
          <a:bodyPr/>
          <a:lstStyle/>
          <a:p>
            <a:pPr algn="ctr"/>
            <a:r>
              <a:rPr lang="zh-CN" altLang="en-US">
                <a:solidFill>
                  <a:srgbClr val="FFFFFF"/>
                </a:solidFill>
              </a:rPr>
              <a:t>（二）国家赔偿请求权</a:t>
            </a:r>
            <a:endParaRPr lang="zh-CN" altLang="en-US">
              <a:solidFill>
                <a:srgbClr val="FFFFFF"/>
              </a:solidFill>
            </a:endParaRPr>
          </a:p>
        </p:txBody>
      </p:sp>
    </p:spTree>
    <p:custDataLst>
      <p:tags r:id="rId7"/>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1"/>
            </p:custDataLst>
          </p:nvPr>
        </p:nvSpPr>
        <p:spPr>
          <a:xfrm>
            <a:off x="770453" y="1020318"/>
            <a:ext cx="10996246" cy="5181600"/>
          </a:xfrm>
          <a:prstGeom prst="rect">
            <a:avLst/>
          </a:prstGeom>
          <a:solidFill>
            <a:schemeClr val="tx1">
              <a:lumMod val="50000"/>
              <a:lumOff val="50000"/>
              <a:alpha val="2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sym typeface="Arial" panose="020B0604020202020204" pitchFamily="34" charset="0"/>
            </a:endParaRPr>
          </a:p>
        </p:txBody>
      </p:sp>
      <p:sp useBgFill="1">
        <p:nvSpPr>
          <p:cNvPr id="7" name="矩形 6"/>
          <p:cNvSpPr/>
          <p:nvPr>
            <p:custDataLst>
              <p:tags r:id="rId2"/>
            </p:custDataLst>
          </p:nvPr>
        </p:nvSpPr>
        <p:spPr>
          <a:xfrm>
            <a:off x="597874" y="838200"/>
            <a:ext cx="10996246" cy="5181600"/>
          </a:xfrm>
          <a:prstGeom prst="rect">
            <a:avLst/>
          </a:prstGeom>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0" name="矩形 9"/>
          <p:cNvSpPr/>
          <p:nvPr>
            <p:custDataLst>
              <p:tags r:id="rId3"/>
            </p:custDataLst>
          </p:nvPr>
        </p:nvSpPr>
        <p:spPr>
          <a:xfrm>
            <a:off x="597874" y="838200"/>
            <a:ext cx="10996246" cy="5181600"/>
          </a:xfrm>
          <a:prstGeom prst="rect">
            <a:avLst/>
          </a:prstGeom>
          <a:solidFill>
            <a:srgbClr val="FFFFFF">
              <a:alpha val="15000"/>
            </a:srgbClr>
          </a:solidFill>
          <a:ln w="762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8" name="文本框 7"/>
          <p:cNvSpPr txBox="1"/>
          <p:nvPr>
            <p:custDataLst>
              <p:tags r:id="rId4"/>
            </p:custDataLst>
          </p:nvPr>
        </p:nvSpPr>
        <p:spPr>
          <a:xfrm>
            <a:off x="597535" y="838200"/>
            <a:ext cx="10996930" cy="5181600"/>
          </a:xfrm>
          <a:prstGeom prst="rect">
            <a:avLst/>
          </a:prstGeom>
          <a:noFill/>
        </p:spPr>
        <p:txBody>
          <a:bodyPr wrap="square" rtlCol="0">
            <a:noAutofit/>
          </a:bodyPr>
          <a:lstStyle/>
          <a:p>
            <a:pPr marL="285750" lvl="0" indent="-285750" fontAlgn="auto">
              <a:lnSpc>
                <a:spcPct val="150000"/>
              </a:lnSpc>
              <a:spcAft>
                <a:spcPts val="1200"/>
              </a:spcAft>
              <a:buClr>
                <a:srgbClr val="A6A6A6"/>
              </a:buClr>
              <a:buSzPct val="70000"/>
              <a:buFont typeface="Wingdings" panose="05000000000000000000" charset="0"/>
              <a:buChar char="u"/>
            </a:pPr>
            <a:r>
              <a:rPr lang="en-US" altLang="zh-CN" sz="2400">
                <a:solidFill>
                  <a:schemeClr val="tx1"/>
                </a:solidFill>
                <a:latin typeface="+mj-ea"/>
                <a:ea typeface="+mj-ea"/>
                <a:cs typeface="+mj-ea"/>
              </a:rPr>
              <a:t> 2012</a:t>
            </a:r>
            <a:r>
              <a:rPr lang="zh-CN" altLang="en-US" sz="2400">
                <a:solidFill>
                  <a:schemeClr val="tx1"/>
                </a:solidFill>
                <a:latin typeface="+mj-ea"/>
                <a:ea typeface="+mj-ea"/>
                <a:cs typeface="+mj-ea"/>
              </a:rPr>
              <a:t>年修订的《国家赔偿法》第</a:t>
            </a:r>
            <a:r>
              <a:rPr lang="en-US" altLang="zh-CN" sz="2400">
                <a:solidFill>
                  <a:schemeClr val="tx1"/>
                </a:solidFill>
                <a:latin typeface="+mj-ea"/>
                <a:ea typeface="+mj-ea"/>
                <a:cs typeface="+mj-ea"/>
              </a:rPr>
              <a:t>33</a:t>
            </a:r>
            <a:r>
              <a:rPr lang="zh-CN" altLang="en-US" sz="2400">
                <a:solidFill>
                  <a:schemeClr val="tx1"/>
                </a:solidFill>
                <a:latin typeface="+mj-ea"/>
                <a:ea typeface="+mj-ea"/>
                <a:cs typeface="+mj-ea"/>
              </a:rPr>
              <a:t>条规定：</a:t>
            </a:r>
            <a:r>
              <a:rPr lang="en-US" altLang="zh-CN" sz="2400">
                <a:solidFill>
                  <a:schemeClr val="tx1"/>
                </a:solidFill>
                <a:latin typeface="+mj-ea"/>
                <a:ea typeface="+mj-ea"/>
                <a:cs typeface="+mj-ea"/>
              </a:rPr>
              <a:t>“</a:t>
            </a:r>
            <a:r>
              <a:rPr lang="zh-CN" altLang="en-US" sz="2400">
                <a:solidFill>
                  <a:schemeClr val="tx1"/>
                </a:solidFill>
                <a:latin typeface="+mj-ea"/>
                <a:ea typeface="+mj-ea"/>
                <a:cs typeface="+mj-ea"/>
              </a:rPr>
              <a:t>侵犯公民人身自由的，每日赔偿金按照国家上年度职工日平均工资计算。</a:t>
            </a:r>
            <a:r>
              <a:rPr lang="en-US" altLang="zh-CN" sz="2400">
                <a:solidFill>
                  <a:schemeClr val="tx1"/>
                </a:solidFill>
                <a:latin typeface="+mj-ea"/>
                <a:ea typeface="+mj-ea"/>
                <a:cs typeface="+mj-ea"/>
              </a:rPr>
              <a:t>”</a:t>
            </a:r>
            <a:r>
              <a:rPr lang="zh-CN" altLang="en-US" sz="2400">
                <a:solidFill>
                  <a:schemeClr val="tx1"/>
                </a:solidFill>
                <a:latin typeface="+mj-ea"/>
                <a:ea typeface="+mj-ea"/>
                <a:cs typeface="+mj-ea"/>
              </a:rPr>
              <a:t>根据国家统计局</a:t>
            </a:r>
            <a:r>
              <a:rPr lang="en-US" altLang="zh-CN" sz="2400">
                <a:solidFill>
                  <a:schemeClr val="tx1"/>
                </a:solidFill>
                <a:latin typeface="+mj-ea"/>
                <a:ea typeface="+mj-ea"/>
                <a:cs typeface="+mj-ea"/>
              </a:rPr>
              <a:t>2014</a:t>
            </a:r>
            <a:r>
              <a:rPr lang="zh-CN" altLang="en-US" sz="2400">
                <a:solidFill>
                  <a:schemeClr val="tx1"/>
                </a:solidFill>
                <a:latin typeface="+mj-ea"/>
                <a:ea typeface="+mj-ea"/>
                <a:cs typeface="+mj-ea"/>
              </a:rPr>
              <a:t>年</a:t>
            </a:r>
            <a:r>
              <a:rPr lang="en-US" altLang="zh-CN" sz="2400">
                <a:solidFill>
                  <a:schemeClr val="tx1"/>
                </a:solidFill>
                <a:latin typeface="+mj-ea"/>
                <a:ea typeface="+mj-ea"/>
                <a:cs typeface="+mj-ea"/>
              </a:rPr>
              <a:t>5</a:t>
            </a:r>
            <a:r>
              <a:rPr lang="zh-CN" altLang="en-US" sz="2400">
                <a:solidFill>
                  <a:schemeClr val="tx1"/>
                </a:solidFill>
                <a:latin typeface="+mj-ea"/>
                <a:ea typeface="+mj-ea"/>
                <a:cs typeface="+mj-ea"/>
              </a:rPr>
              <a:t>月</a:t>
            </a:r>
            <a:r>
              <a:rPr lang="en-US" altLang="zh-CN" sz="2400">
                <a:solidFill>
                  <a:schemeClr val="tx1"/>
                </a:solidFill>
                <a:latin typeface="+mj-ea"/>
                <a:ea typeface="+mj-ea"/>
                <a:cs typeface="+mj-ea"/>
              </a:rPr>
              <a:t>27</a:t>
            </a:r>
            <a:r>
              <a:rPr lang="zh-CN" altLang="en-US" sz="2400">
                <a:solidFill>
                  <a:schemeClr val="tx1"/>
                </a:solidFill>
                <a:latin typeface="+mj-ea"/>
                <a:ea typeface="+mj-ea"/>
                <a:cs typeface="+mj-ea"/>
              </a:rPr>
              <a:t>日公布的数据，</a:t>
            </a:r>
            <a:r>
              <a:rPr lang="en-US" altLang="zh-CN" sz="2400">
                <a:solidFill>
                  <a:schemeClr val="tx1"/>
                </a:solidFill>
                <a:latin typeface="+mj-ea"/>
                <a:ea typeface="+mj-ea"/>
                <a:cs typeface="+mj-ea"/>
              </a:rPr>
              <a:t>2013</a:t>
            </a:r>
            <a:r>
              <a:rPr lang="zh-CN" altLang="en-US" sz="2400">
                <a:solidFill>
                  <a:schemeClr val="tx1"/>
                </a:solidFill>
                <a:latin typeface="+mj-ea"/>
                <a:ea typeface="+mj-ea"/>
                <a:cs typeface="+mj-ea"/>
              </a:rPr>
              <a:t>年城镇非私营单位在岗职工年平均工资数额为</a:t>
            </a:r>
            <a:r>
              <a:rPr lang="en-US" altLang="zh-CN" sz="2400">
                <a:solidFill>
                  <a:schemeClr val="tx1"/>
                </a:solidFill>
                <a:latin typeface="+mj-ea"/>
                <a:ea typeface="+mj-ea"/>
                <a:cs typeface="+mj-ea"/>
              </a:rPr>
              <a:t>52379</a:t>
            </a:r>
            <a:r>
              <a:rPr lang="zh-CN" altLang="en-US" sz="2400">
                <a:solidFill>
                  <a:schemeClr val="tx1"/>
                </a:solidFill>
                <a:latin typeface="+mj-ea"/>
                <a:ea typeface="+mj-ea"/>
                <a:cs typeface="+mj-ea"/>
              </a:rPr>
              <a:t>元，日平均工资为</a:t>
            </a:r>
            <a:r>
              <a:rPr lang="en-US" altLang="zh-CN" sz="2400">
                <a:solidFill>
                  <a:schemeClr val="tx1"/>
                </a:solidFill>
                <a:latin typeface="+mj-ea"/>
                <a:ea typeface="+mj-ea"/>
                <a:cs typeface="+mj-ea"/>
              </a:rPr>
              <a:t>200.69</a:t>
            </a:r>
            <a:r>
              <a:rPr lang="zh-CN" altLang="en-US" sz="2400">
                <a:solidFill>
                  <a:schemeClr val="tx1"/>
                </a:solidFill>
                <a:latin typeface="+mj-ea"/>
                <a:ea typeface="+mj-ea"/>
                <a:cs typeface="+mj-ea"/>
              </a:rPr>
              <a:t>元。</a:t>
            </a:r>
            <a:endParaRPr lang="zh-CN" altLang="en-US" sz="2400">
              <a:solidFill>
                <a:schemeClr val="tx1"/>
              </a:solidFill>
              <a:latin typeface="+mj-ea"/>
              <a:ea typeface="+mj-ea"/>
              <a:cs typeface="+mj-ea"/>
            </a:endParaRPr>
          </a:p>
          <a:p>
            <a:pPr marL="285750" lvl="0" indent="-285750" fontAlgn="auto">
              <a:lnSpc>
                <a:spcPct val="150000"/>
              </a:lnSpc>
              <a:spcAft>
                <a:spcPts val="1200"/>
              </a:spcAft>
              <a:buClr>
                <a:srgbClr val="A6A6A6"/>
              </a:buClr>
              <a:buSzPct val="70000"/>
              <a:buFont typeface="Wingdings" panose="05000000000000000000" charset="0"/>
              <a:buChar char="u"/>
            </a:pPr>
            <a:r>
              <a:rPr lang="zh-CN" altLang="en-US" sz="2400">
                <a:solidFill>
                  <a:schemeClr val="tx1"/>
                </a:solidFill>
                <a:latin typeface="+mj-ea"/>
                <a:ea typeface="+mj-ea"/>
                <a:cs typeface="+mj-ea"/>
              </a:rPr>
              <a:t>在受到普遍关注的呼格吉勒图案中，内蒙古自治区高级人民法院</a:t>
            </a:r>
            <a:r>
              <a:rPr lang="en-US" altLang="zh-CN" sz="2400">
                <a:solidFill>
                  <a:schemeClr val="tx1"/>
                </a:solidFill>
                <a:latin typeface="+mj-ea"/>
                <a:ea typeface="+mj-ea"/>
                <a:cs typeface="+mj-ea"/>
              </a:rPr>
              <a:t>2014</a:t>
            </a:r>
            <a:r>
              <a:rPr lang="zh-CN" altLang="en-US" sz="2400">
                <a:solidFill>
                  <a:schemeClr val="tx1"/>
                </a:solidFill>
                <a:latin typeface="+mj-ea"/>
                <a:ea typeface="+mj-ea"/>
                <a:cs typeface="+mj-ea"/>
              </a:rPr>
              <a:t>年</a:t>
            </a:r>
            <a:r>
              <a:rPr lang="en-US" altLang="zh-CN" sz="2400">
                <a:solidFill>
                  <a:schemeClr val="tx1"/>
                </a:solidFill>
                <a:latin typeface="+mj-ea"/>
                <a:ea typeface="+mj-ea"/>
                <a:cs typeface="+mj-ea"/>
              </a:rPr>
              <a:t>12</a:t>
            </a:r>
            <a:r>
              <a:rPr lang="zh-CN" altLang="en-US" sz="2400">
                <a:solidFill>
                  <a:schemeClr val="tx1"/>
                </a:solidFill>
                <a:latin typeface="+mj-ea"/>
                <a:ea typeface="+mj-ea"/>
                <a:cs typeface="+mj-ea"/>
              </a:rPr>
              <a:t>月</a:t>
            </a:r>
            <a:r>
              <a:rPr lang="en-US" altLang="zh-CN" sz="2400">
                <a:solidFill>
                  <a:schemeClr val="tx1"/>
                </a:solidFill>
                <a:latin typeface="+mj-ea"/>
                <a:ea typeface="+mj-ea"/>
                <a:cs typeface="+mj-ea"/>
              </a:rPr>
              <a:t>30</a:t>
            </a:r>
            <a:r>
              <a:rPr lang="zh-CN" altLang="en-US" sz="2400">
                <a:solidFill>
                  <a:schemeClr val="tx1"/>
                </a:solidFill>
                <a:latin typeface="+mj-ea"/>
                <a:ea typeface="+mj-ea"/>
                <a:cs typeface="+mj-ea"/>
              </a:rPr>
              <a:t>日对该案作出国家赔偿决定，赔偿金额总计</a:t>
            </a:r>
            <a:r>
              <a:rPr lang="en-US" altLang="zh-CN" sz="2400">
                <a:solidFill>
                  <a:schemeClr val="tx1"/>
                </a:solidFill>
                <a:latin typeface="+mj-ea"/>
                <a:ea typeface="+mj-ea"/>
                <a:cs typeface="+mj-ea"/>
              </a:rPr>
              <a:t>2059621.40</a:t>
            </a:r>
            <a:r>
              <a:rPr lang="zh-CN" altLang="en-US" sz="2400">
                <a:solidFill>
                  <a:schemeClr val="tx1"/>
                </a:solidFill>
                <a:latin typeface="+mj-ea"/>
                <a:ea typeface="+mj-ea"/>
                <a:cs typeface="+mj-ea"/>
              </a:rPr>
              <a:t>元，其中向赔偿请求人支付死亡赔偿金、丧葬费共计</a:t>
            </a:r>
            <a:r>
              <a:rPr lang="en-US" altLang="zh-CN" sz="2400">
                <a:solidFill>
                  <a:schemeClr val="tx1"/>
                </a:solidFill>
                <a:latin typeface="+mj-ea"/>
                <a:ea typeface="+mj-ea"/>
                <a:cs typeface="+mj-ea"/>
              </a:rPr>
              <a:t>1047580</a:t>
            </a:r>
            <a:r>
              <a:rPr lang="zh-CN" altLang="en-US" sz="2400">
                <a:solidFill>
                  <a:schemeClr val="tx1"/>
                </a:solidFill>
                <a:latin typeface="+mj-ea"/>
                <a:ea typeface="+mj-ea"/>
                <a:cs typeface="+mj-ea"/>
              </a:rPr>
              <a:t>元，支付呼格吉勒图生前被羁押</a:t>
            </a:r>
            <a:r>
              <a:rPr lang="en-US" altLang="zh-CN" sz="2400">
                <a:solidFill>
                  <a:schemeClr val="tx1"/>
                </a:solidFill>
                <a:latin typeface="+mj-ea"/>
                <a:ea typeface="+mj-ea"/>
                <a:cs typeface="+mj-ea"/>
              </a:rPr>
              <a:t>60</a:t>
            </a:r>
            <a:r>
              <a:rPr lang="zh-CN" altLang="en-US" sz="2400">
                <a:solidFill>
                  <a:schemeClr val="tx1"/>
                </a:solidFill>
                <a:latin typeface="+mj-ea"/>
                <a:ea typeface="+mj-ea"/>
                <a:cs typeface="+mj-ea"/>
              </a:rPr>
              <a:t>日的限制人身自由赔偿金</a:t>
            </a:r>
            <a:r>
              <a:rPr lang="en-US" altLang="zh-CN" sz="2400">
                <a:solidFill>
                  <a:schemeClr val="tx1"/>
                </a:solidFill>
                <a:latin typeface="+mj-ea"/>
                <a:ea typeface="+mj-ea"/>
                <a:cs typeface="+mj-ea"/>
              </a:rPr>
              <a:t>12041.40</a:t>
            </a:r>
            <a:r>
              <a:rPr lang="zh-CN" altLang="en-US" sz="2400">
                <a:solidFill>
                  <a:schemeClr val="tx1"/>
                </a:solidFill>
                <a:latin typeface="+mj-ea"/>
                <a:ea typeface="+mj-ea"/>
                <a:cs typeface="+mj-ea"/>
              </a:rPr>
              <a:t>元，向赔偿请求人支付精神损害抚慰金</a:t>
            </a:r>
            <a:r>
              <a:rPr lang="en-US" altLang="zh-CN" sz="2400">
                <a:solidFill>
                  <a:schemeClr val="tx1"/>
                </a:solidFill>
                <a:latin typeface="+mj-ea"/>
                <a:ea typeface="+mj-ea"/>
                <a:cs typeface="+mj-ea"/>
              </a:rPr>
              <a:t>100</a:t>
            </a:r>
            <a:r>
              <a:rPr lang="zh-CN" altLang="en-US" sz="2400">
                <a:solidFill>
                  <a:schemeClr val="tx1"/>
                </a:solidFill>
                <a:latin typeface="+mj-ea"/>
                <a:ea typeface="+mj-ea"/>
                <a:cs typeface="+mj-ea"/>
              </a:rPr>
              <a:t>万元。</a:t>
            </a:r>
            <a:endParaRPr lang="zh-CN" altLang="en-US" sz="2400">
              <a:solidFill>
                <a:schemeClr val="tx1"/>
              </a:solidFill>
              <a:latin typeface="+mj-ea"/>
              <a:ea typeface="+mj-ea"/>
              <a:cs typeface="+mj-ea"/>
            </a:endParaRPr>
          </a:p>
          <a:p>
            <a:pPr marL="285750" lvl="0" indent="-285750" fontAlgn="auto">
              <a:lnSpc>
                <a:spcPct val="150000"/>
              </a:lnSpc>
              <a:spcAft>
                <a:spcPts val="1200"/>
              </a:spcAft>
              <a:buClr>
                <a:srgbClr val="A6A6A6"/>
              </a:buClr>
              <a:buSzPct val="70000"/>
              <a:buFont typeface="Wingdings" panose="05000000000000000000" charset="0"/>
              <a:buChar char="u"/>
            </a:pPr>
            <a:endParaRPr lang="zh-CN" altLang="en-US" sz="2400">
              <a:solidFill>
                <a:schemeClr val="tx1"/>
              </a:solidFill>
              <a:latin typeface="+mj-ea"/>
              <a:ea typeface="+mj-ea"/>
              <a:cs typeface="+mj-ea"/>
            </a:endParaRPr>
          </a:p>
        </p:txBody>
      </p:sp>
    </p:spTree>
    <p:custDataLst>
      <p:tags r:id="rId5"/>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wrap="square">
            <a:normAutofit/>
          </a:bodyPr>
          <a:lstStyle/>
          <a:p>
            <a:r>
              <a:rPr lang="zh-CN" altLang="en-US" sz="4000" dirty="0">
                <a:latin typeface="+mj-ea"/>
                <a:cs typeface="+mj-ea"/>
              </a:rPr>
              <a:t>第三节</a:t>
            </a:r>
            <a:r>
              <a:rPr lang="en-US" altLang="zh-CN" sz="4000" dirty="0">
                <a:latin typeface="+mj-ea"/>
                <a:cs typeface="+mj-ea"/>
              </a:rPr>
              <a:t>  </a:t>
            </a:r>
            <a:r>
              <a:rPr lang="zh-CN" altLang="en-US" sz="4000" dirty="0">
                <a:latin typeface="+mj-ea"/>
                <a:cs typeface="+mj-ea"/>
              </a:rPr>
              <a:t>公民的基本义务</a:t>
            </a:r>
            <a:r>
              <a:rPr lang="zh-CN" altLang="en-US" sz="2400" dirty="0">
                <a:latin typeface="+mj-ea"/>
                <a:cs typeface="+mj-ea"/>
              </a:rPr>
              <a:t>（《宪法》第</a:t>
            </a:r>
            <a:r>
              <a:rPr lang="en-US" altLang="zh-CN" sz="2400" dirty="0">
                <a:latin typeface="+mj-ea"/>
                <a:cs typeface="+mj-ea"/>
              </a:rPr>
              <a:t>52-56</a:t>
            </a:r>
            <a:r>
              <a:rPr lang="zh-CN" altLang="en-US" sz="2400" dirty="0">
                <a:latin typeface="+mj-ea"/>
                <a:cs typeface="+mj-ea"/>
              </a:rPr>
              <a:t>条）</a:t>
            </a:r>
            <a:endParaRPr lang="zh-CN" altLang="en-US" sz="2400" dirty="0">
              <a:latin typeface="+mj-ea"/>
              <a:cs typeface="+mj-ea"/>
            </a:endParaRPr>
          </a:p>
        </p:txBody>
      </p:sp>
      <p:sp>
        <p:nvSpPr>
          <p:cNvPr id="2" name="圆角矩形 9"/>
          <p:cNvSpPr/>
          <p:nvPr>
            <p:custDataLst>
              <p:tags r:id="rId2"/>
            </p:custDataLst>
          </p:nvPr>
        </p:nvSpPr>
        <p:spPr>
          <a:xfrm>
            <a:off x="2313852" y="1710388"/>
            <a:ext cx="3205270" cy="746790"/>
          </a:xfrm>
          <a:prstGeom prst="roundRect">
            <a:avLst/>
          </a:prstGeom>
          <a:solidFill>
            <a:schemeClr val="accent2">
              <a:lumMod val="70000"/>
              <a:lumOff val="3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0170" tIns="71755" numCol="1" spcCol="0" rtlCol="0" fromWordArt="0" anchor="ctr" anchorCtr="0" forceAA="0" compatLnSpc="1">
            <a:noAutofit/>
          </a:bodyPr>
          <a:p>
            <a:pPr algn="ctr"/>
            <a:r>
              <a:rPr lang="en-US" altLang="en-US" sz="2400" kern="0" dirty="0">
                <a:ln>
                  <a:noFill/>
                  <a:prstDash val="sysDot"/>
                </a:ln>
                <a:solidFill>
                  <a:srgbClr val="FFFFFF"/>
                </a:solidFill>
                <a:latin typeface="+mn-ea"/>
                <a:sym typeface="+mn-ea"/>
              </a:rPr>
              <a:t>02</a:t>
            </a:r>
            <a:r>
              <a:rPr lang="zh-CN" altLang="en-US" sz="2400" kern="0" dirty="0">
                <a:ln>
                  <a:noFill/>
                  <a:prstDash val="sysDot"/>
                </a:ln>
                <a:solidFill>
                  <a:srgbClr val="FFFFFF"/>
                </a:solidFill>
                <a:latin typeface="+mn-ea"/>
                <a:sym typeface="+mn-ea"/>
              </a:rPr>
              <a:t>遵守宪法和法律的义务</a:t>
            </a:r>
            <a:endParaRPr lang="zh-CN" altLang="en-US" sz="2400" kern="0" dirty="0">
              <a:ln>
                <a:noFill/>
                <a:prstDash val="sysDot"/>
              </a:ln>
              <a:solidFill>
                <a:srgbClr val="FFFFFF"/>
              </a:solidFill>
              <a:latin typeface="+mn-ea"/>
              <a:sym typeface="+mn-ea"/>
            </a:endParaRPr>
          </a:p>
        </p:txBody>
      </p:sp>
      <p:cxnSp>
        <p:nvCxnSpPr>
          <p:cNvPr id="3" name="直接箭头连接符 183"/>
          <p:cNvCxnSpPr/>
          <p:nvPr>
            <p:custDataLst>
              <p:tags r:id="rId3"/>
            </p:custDataLst>
          </p:nvPr>
        </p:nvCxnSpPr>
        <p:spPr>
          <a:xfrm>
            <a:off x="649356" y="3783673"/>
            <a:ext cx="10846564" cy="0"/>
          </a:xfrm>
          <a:prstGeom prst="straightConnector1">
            <a:avLst/>
          </a:prstGeom>
          <a:ln w="19050">
            <a:gradFill>
              <a:gsLst>
                <a:gs pos="0">
                  <a:schemeClr val="accent1">
                    <a:alpha val="100000"/>
                  </a:schemeClr>
                </a:gs>
                <a:gs pos="100000">
                  <a:schemeClr val="accent1">
                    <a:lumMod val="60000"/>
                    <a:lumOff val="40000"/>
                    <a:alpha val="100000"/>
                  </a:schemeClr>
                </a:gs>
              </a:gsLst>
              <a:lin ang="10800000" scaled="1"/>
            </a:gradFill>
            <a:tailEnd type="none"/>
          </a:ln>
        </p:spPr>
        <p:style>
          <a:lnRef idx="1">
            <a:schemeClr val="accent1"/>
          </a:lnRef>
          <a:fillRef idx="0">
            <a:schemeClr val="accent1"/>
          </a:fillRef>
          <a:effectRef idx="0">
            <a:schemeClr val="accent1"/>
          </a:effectRef>
          <a:fontRef idx="minor">
            <a:schemeClr val="tx1"/>
          </a:fontRef>
        </p:style>
      </p:cxnSp>
      <p:sp>
        <p:nvSpPr>
          <p:cNvPr id="4" name="圆角矩形 11"/>
          <p:cNvSpPr/>
          <p:nvPr>
            <p:custDataLst>
              <p:tags r:id="rId4"/>
            </p:custDataLst>
          </p:nvPr>
        </p:nvSpPr>
        <p:spPr>
          <a:xfrm>
            <a:off x="5191325" y="2639572"/>
            <a:ext cx="3205270" cy="746790"/>
          </a:xfrm>
          <a:prstGeom prst="roundRect">
            <a:avLst/>
          </a:prstGeom>
          <a:solidFill>
            <a:schemeClr val="accent4">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0170" tIns="71755" numCol="1" spcCol="0" rtlCol="0" fromWordArt="0" anchor="ctr" anchorCtr="0" forceAA="0" compatLnSpc="1">
            <a:noAutofit/>
          </a:bodyPr>
          <a:p>
            <a:pPr algn="ctr"/>
            <a:r>
              <a:rPr lang="en-US" altLang="en-US" sz="2400" kern="0" dirty="0">
                <a:ln>
                  <a:noFill/>
                  <a:prstDash val="sysDot"/>
                </a:ln>
                <a:solidFill>
                  <a:srgbClr val="FFFFFF"/>
                </a:solidFill>
                <a:latin typeface="+mn-ea"/>
                <a:sym typeface="+mn-ea"/>
              </a:rPr>
              <a:t>04</a:t>
            </a:r>
            <a:r>
              <a:rPr lang="zh-CN" altLang="en-US" sz="2400" kern="0" dirty="0">
                <a:ln>
                  <a:noFill/>
                  <a:prstDash val="sysDot"/>
                </a:ln>
                <a:solidFill>
                  <a:srgbClr val="FFFFFF"/>
                </a:solidFill>
                <a:latin typeface="+mn-ea"/>
                <a:sym typeface="+mn-ea"/>
              </a:rPr>
              <a:t>依法服兵役的义务</a:t>
            </a:r>
            <a:endParaRPr lang="zh-CN" altLang="en-US" sz="2400" kern="0" dirty="0">
              <a:ln>
                <a:noFill/>
                <a:prstDash val="sysDot"/>
              </a:ln>
              <a:solidFill>
                <a:srgbClr val="FFFFFF"/>
              </a:solidFill>
              <a:latin typeface="+mn-ea"/>
              <a:sym typeface="+mn-ea"/>
            </a:endParaRPr>
          </a:p>
        </p:txBody>
      </p:sp>
      <p:sp>
        <p:nvSpPr>
          <p:cNvPr id="5" name="圆角矩形 35"/>
          <p:cNvSpPr/>
          <p:nvPr>
            <p:custDataLst>
              <p:tags r:id="rId5"/>
            </p:custDataLst>
          </p:nvPr>
        </p:nvSpPr>
        <p:spPr>
          <a:xfrm>
            <a:off x="8068797" y="1710388"/>
            <a:ext cx="3205270" cy="746790"/>
          </a:xfrm>
          <a:prstGeom prst="roundRect">
            <a:avLst/>
          </a:prstGeom>
          <a:solidFill>
            <a:schemeClr val="accent6">
              <a:lumMod val="90000"/>
              <a:lumOff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0170" tIns="71755" numCol="1" spcCol="0" rtlCol="0" fromWordArt="0" anchor="ctr" anchorCtr="0" forceAA="0" compatLnSpc="1">
            <a:noAutofit/>
          </a:bodyPr>
          <a:p>
            <a:pPr algn="ctr"/>
            <a:r>
              <a:rPr lang="en-US" altLang="en-US" sz="2400" kern="0" dirty="0">
                <a:ln>
                  <a:noFill/>
                  <a:prstDash val="sysDot"/>
                </a:ln>
                <a:solidFill>
                  <a:srgbClr val="FFFFFF"/>
                </a:solidFill>
                <a:latin typeface="+mn-ea"/>
                <a:sym typeface="+mn-ea"/>
              </a:rPr>
              <a:t>06</a:t>
            </a:r>
            <a:r>
              <a:rPr lang="zh-CN" altLang="en-US" sz="2400" kern="0" dirty="0">
                <a:ln>
                  <a:noFill/>
                  <a:prstDash val="sysDot"/>
                </a:ln>
                <a:solidFill>
                  <a:srgbClr val="FFFFFF"/>
                </a:solidFill>
                <a:latin typeface="+mn-ea"/>
                <a:sym typeface="+mn-ea"/>
              </a:rPr>
              <a:t>宪法规定的公民其他义务</a:t>
            </a:r>
            <a:endParaRPr lang="zh-CN" altLang="en-US" sz="2400" kern="0" dirty="0">
              <a:ln>
                <a:noFill/>
                <a:prstDash val="sysDot"/>
              </a:ln>
              <a:solidFill>
                <a:srgbClr val="FFFFFF"/>
              </a:solidFill>
              <a:latin typeface="+mn-ea"/>
              <a:sym typeface="+mn-ea"/>
            </a:endParaRPr>
          </a:p>
        </p:txBody>
      </p:sp>
      <p:cxnSp>
        <p:nvCxnSpPr>
          <p:cNvPr id="6" name="直接连接符 32"/>
          <p:cNvCxnSpPr/>
          <p:nvPr>
            <p:custDataLst>
              <p:tags r:id="rId6"/>
            </p:custDataLst>
          </p:nvPr>
        </p:nvCxnSpPr>
        <p:spPr>
          <a:xfrm>
            <a:off x="3916487" y="2457178"/>
            <a:ext cx="0" cy="1314377"/>
          </a:xfrm>
          <a:prstGeom prst="line">
            <a:avLst/>
          </a:prstGeom>
          <a:ln w="12700" cmpd="sng">
            <a:solidFill>
              <a:schemeClr val="accent2"/>
            </a:solidFill>
            <a:prstDash val="solid"/>
            <a:headEnd type="none"/>
            <a:tailEnd type="oval"/>
          </a:ln>
        </p:spPr>
        <p:style>
          <a:lnRef idx="1">
            <a:schemeClr val="accent1"/>
          </a:lnRef>
          <a:fillRef idx="0">
            <a:schemeClr val="accent1"/>
          </a:fillRef>
          <a:effectRef idx="0">
            <a:schemeClr val="accent1"/>
          </a:effectRef>
          <a:fontRef idx="minor">
            <a:schemeClr val="tx1"/>
          </a:fontRef>
        </p:style>
      </p:cxnSp>
      <p:cxnSp>
        <p:nvCxnSpPr>
          <p:cNvPr id="7" name="直接连接符 37"/>
          <p:cNvCxnSpPr/>
          <p:nvPr>
            <p:custDataLst>
              <p:tags r:id="rId7"/>
            </p:custDataLst>
          </p:nvPr>
        </p:nvCxnSpPr>
        <p:spPr>
          <a:xfrm>
            <a:off x="9668881" y="2457178"/>
            <a:ext cx="0" cy="1314377"/>
          </a:xfrm>
          <a:prstGeom prst="line">
            <a:avLst/>
          </a:prstGeom>
          <a:ln w="12700" cmpd="sng">
            <a:solidFill>
              <a:schemeClr val="accent6"/>
            </a:solidFill>
            <a:prstDash val="solid"/>
            <a:headEnd type="none"/>
            <a:tailEnd type="oval"/>
          </a:ln>
        </p:spPr>
        <p:style>
          <a:lnRef idx="1">
            <a:schemeClr val="accent1"/>
          </a:lnRef>
          <a:fillRef idx="0">
            <a:schemeClr val="accent1"/>
          </a:fillRef>
          <a:effectRef idx="0">
            <a:schemeClr val="accent1"/>
          </a:effectRef>
          <a:fontRef idx="minor">
            <a:schemeClr val="tx1"/>
          </a:fontRef>
        </p:style>
      </p:cxnSp>
      <p:cxnSp>
        <p:nvCxnSpPr>
          <p:cNvPr id="8" name="直接连接符 26"/>
          <p:cNvCxnSpPr/>
          <p:nvPr>
            <p:custDataLst>
              <p:tags r:id="rId8"/>
            </p:custDataLst>
          </p:nvPr>
        </p:nvCxnSpPr>
        <p:spPr>
          <a:xfrm>
            <a:off x="6793960" y="3381260"/>
            <a:ext cx="0" cy="390295"/>
          </a:xfrm>
          <a:prstGeom prst="line">
            <a:avLst/>
          </a:prstGeom>
          <a:ln w="12700" cmpd="sng">
            <a:solidFill>
              <a:schemeClr val="accent4"/>
            </a:solidFill>
            <a:prstDash val="solid"/>
            <a:headEnd type="none"/>
            <a:tailEnd type="oval"/>
          </a:ln>
        </p:spPr>
        <p:style>
          <a:lnRef idx="1">
            <a:schemeClr val="accent1"/>
          </a:lnRef>
          <a:fillRef idx="0">
            <a:schemeClr val="accent1"/>
          </a:fillRef>
          <a:effectRef idx="0">
            <a:schemeClr val="accent1"/>
          </a:effectRef>
          <a:fontRef idx="minor">
            <a:schemeClr val="tx1"/>
          </a:fontRef>
        </p:style>
      </p:cxnSp>
      <p:cxnSp>
        <p:nvCxnSpPr>
          <p:cNvPr id="9" name="直接连接符 12"/>
          <p:cNvCxnSpPr/>
          <p:nvPr>
            <p:custDataLst>
              <p:tags r:id="rId9"/>
            </p:custDataLst>
          </p:nvPr>
        </p:nvCxnSpPr>
        <p:spPr>
          <a:xfrm flipV="1">
            <a:off x="5355223" y="3795790"/>
            <a:ext cx="0" cy="1314377"/>
          </a:xfrm>
          <a:prstGeom prst="line">
            <a:avLst/>
          </a:prstGeom>
          <a:ln w="12700" cmpd="sng">
            <a:solidFill>
              <a:schemeClr val="accent3"/>
            </a:solidFill>
            <a:prstDash val="solid"/>
            <a:headEnd type="none"/>
            <a:tailEnd type="oval"/>
          </a:ln>
        </p:spPr>
        <p:style>
          <a:lnRef idx="1">
            <a:schemeClr val="accent1"/>
          </a:lnRef>
          <a:fillRef idx="0">
            <a:schemeClr val="accent1"/>
          </a:fillRef>
          <a:effectRef idx="0">
            <a:schemeClr val="accent1"/>
          </a:effectRef>
          <a:fontRef idx="minor">
            <a:schemeClr val="tx1"/>
          </a:fontRef>
        </p:style>
      </p:cxnSp>
      <p:sp>
        <p:nvSpPr>
          <p:cNvPr id="11" name="圆角矩形 15"/>
          <p:cNvSpPr/>
          <p:nvPr>
            <p:custDataLst>
              <p:tags r:id="rId10"/>
            </p:custDataLst>
          </p:nvPr>
        </p:nvSpPr>
        <p:spPr>
          <a:xfrm>
            <a:off x="3752850" y="5110480"/>
            <a:ext cx="3205480" cy="1029335"/>
          </a:xfrm>
          <a:prstGeom prst="roundRect">
            <a:avLst/>
          </a:prstGeom>
          <a:solidFill>
            <a:schemeClr val="accent3">
              <a:lumMod val="84000"/>
              <a:lumOff val="1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0170" tIns="71755" numCol="1" spcCol="0" rtlCol="0" fromWordArt="0" anchor="ctr" anchorCtr="0" forceAA="0" compatLnSpc="1">
            <a:noAutofit/>
          </a:bodyPr>
          <a:p>
            <a:pPr algn="ctr"/>
            <a:endParaRPr lang="en-US" altLang="en-US" sz="2400" kern="0" dirty="0">
              <a:ln>
                <a:noFill/>
                <a:prstDash val="sysDot"/>
              </a:ln>
              <a:solidFill>
                <a:srgbClr val="FFFFFF"/>
              </a:solidFill>
              <a:latin typeface="+mn-ea"/>
              <a:sym typeface="+mn-ea"/>
            </a:endParaRPr>
          </a:p>
          <a:p>
            <a:pPr algn="ctr"/>
            <a:r>
              <a:rPr lang="en-US" altLang="en-US" sz="2400" kern="0" dirty="0">
                <a:ln>
                  <a:noFill/>
                  <a:prstDash val="sysDot"/>
                </a:ln>
                <a:solidFill>
                  <a:srgbClr val="FFFFFF"/>
                </a:solidFill>
                <a:latin typeface="+mn-ea"/>
                <a:sym typeface="+mn-ea"/>
              </a:rPr>
              <a:t>03</a:t>
            </a:r>
            <a:r>
              <a:rPr lang="zh-CN" altLang="en-US" sz="2400" kern="0" dirty="0">
                <a:ln>
                  <a:noFill/>
                  <a:prstDash val="sysDot"/>
                </a:ln>
                <a:solidFill>
                  <a:srgbClr val="FFFFFF"/>
                </a:solidFill>
                <a:latin typeface="+mn-ea"/>
                <a:sym typeface="+mn-ea"/>
              </a:rPr>
              <a:t>维护祖国安全、荣誉和利益的义务</a:t>
            </a:r>
            <a:endParaRPr lang="zh-CN" altLang="en-US" sz="2400" kern="0" dirty="0">
              <a:ln>
                <a:noFill/>
                <a:prstDash val="sysDot"/>
              </a:ln>
              <a:solidFill>
                <a:srgbClr val="FFFFFF"/>
              </a:solidFill>
              <a:latin typeface="+mn-ea"/>
              <a:sym typeface="+mn-ea"/>
            </a:endParaRPr>
          </a:p>
          <a:p>
            <a:pPr algn="ctr"/>
            <a:endParaRPr lang="zh-CN" altLang="en-US" sz="2400" kern="0" dirty="0">
              <a:ln>
                <a:noFill/>
                <a:prstDash val="sysDot"/>
              </a:ln>
              <a:solidFill>
                <a:srgbClr val="FFFFFF"/>
              </a:solidFill>
              <a:latin typeface="+mn-ea"/>
              <a:sym typeface="+mn-ea"/>
            </a:endParaRPr>
          </a:p>
        </p:txBody>
      </p:sp>
      <p:cxnSp>
        <p:nvCxnSpPr>
          <p:cNvPr id="20" name="直接连接符 27"/>
          <p:cNvCxnSpPr/>
          <p:nvPr>
            <p:custDataLst>
              <p:tags r:id="rId11"/>
            </p:custDataLst>
          </p:nvPr>
        </p:nvCxnSpPr>
        <p:spPr>
          <a:xfrm flipV="1">
            <a:off x="2477751" y="3788137"/>
            <a:ext cx="0" cy="390295"/>
          </a:xfrm>
          <a:prstGeom prst="line">
            <a:avLst/>
          </a:prstGeom>
          <a:ln w="12700" cmpd="sng">
            <a:solidFill>
              <a:schemeClr val="accent1"/>
            </a:solidFill>
            <a:prstDash val="solid"/>
            <a:headEnd type="none"/>
            <a:tailEnd type="oval"/>
          </a:ln>
        </p:spPr>
        <p:style>
          <a:lnRef idx="1">
            <a:schemeClr val="accent1"/>
          </a:lnRef>
          <a:fillRef idx="0">
            <a:schemeClr val="accent1"/>
          </a:fillRef>
          <a:effectRef idx="0">
            <a:schemeClr val="accent1"/>
          </a:effectRef>
          <a:fontRef idx="minor">
            <a:schemeClr val="tx1"/>
          </a:fontRef>
        </p:style>
      </p:cxnSp>
      <p:cxnSp>
        <p:nvCxnSpPr>
          <p:cNvPr id="21" name="直接连接符 28"/>
          <p:cNvCxnSpPr/>
          <p:nvPr>
            <p:custDataLst>
              <p:tags r:id="rId12"/>
            </p:custDataLst>
          </p:nvPr>
        </p:nvCxnSpPr>
        <p:spPr>
          <a:xfrm flipV="1">
            <a:off x="8232696" y="3795790"/>
            <a:ext cx="0" cy="390295"/>
          </a:xfrm>
          <a:prstGeom prst="line">
            <a:avLst/>
          </a:prstGeom>
          <a:ln w="12700" cmpd="sng">
            <a:solidFill>
              <a:schemeClr val="accent5"/>
            </a:solidFill>
            <a:prstDash val="solid"/>
            <a:headEnd type="none"/>
            <a:tailEnd type="oval"/>
          </a:ln>
        </p:spPr>
        <p:style>
          <a:lnRef idx="1">
            <a:schemeClr val="accent1"/>
          </a:lnRef>
          <a:fillRef idx="0">
            <a:schemeClr val="accent1"/>
          </a:fillRef>
          <a:effectRef idx="0">
            <a:schemeClr val="accent1"/>
          </a:effectRef>
          <a:fontRef idx="minor">
            <a:schemeClr val="tx1"/>
          </a:fontRef>
        </p:style>
      </p:cxnSp>
      <p:sp>
        <p:nvSpPr>
          <p:cNvPr id="22" name="圆角矩形 33"/>
          <p:cNvSpPr/>
          <p:nvPr>
            <p:custDataLst>
              <p:tags r:id="rId13"/>
            </p:custDataLst>
          </p:nvPr>
        </p:nvSpPr>
        <p:spPr>
          <a:xfrm>
            <a:off x="568960" y="4180668"/>
            <a:ext cx="3347511" cy="934931"/>
          </a:xfrm>
          <a:prstGeom prst="round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0170" tIns="71755" numCol="1" spcCol="0" rtlCol="0" fromWordArt="0" anchor="ctr" anchorCtr="0" forceAA="0" compatLnSpc="1">
            <a:noAutofit/>
          </a:bodyPr>
          <a:p>
            <a:pPr algn="ctr"/>
            <a:endParaRPr lang="en-US" altLang="en-US" sz="2400" kern="0" dirty="0">
              <a:ln>
                <a:noFill/>
                <a:prstDash val="sysDot"/>
              </a:ln>
              <a:solidFill>
                <a:srgbClr val="FFFFFF"/>
              </a:solidFill>
              <a:latin typeface="+mn-ea"/>
              <a:sym typeface="+mn-ea"/>
            </a:endParaRPr>
          </a:p>
          <a:p>
            <a:pPr algn="ctr"/>
            <a:r>
              <a:rPr lang="en-US" altLang="en-US" sz="2400" kern="0" dirty="0">
                <a:ln>
                  <a:noFill/>
                  <a:prstDash val="sysDot"/>
                </a:ln>
                <a:solidFill>
                  <a:srgbClr val="FFFFFF"/>
                </a:solidFill>
                <a:latin typeface="+mn-ea"/>
                <a:sym typeface="+mn-ea"/>
              </a:rPr>
              <a:t>01</a:t>
            </a:r>
            <a:r>
              <a:rPr lang="zh-CN" altLang="en-US" sz="2400" kern="0" dirty="0">
                <a:ln>
                  <a:noFill/>
                  <a:prstDash val="sysDot"/>
                </a:ln>
                <a:solidFill>
                  <a:srgbClr val="FFFFFF"/>
                </a:solidFill>
                <a:latin typeface="+mn-ea"/>
                <a:sym typeface="+mn-ea"/>
              </a:rPr>
              <a:t>维护国家统一与民族团结的义务</a:t>
            </a:r>
            <a:endParaRPr lang="zh-CN" altLang="en-US" sz="2400" kern="0" dirty="0">
              <a:ln>
                <a:noFill/>
                <a:prstDash val="sysDot"/>
              </a:ln>
              <a:solidFill>
                <a:srgbClr val="FFFFFF"/>
              </a:solidFill>
              <a:latin typeface="+mn-ea"/>
              <a:sym typeface="+mn-ea"/>
            </a:endParaRPr>
          </a:p>
          <a:p>
            <a:pPr algn="ctr"/>
            <a:endParaRPr lang="zh-CN" altLang="en-US" sz="2400" kern="0" dirty="0">
              <a:ln>
                <a:noFill/>
                <a:prstDash val="sysDot"/>
              </a:ln>
              <a:solidFill>
                <a:srgbClr val="FFFFFF"/>
              </a:solidFill>
              <a:latin typeface="+mn-ea"/>
              <a:sym typeface="+mn-ea"/>
            </a:endParaRPr>
          </a:p>
        </p:txBody>
      </p:sp>
      <p:sp>
        <p:nvSpPr>
          <p:cNvPr id="23" name="圆角矩形 38"/>
          <p:cNvSpPr/>
          <p:nvPr>
            <p:custDataLst>
              <p:tags r:id="rId14"/>
            </p:custDataLst>
          </p:nvPr>
        </p:nvSpPr>
        <p:spPr>
          <a:xfrm>
            <a:off x="6630061" y="4188637"/>
            <a:ext cx="3205270" cy="746790"/>
          </a:xfrm>
          <a:prstGeom prst="roundRect">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0170" tIns="71755" numCol="1" spcCol="0" rtlCol="0" fromWordArt="0" anchor="ctr" anchorCtr="0" forceAA="0" compatLnSpc="1">
            <a:noAutofit/>
          </a:bodyPr>
          <a:p>
            <a:pPr algn="ctr"/>
            <a:r>
              <a:rPr lang="en-US" altLang="en-US" sz="2400" kern="0" dirty="0">
                <a:ln>
                  <a:noFill/>
                  <a:prstDash val="sysDot"/>
                </a:ln>
                <a:solidFill>
                  <a:srgbClr val="FFFFFF"/>
                </a:solidFill>
                <a:latin typeface="+mn-ea"/>
                <a:sym typeface="+mn-ea"/>
              </a:rPr>
              <a:t>05</a:t>
            </a:r>
            <a:r>
              <a:rPr lang="zh-CN" altLang="en-US" sz="2400" kern="0" dirty="0">
                <a:ln>
                  <a:noFill/>
                  <a:prstDash val="sysDot"/>
                </a:ln>
                <a:solidFill>
                  <a:srgbClr val="FFFFFF"/>
                </a:solidFill>
                <a:latin typeface="+mn-ea"/>
                <a:sym typeface="+mn-ea"/>
              </a:rPr>
              <a:t>依法纳税的义务</a:t>
            </a:r>
            <a:endParaRPr lang="zh-CN" altLang="en-US" sz="2400" kern="0" dirty="0">
              <a:ln>
                <a:noFill/>
                <a:prstDash val="sysDot"/>
              </a:ln>
              <a:solidFill>
                <a:srgbClr val="FFFFFF"/>
              </a:solidFill>
              <a:latin typeface="+mn-ea"/>
              <a:sym typeface="+mn-ea"/>
            </a:endParaRPr>
          </a:p>
        </p:txBody>
      </p:sp>
    </p:spTree>
    <p:custDataLst>
      <p:tags r:id="rId15"/>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0" y="8"/>
            <a:ext cx="4238368" cy="68579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3" name="矩形 12"/>
          <p:cNvSpPr/>
          <p:nvPr>
            <p:custDataLst>
              <p:tags r:id="rId2"/>
            </p:custDataLst>
          </p:nvPr>
        </p:nvSpPr>
        <p:spPr>
          <a:xfrm>
            <a:off x="4238365" y="717235"/>
            <a:ext cx="7953635" cy="5423523"/>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6" name="标题 5"/>
          <p:cNvSpPr>
            <a:spLocks noGrp="1"/>
          </p:cNvSpPr>
          <p:nvPr>
            <p:ph type="title"/>
            <p:custDataLst>
              <p:tags r:id="rId3"/>
            </p:custDataLst>
          </p:nvPr>
        </p:nvSpPr>
        <p:spPr>
          <a:xfrm>
            <a:off x="92710" y="3213735"/>
            <a:ext cx="4051935" cy="685165"/>
          </a:xfrm>
        </p:spPr>
        <p:txBody>
          <a:bodyPr>
            <a:noAutofit/>
          </a:bodyPr>
          <a:lstStyle/>
          <a:p>
            <a:pPr algn="ctr"/>
            <a:r>
              <a:rPr lang="zh-CN" altLang="en-US">
                <a:solidFill>
                  <a:schemeClr val="bg2"/>
                </a:solidFill>
                <a:latin typeface="微软雅黑" panose="020B0503020204020204" charset="-122"/>
                <a:ea typeface="微软雅黑" panose="020B0503020204020204" charset="-122"/>
                <a:sym typeface="+mn-ea"/>
              </a:rPr>
              <a:t>一、基本义务概述</a:t>
            </a:r>
            <a:endParaRPr lang="zh-CN" altLang="en-US">
              <a:solidFill>
                <a:schemeClr val="bg2"/>
              </a:solidFill>
              <a:latin typeface="微软雅黑" panose="020B0503020204020204" charset="-122"/>
              <a:ea typeface="微软雅黑" panose="020B0503020204020204" charset="-122"/>
              <a:sym typeface="+mn-ea"/>
            </a:endParaRPr>
          </a:p>
        </p:txBody>
      </p:sp>
      <p:sp>
        <p:nvSpPr>
          <p:cNvPr id="9" name="文本框 8"/>
          <p:cNvSpPr txBox="1"/>
          <p:nvPr>
            <p:custDataLst>
              <p:tags r:id="rId4"/>
            </p:custDataLst>
          </p:nvPr>
        </p:nvSpPr>
        <p:spPr>
          <a:xfrm>
            <a:off x="4238625" y="717550"/>
            <a:ext cx="7828915" cy="5422900"/>
          </a:xfrm>
          <a:prstGeom prst="rect">
            <a:avLst/>
          </a:prstGeom>
          <a:noFill/>
        </p:spPr>
        <p:txBody>
          <a:bodyPr wrap="square" rtlCol="0" anchor="ctr" anchorCtr="0">
            <a:normAutofit fontScale="25000"/>
          </a:bodyPr>
          <a:lstStyle/>
          <a:p>
            <a:pPr indent="0" algn="just" fontAlgn="auto">
              <a:lnSpc>
                <a:spcPct val="150000"/>
              </a:lnSpc>
              <a:spcAft>
                <a:spcPts val="1200"/>
              </a:spcAft>
              <a:buClr>
                <a:srgbClr val="A6A6A6"/>
              </a:buClr>
              <a:buFont typeface="Wingdings" panose="05000000000000000000" charset="0"/>
              <a:buNone/>
            </a:pPr>
            <a:r>
              <a:rPr lang="en-US" altLang="zh-CN" sz="2400">
                <a:latin typeface="微软雅黑" panose="020B0503020204020204" charset="-122"/>
                <a:ea typeface="微软雅黑" panose="020B0503020204020204" charset="-122"/>
                <a:cs typeface="微软雅黑" panose="020B0503020204020204" charset="-122"/>
                <a:sym typeface="+mn-ea"/>
              </a:rPr>
              <a:t>    </a:t>
            </a:r>
            <a:r>
              <a:rPr lang="en-US" altLang="zh-CN" sz="4000">
                <a:latin typeface="微软雅黑" panose="020B0503020204020204" charset="-122"/>
                <a:ea typeface="微软雅黑" panose="020B0503020204020204" charset="-122"/>
                <a:cs typeface="微软雅黑" panose="020B0503020204020204" charset="-122"/>
                <a:sym typeface="+mn-ea"/>
              </a:rPr>
              <a:t>          </a:t>
            </a:r>
            <a:r>
              <a:rPr lang="en-US" altLang="zh-CN" sz="8000">
                <a:latin typeface="微软雅黑" panose="020B0503020204020204" charset="-122"/>
                <a:ea typeface="微软雅黑" panose="020B0503020204020204" charset="-122"/>
                <a:cs typeface="微软雅黑" panose="020B0503020204020204" charset="-122"/>
                <a:sym typeface="+mn-ea"/>
              </a:rPr>
              <a:t> </a:t>
            </a:r>
            <a:endParaRPr lang="en-US" altLang="zh-CN" sz="8000">
              <a:latin typeface="微软雅黑" panose="020B0503020204020204" charset="-122"/>
              <a:ea typeface="微软雅黑" panose="020B0503020204020204" charset="-122"/>
              <a:cs typeface="微软雅黑" panose="020B0503020204020204" charset="-122"/>
              <a:sym typeface="+mn-ea"/>
            </a:endParaRPr>
          </a:p>
          <a:p>
            <a:pPr indent="0" algn="just" fontAlgn="auto">
              <a:lnSpc>
                <a:spcPct val="150000"/>
              </a:lnSpc>
              <a:spcAft>
                <a:spcPts val="1200"/>
              </a:spcAft>
              <a:buClr>
                <a:srgbClr val="A6A6A6"/>
              </a:buClr>
              <a:buFont typeface="Wingdings" panose="05000000000000000000" charset="0"/>
              <a:buNone/>
            </a:pPr>
            <a:r>
              <a:rPr lang="en-US" altLang="zh-CN" sz="8000">
                <a:latin typeface="微软雅黑" panose="020B0503020204020204" charset="-122"/>
                <a:ea typeface="微软雅黑" panose="020B0503020204020204" charset="-122"/>
                <a:cs typeface="微软雅黑" panose="020B0503020204020204" charset="-122"/>
                <a:sym typeface="+mn-ea"/>
              </a:rPr>
              <a:t>        </a:t>
            </a:r>
            <a:r>
              <a:rPr lang="zh-CN" altLang="en-US" sz="9600">
                <a:solidFill>
                  <a:schemeClr val="tx1"/>
                </a:solidFill>
                <a:latin typeface="微软雅黑" panose="020B0503020204020204" charset="-122"/>
                <a:ea typeface="微软雅黑" panose="020B0503020204020204" charset="-122"/>
                <a:cs typeface="微软雅黑" panose="020B0503020204020204" charset="-122"/>
              </a:rPr>
              <a:t>在一般法理上，义务是指</a:t>
            </a:r>
            <a:r>
              <a:rPr lang="zh-CN" altLang="en-US" sz="9600" b="1">
                <a:solidFill>
                  <a:schemeClr val="tx1"/>
                </a:solidFill>
                <a:latin typeface="微软雅黑" panose="020B0503020204020204" charset="-122"/>
                <a:ea typeface="微软雅黑" panose="020B0503020204020204" charset="-122"/>
                <a:cs typeface="微软雅黑" panose="020B0503020204020204" charset="-122"/>
              </a:rPr>
              <a:t>由法律规定的、公民必须履行的某种责任。</a:t>
            </a:r>
            <a:r>
              <a:rPr lang="zh-CN" altLang="en-US" sz="9600">
                <a:solidFill>
                  <a:schemeClr val="tx1"/>
                </a:solidFill>
                <a:latin typeface="微软雅黑" panose="020B0503020204020204" charset="-122"/>
                <a:ea typeface="微软雅黑" panose="020B0503020204020204" charset="-122"/>
                <a:cs typeface="微软雅黑" panose="020B0503020204020204" charset="-122"/>
              </a:rPr>
              <a:t>而由宪法所规定的公民义务即公民的基本义务。</a:t>
            </a:r>
            <a:r>
              <a:rPr lang="en-US" altLang="zh-CN" sz="9600">
                <a:solidFill>
                  <a:schemeClr val="tx1"/>
                </a:solidFill>
                <a:latin typeface="微软雅黑" panose="020B0503020204020204" charset="-122"/>
                <a:ea typeface="微软雅黑" panose="020B0503020204020204" charset="-122"/>
                <a:cs typeface="微软雅黑" panose="020B0503020204020204" charset="-122"/>
              </a:rPr>
              <a:t>  </a:t>
            </a:r>
            <a:endParaRPr lang="en-US" altLang="zh-CN" sz="96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en-US" altLang="zh-CN" sz="96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9600">
                <a:solidFill>
                  <a:schemeClr val="tx1"/>
                </a:solidFill>
                <a:latin typeface="微软雅黑" panose="020B0503020204020204" charset="-122"/>
                <a:ea typeface="微软雅黑" panose="020B0503020204020204" charset="-122"/>
                <a:cs typeface="微软雅黑" panose="020B0503020204020204" charset="-122"/>
              </a:rPr>
              <a:t>根据权利义务相一致原理，享有权利必须履行一定的义务。</a:t>
            </a:r>
            <a:r>
              <a:rPr lang="zh-CN" altLang="en-US" sz="9600" b="1">
                <a:solidFill>
                  <a:schemeClr val="tx1"/>
                </a:solidFill>
                <a:latin typeface="微软雅黑" panose="020B0503020204020204" charset="-122"/>
                <a:ea typeface="微软雅黑" panose="020B0503020204020204" charset="-122"/>
                <a:cs typeface="微软雅黑" panose="020B0503020204020204" charset="-122"/>
              </a:rPr>
              <a:t>由于基本义务的履行必须由公民予以金钱支付或者受到对身体等方面的某种强制，</a:t>
            </a:r>
            <a:r>
              <a:rPr lang="zh-CN" altLang="en-US" sz="9600">
                <a:solidFill>
                  <a:schemeClr val="tx1"/>
                </a:solidFill>
                <a:latin typeface="微软雅黑" panose="020B0503020204020204" charset="-122"/>
                <a:ea typeface="微软雅黑" panose="020B0503020204020204" charset="-122"/>
                <a:cs typeface="微软雅黑" panose="020B0503020204020204" charset="-122"/>
              </a:rPr>
              <a:t>因此，义务必须由法律予以规定，即</a:t>
            </a:r>
            <a:r>
              <a:rPr lang="zh-CN" altLang="en-US" sz="9600" b="1">
                <a:solidFill>
                  <a:schemeClr val="tx1"/>
                </a:solidFill>
                <a:latin typeface="微软雅黑" panose="020B0503020204020204" charset="-122"/>
                <a:ea typeface="微软雅黑" panose="020B0503020204020204" charset="-122"/>
                <a:cs typeface="微软雅黑" panose="020B0503020204020204" charset="-122"/>
              </a:rPr>
              <a:t>义务的规定是法律保留的事项。</a:t>
            </a:r>
            <a:endParaRPr lang="zh-CN" altLang="en-US" sz="96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endParaRPr lang="zh-CN" altLang="en-US" sz="96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二、维护国家统一与民族团结的义务</a:t>
            </a:r>
            <a:endParaRPr lang="zh-CN" altLang="en-US"/>
          </a:p>
        </p:txBody>
      </p:sp>
      <p:sp>
        <p:nvSpPr>
          <p:cNvPr id="4" name="圆角矩形 3"/>
          <p:cNvSpPr/>
          <p:nvPr>
            <p:custDataLst>
              <p:tags r:id="rId2"/>
            </p:custDataLst>
          </p:nvPr>
        </p:nvSpPr>
        <p:spPr>
          <a:xfrm>
            <a:off x="609600" y="1506996"/>
            <a:ext cx="10972800" cy="2308726"/>
          </a:xfrm>
          <a:prstGeom prst="roundRect">
            <a:avLst>
              <a:gd name="adj" fmla="val 50000"/>
            </a:avLst>
          </a:prstGeom>
          <a:solidFill>
            <a:schemeClr val="accent1">
              <a:lumMod val="40000"/>
              <a:lumOff val="60000"/>
              <a:alpha val="25000"/>
            </a:schemeClr>
          </a:solidFill>
          <a:ln w="25400">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5" name="矩形 4"/>
          <p:cNvSpPr/>
          <p:nvPr>
            <p:custDataLst>
              <p:tags r:id="rId3"/>
            </p:custDataLst>
          </p:nvPr>
        </p:nvSpPr>
        <p:spPr>
          <a:xfrm>
            <a:off x="1424305" y="2092960"/>
            <a:ext cx="9508490" cy="795655"/>
          </a:xfrm>
          <a:prstGeom prst="rect">
            <a:avLst/>
          </a:prstGeom>
          <a:noFill/>
        </p:spPr>
        <p:txBody>
          <a:bodyPr wrap="square" lIns="0" tIns="0" rIns="0" bIns="0" rtlCol="0" anchor="t" anchorCtr="0">
            <a:noAutofit/>
          </a:bodyPr>
          <a:p>
            <a:pPr indent="0" algn="just" fontAlgn="auto">
              <a:lnSpc>
                <a:spcPct val="140000"/>
              </a:lnSpc>
              <a:spcBef>
                <a:spcPct val="0"/>
              </a:spcBef>
              <a:spcAft>
                <a:spcPct val="0"/>
              </a:spcAft>
            </a:pPr>
            <a:r>
              <a:rPr lang="zh-CN" altLang="en-US" sz="2400" dirty="0">
                <a:solidFill>
                  <a:schemeClr val="tx1">
                    <a:lumMod val="85000"/>
                    <a:lumOff val="15000"/>
                  </a:schemeClr>
                </a:solidFill>
                <a:latin typeface="+mn-ea"/>
                <a:cs typeface="+mn-ea"/>
              </a:rPr>
              <a:t>国家统一与各民族团结是进行社会主义现代化建设的重要保证。</a:t>
            </a:r>
            <a:endParaRPr lang="zh-CN" altLang="en-US" sz="2400" dirty="0">
              <a:solidFill>
                <a:schemeClr val="tx1">
                  <a:lumMod val="85000"/>
                  <a:lumOff val="15000"/>
                </a:schemeClr>
              </a:solidFill>
              <a:latin typeface="+mn-ea"/>
              <a:cs typeface="+mn-ea"/>
            </a:endParaRPr>
          </a:p>
          <a:p>
            <a:pPr indent="0" algn="just" fontAlgn="auto">
              <a:lnSpc>
                <a:spcPct val="140000"/>
              </a:lnSpc>
              <a:spcBef>
                <a:spcPct val="0"/>
              </a:spcBef>
              <a:spcAft>
                <a:spcPct val="0"/>
              </a:spcAft>
            </a:pPr>
            <a:endParaRPr lang="zh-CN" altLang="en-US" sz="2400" dirty="0">
              <a:solidFill>
                <a:schemeClr val="tx1">
                  <a:lumMod val="85000"/>
                  <a:lumOff val="15000"/>
                </a:schemeClr>
              </a:solidFill>
              <a:latin typeface="+mn-ea"/>
              <a:cs typeface="+mn-ea"/>
            </a:endParaRPr>
          </a:p>
        </p:txBody>
      </p:sp>
      <p:sp>
        <p:nvSpPr>
          <p:cNvPr id="9" name="圆角矩形 8"/>
          <p:cNvSpPr/>
          <p:nvPr>
            <p:custDataLst>
              <p:tags r:id="rId4"/>
            </p:custDataLst>
          </p:nvPr>
        </p:nvSpPr>
        <p:spPr>
          <a:xfrm>
            <a:off x="609600" y="3902075"/>
            <a:ext cx="10972800" cy="2464435"/>
          </a:xfrm>
          <a:prstGeom prst="roundRect">
            <a:avLst>
              <a:gd name="adj" fmla="val 50000"/>
            </a:avLst>
          </a:prstGeom>
          <a:solidFill>
            <a:schemeClr val="accent2"/>
          </a:solidFill>
          <a:ln w="25400">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7" name="矩形 6"/>
          <p:cNvSpPr/>
          <p:nvPr>
            <p:custDataLst>
              <p:tags r:id="rId5"/>
            </p:custDataLst>
          </p:nvPr>
        </p:nvSpPr>
        <p:spPr>
          <a:xfrm>
            <a:off x="1341755" y="4797425"/>
            <a:ext cx="9719945" cy="1450340"/>
          </a:xfrm>
          <a:prstGeom prst="rect">
            <a:avLst/>
          </a:prstGeom>
          <a:noFill/>
        </p:spPr>
        <p:txBody>
          <a:bodyPr wrap="square" lIns="0" tIns="0" rIns="0" bIns="0" rtlCol="0" anchor="t" anchorCtr="0">
            <a:noAutofit/>
          </a:bodyPr>
          <a:p>
            <a:pPr indent="0" algn="just" fontAlgn="auto">
              <a:lnSpc>
                <a:spcPct val="140000"/>
              </a:lnSpc>
              <a:spcBef>
                <a:spcPct val="0"/>
              </a:spcBef>
              <a:spcAft>
                <a:spcPct val="0"/>
              </a:spcAft>
            </a:pPr>
            <a:r>
              <a:rPr lang="en-US" altLang="zh-CN" sz="2400" dirty="0">
                <a:solidFill>
                  <a:srgbClr val="FFFFFF"/>
                </a:solidFill>
                <a:latin typeface="+mn-ea"/>
                <a:cs typeface="+mn-ea"/>
              </a:rPr>
              <a:t>“</a:t>
            </a:r>
            <a:r>
              <a:rPr lang="zh-CN" altLang="en-US" sz="2400" dirty="0">
                <a:solidFill>
                  <a:srgbClr val="FFFFFF"/>
                </a:solidFill>
                <a:latin typeface="+mn-ea"/>
                <a:cs typeface="+mn-ea"/>
              </a:rPr>
              <a:t>中华人民共和国公民有维护国家统一和全国各民族团结的义务。</a:t>
            </a:r>
            <a:r>
              <a:rPr lang="en-US" altLang="zh-CN" sz="2400" dirty="0">
                <a:solidFill>
                  <a:srgbClr val="FFFFFF"/>
                </a:solidFill>
                <a:latin typeface="+mn-ea"/>
                <a:cs typeface="+mn-ea"/>
              </a:rPr>
              <a:t>”</a:t>
            </a:r>
            <a:r>
              <a:rPr lang="zh-CN" altLang="en-US" sz="2400" dirty="0">
                <a:solidFill>
                  <a:srgbClr val="FFFFFF"/>
                </a:solidFill>
                <a:latin typeface="+mn-ea"/>
                <a:cs typeface="+mn-ea"/>
              </a:rPr>
              <a:t>维护国家统一是整个社会共同体存在与发展的基础，也是以宪法为基础的整个法律制度存在的基础。</a:t>
            </a:r>
            <a:endParaRPr lang="zh-CN" altLang="en-US" sz="2400" dirty="0">
              <a:solidFill>
                <a:srgbClr val="FFFFFF"/>
              </a:solidFill>
              <a:latin typeface="+mn-ea"/>
              <a:cs typeface="+mn-ea"/>
            </a:endParaRPr>
          </a:p>
          <a:p>
            <a:pPr indent="0" algn="just" fontAlgn="auto">
              <a:lnSpc>
                <a:spcPct val="140000"/>
              </a:lnSpc>
              <a:spcBef>
                <a:spcPct val="0"/>
              </a:spcBef>
              <a:spcAft>
                <a:spcPct val="0"/>
              </a:spcAft>
            </a:pPr>
            <a:endParaRPr lang="zh-CN" altLang="en-US" sz="2400" dirty="0">
              <a:solidFill>
                <a:srgbClr val="FFFFFF"/>
              </a:solidFill>
              <a:latin typeface="+mn-ea"/>
              <a:cs typeface="+mn-ea"/>
            </a:endParaRPr>
          </a:p>
        </p:txBody>
      </p:sp>
      <p:sp>
        <p:nvSpPr>
          <p:cNvPr id="8" name="矩形 7"/>
          <p:cNvSpPr/>
          <p:nvPr>
            <p:custDataLst>
              <p:tags r:id="rId6"/>
            </p:custDataLst>
          </p:nvPr>
        </p:nvSpPr>
        <p:spPr>
          <a:xfrm>
            <a:off x="1341713" y="4242410"/>
            <a:ext cx="9508575" cy="466698"/>
          </a:xfrm>
          <a:prstGeom prst="rect">
            <a:avLst/>
          </a:prstGeom>
          <a:noFill/>
        </p:spPr>
        <p:txBody>
          <a:bodyPr wrap="square" lIns="0" tIns="0" rIns="0" bIns="0" rtlCol="0" anchor="b" anchorCtr="0">
            <a:noAutofit/>
          </a:bodyPr>
          <a:p>
            <a:pPr algn="l">
              <a:spcBef>
                <a:spcPct val="0"/>
              </a:spcBef>
              <a:spcAft>
                <a:spcPct val="0"/>
              </a:spcAft>
            </a:pPr>
            <a:r>
              <a:rPr lang="zh-CN" altLang="en-US" sz="2400" b="1" dirty="0">
                <a:solidFill>
                  <a:srgbClr val="FFFFFF"/>
                </a:solidFill>
                <a:latin typeface="+mn-ea"/>
                <a:cs typeface="+mn-ea"/>
              </a:rPr>
              <a:t>我国现行宪法第</a:t>
            </a:r>
            <a:r>
              <a:rPr lang="en-US" altLang="zh-CN" sz="2400" b="1" dirty="0">
                <a:solidFill>
                  <a:srgbClr val="FFFFFF"/>
                </a:solidFill>
                <a:latin typeface="+mn-ea"/>
                <a:cs typeface="+mn-ea"/>
              </a:rPr>
              <a:t>52</a:t>
            </a:r>
            <a:r>
              <a:rPr lang="zh-CN" altLang="en-US" sz="2400" b="1" dirty="0">
                <a:solidFill>
                  <a:srgbClr val="FFFFFF"/>
                </a:solidFill>
                <a:latin typeface="+mn-ea"/>
                <a:cs typeface="+mn-ea"/>
              </a:rPr>
              <a:t>条规定：</a:t>
            </a:r>
            <a:endParaRPr lang="zh-CN" altLang="en-US" sz="2400" b="1" dirty="0">
              <a:solidFill>
                <a:srgbClr val="FFFFFF"/>
              </a:solidFill>
              <a:latin typeface="+mn-ea"/>
              <a:cs typeface="+mn-ea"/>
            </a:endParaRPr>
          </a:p>
        </p:txBody>
      </p:sp>
    </p:spTree>
    <p:custDataLst>
      <p:tags r:id="rId7"/>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三、遵守宪法和法律的义务</a:t>
            </a:r>
            <a:endParaRPr lang="zh-CN" altLang="en-US"/>
          </a:p>
        </p:txBody>
      </p:sp>
      <p:sp>
        <p:nvSpPr>
          <p:cNvPr id="5" name="圆角矩形 30"/>
          <p:cNvSpPr/>
          <p:nvPr>
            <p:custDataLst>
              <p:tags r:id="rId2"/>
            </p:custDataLst>
          </p:nvPr>
        </p:nvSpPr>
        <p:spPr>
          <a:xfrm>
            <a:off x="1210975" y="1466070"/>
            <a:ext cx="10286970" cy="2340113"/>
          </a:xfrm>
          <a:prstGeom prst="roundRect">
            <a:avLst>
              <a:gd name="adj" fmla="val 50000"/>
            </a:avLst>
          </a:prstGeom>
          <a:solidFill>
            <a:schemeClr val="accent1">
              <a:lumMod val="20000"/>
              <a:lumOff val="80000"/>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algn="ctr"/>
            <a:endParaRPr lang="zh-CN" altLang="en-US" sz="1600">
              <a:solidFill>
                <a:schemeClr val="lt1"/>
              </a:solidFill>
              <a:sym typeface="+mn-ea"/>
            </a:endParaRPr>
          </a:p>
        </p:txBody>
      </p:sp>
      <p:sp>
        <p:nvSpPr>
          <p:cNvPr id="6" name="圆角矩形 35"/>
          <p:cNvSpPr/>
          <p:nvPr>
            <p:custDataLst>
              <p:tags r:id="rId3"/>
            </p:custDataLst>
          </p:nvPr>
        </p:nvSpPr>
        <p:spPr>
          <a:xfrm>
            <a:off x="696595" y="2085866"/>
            <a:ext cx="3211846" cy="1099885"/>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zh-CN" altLang="en-US" sz="2800" b="1">
                <a:solidFill>
                  <a:schemeClr val="lt1">
                    <a:lumMod val="100000"/>
                  </a:schemeClr>
                </a:solidFill>
                <a:latin typeface="+mn-ea"/>
                <a:cs typeface="+mn-ea"/>
                <a:sym typeface="+mn-ea"/>
              </a:rPr>
              <a:t>含义</a:t>
            </a:r>
            <a:endParaRPr lang="zh-CN" altLang="en-US" sz="2800" b="1">
              <a:solidFill>
                <a:schemeClr val="lt1">
                  <a:lumMod val="100000"/>
                </a:schemeClr>
              </a:solidFill>
              <a:latin typeface="+mn-ea"/>
              <a:cs typeface="+mn-ea"/>
              <a:sym typeface="+mn-ea"/>
            </a:endParaRPr>
          </a:p>
        </p:txBody>
      </p:sp>
      <p:sp>
        <p:nvSpPr>
          <p:cNvPr id="9" name="矩形 4"/>
          <p:cNvSpPr/>
          <p:nvPr>
            <p:custDataLst>
              <p:tags r:id="rId4"/>
            </p:custDataLst>
          </p:nvPr>
        </p:nvSpPr>
        <p:spPr>
          <a:xfrm>
            <a:off x="4150360" y="1986280"/>
            <a:ext cx="6848475" cy="1523365"/>
          </a:xfrm>
          <a:prstGeom prst="rect">
            <a:avLst/>
          </a:prstGeom>
          <a:noFill/>
        </p:spPr>
        <p:txBody>
          <a:bodyPr wrap="square" lIns="0" tIns="0" rIns="0" bIns="0" rtlCol="0" anchor="ctr" anchorCtr="0">
            <a:noAutofit/>
          </a:bodyPr>
          <a:p>
            <a:pPr>
              <a:lnSpc>
                <a:spcPct val="150000"/>
              </a:lnSpc>
              <a:spcBef>
                <a:spcPct val="0"/>
              </a:spcBef>
              <a:spcAft>
                <a:spcPct val="0"/>
              </a:spcAft>
            </a:pPr>
            <a:r>
              <a:rPr lang="zh-CN" altLang="en-US" sz="2400">
                <a:solidFill>
                  <a:schemeClr val="tx1">
                    <a:lumMod val="85000"/>
                    <a:lumOff val="15000"/>
                  </a:schemeClr>
                </a:solidFill>
                <a:latin typeface="+mn-ea"/>
                <a:cs typeface="+mn-ea"/>
                <a:sym typeface="+mn-ea"/>
              </a:rPr>
              <a:t>忠于宪法，维护宪法尊严，保障宪法实施的义务。这一义务是基于宪法规范的最高性而产生的，是宪法保障制度正常运行的重要条件。</a:t>
            </a:r>
            <a:endParaRPr lang="zh-CN" altLang="en-US" sz="2400">
              <a:solidFill>
                <a:schemeClr val="tx1">
                  <a:lumMod val="85000"/>
                  <a:lumOff val="15000"/>
                </a:schemeClr>
              </a:solidFill>
              <a:latin typeface="+mn-ea"/>
              <a:cs typeface="+mn-ea"/>
              <a:sym typeface="+mn-ea"/>
            </a:endParaRPr>
          </a:p>
        </p:txBody>
      </p:sp>
      <p:sp>
        <p:nvSpPr>
          <p:cNvPr id="10" name="圆角矩形 65"/>
          <p:cNvSpPr/>
          <p:nvPr>
            <p:custDataLst>
              <p:tags r:id="rId5"/>
            </p:custDataLst>
          </p:nvPr>
        </p:nvSpPr>
        <p:spPr>
          <a:xfrm>
            <a:off x="1210975" y="4058927"/>
            <a:ext cx="10286970" cy="2340113"/>
          </a:xfrm>
          <a:prstGeom prst="roundRect">
            <a:avLst>
              <a:gd name="adj" fmla="val 50000"/>
            </a:avLst>
          </a:prstGeom>
          <a:solidFill>
            <a:schemeClr val="accent2">
              <a:lumMod val="20000"/>
              <a:lumOff val="80000"/>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a:solidFill>
                <a:schemeClr val="lt1"/>
              </a:solidFill>
              <a:sym typeface="+mn-ea"/>
            </a:endParaRPr>
          </a:p>
        </p:txBody>
      </p:sp>
      <p:sp>
        <p:nvSpPr>
          <p:cNvPr id="11" name="圆角矩形 35"/>
          <p:cNvSpPr/>
          <p:nvPr>
            <p:custDataLst>
              <p:tags r:id="rId6"/>
            </p:custDataLst>
          </p:nvPr>
        </p:nvSpPr>
        <p:spPr>
          <a:xfrm>
            <a:off x="696595" y="4678724"/>
            <a:ext cx="3211846" cy="1099885"/>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zh-CN" altLang="en-US" sz="2800" b="1">
                <a:solidFill>
                  <a:schemeClr val="lt1">
                    <a:lumMod val="100000"/>
                  </a:schemeClr>
                </a:solidFill>
                <a:latin typeface="+mn-ea"/>
                <a:cs typeface="+mn-ea"/>
                <a:sym typeface="+mn-ea"/>
              </a:rPr>
              <a:t>具体化</a:t>
            </a:r>
            <a:endParaRPr lang="zh-CN" altLang="en-US" sz="2800" b="1">
              <a:solidFill>
                <a:schemeClr val="lt1">
                  <a:lumMod val="100000"/>
                </a:schemeClr>
              </a:solidFill>
              <a:latin typeface="+mn-ea"/>
              <a:cs typeface="+mn-ea"/>
              <a:sym typeface="+mn-ea"/>
            </a:endParaRPr>
          </a:p>
        </p:txBody>
      </p:sp>
      <p:sp>
        <p:nvSpPr>
          <p:cNvPr id="12" name="矩形 5"/>
          <p:cNvSpPr/>
          <p:nvPr>
            <p:custDataLst>
              <p:tags r:id="rId7"/>
            </p:custDataLst>
          </p:nvPr>
        </p:nvSpPr>
        <p:spPr>
          <a:xfrm>
            <a:off x="4150563" y="4579023"/>
            <a:ext cx="6848878" cy="1299921"/>
          </a:xfrm>
          <a:prstGeom prst="rect">
            <a:avLst/>
          </a:prstGeom>
          <a:noFill/>
        </p:spPr>
        <p:txBody>
          <a:bodyPr wrap="square" lIns="0" tIns="0" rIns="0" bIns="0" rtlCol="0" anchor="ctr" anchorCtr="0">
            <a:noAutofit/>
          </a:bodyPr>
          <a:p>
            <a:pPr>
              <a:lnSpc>
                <a:spcPct val="150000"/>
              </a:lnSpc>
              <a:spcBef>
                <a:spcPct val="0"/>
              </a:spcBef>
              <a:spcAft>
                <a:spcPct val="0"/>
              </a:spcAft>
            </a:pPr>
            <a:r>
              <a:rPr lang="en-US" altLang="zh-CN" sz="2400">
                <a:solidFill>
                  <a:schemeClr val="tx1">
                    <a:lumMod val="85000"/>
                    <a:lumOff val="15000"/>
                  </a:schemeClr>
                </a:solidFill>
                <a:latin typeface="+mn-ea"/>
                <a:cs typeface="+mn-ea"/>
                <a:sym typeface="+mn-ea"/>
              </a:rPr>
              <a:t>1.</a:t>
            </a:r>
            <a:r>
              <a:rPr lang="zh-CN" altLang="en-US" sz="2400">
                <a:solidFill>
                  <a:schemeClr val="tx1">
                    <a:lumMod val="85000"/>
                    <a:lumOff val="15000"/>
                  </a:schemeClr>
                </a:solidFill>
                <a:latin typeface="+mn-ea"/>
                <a:cs typeface="+mn-ea"/>
                <a:sym typeface="+mn-ea"/>
              </a:rPr>
              <a:t>保守国家秘密</a:t>
            </a:r>
            <a:r>
              <a:rPr lang="en-US" altLang="zh-CN" sz="2400">
                <a:solidFill>
                  <a:schemeClr val="tx1">
                    <a:lumMod val="85000"/>
                    <a:lumOff val="15000"/>
                  </a:schemeClr>
                </a:solidFill>
                <a:latin typeface="+mn-ea"/>
                <a:cs typeface="+mn-ea"/>
                <a:sym typeface="+mn-ea"/>
              </a:rPr>
              <a:t>2.</a:t>
            </a:r>
            <a:r>
              <a:rPr lang="zh-CN" altLang="en-US" sz="2400">
                <a:solidFill>
                  <a:schemeClr val="tx1">
                    <a:lumMod val="85000"/>
                    <a:lumOff val="15000"/>
                  </a:schemeClr>
                </a:solidFill>
                <a:latin typeface="+mn-ea"/>
                <a:cs typeface="+mn-ea"/>
                <a:sym typeface="+mn-ea"/>
              </a:rPr>
              <a:t>保护公共财产</a:t>
            </a:r>
            <a:r>
              <a:rPr lang="en-US" altLang="zh-CN" sz="2400">
                <a:solidFill>
                  <a:schemeClr val="tx1">
                    <a:lumMod val="85000"/>
                    <a:lumOff val="15000"/>
                  </a:schemeClr>
                </a:solidFill>
                <a:latin typeface="+mn-ea"/>
                <a:cs typeface="+mn-ea"/>
                <a:sym typeface="+mn-ea"/>
              </a:rPr>
              <a:t>3.</a:t>
            </a:r>
            <a:r>
              <a:rPr lang="zh-CN" altLang="en-US" sz="2400">
                <a:solidFill>
                  <a:schemeClr val="tx1">
                    <a:lumMod val="85000"/>
                    <a:lumOff val="15000"/>
                  </a:schemeClr>
                </a:solidFill>
                <a:latin typeface="+mn-ea"/>
                <a:cs typeface="+mn-ea"/>
                <a:sym typeface="+mn-ea"/>
              </a:rPr>
              <a:t>遵守劳动纪律</a:t>
            </a:r>
            <a:r>
              <a:rPr lang="en-US" altLang="zh-CN" sz="2400">
                <a:solidFill>
                  <a:schemeClr val="tx1">
                    <a:lumMod val="85000"/>
                    <a:lumOff val="15000"/>
                  </a:schemeClr>
                </a:solidFill>
                <a:latin typeface="+mn-ea"/>
                <a:cs typeface="+mn-ea"/>
                <a:sym typeface="+mn-ea"/>
              </a:rPr>
              <a:t> 4.</a:t>
            </a:r>
            <a:r>
              <a:rPr lang="zh-CN" altLang="en-US" sz="2400">
                <a:solidFill>
                  <a:schemeClr val="tx1">
                    <a:lumMod val="85000"/>
                    <a:lumOff val="15000"/>
                  </a:schemeClr>
                </a:solidFill>
                <a:latin typeface="+mn-ea"/>
                <a:cs typeface="+mn-ea"/>
                <a:sym typeface="+mn-ea"/>
              </a:rPr>
              <a:t>遵守公共秩序</a:t>
            </a:r>
            <a:r>
              <a:rPr lang="en-US" altLang="zh-CN" sz="2400">
                <a:solidFill>
                  <a:schemeClr val="tx1">
                    <a:lumMod val="85000"/>
                    <a:lumOff val="15000"/>
                  </a:schemeClr>
                </a:solidFill>
                <a:latin typeface="+mn-ea"/>
                <a:cs typeface="+mn-ea"/>
                <a:sym typeface="+mn-ea"/>
              </a:rPr>
              <a:t> 5.</a:t>
            </a:r>
            <a:r>
              <a:rPr lang="zh-CN" altLang="en-US" sz="2400">
                <a:solidFill>
                  <a:schemeClr val="tx1">
                    <a:lumMod val="85000"/>
                    <a:lumOff val="15000"/>
                  </a:schemeClr>
                </a:solidFill>
                <a:latin typeface="+mn-ea"/>
                <a:cs typeface="+mn-ea"/>
                <a:sym typeface="+mn-ea"/>
              </a:rPr>
              <a:t>尊重社会公德</a:t>
            </a:r>
            <a:endParaRPr lang="zh-CN" altLang="en-US" sz="2400">
              <a:solidFill>
                <a:schemeClr val="tx1">
                  <a:lumMod val="85000"/>
                  <a:lumOff val="15000"/>
                </a:schemeClr>
              </a:solidFill>
              <a:latin typeface="+mn-ea"/>
              <a:cs typeface="+mn-ea"/>
              <a:sym typeface="+mn-ea"/>
            </a:endParaRPr>
          </a:p>
        </p:txBody>
      </p:sp>
    </p:spTree>
    <p:custDataLst>
      <p:tags r:id="rId8"/>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任意多边形 45"/>
          <p:cNvSpPr/>
          <p:nvPr>
            <p:custDataLst>
              <p:tags r:id="rId1"/>
            </p:custDataLst>
          </p:nvPr>
        </p:nvSpPr>
        <p:spPr>
          <a:xfrm>
            <a:off x="0" y="0"/>
            <a:ext cx="12192000" cy="3710305"/>
          </a:xfrm>
          <a:custGeom>
            <a:avLst/>
            <a:gdLst/>
            <a:ahLst/>
            <a:cxnLst>
              <a:cxn ang="3">
                <a:pos x="hc" y="t"/>
              </a:cxn>
              <a:cxn ang="cd2">
                <a:pos x="l" y="vc"/>
              </a:cxn>
              <a:cxn ang="cd4">
                <a:pos x="hc" y="b"/>
              </a:cxn>
              <a:cxn ang="0">
                <a:pos x="r" y="vc"/>
              </a:cxn>
            </a:cxnLst>
            <a:rect l="l" t="t" r="r" b="b"/>
            <a:pathLst>
              <a:path w="19200" h="5843">
                <a:moveTo>
                  <a:pt x="0" y="0"/>
                </a:moveTo>
                <a:lnTo>
                  <a:pt x="19200" y="0"/>
                </a:lnTo>
                <a:lnTo>
                  <a:pt x="19200" y="1014"/>
                </a:lnTo>
                <a:lnTo>
                  <a:pt x="19191" y="1026"/>
                </a:lnTo>
                <a:cubicBezTo>
                  <a:pt x="17011" y="3950"/>
                  <a:pt x="13527" y="5843"/>
                  <a:pt x="9600" y="5843"/>
                </a:cubicBezTo>
                <a:cubicBezTo>
                  <a:pt x="5673" y="5843"/>
                  <a:pt x="2189" y="3950"/>
                  <a:pt x="9" y="1026"/>
                </a:cubicBezTo>
                <a:lnTo>
                  <a:pt x="0" y="1014"/>
                </a:lnTo>
                <a:lnTo>
                  <a:pt x="0" y="0"/>
                </a:ln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 name="标题 1"/>
          <p:cNvSpPr>
            <a:spLocks noGrp="1"/>
          </p:cNvSpPr>
          <p:nvPr>
            <p:ph type="title"/>
            <p:custDataLst>
              <p:tags r:id="rId2"/>
            </p:custDataLst>
          </p:nvPr>
        </p:nvSpPr>
        <p:spPr>
          <a:xfrm>
            <a:off x="696000" y="394405"/>
            <a:ext cx="10800000" cy="792000"/>
          </a:xfrm>
        </p:spPr>
        <p:txBody>
          <a:bodyPr>
            <a:normAutofit/>
          </a:bodyPr>
          <a:lstStyle/>
          <a:p>
            <a:pPr algn="ctr"/>
            <a:r>
              <a:rPr lang="zh-CN" altLang="en-US" dirty="0">
                <a:solidFill>
                  <a:schemeClr val="lt1">
                    <a:lumMod val="100000"/>
                  </a:schemeClr>
                </a:solidFill>
              </a:rPr>
              <a:t>四、维护祖国安全、荣誉和利益的义务</a:t>
            </a:r>
            <a:endParaRPr lang="zh-CN" altLang="en-US" dirty="0">
              <a:solidFill>
                <a:schemeClr val="lt1">
                  <a:lumMod val="100000"/>
                </a:schemeClr>
              </a:solidFill>
            </a:endParaRPr>
          </a:p>
        </p:txBody>
      </p:sp>
      <p:sp useBgFill="1">
        <p:nvSpPr>
          <p:cNvPr id="3" name="圆角矩形 2"/>
          <p:cNvSpPr/>
          <p:nvPr>
            <p:custDataLst>
              <p:tags r:id="rId3"/>
            </p:custDataLst>
          </p:nvPr>
        </p:nvSpPr>
        <p:spPr>
          <a:xfrm>
            <a:off x="6981085" y="1452682"/>
            <a:ext cx="4844127" cy="5178700"/>
          </a:xfrm>
          <a:prstGeom prst="roundRect">
            <a:avLst>
              <a:gd name="adj" fmla="val 13095"/>
            </a:avLst>
          </a:prstGeom>
          <a:ln>
            <a:noFill/>
          </a:ln>
        </p:spPr>
        <p:style>
          <a:lnRef idx="2">
            <a:schemeClr val="accent1">
              <a:lumMod val="75000"/>
            </a:schemeClr>
          </a:lnRef>
          <a:fillRef idx="1">
            <a:schemeClr val="accent1"/>
          </a:fillRef>
          <a:effectRef idx="0">
            <a:srgbClr val="FFFFFF"/>
          </a:effectRef>
          <a:fontRef idx="minor">
            <a:schemeClr val="lt1"/>
          </a:fontRef>
        </p:style>
        <p:txBody>
          <a:bodyPr lIns="360045" tIns="360045" rIns="252095" rtlCol="0" anchor="ctr"/>
          <a:p>
            <a:pPr indent="0" algn="just" fontAlgn="auto">
              <a:lnSpc>
                <a:spcPct val="130000"/>
              </a:lnSpc>
            </a:pPr>
            <a:endParaRPr lang="zh-CN" altLang="en-US" sz="2000" dirty="0">
              <a:ln>
                <a:noFill/>
                <a:prstDash val="sysDot"/>
              </a:ln>
              <a:solidFill>
                <a:schemeClr val="tx1">
                  <a:lumMod val="85000"/>
                  <a:lumOff val="15000"/>
                </a:schemeClr>
              </a:solidFill>
              <a:latin typeface="+mn-ea"/>
              <a:cs typeface="+mn-ea"/>
              <a:sym typeface="+mn-ea"/>
            </a:endParaRPr>
          </a:p>
        </p:txBody>
      </p:sp>
      <p:sp useBgFill="1">
        <p:nvSpPr>
          <p:cNvPr id="7" name="圆角矩形 3"/>
          <p:cNvSpPr/>
          <p:nvPr>
            <p:custDataLst>
              <p:tags r:id="rId4"/>
            </p:custDataLst>
          </p:nvPr>
        </p:nvSpPr>
        <p:spPr>
          <a:xfrm>
            <a:off x="482976" y="1451927"/>
            <a:ext cx="4844127" cy="5180210"/>
          </a:xfrm>
          <a:prstGeom prst="roundRect">
            <a:avLst>
              <a:gd name="adj" fmla="val 13095"/>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0045" tIns="360045" rIns="252095" numCol="1" spcCol="0" rtlCol="0" fromWordArt="0" anchor="ctr" anchorCtr="0" forceAA="0" compatLnSpc="1">
            <a:noAutofit/>
          </a:bodyPr>
          <a:p>
            <a:pPr lvl="0" algn="just">
              <a:lnSpc>
                <a:spcPct val="130000"/>
              </a:lnSpc>
              <a:buClrTx/>
              <a:buSzTx/>
              <a:buFontTx/>
            </a:pPr>
            <a:endParaRPr lang="zh-CN" altLang="en-US" sz="2000" dirty="0">
              <a:ln>
                <a:noFill/>
                <a:prstDash val="sysDot"/>
              </a:ln>
              <a:solidFill>
                <a:schemeClr val="tx1">
                  <a:lumMod val="85000"/>
                  <a:lumOff val="15000"/>
                </a:schemeClr>
              </a:solidFill>
              <a:latin typeface="+mn-ea"/>
              <a:cs typeface="+mn-ea"/>
              <a:sym typeface="+mn-ea"/>
            </a:endParaRPr>
          </a:p>
        </p:txBody>
      </p:sp>
      <p:sp>
        <p:nvSpPr>
          <p:cNvPr id="8" name="圆角矩形 20"/>
          <p:cNvSpPr/>
          <p:nvPr>
            <p:custDataLst>
              <p:tags r:id="rId5"/>
            </p:custDataLst>
          </p:nvPr>
        </p:nvSpPr>
        <p:spPr>
          <a:xfrm>
            <a:off x="6981085" y="1453437"/>
            <a:ext cx="4844127" cy="5178700"/>
          </a:xfrm>
          <a:prstGeom prst="roundRect">
            <a:avLst>
              <a:gd name="adj" fmla="val 13095"/>
            </a:avLst>
          </a:prstGeom>
          <a:solidFill>
            <a:srgbClr val="FFFFFF">
              <a:alpha val="15000"/>
            </a:srgbClr>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0045" tIns="1043940" rIns="252095" bIns="71755" numCol="1" spcCol="0" rtlCol="0" fromWordArt="0" anchor="t" anchorCtr="0" forceAA="0" compatLnSpc="1">
            <a:noAutofit/>
          </a:bodyPr>
          <a:p>
            <a:pPr lvl="0" algn="just">
              <a:lnSpc>
                <a:spcPct val="130000"/>
              </a:lnSpc>
              <a:buClrTx/>
              <a:buSzTx/>
              <a:buFontTx/>
            </a:pPr>
            <a:r>
              <a:rPr lang="zh-CN" altLang="en-US" sz="2400" dirty="0">
                <a:ln>
                  <a:noFill/>
                  <a:prstDash val="sysDot"/>
                </a:ln>
                <a:solidFill>
                  <a:schemeClr val="tx1">
                    <a:lumMod val="85000"/>
                    <a:lumOff val="15000"/>
                  </a:schemeClr>
                </a:solidFill>
                <a:latin typeface="+mn-ea"/>
                <a:cs typeface="+mn-ea"/>
                <a:sym typeface="+mn-ea"/>
              </a:rPr>
              <a:t>只有在祖国安全得到保障的前提下，公民才有可能实现权利与自由，国家的稳定与尊严才能得到维护。</a:t>
            </a:r>
            <a:endParaRPr lang="zh-CN" altLang="en-US" sz="2400" dirty="0">
              <a:ln>
                <a:noFill/>
                <a:prstDash val="sysDot"/>
              </a:ln>
              <a:solidFill>
                <a:schemeClr val="tx1">
                  <a:lumMod val="85000"/>
                  <a:lumOff val="15000"/>
                </a:schemeClr>
              </a:solidFill>
              <a:latin typeface="+mn-ea"/>
              <a:cs typeface="+mn-ea"/>
              <a:sym typeface="+mn-ea"/>
            </a:endParaRPr>
          </a:p>
          <a:p>
            <a:pPr lvl="0" algn="just">
              <a:lnSpc>
                <a:spcPct val="130000"/>
              </a:lnSpc>
              <a:buClrTx/>
              <a:buSzTx/>
              <a:buFontTx/>
            </a:pPr>
            <a:r>
              <a:rPr lang="zh-CN" altLang="en-US" sz="2400" dirty="0">
                <a:ln>
                  <a:noFill/>
                  <a:prstDash val="sysDot"/>
                </a:ln>
                <a:solidFill>
                  <a:schemeClr val="tx1">
                    <a:lumMod val="85000"/>
                    <a:lumOff val="15000"/>
                  </a:schemeClr>
                </a:solidFill>
                <a:latin typeface="+mn-ea"/>
                <a:cs typeface="+mn-ea"/>
                <a:sym typeface="+mn-ea"/>
              </a:rPr>
              <a:t>每一个公民都必须树立祖国安全高于一切的观念，同一切损害祖国尊严、危害国家安全的言行作斗争。</a:t>
            </a:r>
            <a:endParaRPr lang="zh-CN" altLang="en-US" sz="2400" dirty="0">
              <a:ln>
                <a:noFill/>
                <a:prstDash val="sysDot"/>
              </a:ln>
              <a:solidFill>
                <a:schemeClr val="tx1">
                  <a:lumMod val="85000"/>
                  <a:lumOff val="15000"/>
                </a:schemeClr>
              </a:solidFill>
              <a:latin typeface="+mn-ea"/>
              <a:cs typeface="+mn-ea"/>
              <a:sym typeface="+mn-ea"/>
            </a:endParaRPr>
          </a:p>
          <a:p>
            <a:pPr lvl="0" algn="just">
              <a:lnSpc>
                <a:spcPct val="130000"/>
              </a:lnSpc>
              <a:buClrTx/>
              <a:buSzTx/>
              <a:buFontTx/>
            </a:pPr>
            <a:endParaRPr lang="zh-CN" altLang="en-US" sz="2400" dirty="0">
              <a:ln>
                <a:noFill/>
                <a:prstDash val="sysDot"/>
              </a:ln>
              <a:solidFill>
                <a:schemeClr val="tx1">
                  <a:lumMod val="85000"/>
                  <a:lumOff val="15000"/>
                </a:schemeClr>
              </a:solidFill>
              <a:latin typeface="+mn-ea"/>
              <a:cs typeface="+mn-ea"/>
              <a:sym typeface="+mn-ea"/>
            </a:endParaRPr>
          </a:p>
          <a:p>
            <a:pPr lvl="0" algn="just">
              <a:lnSpc>
                <a:spcPct val="130000"/>
              </a:lnSpc>
              <a:buClrTx/>
              <a:buSzTx/>
              <a:buFontTx/>
            </a:pPr>
            <a:endParaRPr lang="zh-CN" altLang="en-US" sz="2400" dirty="0">
              <a:ln>
                <a:noFill/>
                <a:prstDash val="sysDot"/>
              </a:ln>
              <a:solidFill>
                <a:schemeClr val="tx1">
                  <a:lumMod val="85000"/>
                  <a:lumOff val="15000"/>
                </a:schemeClr>
              </a:solidFill>
              <a:latin typeface="+mn-ea"/>
              <a:cs typeface="+mn-ea"/>
              <a:sym typeface="+mn-ea"/>
            </a:endParaRPr>
          </a:p>
          <a:p>
            <a:pPr lvl="0" algn="just">
              <a:lnSpc>
                <a:spcPct val="130000"/>
              </a:lnSpc>
              <a:buClrTx/>
              <a:buSzTx/>
              <a:buFontTx/>
            </a:pPr>
            <a:endParaRPr lang="zh-CN" altLang="en-US" sz="2400" dirty="0">
              <a:ln>
                <a:noFill/>
                <a:prstDash val="sysDot"/>
              </a:ln>
              <a:solidFill>
                <a:schemeClr val="tx1">
                  <a:lumMod val="85000"/>
                  <a:lumOff val="15000"/>
                </a:schemeClr>
              </a:solidFill>
              <a:latin typeface="+mn-ea"/>
              <a:cs typeface="+mn-ea"/>
              <a:sym typeface="+mn-ea"/>
            </a:endParaRPr>
          </a:p>
        </p:txBody>
      </p:sp>
      <p:sp>
        <p:nvSpPr>
          <p:cNvPr id="10" name="圆角矩形 18"/>
          <p:cNvSpPr/>
          <p:nvPr>
            <p:custDataLst>
              <p:tags r:id="rId6"/>
            </p:custDataLst>
          </p:nvPr>
        </p:nvSpPr>
        <p:spPr>
          <a:xfrm>
            <a:off x="482976" y="1452682"/>
            <a:ext cx="4844127" cy="5180210"/>
          </a:xfrm>
          <a:prstGeom prst="roundRect">
            <a:avLst>
              <a:gd name="adj" fmla="val 13095"/>
            </a:avLst>
          </a:prstGeom>
          <a:solidFill>
            <a:srgbClr val="FFFFFF">
              <a:alpha val="15000"/>
            </a:srgbClr>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0045" tIns="1043940" rIns="252095" bIns="71755" numCol="1" spcCol="0" rtlCol="0" fromWordArt="0" anchor="t" anchorCtr="0" forceAA="0" compatLnSpc="1">
            <a:noAutofit/>
          </a:bodyPr>
          <a:p>
            <a:pPr lvl="0" algn="just">
              <a:lnSpc>
                <a:spcPct val="130000"/>
              </a:lnSpc>
              <a:buClrTx/>
              <a:buSzTx/>
              <a:buFontTx/>
            </a:pPr>
            <a:r>
              <a:rPr lang="zh-CN" altLang="en-US" sz="2400" dirty="0">
                <a:ln>
                  <a:noFill/>
                  <a:prstDash val="sysDot"/>
                </a:ln>
                <a:solidFill>
                  <a:schemeClr val="tx1">
                    <a:lumMod val="85000"/>
                    <a:lumOff val="15000"/>
                  </a:schemeClr>
                </a:solidFill>
                <a:latin typeface="+mn-ea"/>
                <a:cs typeface="+mn-ea"/>
                <a:sym typeface="+mn-ea"/>
              </a:rPr>
              <a:t>祖国安全指国家的领土完整和主权不受侵犯，国家政权不受威胁。祖国安全是国家政权稳定和公民依法行使权利与自由的根本保障。</a:t>
            </a:r>
            <a:endParaRPr lang="zh-CN" altLang="en-US" sz="2400" dirty="0">
              <a:ln>
                <a:noFill/>
                <a:prstDash val="sysDot"/>
              </a:ln>
              <a:solidFill>
                <a:schemeClr val="tx1">
                  <a:lumMod val="85000"/>
                  <a:lumOff val="15000"/>
                </a:schemeClr>
              </a:solidFill>
              <a:latin typeface="+mn-ea"/>
              <a:cs typeface="+mn-ea"/>
              <a:sym typeface="+mn-ea"/>
            </a:endParaRPr>
          </a:p>
        </p:txBody>
      </p:sp>
      <p:cxnSp>
        <p:nvCxnSpPr>
          <p:cNvPr id="11" name="直接连接符 28"/>
          <p:cNvCxnSpPr/>
          <p:nvPr>
            <p:custDataLst>
              <p:tags r:id="rId7"/>
            </p:custDataLst>
          </p:nvPr>
        </p:nvCxnSpPr>
        <p:spPr>
          <a:xfrm>
            <a:off x="2285547" y="6412619"/>
            <a:ext cx="453901" cy="0"/>
          </a:xfrm>
          <a:prstGeom prst="line">
            <a:avLst/>
          </a:prstGeom>
          <a:ln w="44450" cap="rnd">
            <a:solidFill>
              <a:schemeClr val="accent1"/>
            </a:solidFill>
          </a:ln>
        </p:spPr>
        <p:style>
          <a:lnRef idx="2">
            <a:schemeClr val="accent1"/>
          </a:lnRef>
          <a:fillRef idx="0">
            <a:srgbClr val="FFFFFF"/>
          </a:fillRef>
          <a:effectRef idx="0">
            <a:srgbClr val="FFFFFF"/>
          </a:effectRef>
          <a:fontRef idx="minor">
            <a:schemeClr val="tx1"/>
          </a:fontRef>
        </p:style>
      </p:cxnSp>
      <p:sp>
        <p:nvSpPr>
          <p:cNvPr id="12" name="椭圆 6"/>
          <p:cNvSpPr/>
          <p:nvPr>
            <p:custDataLst>
              <p:tags r:id="rId8"/>
            </p:custDataLst>
          </p:nvPr>
        </p:nvSpPr>
        <p:spPr>
          <a:xfrm>
            <a:off x="9002870" y="1865046"/>
            <a:ext cx="800557" cy="800557"/>
          </a:xfrm>
          <a:prstGeom prst="ellipse">
            <a:avLst/>
          </a:prstGeom>
          <a:noFill/>
          <a:ln w="25400">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13" name="图片 3" descr="343439383331313b343532303031393bd2b5bca8b9dcc0ed"/>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9237751" y="2112010"/>
            <a:ext cx="329690" cy="329690"/>
          </a:xfrm>
          <a:prstGeom prst="rect">
            <a:avLst/>
          </a:prstGeom>
        </p:spPr>
      </p:pic>
      <p:sp>
        <p:nvSpPr>
          <p:cNvPr id="14" name="椭圆 27"/>
          <p:cNvSpPr/>
          <p:nvPr>
            <p:custDataLst>
              <p:tags r:id="rId12"/>
            </p:custDataLst>
          </p:nvPr>
        </p:nvSpPr>
        <p:spPr>
          <a:xfrm>
            <a:off x="2504761" y="1865046"/>
            <a:ext cx="800557" cy="800557"/>
          </a:xfrm>
          <a:prstGeom prst="ellipse">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15" name="图片 11" descr="343439383331313b343532303032303bb8f6c8cbd0c5cfa2"/>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2739642" y="2099925"/>
            <a:ext cx="330797" cy="330797"/>
          </a:xfrm>
          <a:prstGeom prst="rect">
            <a:avLst/>
          </a:prstGeom>
        </p:spPr>
      </p:pic>
      <p:sp>
        <p:nvSpPr>
          <p:cNvPr id="4" name="文本框 3"/>
          <p:cNvSpPr txBox="1"/>
          <p:nvPr/>
        </p:nvSpPr>
        <p:spPr>
          <a:xfrm>
            <a:off x="11908790" y="1459865"/>
            <a:ext cx="4064000" cy="914400"/>
          </a:xfrm>
          <a:prstGeom prst="rect">
            <a:avLst/>
          </a:prstGeom>
          <a:noFill/>
        </p:spPr>
        <p:txBody>
          <a:bodyPr wrap="square" rtlCol="0">
            <a:normAutofit/>
          </a:bodyPr>
          <a:p>
            <a:pPr algn="l">
              <a:lnSpc>
                <a:spcPct val="140000"/>
              </a:lnSpc>
            </a:pPr>
            <a:endParaRPr lang="zh-CN" altLang="en-US" sz="2000" kern="100" dirty="0">
              <a:effectLst/>
              <a:latin typeface="+mn-ea"/>
              <a:cs typeface="江城圆体 400W" panose="020B0500000000000000" pitchFamily="34" charset="-122"/>
            </a:endParaRPr>
          </a:p>
        </p:txBody>
      </p:sp>
    </p:spTree>
    <p:custDataLst>
      <p:tags r:id="rId16"/>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57" name="任意多边形: 形状 356"/>
          <p:cNvSpPr/>
          <p:nvPr>
            <p:custDataLst>
              <p:tags r:id="rId1"/>
            </p:custDataLst>
          </p:nvPr>
        </p:nvSpPr>
        <p:spPr>
          <a:xfrm>
            <a:off x="673100" y="1801495"/>
            <a:ext cx="10904220" cy="4461510"/>
          </a:xfrm>
          <a:custGeom>
            <a:avLst/>
            <a:gdLst>
              <a:gd name="connsiteX0" fmla="*/ 0 w 10904220"/>
              <a:gd name="connsiteY0" fmla="*/ 0 h 4461510"/>
              <a:gd name="connsiteX1" fmla="*/ 10904220 w 10904220"/>
              <a:gd name="connsiteY1" fmla="*/ 0 h 4461510"/>
              <a:gd name="connsiteX2" fmla="*/ 10904220 w 10904220"/>
              <a:gd name="connsiteY2" fmla="*/ 3681772 h 4461510"/>
              <a:gd name="connsiteX3" fmla="*/ 10124482 w 10904220"/>
              <a:gd name="connsiteY3" fmla="*/ 4461510 h 4461510"/>
              <a:gd name="connsiteX4" fmla="*/ 0 w 10904220"/>
              <a:gd name="connsiteY4" fmla="*/ 4461510 h 4461510"/>
              <a:gd name="connsiteX5" fmla="*/ 0 w 10904220"/>
              <a:gd name="connsiteY5" fmla="*/ 0 h 446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04220" h="4461510">
                <a:moveTo>
                  <a:pt x="0" y="0"/>
                </a:moveTo>
                <a:lnTo>
                  <a:pt x="10904220" y="0"/>
                </a:lnTo>
                <a:lnTo>
                  <a:pt x="10904220" y="3681772"/>
                </a:lnTo>
                <a:lnTo>
                  <a:pt x="10124482" y="4461510"/>
                </a:lnTo>
                <a:lnTo>
                  <a:pt x="0" y="4461510"/>
                </a:lnTo>
                <a:lnTo>
                  <a:pt x="0" y="0"/>
                </a:lnTo>
                <a:close/>
              </a:path>
            </a:pathLst>
          </a:custGeom>
          <a:ln w="25400">
            <a:noFill/>
          </a:ln>
          <a:effectLst>
            <a:outerShdw blurRad="76200" dist="38100" dir="2700000" algn="tl"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720000" rIns="720000" rtlCol="0" anchor="ctr"/>
          <a:lstStyle/>
          <a:p>
            <a:pPr indent="0" fontAlgn="auto">
              <a:lnSpc>
                <a:spcPct val="130000"/>
              </a:lnSpc>
            </a:pPr>
            <a:endParaRPr lang="zh-CN" altLang="en-US" kern="0" spc="0" dirty="0">
              <a:ln>
                <a:noFill/>
                <a:prstDash val="sysDot"/>
              </a:ln>
              <a:solidFill>
                <a:srgbClr val="262626"/>
              </a:solidFill>
              <a:latin typeface="+mn-ea"/>
              <a:ea typeface="+mn-ea"/>
              <a:sym typeface="+mn-ea"/>
            </a:endParaRPr>
          </a:p>
        </p:txBody>
      </p:sp>
      <p:sp>
        <p:nvSpPr>
          <p:cNvPr id="17" name="标题 16"/>
          <p:cNvSpPr>
            <a:spLocks noGrp="1"/>
          </p:cNvSpPr>
          <p:nvPr>
            <p:ph type="title"/>
            <p:custDataLst>
              <p:tags r:id="rId2"/>
            </p:custDataLst>
          </p:nvPr>
        </p:nvSpPr>
        <p:spPr/>
        <p:txBody>
          <a:bodyPr>
            <a:normAutofit/>
          </a:bodyPr>
          <a:lstStyle/>
          <a:p>
            <a:r>
              <a:rPr lang="zh-CN" altLang="en-US" sz="3600"/>
              <a:t>五、依法服兵役</a:t>
            </a:r>
            <a:endParaRPr lang="zh-CN" altLang="en-US" sz="3600"/>
          </a:p>
        </p:txBody>
      </p:sp>
      <p:sp>
        <p:nvSpPr>
          <p:cNvPr id="11" name="任意多边形: 形状 1388"/>
          <p:cNvSpPr/>
          <p:nvPr>
            <p:custDataLst>
              <p:tags r:id="rId3"/>
            </p:custDataLst>
          </p:nvPr>
        </p:nvSpPr>
        <p:spPr>
          <a:xfrm>
            <a:off x="673100" y="1717675"/>
            <a:ext cx="10904220" cy="4562475"/>
          </a:xfrm>
          <a:custGeom>
            <a:avLst/>
            <a:gdLst>
              <a:gd name="connsiteX0" fmla="*/ 4515326 w 4682585"/>
              <a:gd name="connsiteY0" fmla="*/ 1881473 h 2174272"/>
              <a:gd name="connsiteX1" fmla="*/ 4515326 w 4682585"/>
              <a:gd name="connsiteY1" fmla="*/ 2028063 h 2174272"/>
              <a:gd name="connsiteX2" fmla="*/ 4673060 w 4682585"/>
              <a:gd name="connsiteY2" fmla="*/ 2028063 h 2174272"/>
              <a:gd name="connsiteX3" fmla="*/ 4673060 w 4682585"/>
              <a:gd name="connsiteY3" fmla="*/ 1881473 h 2174272"/>
              <a:gd name="connsiteX4" fmla="*/ 4348068 w 4682585"/>
              <a:gd name="connsiteY4" fmla="*/ 1881473 h 2174272"/>
              <a:gd name="connsiteX5" fmla="*/ 4348068 w 4682585"/>
              <a:gd name="connsiteY5" fmla="*/ 2028063 h 2174272"/>
              <a:gd name="connsiteX6" fmla="*/ 4505801 w 4682585"/>
              <a:gd name="connsiteY6" fmla="*/ 2028063 h 2174272"/>
              <a:gd name="connsiteX7" fmla="*/ 4505801 w 4682585"/>
              <a:gd name="connsiteY7" fmla="*/ 1881473 h 2174272"/>
              <a:gd name="connsiteX8" fmla="*/ 4180809 w 4682585"/>
              <a:gd name="connsiteY8" fmla="*/ 1881473 h 2174272"/>
              <a:gd name="connsiteX9" fmla="*/ 4180809 w 4682585"/>
              <a:gd name="connsiteY9" fmla="*/ 2028063 h 2174272"/>
              <a:gd name="connsiteX10" fmla="*/ 4338543 w 4682585"/>
              <a:gd name="connsiteY10" fmla="*/ 2028063 h 2174272"/>
              <a:gd name="connsiteX11" fmla="*/ 4338543 w 4682585"/>
              <a:gd name="connsiteY11" fmla="*/ 1881473 h 2174272"/>
              <a:gd name="connsiteX12" fmla="*/ 4013550 w 4682585"/>
              <a:gd name="connsiteY12" fmla="*/ 1881473 h 2174272"/>
              <a:gd name="connsiteX13" fmla="*/ 4013550 w 4682585"/>
              <a:gd name="connsiteY13" fmla="*/ 2028063 h 2174272"/>
              <a:gd name="connsiteX14" fmla="*/ 4171284 w 4682585"/>
              <a:gd name="connsiteY14" fmla="*/ 2028063 h 2174272"/>
              <a:gd name="connsiteX15" fmla="*/ 4171284 w 4682585"/>
              <a:gd name="connsiteY15" fmla="*/ 1881473 h 2174272"/>
              <a:gd name="connsiteX16" fmla="*/ 3846291 w 4682585"/>
              <a:gd name="connsiteY16" fmla="*/ 1881473 h 2174272"/>
              <a:gd name="connsiteX17" fmla="*/ 3846291 w 4682585"/>
              <a:gd name="connsiteY17" fmla="*/ 2028063 h 2174272"/>
              <a:gd name="connsiteX18" fmla="*/ 4004025 w 4682585"/>
              <a:gd name="connsiteY18" fmla="*/ 2028063 h 2174272"/>
              <a:gd name="connsiteX19" fmla="*/ 4004025 w 4682585"/>
              <a:gd name="connsiteY19" fmla="*/ 1881473 h 2174272"/>
              <a:gd name="connsiteX20" fmla="*/ 3678936 w 4682585"/>
              <a:gd name="connsiteY20" fmla="*/ 1881473 h 2174272"/>
              <a:gd name="connsiteX21" fmla="*/ 3678936 w 4682585"/>
              <a:gd name="connsiteY21" fmla="*/ 2028063 h 2174272"/>
              <a:gd name="connsiteX22" fmla="*/ 3836766 w 4682585"/>
              <a:gd name="connsiteY22" fmla="*/ 2028063 h 2174272"/>
              <a:gd name="connsiteX23" fmla="*/ 3836766 w 4682585"/>
              <a:gd name="connsiteY23" fmla="*/ 1881473 h 2174272"/>
              <a:gd name="connsiteX24" fmla="*/ 3511677 w 4682585"/>
              <a:gd name="connsiteY24" fmla="*/ 1881473 h 2174272"/>
              <a:gd name="connsiteX25" fmla="*/ 3511677 w 4682585"/>
              <a:gd name="connsiteY25" fmla="*/ 2028063 h 2174272"/>
              <a:gd name="connsiteX26" fmla="*/ 3669411 w 4682585"/>
              <a:gd name="connsiteY26" fmla="*/ 2028063 h 2174272"/>
              <a:gd name="connsiteX27" fmla="*/ 3669411 w 4682585"/>
              <a:gd name="connsiteY27" fmla="*/ 1881473 h 2174272"/>
              <a:gd name="connsiteX28" fmla="*/ 3344418 w 4682585"/>
              <a:gd name="connsiteY28" fmla="*/ 1881473 h 2174272"/>
              <a:gd name="connsiteX29" fmla="*/ 3344418 w 4682585"/>
              <a:gd name="connsiteY29" fmla="*/ 2028063 h 2174272"/>
              <a:gd name="connsiteX30" fmla="*/ 3502152 w 4682585"/>
              <a:gd name="connsiteY30" fmla="*/ 2028063 h 2174272"/>
              <a:gd name="connsiteX31" fmla="*/ 3502152 w 4682585"/>
              <a:gd name="connsiteY31" fmla="*/ 1881473 h 2174272"/>
              <a:gd name="connsiteX32" fmla="*/ 3177159 w 4682585"/>
              <a:gd name="connsiteY32" fmla="*/ 1881473 h 2174272"/>
              <a:gd name="connsiteX33" fmla="*/ 3177159 w 4682585"/>
              <a:gd name="connsiteY33" fmla="*/ 2028063 h 2174272"/>
              <a:gd name="connsiteX34" fmla="*/ 3334893 w 4682585"/>
              <a:gd name="connsiteY34" fmla="*/ 2028063 h 2174272"/>
              <a:gd name="connsiteX35" fmla="*/ 3334893 w 4682585"/>
              <a:gd name="connsiteY35" fmla="*/ 1881473 h 2174272"/>
              <a:gd name="connsiteX36" fmla="*/ 3009900 w 4682585"/>
              <a:gd name="connsiteY36" fmla="*/ 1881473 h 2174272"/>
              <a:gd name="connsiteX37" fmla="*/ 3009900 w 4682585"/>
              <a:gd name="connsiteY37" fmla="*/ 2028063 h 2174272"/>
              <a:gd name="connsiteX38" fmla="*/ 3167634 w 4682585"/>
              <a:gd name="connsiteY38" fmla="*/ 2028063 h 2174272"/>
              <a:gd name="connsiteX39" fmla="*/ 3167634 w 4682585"/>
              <a:gd name="connsiteY39" fmla="*/ 1881473 h 2174272"/>
              <a:gd name="connsiteX40" fmla="*/ 2842641 w 4682585"/>
              <a:gd name="connsiteY40" fmla="*/ 1881473 h 2174272"/>
              <a:gd name="connsiteX41" fmla="*/ 2842641 w 4682585"/>
              <a:gd name="connsiteY41" fmla="*/ 2028063 h 2174272"/>
              <a:gd name="connsiteX42" fmla="*/ 3000375 w 4682585"/>
              <a:gd name="connsiteY42" fmla="*/ 2028063 h 2174272"/>
              <a:gd name="connsiteX43" fmla="*/ 3000375 w 4682585"/>
              <a:gd name="connsiteY43" fmla="*/ 1881473 h 2174272"/>
              <a:gd name="connsiteX44" fmla="*/ 2675382 w 4682585"/>
              <a:gd name="connsiteY44" fmla="*/ 1881473 h 2174272"/>
              <a:gd name="connsiteX45" fmla="*/ 2675382 w 4682585"/>
              <a:gd name="connsiteY45" fmla="*/ 2028063 h 2174272"/>
              <a:gd name="connsiteX46" fmla="*/ 2833116 w 4682585"/>
              <a:gd name="connsiteY46" fmla="*/ 2028063 h 2174272"/>
              <a:gd name="connsiteX47" fmla="*/ 2833116 w 4682585"/>
              <a:gd name="connsiteY47" fmla="*/ 1881473 h 2174272"/>
              <a:gd name="connsiteX48" fmla="*/ 2508123 w 4682585"/>
              <a:gd name="connsiteY48" fmla="*/ 1881473 h 2174272"/>
              <a:gd name="connsiteX49" fmla="*/ 2508123 w 4682585"/>
              <a:gd name="connsiteY49" fmla="*/ 2028063 h 2174272"/>
              <a:gd name="connsiteX50" fmla="*/ 2665857 w 4682585"/>
              <a:gd name="connsiteY50" fmla="*/ 2028063 h 2174272"/>
              <a:gd name="connsiteX51" fmla="*/ 2665857 w 4682585"/>
              <a:gd name="connsiteY51" fmla="*/ 1881473 h 2174272"/>
              <a:gd name="connsiteX52" fmla="*/ 2340864 w 4682585"/>
              <a:gd name="connsiteY52" fmla="*/ 1881473 h 2174272"/>
              <a:gd name="connsiteX53" fmla="*/ 2340864 w 4682585"/>
              <a:gd name="connsiteY53" fmla="*/ 2028063 h 2174272"/>
              <a:gd name="connsiteX54" fmla="*/ 2498598 w 4682585"/>
              <a:gd name="connsiteY54" fmla="*/ 2028063 h 2174272"/>
              <a:gd name="connsiteX55" fmla="*/ 2498598 w 4682585"/>
              <a:gd name="connsiteY55" fmla="*/ 1881473 h 2174272"/>
              <a:gd name="connsiteX56" fmla="*/ 2173510 w 4682585"/>
              <a:gd name="connsiteY56" fmla="*/ 1881473 h 2174272"/>
              <a:gd name="connsiteX57" fmla="*/ 2173510 w 4682585"/>
              <a:gd name="connsiteY57" fmla="*/ 2028063 h 2174272"/>
              <a:gd name="connsiteX58" fmla="*/ 2331339 w 4682585"/>
              <a:gd name="connsiteY58" fmla="*/ 2028063 h 2174272"/>
              <a:gd name="connsiteX59" fmla="*/ 2331339 w 4682585"/>
              <a:gd name="connsiteY59" fmla="*/ 1881473 h 2174272"/>
              <a:gd name="connsiteX60" fmla="*/ 2006251 w 4682585"/>
              <a:gd name="connsiteY60" fmla="*/ 1881473 h 2174272"/>
              <a:gd name="connsiteX61" fmla="*/ 2006251 w 4682585"/>
              <a:gd name="connsiteY61" fmla="*/ 2028063 h 2174272"/>
              <a:gd name="connsiteX62" fmla="*/ 2163985 w 4682585"/>
              <a:gd name="connsiteY62" fmla="*/ 2028063 h 2174272"/>
              <a:gd name="connsiteX63" fmla="*/ 2163985 w 4682585"/>
              <a:gd name="connsiteY63" fmla="*/ 1881473 h 2174272"/>
              <a:gd name="connsiteX64" fmla="*/ 1838992 w 4682585"/>
              <a:gd name="connsiteY64" fmla="*/ 1881473 h 2174272"/>
              <a:gd name="connsiteX65" fmla="*/ 1838992 w 4682585"/>
              <a:gd name="connsiteY65" fmla="*/ 2028063 h 2174272"/>
              <a:gd name="connsiteX66" fmla="*/ 1996726 w 4682585"/>
              <a:gd name="connsiteY66" fmla="*/ 2028063 h 2174272"/>
              <a:gd name="connsiteX67" fmla="*/ 1996726 w 4682585"/>
              <a:gd name="connsiteY67" fmla="*/ 1881473 h 2174272"/>
              <a:gd name="connsiteX68" fmla="*/ 1671733 w 4682585"/>
              <a:gd name="connsiteY68" fmla="*/ 1881473 h 2174272"/>
              <a:gd name="connsiteX69" fmla="*/ 1671733 w 4682585"/>
              <a:gd name="connsiteY69" fmla="*/ 2028063 h 2174272"/>
              <a:gd name="connsiteX70" fmla="*/ 1829467 w 4682585"/>
              <a:gd name="connsiteY70" fmla="*/ 2028063 h 2174272"/>
              <a:gd name="connsiteX71" fmla="*/ 1829467 w 4682585"/>
              <a:gd name="connsiteY71" fmla="*/ 1881473 h 2174272"/>
              <a:gd name="connsiteX72" fmla="*/ 1504474 w 4682585"/>
              <a:gd name="connsiteY72" fmla="*/ 1881473 h 2174272"/>
              <a:gd name="connsiteX73" fmla="*/ 1504474 w 4682585"/>
              <a:gd name="connsiteY73" fmla="*/ 2028063 h 2174272"/>
              <a:gd name="connsiteX74" fmla="*/ 1662208 w 4682585"/>
              <a:gd name="connsiteY74" fmla="*/ 2028063 h 2174272"/>
              <a:gd name="connsiteX75" fmla="*/ 1662208 w 4682585"/>
              <a:gd name="connsiteY75" fmla="*/ 1881473 h 2174272"/>
              <a:gd name="connsiteX76" fmla="*/ 1337215 w 4682585"/>
              <a:gd name="connsiteY76" fmla="*/ 1881473 h 2174272"/>
              <a:gd name="connsiteX77" fmla="*/ 1337215 w 4682585"/>
              <a:gd name="connsiteY77" fmla="*/ 2028063 h 2174272"/>
              <a:gd name="connsiteX78" fmla="*/ 1494949 w 4682585"/>
              <a:gd name="connsiteY78" fmla="*/ 2028063 h 2174272"/>
              <a:gd name="connsiteX79" fmla="*/ 1494949 w 4682585"/>
              <a:gd name="connsiteY79" fmla="*/ 1881473 h 2174272"/>
              <a:gd name="connsiteX80" fmla="*/ 1169956 w 4682585"/>
              <a:gd name="connsiteY80" fmla="*/ 1881473 h 2174272"/>
              <a:gd name="connsiteX81" fmla="*/ 1169956 w 4682585"/>
              <a:gd name="connsiteY81" fmla="*/ 2028063 h 2174272"/>
              <a:gd name="connsiteX82" fmla="*/ 1327690 w 4682585"/>
              <a:gd name="connsiteY82" fmla="*/ 2028063 h 2174272"/>
              <a:gd name="connsiteX83" fmla="*/ 1327690 w 4682585"/>
              <a:gd name="connsiteY83" fmla="*/ 1881473 h 2174272"/>
              <a:gd name="connsiteX84" fmla="*/ 1002697 w 4682585"/>
              <a:gd name="connsiteY84" fmla="*/ 1881473 h 2174272"/>
              <a:gd name="connsiteX85" fmla="*/ 1002697 w 4682585"/>
              <a:gd name="connsiteY85" fmla="*/ 2028063 h 2174272"/>
              <a:gd name="connsiteX86" fmla="*/ 1160431 w 4682585"/>
              <a:gd name="connsiteY86" fmla="*/ 2028063 h 2174272"/>
              <a:gd name="connsiteX87" fmla="*/ 1160431 w 4682585"/>
              <a:gd name="connsiteY87" fmla="*/ 1881473 h 2174272"/>
              <a:gd name="connsiteX88" fmla="*/ 835438 w 4682585"/>
              <a:gd name="connsiteY88" fmla="*/ 1881473 h 2174272"/>
              <a:gd name="connsiteX89" fmla="*/ 835438 w 4682585"/>
              <a:gd name="connsiteY89" fmla="*/ 2028063 h 2174272"/>
              <a:gd name="connsiteX90" fmla="*/ 993172 w 4682585"/>
              <a:gd name="connsiteY90" fmla="*/ 2028063 h 2174272"/>
              <a:gd name="connsiteX91" fmla="*/ 993172 w 4682585"/>
              <a:gd name="connsiteY91" fmla="*/ 1881473 h 2174272"/>
              <a:gd name="connsiteX92" fmla="*/ 668179 w 4682585"/>
              <a:gd name="connsiteY92" fmla="*/ 1881473 h 2174272"/>
              <a:gd name="connsiteX93" fmla="*/ 668179 w 4682585"/>
              <a:gd name="connsiteY93" fmla="*/ 2028063 h 2174272"/>
              <a:gd name="connsiteX94" fmla="*/ 825913 w 4682585"/>
              <a:gd name="connsiteY94" fmla="*/ 2028063 h 2174272"/>
              <a:gd name="connsiteX95" fmla="*/ 825913 w 4682585"/>
              <a:gd name="connsiteY95" fmla="*/ 1881473 h 2174272"/>
              <a:gd name="connsiteX96" fmla="*/ 500920 w 4682585"/>
              <a:gd name="connsiteY96" fmla="*/ 1881473 h 2174272"/>
              <a:gd name="connsiteX97" fmla="*/ 500920 w 4682585"/>
              <a:gd name="connsiteY97" fmla="*/ 2028063 h 2174272"/>
              <a:gd name="connsiteX98" fmla="*/ 658654 w 4682585"/>
              <a:gd name="connsiteY98" fmla="*/ 2028063 h 2174272"/>
              <a:gd name="connsiteX99" fmla="*/ 658654 w 4682585"/>
              <a:gd name="connsiteY99" fmla="*/ 1881473 h 2174272"/>
              <a:gd name="connsiteX100" fmla="*/ 333566 w 4682585"/>
              <a:gd name="connsiteY100" fmla="*/ 1881473 h 2174272"/>
              <a:gd name="connsiteX101" fmla="*/ 333566 w 4682585"/>
              <a:gd name="connsiteY101" fmla="*/ 2028063 h 2174272"/>
              <a:gd name="connsiteX102" fmla="*/ 491395 w 4682585"/>
              <a:gd name="connsiteY102" fmla="*/ 2028063 h 2174272"/>
              <a:gd name="connsiteX103" fmla="*/ 491395 w 4682585"/>
              <a:gd name="connsiteY103" fmla="*/ 1881473 h 2174272"/>
              <a:gd name="connsiteX104" fmla="*/ 166307 w 4682585"/>
              <a:gd name="connsiteY104" fmla="*/ 1881473 h 2174272"/>
              <a:gd name="connsiteX105" fmla="*/ 166307 w 4682585"/>
              <a:gd name="connsiteY105" fmla="*/ 2028063 h 2174272"/>
              <a:gd name="connsiteX106" fmla="*/ 324041 w 4682585"/>
              <a:gd name="connsiteY106" fmla="*/ 2028063 h 2174272"/>
              <a:gd name="connsiteX107" fmla="*/ 324041 w 4682585"/>
              <a:gd name="connsiteY107" fmla="*/ 1881473 h 2174272"/>
              <a:gd name="connsiteX108" fmla="*/ 9525 w 4682585"/>
              <a:gd name="connsiteY108" fmla="*/ 1881473 h 2174272"/>
              <a:gd name="connsiteX109" fmla="*/ 9525 w 4682585"/>
              <a:gd name="connsiteY109" fmla="*/ 2028063 h 2174272"/>
              <a:gd name="connsiteX110" fmla="*/ 156782 w 4682585"/>
              <a:gd name="connsiteY110" fmla="*/ 2028063 h 2174272"/>
              <a:gd name="connsiteX111" fmla="*/ 156782 w 4682585"/>
              <a:gd name="connsiteY111" fmla="*/ 1881473 h 2174272"/>
              <a:gd name="connsiteX112" fmla="*/ 4515326 w 4682585"/>
              <a:gd name="connsiteY112" fmla="*/ 1725358 h 2174272"/>
              <a:gd name="connsiteX113" fmla="*/ 4515326 w 4682585"/>
              <a:gd name="connsiteY113" fmla="*/ 1871948 h 2174272"/>
              <a:gd name="connsiteX114" fmla="*/ 4673060 w 4682585"/>
              <a:gd name="connsiteY114" fmla="*/ 1871948 h 2174272"/>
              <a:gd name="connsiteX115" fmla="*/ 4673060 w 4682585"/>
              <a:gd name="connsiteY115" fmla="*/ 1725358 h 2174272"/>
              <a:gd name="connsiteX116" fmla="*/ 4348068 w 4682585"/>
              <a:gd name="connsiteY116" fmla="*/ 1725358 h 2174272"/>
              <a:gd name="connsiteX117" fmla="*/ 4348068 w 4682585"/>
              <a:gd name="connsiteY117" fmla="*/ 1871948 h 2174272"/>
              <a:gd name="connsiteX118" fmla="*/ 4505801 w 4682585"/>
              <a:gd name="connsiteY118" fmla="*/ 1871948 h 2174272"/>
              <a:gd name="connsiteX119" fmla="*/ 4505801 w 4682585"/>
              <a:gd name="connsiteY119" fmla="*/ 1725358 h 2174272"/>
              <a:gd name="connsiteX120" fmla="*/ 4180809 w 4682585"/>
              <a:gd name="connsiteY120" fmla="*/ 1725358 h 2174272"/>
              <a:gd name="connsiteX121" fmla="*/ 4180809 w 4682585"/>
              <a:gd name="connsiteY121" fmla="*/ 1871948 h 2174272"/>
              <a:gd name="connsiteX122" fmla="*/ 4338543 w 4682585"/>
              <a:gd name="connsiteY122" fmla="*/ 1871948 h 2174272"/>
              <a:gd name="connsiteX123" fmla="*/ 4338543 w 4682585"/>
              <a:gd name="connsiteY123" fmla="*/ 1725358 h 2174272"/>
              <a:gd name="connsiteX124" fmla="*/ 4013550 w 4682585"/>
              <a:gd name="connsiteY124" fmla="*/ 1725358 h 2174272"/>
              <a:gd name="connsiteX125" fmla="*/ 4013550 w 4682585"/>
              <a:gd name="connsiteY125" fmla="*/ 1871948 h 2174272"/>
              <a:gd name="connsiteX126" fmla="*/ 4171284 w 4682585"/>
              <a:gd name="connsiteY126" fmla="*/ 1871948 h 2174272"/>
              <a:gd name="connsiteX127" fmla="*/ 4171284 w 4682585"/>
              <a:gd name="connsiteY127" fmla="*/ 1725358 h 2174272"/>
              <a:gd name="connsiteX128" fmla="*/ 3846291 w 4682585"/>
              <a:gd name="connsiteY128" fmla="*/ 1725358 h 2174272"/>
              <a:gd name="connsiteX129" fmla="*/ 3846291 w 4682585"/>
              <a:gd name="connsiteY129" fmla="*/ 1871948 h 2174272"/>
              <a:gd name="connsiteX130" fmla="*/ 4004025 w 4682585"/>
              <a:gd name="connsiteY130" fmla="*/ 1871948 h 2174272"/>
              <a:gd name="connsiteX131" fmla="*/ 4004025 w 4682585"/>
              <a:gd name="connsiteY131" fmla="*/ 1725358 h 2174272"/>
              <a:gd name="connsiteX132" fmla="*/ 3678936 w 4682585"/>
              <a:gd name="connsiteY132" fmla="*/ 1725358 h 2174272"/>
              <a:gd name="connsiteX133" fmla="*/ 3678936 w 4682585"/>
              <a:gd name="connsiteY133" fmla="*/ 1871948 h 2174272"/>
              <a:gd name="connsiteX134" fmla="*/ 3836766 w 4682585"/>
              <a:gd name="connsiteY134" fmla="*/ 1871948 h 2174272"/>
              <a:gd name="connsiteX135" fmla="*/ 3836766 w 4682585"/>
              <a:gd name="connsiteY135" fmla="*/ 1725358 h 2174272"/>
              <a:gd name="connsiteX136" fmla="*/ 3511677 w 4682585"/>
              <a:gd name="connsiteY136" fmla="*/ 1725358 h 2174272"/>
              <a:gd name="connsiteX137" fmla="*/ 3511677 w 4682585"/>
              <a:gd name="connsiteY137" fmla="*/ 1871948 h 2174272"/>
              <a:gd name="connsiteX138" fmla="*/ 3669411 w 4682585"/>
              <a:gd name="connsiteY138" fmla="*/ 1871948 h 2174272"/>
              <a:gd name="connsiteX139" fmla="*/ 3669411 w 4682585"/>
              <a:gd name="connsiteY139" fmla="*/ 1725358 h 2174272"/>
              <a:gd name="connsiteX140" fmla="*/ 3344418 w 4682585"/>
              <a:gd name="connsiteY140" fmla="*/ 1725358 h 2174272"/>
              <a:gd name="connsiteX141" fmla="*/ 3344418 w 4682585"/>
              <a:gd name="connsiteY141" fmla="*/ 1871948 h 2174272"/>
              <a:gd name="connsiteX142" fmla="*/ 3502152 w 4682585"/>
              <a:gd name="connsiteY142" fmla="*/ 1871948 h 2174272"/>
              <a:gd name="connsiteX143" fmla="*/ 3502152 w 4682585"/>
              <a:gd name="connsiteY143" fmla="*/ 1725358 h 2174272"/>
              <a:gd name="connsiteX144" fmla="*/ 3177159 w 4682585"/>
              <a:gd name="connsiteY144" fmla="*/ 1725358 h 2174272"/>
              <a:gd name="connsiteX145" fmla="*/ 3177159 w 4682585"/>
              <a:gd name="connsiteY145" fmla="*/ 1871948 h 2174272"/>
              <a:gd name="connsiteX146" fmla="*/ 3334893 w 4682585"/>
              <a:gd name="connsiteY146" fmla="*/ 1871948 h 2174272"/>
              <a:gd name="connsiteX147" fmla="*/ 3334893 w 4682585"/>
              <a:gd name="connsiteY147" fmla="*/ 1725358 h 2174272"/>
              <a:gd name="connsiteX148" fmla="*/ 3009900 w 4682585"/>
              <a:gd name="connsiteY148" fmla="*/ 1725358 h 2174272"/>
              <a:gd name="connsiteX149" fmla="*/ 3009900 w 4682585"/>
              <a:gd name="connsiteY149" fmla="*/ 1871948 h 2174272"/>
              <a:gd name="connsiteX150" fmla="*/ 3167634 w 4682585"/>
              <a:gd name="connsiteY150" fmla="*/ 1871948 h 2174272"/>
              <a:gd name="connsiteX151" fmla="*/ 3167634 w 4682585"/>
              <a:gd name="connsiteY151" fmla="*/ 1725358 h 2174272"/>
              <a:gd name="connsiteX152" fmla="*/ 2842641 w 4682585"/>
              <a:gd name="connsiteY152" fmla="*/ 1725358 h 2174272"/>
              <a:gd name="connsiteX153" fmla="*/ 2842641 w 4682585"/>
              <a:gd name="connsiteY153" fmla="*/ 1871948 h 2174272"/>
              <a:gd name="connsiteX154" fmla="*/ 3000375 w 4682585"/>
              <a:gd name="connsiteY154" fmla="*/ 1871948 h 2174272"/>
              <a:gd name="connsiteX155" fmla="*/ 3000375 w 4682585"/>
              <a:gd name="connsiteY155" fmla="*/ 1725358 h 2174272"/>
              <a:gd name="connsiteX156" fmla="*/ 2675382 w 4682585"/>
              <a:gd name="connsiteY156" fmla="*/ 1725358 h 2174272"/>
              <a:gd name="connsiteX157" fmla="*/ 2675382 w 4682585"/>
              <a:gd name="connsiteY157" fmla="*/ 1871948 h 2174272"/>
              <a:gd name="connsiteX158" fmla="*/ 2833116 w 4682585"/>
              <a:gd name="connsiteY158" fmla="*/ 1871948 h 2174272"/>
              <a:gd name="connsiteX159" fmla="*/ 2833116 w 4682585"/>
              <a:gd name="connsiteY159" fmla="*/ 1725358 h 2174272"/>
              <a:gd name="connsiteX160" fmla="*/ 2508123 w 4682585"/>
              <a:gd name="connsiteY160" fmla="*/ 1725358 h 2174272"/>
              <a:gd name="connsiteX161" fmla="*/ 2508123 w 4682585"/>
              <a:gd name="connsiteY161" fmla="*/ 1871948 h 2174272"/>
              <a:gd name="connsiteX162" fmla="*/ 2665857 w 4682585"/>
              <a:gd name="connsiteY162" fmla="*/ 1871948 h 2174272"/>
              <a:gd name="connsiteX163" fmla="*/ 2665857 w 4682585"/>
              <a:gd name="connsiteY163" fmla="*/ 1725358 h 2174272"/>
              <a:gd name="connsiteX164" fmla="*/ 2340864 w 4682585"/>
              <a:gd name="connsiteY164" fmla="*/ 1725358 h 2174272"/>
              <a:gd name="connsiteX165" fmla="*/ 2340864 w 4682585"/>
              <a:gd name="connsiteY165" fmla="*/ 1871948 h 2174272"/>
              <a:gd name="connsiteX166" fmla="*/ 2498598 w 4682585"/>
              <a:gd name="connsiteY166" fmla="*/ 1871948 h 2174272"/>
              <a:gd name="connsiteX167" fmla="*/ 2498598 w 4682585"/>
              <a:gd name="connsiteY167" fmla="*/ 1725358 h 2174272"/>
              <a:gd name="connsiteX168" fmla="*/ 2173510 w 4682585"/>
              <a:gd name="connsiteY168" fmla="*/ 1725358 h 2174272"/>
              <a:gd name="connsiteX169" fmla="*/ 2173510 w 4682585"/>
              <a:gd name="connsiteY169" fmla="*/ 1871948 h 2174272"/>
              <a:gd name="connsiteX170" fmla="*/ 2331339 w 4682585"/>
              <a:gd name="connsiteY170" fmla="*/ 1871948 h 2174272"/>
              <a:gd name="connsiteX171" fmla="*/ 2331339 w 4682585"/>
              <a:gd name="connsiteY171" fmla="*/ 1725358 h 2174272"/>
              <a:gd name="connsiteX172" fmla="*/ 2006251 w 4682585"/>
              <a:gd name="connsiteY172" fmla="*/ 1725358 h 2174272"/>
              <a:gd name="connsiteX173" fmla="*/ 2006251 w 4682585"/>
              <a:gd name="connsiteY173" fmla="*/ 1871948 h 2174272"/>
              <a:gd name="connsiteX174" fmla="*/ 2163985 w 4682585"/>
              <a:gd name="connsiteY174" fmla="*/ 1871948 h 2174272"/>
              <a:gd name="connsiteX175" fmla="*/ 2163985 w 4682585"/>
              <a:gd name="connsiteY175" fmla="*/ 1725358 h 2174272"/>
              <a:gd name="connsiteX176" fmla="*/ 1838992 w 4682585"/>
              <a:gd name="connsiteY176" fmla="*/ 1725358 h 2174272"/>
              <a:gd name="connsiteX177" fmla="*/ 1838992 w 4682585"/>
              <a:gd name="connsiteY177" fmla="*/ 1871948 h 2174272"/>
              <a:gd name="connsiteX178" fmla="*/ 1996726 w 4682585"/>
              <a:gd name="connsiteY178" fmla="*/ 1871948 h 2174272"/>
              <a:gd name="connsiteX179" fmla="*/ 1996726 w 4682585"/>
              <a:gd name="connsiteY179" fmla="*/ 1725358 h 2174272"/>
              <a:gd name="connsiteX180" fmla="*/ 1671733 w 4682585"/>
              <a:gd name="connsiteY180" fmla="*/ 1725358 h 2174272"/>
              <a:gd name="connsiteX181" fmla="*/ 1671733 w 4682585"/>
              <a:gd name="connsiteY181" fmla="*/ 1871948 h 2174272"/>
              <a:gd name="connsiteX182" fmla="*/ 1829467 w 4682585"/>
              <a:gd name="connsiteY182" fmla="*/ 1871948 h 2174272"/>
              <a:gd name="connsiteX183" fmla="*/ 1829467 w 4682585"/>
              <a:gd name="connsiteY183" fmla="*/ 1725358 h 2174272"/>
              <a:gd name="connsiteX184" fmla="*/ 1504474 w 4682585"/>
              <a:gd name="connsiteY184" fmla="*/ 1725358 h 2174272"/>
              <a:gd name="connsiteX185" fmla="*/ 1504474 w 4682585"/>
              <a:gd name="connsiteY185" fmla="*/ 1871948 h 2174272"/>
              <a:gd name="connsiteX186" fmla="*/ 1662208 w 4682585"/>
              <a:gd name="connsiteY186" fmla="*/ 1871948 h 2174272"/>
              <a:gd name="connsiteX187" fmla="*/ 1662208 w 4682585"/>
              <a:gd name="connsiteY187" fmla="*/ 1725358 h 2174272"/>
              <a:gd name="connsiteX188" fmla="*/ 1337215 w 4682585"/>
              <a:gd name="connsiteY188" fmla="*/ 1725358 h 2174272"/>
              <a:gd name="connsiteX189" fmla="*/ 1337215 w 4682585"/>
              <a:gd name="connsiteY189" fmla="*/ 1871948 h 2174272"/>
              <a:gd name="connsiteX190" fmla="*/ 1494949 w 4682585"/>
              <a:gd name="connsiteY190" fmla="*/ 1871948 h 2174272"/>
              <a:gd name="connsiteX191" fmla="*/ 1494949 w 4682585"/>
              <a:gd name="connsiteY191" fmla="*/ 1725358 h 2174272"/>
              <a:gd name="connsiteX192" fmla="*/ 1169956 w 4682585"/>
              <a:gd name="connsiteY192" fmla="*/ 1725358 h 2174272"/>
              <a:gd name="connsiteX193" fmla="*/ 1169956 w 4682585"/>
              <a:gd name="connsiteY193" fmla="*/ 1871948 h 2174272"/>
              <a:gd name="connsiteX194" fmla="*/ 1327690 w 4682585"/>
              <a:gd name="connsiteY194" fmla="*/ 1871948 h 2174272"/>
              <a:gd name="connsiteX195" fmla="*/ 1327690 w 4682585"/>
              <a:gd name="connsiteY195" fmla="*/ 1725358 h 2174272"/>
              <a:gd name="connsiteX196" fmla="*/ 1002697 w 4682585"/>
              <a:gd name="connsiteY196" fmla="*/ 1725358 h 2174272"/>
              <a:gd name="connsiteX197" fmla="*/ 1002697 w 4682585"/>
              <a:gd name="connsiteY197" fmla="*/ 1871948 h 2174272"/>
              <a:gd name="connsiteX198" fmla="*/ 1160431 w 4682585"/>
              <a:gd name="connsiteY198" fmla="*/ 1871948 h 2174272"/>
              <a:gd name="connsiteX199" fmla="*/ 1160431 w 4682585"/>
              <a:gd name="connsiteY199" fmla="*/ 1725358 h 2174272"/>
              <a:gd name="connsiteX200" fmla="*/ 835438 w 4682585"/>
              <a:gd name="connsiteY200" fmla="*/ 1725358 h 2174272"/>
              <a:gd name="connsiteX201" fmla="*/ 835438 w 4682585"/>
              <a:gd name="connsiteY201" fmla="*/ 1871948 h 2174272"/>
              <a:gd name="connsiteX202" fmla="*/ 993172 w 4682585"/>
              <a:gd name="connsiteY202" fmla="*/ 1871948 h 2174272"/>
              <a:gd name="connsiteX203" fmla="*/ 993172 w 4682585"/>
              <a:gd name="connsiteY203" fmla="*/ 1725358 h 2174272"/>
              <a:gd name="connsiteX204" fmla="*/ 668179 w 4682585"/>
              <a:gd name="connsiteY204" fmla="*/ 1725358 h 2174272"/>
              <a:gd name="connsiteX205" fmla="*/ 668179 w 4682585"/>
              <a:gd name="connsiteY205" fmla="*/ 1871948 h 2174272"/>
              <a:gd name="connsiteX206" fmla="*/ 825913 w 4682585"/>
              <a:gd name="connsiteY206" fmla="*/ 1871948 h 2174272"/>
              <a:gd name="connsiteX207" fmla="*/ 825913 w 4682585"/>
              <a:gd name="connsiteY207" fmla="*/ 1725358 h 2174272"/>
              <a:gd name="connsiteX208" fmla="*/ 500920 w 4682585"/>
              <a:gd name="connsiteY208" fmla="*/ 1725358 h 2174272"/>
              <a:gd name="connsiteX209" fmla="*/ 500920 w 4682585"/>
              <a:gd name="connsiteY209" fmla="*/ 1871948 h 2174272"/>
              <a:gd name="connsiteX210" fmla="*/ 658654 w 4682585"/>
              <a:gd name="connsiteY210" fmla="*/ 1871948 h 2174272"/>
              <a:gd name="connsiteX211" fmla="*/ 658654 w 4682585"/>
              <a:gd name="connsiteY211" fmla="*/ 1725358 h 2174272"/>
              <a:gd name="connsiteX212" fmla="*/ 333566 w 4682585"/>
              <a:gd name="connsiteY212" fmla="*/ 1725358 h 2174272"/>
              <a:gd name="connsiteX213" fmla="*/ 333566 w 4682585"/>
              <a:gd name="connsiteY213" fmla="*/ 1871948 h 2174272"/>
              <a:gd name="connsiteX214" fmla="*/ 491395 w 4682585"/>
              <a:gd name="connsiteY214" fmla="*/ 1871948 h 2174272"/>
              <a:gd name="connsiteX215" fmla="*/ 491395 w 4682585"/>
              <a:gd name="connsiteY215" fmla="*/ 1725358 h 2174272"/>
              <a:gd name="connsiteX216" fmla="*/ 166307 w 4682585"/>
              <a:gd name="connsiteY216" fmla="*/ 1725358 h 2174272"/>
              <a:gd name="connsiteX217" fmla="*/ 166307 w 4682585"/>
              <a:gd name="connsiteY217" fmla="*/ 1871948 h 2174272"/>
              <a:gd name="connsiteX218" fmla="*/ 324041 w 4682585"/>
              <a:gd name="connsiteY218" fmla="*/ 1871948 h 2174272"/>
              <a:gd name="connsiteX219" fmla="*/ 324041 w 4682585"/>
              <a:gd name="connsiteY219" fmla="*/ 1725358 h 2174272"/>
              <a:gd name="connsiteX220" fmla="*/ 9525 w 4682585"/>
              <a:gd name="connsiteY220" fmla="*/ 1725358 h 2174272"/>
              <a:gd name="connsiteX221" fmla="*/ 9525 w 4682585"/>
              <a:gd name="connsiteY221" fmla="*/ 1871948 h 2174272"/>
              <a:gd name="connsiteX222" fmla="*/ 156782 w 4682585"/>
              <a:gd name="connsiteY222" fmla="*/ 1871948 h 2174272"/>
              <a:gd name="connsiteX223" fmla="*/ 156782 w 4682585"/>
              <a:gd name="connsiteY223" fmla="*/ 1725358 h 2174272"/>
              <a:gd name="connsiteX224" fmla="*/ 4515326 w 4682585"/>
              <a:gd name="connsiteY224" fmla="*/ 1569243 h 2174272"/>
              <a:gd name="connsiteX225" fmla="*/ 4515326 w 4682585"/>
              <a:gd name="connsiteY225" fmla="*/ 1715833 h 2174272"/>
              <a:gd name="connsiteX226" fmla="*/ 4673060 w 4682585"/>
              <a:gd name="connsiteY226" fmla="*/ 1715833 h 2174272"/>
              <a:gd name="connsiteX227" fmla="*/ 4673060 w 4682585"/>
              <a:gd name="connsiteY227" fmla="*/ 1569243 h 2174272"/>
              <a:gd name="connsiteX228" fmla="*/ 4348068 w 4682585"/>
              <a:gd name="connsiteY228" fmla="*/ 1569243 h 2174272"/>
              <a:gd name="connsiteX229" fmla="*/ 4348068 w 4682585"/>
              <a:gd name="connsiteY229" fmla="*/ 1715833 h 2174272"/>
              <a:gd name="connsiteX230" fmla="*/ 4505801 w 4682585"/>
              <a:gd name="connsiteY230" fmla="*/ 1715833 h 2174272"/>
              <a:gd name="connsiteX231" fmla="*/ 4505801 w 4682585"/>
              <a:gd name="connsiteY231" fmla="*/ 1569243 h 2174272"/>
              <a:gd name="connsiteX232" fmla="*/ 4180809 w 4682585"/>
              <a:gd name="connsiteY232" fmla="*/ 1569243 h 2174272"/>
              <a:gd name="connsiteX233" fmla="*/ 4180809 w 4682585"/>
              <a:gd name="connsiteY233" fmla="*/ 1715833 h 2174272"/>
              <a:gd name="connsiteX234" fmla="*/ 4338543 w 4682585"/>
              <a:gd name="connsiteY234" fmla="*/ 1715833 h 2174272"/>
              <a:gd name="connsiteX235" fmla="*/ 4338543 w 4682585"/>
              <a:gd name="connsiteY235" fmla="*/ 1569243 h 2174272"/>
              <a:gd name="connsiteX236" fmla="*/ 4013550 w 4682585"/>
              <a:gd name="connsiteY236" fmla="*/ 1569243 h 2174272"/>
              <a:gd name="connsiteX237" fmla="*/ 4013550 w 4682585"/>
              <a:gd name="connsiteY237" fmla="*/ 1715833 h 2174272"/>
              <a:gd name="connsiteX238" fmla="*/ 4171284 w 4682585"/>
              <a:gd name="connsiteY238" fmla="*/ 1715833 h 2174272"/>
              <a:gd name="connsiteX239" fmla="*/ 4171284 w 4682585"/>
              <a:gd name="connsiteY239" fmla="*/ 1569243 h 2174272"/>
              <a:gd name="connsiteX240" fmla="*/ 3846291 w 4682585"/>
              <a:gd name="connsiteY240" fmla="*/ 1569243 h 2174272"/>
              <a:gd name="connsiteX241" fmla="*/ 3846291 w 4682585"/>
              <a:gd name="connsiteY241" fmla="*/ 1715833 h 2174272"/>
              <a:gd name="connsiteX242" fmla="*/ 4004025 w 4682585"/>
              <a:gd name="connsiteY242" fmla="*/ 1715833 h 2174272"/>
              <a:gd name="connsiteX243" fmla="*/ 4004025 w 4682585"/>
              <a:gd name="connsiteY243" fmla="*/ 1569243 h 2174272"/>
              <a:gd name="connsiteX244" fmla="*/ 3678936 w 4682585"/>
              <a:gd name="connsiteY244" fmla="*/ 1569243 h 2174272"/>
              <a:gd name="connsiteX245" fmla="*/ 3678936 w 4682585"/>
              <a:gd name="connsiteY245" fmla="*/ 1715833 h 2174272"/>
              <a:gd name="connsiteX246" fmla="*/ 3836766 w 4682585"/>
              <a:gd name="connsiteY246" fmla="*/ 1715833 h 2174272"/>
              <a:gd name="connsiteX247" fmla="*/ 3836766 w 4682585"/>
              <a:gd name="connsiteY247" fmla="*/ 1569243 h 2174272"/>
              <a:gd name="connsiteX248" fmla="*/ 3511677 w 4682585"/>
              <a:gd name="connsiteY248" fmla="*/ 1569243 h 2174272"/>
              <a:gd name="connsiteX249" fmla="*/ 3511677 w 4682585"/>
              <a:gd name="connsiteY249" fmla="*/ 1715833 h 2174272"/>
              <a:gd name="connsiteX250" fmla="*/ 3669411 w 4682585"/>
              <a:gd name="connsiteY250" fmla="*/ 1715833 h 2174272"/>
              <a:gd name="connsiteX251" fmla="*/ 3669411 w 4682585"/>
              <a:gd name="connsiteY251" fmla="*/ 1569243 h 2174272"/>
              <a:gd name="connsiteX252" fmla="*/ 3344418 w 4682585"/>
              <a:gd name="connsiteY252" fmla="*/ 1569243 h 2174272"/>
              <a:gd name="connsiteX253" fmla="*/ 3344418 w 4682585"/>
              <a:gd name="connsiteY253" fmla="*/ 1715833 h 2174272"/>
              <a:gd name="connsiteX254" fmla="*/ 3502152 w 4682585"/>
              <a:gd name="connsiteY254" fmla="*/ 1715833 h 2174272"/>
              <a:gd name="connsiteX255" fmla="*/ 3502152 w 4682585"/>
              <a:gd name="connsiteY255" fmla="*/ 1569243 h 2174272"/>
              <a:gd name="connsiteX256" fmla="*/ 3177159 w 4682585"/>
              <a:gd name="connsiteY256" fmla="*/ 1569243 h 2174272"/>
              <a:gd name="connsiteX257" fmla="*/ 3177159 w 4682585"/>
              <a:gd name="connsiteY257" fmla="*/ 1715833 h 2174272"/>
              <a:gd name="connsiteX258" fmla="*/ 3334893 w 4682585"/>
              <a:gd name="connsiteY258" fmla="*/ 1715833 h 2174272"/>
              <a:gd name="connsiteX259" fmla="*/ 3334893 w 4682585"/>
              <a:gd name="connsiteY259" fmla="*/ 1569243 h 2174272"/>
              <a:gd name="connsiteX260" fmla="*/ 3009900 w 4682585"/>
              <a:gd name="connsiteY260" fmla="*/ 1569243 h 2174272"/>
              <a:gd name="connsiteX261" fmla="*/ 3009900 w 4682585"/>
              <a:gd name="connsiteY261" fmla="*/ 1715833 h 2174272"/>
              <a:gd name="connsiteX262" fmla="*/ 3167634 w 4682585"/>
              <a:gd name="connsiteY262" fmla="*/ 1715833 h 2174272"/>
              <a:gd name="connsiteX263" fmla="*/ 3167634 w 4682585"/>
              <a:gd name="connsiteY263" fmla="*/ 1569243 h 2174272"/>
              <a:gd name="connsiteX264" fmla="*/ 2842641 w 4682585"/>
              <a:gd name="connsiteY264" fmla="*/ 1569243 h 2174272"/>
              <a:gd name="connsiteX265" fmla="*/ 2842641 w 4682585"/>
              <a:gd name="connsiteY265" fmla="*/ 1715833 h 2174272"/>
              <a:gd name="connsiteX266" fmla="*/ 3000375 w 4682585"/>
              <a:gd name="connsiteY266" fmla="*/ 1715833 h 2174272"/>
              <a:gd name="connsiteX267" fmla="*/ 3000375 w 4682585"/>
              <a:gd name="connsiteY267" fmla="*/ 1569243 h 2174272"/>
              <a:gd name="connsiteX268" fmla="*/ 2675382 w 4682585"/>
              <a:gd name="connsiteY268" fmla="*/ 1569243 h 2174272"/>
              <a:gd name="connsiteX269" fmla="*/ 2675382 w 4682585"/>
              <a:gd name="connsiteY269" fmla="*/ 1715833 h 2174272"/>
              <a:gd name="connsiteX270" fmla="*/ 2833116 w 4682585"/>
              <a:gd name="connsiteY270" fmla="*/ 1715833 h 2174272"/>
              <a:gd name="connsiteX271" fmla="*/ 2833116 w 4682585"/>
              <a:gd name="connsiteY271" fmla="*/ 1569243 h 2174272"/>
              <a:gd name="connsiteX272" fmla="*/ 2508123 w 4682585"/>
              <a:gd name="connsiteY272" fmla="*/ 1569243 h 2174272"/>
              <a:gd name="connsiteX273" fmla="*/ 2508123 w 4682585"/>
              <a:gd name="connsiteY273" fmla="*/ 1715833 h 2174272"/>
              <a:gd name="connsiteX274" fmla="*/ 2665857 w 4682585"/>
              <a:gd name="connsiteY274" fmla="*/ 1715833 h 2174272"/>
              <a:gd name="connsiteX275" fmla="*/ 2665857 w 4682585"/>
              <a:gd name="connsiteY275" fmla="*/ 1569243 h 2174272"/>
              <a:gd name="connsiteX276" fmla="*/ 2340864 w 4682585"/>
              <a:gd name="connsiteY276" fmla="*/ 1569243 h 2174272"/>
              <a:gd name="connsiteX277" fmla="*/ 2340864 w 4682585"/>
              <a:gd name="connsiteY277" fmla="*/ 1715833 h 2174272"/>
              <a:gd name="connsiteX278" fmla="*/ 2498598 w 4682585"/>
              <a:gd name="connsiteY278" fmla="*/ 1715833 h 2174272"/>
              <a:gd name="connsiteX279" fmla="*/ 2498598 w 4682585"/>
              <a:gd name="connsiteY279" fmla="*/ 1569243 h 2174272"/>
              <a:gd name="connsiteX280" fmla="*/ 2173510 w 4682585"/>
              <a:gd name="connsiteY280" fmla="*/ 1569243 h 2174272"/>
              <a:gd name="connsiteX281" fmla="*/ 2173510 w 4682585"/>
              <a:gd name="connsiteY281" fmla="*/ 1715833 h 2174272"/>
              <a:gd name="connsiteX282" fmla="*/ 2331339 w 4682585"/>
              <a:gd name="connsiteY282" fmla="*/ 1715833 h 2174272"/>
              <a:gd name="connsiteX283" fmla="*/ 2331339 w 4682585"/>
              <a:gd name="connsiteY283" fmla="*/ 1569243 h 2174272"/>
              <a:gd name="connsiteX284" fmla="*/ 2006251 w 4682585"/>
              <a:gd name="connsiteY284" fmla="*/ 1569243 h 2174272"/>
              <a:gd name="connsiteX285" fmla="*/ 2006251 w 4682585"/>
              <a:gd name="connsiteY285" fmla="*/ 1715833 h 2174272"/>
              <a:gd name="connsiteX286" fmla="*/ 2163985 w 4682585"/>
              <a:gd name="connsiteY286" fmla="*/ 1715833 h 2174272"/>
              <a:gd name="connsiteX287" fmla="*/ 2163985 w 4682585"/>
              <a:gd name="connsiteY287" fmla="*/ 1569243 h 2174272"/>
              <a:gd name="connsiteX288" fmla="*/ 1838992 w 4682585"/>
              <a:gd name="connsiteY288" fmla="*/ 1569243 h 2174272"/>
              <a:gd name="connsiteX289" fmla="*/ 1838992 w 4682585"/>
              <a:gd name="connsiteY289" fmla="*/ 1715833 h 2174272"/>
              <a:gd name="connsiteX290" fmla="*/ 1996726 w 4682585"/>
              <a:gd name="connsiteY290" fmla="*/ 1715833 h 2174272"/>
              <a:gd name="connsiteX291" fmla="*/ 1996726 w 4682585"/>
              <a:gd name="connsiteY291" fmla="*/ 1569243 h 2174272"/>
              <a:gd name="connsiteX292" fmla="*/ 1671733 w 4682585"/>
              <a:gd name="connsiteY292" fmla="*/ 1569243 h 2174272"/>
              <a:gd name="connsiteX293" fmla="*/ 1671733 w 4682585"/>
              <a:gd name="connsiteY293" fmla="*/ 1715833 h 2174272"/>
              <a:gd name="connsiteX294" fmla="*/ 1829467 w 4682585"/>
              <a:gd name="connsiteY294" fmla="*/ 1715833 h 2174272"/>
              <a:gd name="connsiteX295" fmla="*/ 1829467 w 4682585"/>
              <a:gd name="connsiteY295" fmla="*/ 1569243 h 2174272"/>
              <a:gd name="connsiteX296" fmla="*/ 1504474 w 4682585"/>
              <a:gd name="connsiteY296" fmla="*/ 1569243 h 2174272"/>
              <a:gd name="connsiteX297" fmla="*/ 1504474 w 4682585"/>
              <a:gd name="connsiteY297" fmla="*/ 1715833 h 2174272"/>
              <a:gd name="connsiteX298" fmla="*/ 1662208 w 4682585"/>
              <a:gd name="connsiteY298" fmla="*/ 1715833 h 2174272"/>
              <a:gd name="connsiteX299" fmla="*/ 1662208 w 4682585"/>
              <a:gd name="connsiteY299" fmla="*/ 1569243 h 2174272"/>
              <a:gd name="connsiteX300" fmla="*/ 1337215 w 4682585"/>
              <a:gd name="connsiteY300" fmla="*/ 1569243 h 2174272"/>
              <a:gd name="connsiteX301" fmla="*/ 1337215 w 4682585"/>
              <a:gd name="connsiteY301" fmla="*/ 1715833 h 2174272"/>
              <a:gd name="connsiteX302" fmla="*/ 1494949 w 4682585"/>
              <a:gd name="connsiteY302" fmla="*/ 1715833 h 2174272"/>
              <a:gd name="connsiteX303" fmla="*/ 1494949 w 4682585"/>
              <a:gd name="connsiteY303" fmla="*/ 1569243 h 2174272"/>
              <a:gd name="connsiteX304" fmla="*/ 1169956 w 4682585"/>
              <a:gd name="connsiteY304" fmla="*/ 1569243 h 2174272"/>
              <a:gd name="connsiteX305" fmla="*/ 1169956 w 4682585"/>
              <a:gd name="connsiteY305" fmla="*/ 1715833 h 2174272"/>
              <a:gd name="connsiteX306" fmla="*/ 1327690 w 4682585"/>
              <a:gd name="connsiteY306" fmla="*/ 1715833 h 2174272"/>
              <a:gd name="connsiteX307" fmla="*/ 1327690 w 4682585"/>
              <a:gd name="connsiteY307" fmla="*/ 1569243 h 2174272"/>
              <a:gd name="connsiteX308" fmla="*/ 1002697 w 4682585"/>
              <a:gd name="connsiteY308" fmla="*/ 1569243 h 2174272"/>
              <a:gd name="connsiteX309" fmla="*/ 1002697 w 4682585"/>
              <a:gd name="connsiteY309" fmla="*/ 1715833 h 2174272"/>
              <a:gd name="connsiteX310" fmla="*/ 1160431 w 4682585"/>
              <a:gd name="connsiteY310" fmla="*/ 1715833 h 2174272"/>
              <a:gd name="connsiteX311" fmla="*/ 1160431 w 4682585"/>
              <a:gd name="connsiteY311" fmla="*/ 1569243 h 2174272"/>
              <a:gd name="connsiteX312" fmla="*/ 835438 w 4682585"/>
              <a:gd name="connsiteY312" fmla="*/ 1569243 h 2174272"/>
              <a:gd name="connsiteX313" fmla="*/ 835438 w 4682585"/>
              <a:gd name="connsiteY313" fmla="*/ 1715833 h 2174272"/>
              <a:gd name="connsiteX314" fmla="*/ 993172 w 4682585"/>
              <a:gd name="connsiteY314" fmla="*/ 1715833 h 2174272"/>
              <a:gd name="connsiteX315" fmla="*/ 993172 w 4682585"/>
              <a:gd name="connsiteY315" fmla="*/ 1569243 h 2174272"/>
              <a:gd name="connsiteX316" fmla="*/ 668179 w 4682585"/>
              <a:gd name="connsiteY316" fmla="*/ 1569243 h 2174272"/>
              <a:gd name="connsiteX317" fmla="*/ 668179 w 4682585"/>
              <a:gd name="connsiteY317" fmla="*/ 1715833 h 2174272"/>
              <a:gd name="connsiteX318" fmla="*/ 825913 w 4682585"/>
              <a:gd name="connsiteY318" fmla="*/ 1715833 h 2174272"/>
              <a:gd name="connsiteX319" fmla="*/ 825913 w 4682585"/>
              <a:gd name="connsiteY319" fmla="*/ 1569243 h 2174272"/>
              <a:gd name="connsiteX320" fmla="*/ 500920 w 4682585"/>
              <a:gd name="connsiteY320" fmla="*/ 1569243 h 2174272"/>
              <a:gd name="connsiteX321" fmla="*/ 500920 w 4682585"/>
              <a:gd name="connsiteY321" fmla="*/ 1715833 h 2174272"/>
              <a:gd name="connsiteX322" fmla="*/ 658654 w 4682585"/>
              <a:gd name="connsiteY322" fmla="*/ 1715833 h 2174272"/>
              <a:gd name="connsiteX323" fmla="*/ 658654 w 4682585"/>
              <a:gd name="connsiteY323" fmla="*/ 1569243 h 2174272"/>
              <a:gd name="connsiteX324" fmla="*/ 333566 w 4682585"/>
              <a:gd name="connsiteY324" fmla="*/ 1569243 h 2174272"/>
              <a:gd name="connsiteX325" fmla="*/ 333566 w 4682585"/>
              <a:gd name="connsiteY325" fmla="*/ 1715833 h 2174272"/>
              <a:gd name="connsiteX326" fmla="*/ 491395 w 4682585"/>
              <a:gd name="connsiteY326" fmla="*/ 1715833 h 2174272"/>
              <a:gd name="connsiteX327" fmla="*/ 491395 w 4682585"/>
              <a:gd name="connsiteY327" fmla="*/ 1569243 h 2174272"/>
              <a:gd name="connsiteX328" fmla="*/ 166307 w 4682585"/>
              <a:gd name="connsiteY328" fmla="*/ 1569243 h 2174272"/>
              <a:gd name="connsiteX329" fmla="*/ 166307 w 4682585"/>
              <a:gd name="connsiteY329" fmla="*/ 1715833 h 2174272"/>
              <a:gd name="connsiteX330" fmla="*/ 324041 w 4682585"/>
              <a:gd name="connsiteY330" fmla="*/ 1715833 h 2174272"/>
              <a:gd name="connsiteX331" fmla="*/ 324041 w 4682585"/>
              <a:gd name="connsiteY331" fmla="*/ 1569243 h 2174272"/>
              <a:gd name="connsiteX332" fmla="*/ 9525 w 4682585"/>
              <a:gd name="connsiteY332" fmla="*/ 1569243 h 2174272"/>
              <a:gd name="connsiteX333" fmla="*/ 9525 w 4682585"/>
              <a:gd name="connsiteY333" fmla="*/ 1715833 h 2174272"/>
              <a:gd name="connsiteX334" fmla="*/ 156782 w 4682585"/>
              <a:gd name="connsiteY334" fmla="*/ 1715833 h 2174272"/>
              <a:gd name="connsiteX335" fmla="*/ 156782 w 4682585"/>
              <a:gd name="connsiteY335" fmla="*/ 1569243 h 2174272"/>
              <a:gd name="connsiteX336" fmla="*/ 4515326 w 4682585"/>
              <a:gd name="connsiteY336" fmla="*/ 1413129 h 2174272"/>
              <a:gd name="connsiteX337" fmla="*/ 4515326 w 4682585"/>
              <a:gd name="connsiteY337" fmla="*/ 1559718 h 2174272"/>
              <a:gd name="connsiteX338" fmla="*/ 4673060 w 4682585"/>
              <a:gd name="connsiteY338" fmla="*/ 1559718 h 2174272"/>
              <a:gd name="connsiteX339" fmla="*/ 4673060 w 4682585"/>
              <a:gd name="connsiteY339" fmla="*/ 1413129 h 2174272"/>
              <a:gd name="connsiteX340" fmla="*/ 4348068 w 4682585"/>
              <a:gd name="connsiteY340" fmla="*/ 1413129 h 2174272"/>
              <a:gd name="connsiteX341" fmla="*/ 4348068 w 4682585"/>
              <a:gd name="connsiteY341" fmla="*/ 1559718 h 2174272"/>
              <a:gd name="connsiteX342" fmla="*/ 4505801 w 4682585"/>
              <a:gd name="connsiteY342" fmla="*/ 1559718 h 2174272"/>
              <a:gd name="connsiteX343" fmla="*/ 4505801 w 4682585"/>
              <a:gd name="connsiteY343" fmla="*/ 1413129 h 2174272"/>
              <a:gd name="connsiteX344" fmla="*/ 4180809 w 4682585"/>
              <a:gd name="connsiteY344" fmla="*/ 1413129 h 2174272"/>
              <a:gd name="connsiteX345" fmla="*/ 4180809 w 4682585"/>
              <a:gd name="connsiteY345" fmla="*/ 1559718 h 2174272"/>
              <a:gd name="connsiteX346" fmla="*/ 4338543 w 4682585"/>
              <a:gd name="connsiteY346" fmla="*/ 1559718 h 2174272"/>
              <a:gd name="connsiteX347" fmla="*/ 4338543 w 4682585"/>
              <a:gd name="connsiteY347" fmla="*/ 1413129 h 2174272"/>
              <a:gd name="connsiteX348" fmla="*/ 4013550 w 4682585"/>
              <a:gd name="connsiteY348" fmla="*/ 1413129 h 2174272"/>
              <a:gd name="connsiteX349" fmla="*/ 4013550 w 4682585"/>
              <a:gd name="connsiteY349" fmla="*/ 1559718 h 2174272"/>
              <a:gd name="connsiteX350" fmla="*/ 4171284 w 4682585"/>
              <a:gd name="connsiteY350" fmla="*/ 1559718 h 2174272"/>
              <a:gd name="connsiteX351" fmla="*/ 4171284 w 4682585"/>
              <a:gd name="connsiteY351" fmla="*/ 1413129 h 2174272"/>
              <a:gd name="connsiteX352" fmla="*/ 3846291 w 4682585"/>
              <a:gd name="connsiteY352" fmla="*/ 1413129 h 2174272"/>
              <a:gd name="connsiteX353" fmla="*/ 3846291 w 4682585"/>
              <a:gd name="connsiteY353" fmla="*/ 1559718 h 2174272"/>
              <a:gd name="connsiteX354" fmla="*/ 4004025 w 4682585"/>
              <a:gd name="connsiteY354" fmla="*/ 1559718 h 2174272"/>
              <a:gd name="connsiteX355" fmla="*/ 4004025 w 4682585"/>
              <a:gd name="connsiteY355" fmla="*/ 1413129 h 2174272"/>
              <a:gd name="connsiteX356" fmla="*/ 3678936 w 4682585"/>
              <a:gd name="connsiteY356" fmla="*/ 1413129 h 2174272"/>
              <a:gd name="connsiteX357" fmla="*/ 3678936 w 4682585"/>
              <a:gd name="connsiteY357" fmla="*/ 1559718 h 2174272"/>
              <a:gd name="connsiteX358" fmla="*/ 3836766 w 4682585"/>
              <a:gd name="connsiteY358" fmla="*/ 1559718 h 2174272"/>
              <a:gd name="connsiteX359" fmla="*/ 3836766 w 4682585"/>
              <a:gd name="connsiteY359" fmla="*/ 1413129 h 2174272"/>
              <a:gd name="connsiteX360" fmla="*/ 3511677 w 4682585"/>
              <a:gd name="connsiteY360" fmla="*/ 1413129 h 2174272"/>
              <a:gd name="connsiteX361" fmla="*/ 3511677 w 4682585"/>
              <a:gd name="connsiteY361" fmla="*/ 1559718 h 2174272"/>
              <a:gd name="connsiteX362" fmla="*/ 3669411 w 4682585"/>
              <a:gd name="connsiteY362" fmla="*/ 1559718 h 2174272"/>
              <a:gd name="connsiteX363" fmla="*/ 3669411 w 4682585"/>
              <a:gd name="connsiteY363" fmla="*/ 1413129 h 2174272"/>
              <a:gd name="connsiteX364" fmla="*/ 3344418 w 4682585"/>
              <a:gd name="connsiteY364" fmla="*/ 1413129 h 2174272"/>
              <a:gd name="connsiteX365" fmla="*/ 3344418 w 4682585"/>
              <a:gd name="connsiteY365" fmla="*/ 1559718 h 2174272"/>
              <a:gd name="connsiteX366" fmla="*/ 3502152 w 4682585"/>
              <a:gd name="connsiteY366" fmla="*/ 1559718 h 2174272"/>
              <a:gd name="connsiteX367" fmla="*/ 3502152 w 4682585"/>
              <a:gd name="connsiteY367" fmla="*/ 1413129 h 2174272"/>
              <a:gd name="connsiteX368" fmla="*/ 3177159 w 4682585"/>
              <a:gd name="connsiteY368" fmla="*/ 1413129 h 2174272"/>
              <a:gd name="connsiteX369" fmla="*/ 3177159 w 4682585"/>
              <a:gd name="connsiteY369" fmla="*/ 1559718 h 2174272"/>
              <a:gd name="connsiteX370" fmla="*/ 3334893 w 4682585"/>
              <a:gd name="connsiteY370" fmla="*/ 1559718 h 2174272"/>
              <a:gd name="connsiteX371" fmla="*/ 3334893 w 4682585"/>
              <a:gd name="connsiteY371" fmla="*/ 1413129 h 2174272"/>
              <a:gd name="connsiteX372" fmla="*/ 3009900 w 4682585"/>
              <a:gd name="connsiteY372" fmla="*/ 1413129 h 2174272"/>
              <a:gd name="connsiteX373" fmla="*/ 3009900 w 4682585"/>
              <a:gd name="connsiteY373" fmla="*/ 1559718 h 2174272"/>
              <a:gd name="connsiteX374" fmla="*/ 3167634 w 4682585"/>
              <a:gd name="connsiteY374" fmla="*/ 1559718 h 2174272"/>
              <a:gd name="connsiteX375" fmla="*/ 3167634 w 4682585"/>
              <a:gd name="connsiteY375" fmla="*/ 1413129 h 2174272"/>
              <a:gd name="connsiteX376" fmla="*/ 2842641 w 4682585"/>
              <a:gd name="connsiteY376" fmla="*/ 1413129 h 2174272"/>
              <a:gd name="connsiteX377" fmla="*/ 2842641 w 4682585"/>
              <a:gd name="connsiteY377" fmla="*/ 1559718 h 2174272"/>
              <a:gd name="connsiteX378" fmla="*/ 3000375 w 4682585"/>
              <a:gd name="connsiteY378" fmla="*/ 1559718 h 2174272"/>
              <a:gd name="connsiteX379" fmla="*/ 3000375 w 4682585"/>
              <a:gd name="connsiteY379" fmla="*/ 1413129 h 2174272"/>
              <a:gd name="connsiteX380" fmla="*/ 2675382 w 4682585"/>
              <a:gd name="connsiteY380" fmla="*/ 1413129 h 2174272"/>
              <a:gd name="connsiteX381" fmla="*/ 2675382 w 4682585"/>
              <a:gd name="connsiteY381" fmla="*/ 1559718 h 2174272"/>
              <a:gd name="connsiteX382" fmla="*/ 2833116 w 4682585"/>
              <a:gd name="connsiteY382" fmla="*/ 1559718 h 2174272"/>
              <a:gd name="connsiteX383" fmla="*/ 2833116 w 4682585"/>
              <a:gd name="connsiteY383" fmla="*/ 1413129 h 2174272"/>
              <a:gd name="connsiteX384" fmla="*/ 2508123 w 4682585"/>
              <a:gd name="connsiteY384" fmla="*/ 1413129 h 2174272"/>
              <a:gd name="connsiteX385" fmla="*/ 2508123 w 4682585"/>
              <a:gd name="connsiteY385" fmla="*/ 1559718 h 2174272"/>
              <a:gd name="connsiteX386" fmla="*/ 2665857 w 4682585"/>
              <a:gd name="connsiteY386" fmla="*/ 1559718 h 2174272"/>
              <a:gd name="connsiteX387" fmla="*/ 2665857 w 4682585"/>
              <a:gd name="connsiteY387" fmla="*/ 1413129 h 2174272"/>
              <a:gd name="connsiteX388" fmla="*/ 2340864 w 4682585"/>
              <a:gd name="connsiteY388" fmla="*/ 1413129 h 2174272"/>
              <a:gd name="connsiteX389" fmla="*/ 2340864 w 4682585"/>
              <a:gd name="connsiteY389" fmla="*/ 1559718 h 2174272"/>
              <a:gd name="connsiteX390" fmla="*/ 2498598 w 4682585"/>
              <a:gd name="connsiteY390" fmla="*/ 1559718 h 2174272"/>
              <a:gd name="connsiteX391" fmla="*/ 2498598 w 4682585"/>
              <a:gd name="connsiteY391" fmla="*/ 1413129 h 2174272"/>
              <a:gd name="connsiteX392" fmla="*/ 2173510 w 4682585"/>
              <a:gd name="connsiteY392" fmla="*/ 1413129 h 2174272"/>
              <a:gd name="connsiteX393" fmla="*/ 2173510 w 4682585"/>
              <a:gd name="connsiteY393" fmla="*/ 1559718 h 2174272"/>
              <a:gd name="connsiteX394" fmla="*/ 2331339 w 4682585"/>
              <a:gd name="connsiteY394" fmla="*/ 1559718 h 2174272"/>
              <a:gd name="connsiteX395" fmla="*/ 2331339 w 4682585"/>
              <a:gd name="connsiteY395" fmla="*/ 1413129 h 2174272"/>
              <a:gd name="connsiteX396" fmla="*/ 2006251 w 4682585"/>
              <a:gd name="connsiteY396" fmla="*/ 1413129 h 2174272"/>
              <a:gd name="connsiteX397" fmla="*/ 2006251 w 4682585"/>
              <a:gd name="connsiteY397" fmla="*/ 1559718 h 2174272"/>
              <a:gd name="connsiteX398" fmla="*/ 2163985 w 4682585"/>
              <a:gd name="connsiteY398" fmla="*/ 1559718 h 2174272"/>
              <a:gd name="connsiteX399" fmla="*/ 2163985 w 4682585"/>
              <a:gd name="connsiteY399" fmla="*/ 1413129 h 2174272"/>
              <a:gd name="connsiteX400" fmla="*/ 1838992 w 4682585"/>
              <a:gd name="connsiteY400" fmla="*/ 1413129 h 2174272"/>
              <a:gd name="connsiteX401" fmla="*/ 1838992 w 4682585"/>
              <a:gd name="connsiteY401" fmla="*/ 1559718 h 2174272"/>
              <a:gd name="connsiteX402" fmla="*/ 1996726 w 4682585"/>
              <a:gd name="connsiteY402" fmla="*/ 1559718 h 2174272"/>
              <a:gd name="connsiteX403" fmla="*/ 1996726 w 4682585"/>
              <a:gd name="connsiteY403" fmla="*/ 1413129 h 2174272"/>
              <a:gd name="connsiteX404" fmla="*/ 1671733 w 4682585"/>
              <a:gd name="connsiteY404" fmla="*/ 1413129 h 2174272"/>
              <a:gd name="connsiteX405" fmla="*/ 1671733 w 4682585"/>
              <a:gd name="connsiteY405" fmla="*/ 1559718 h 2174272"/>
              <a:gd name="connsiteX406" fmla="*/ 1829467 w 4682585"/>
              <a:gd name="connsiteY406" fmla="*/ 1559718 h 2174272"/>
              <a:gd name="connsiteX407" fmla="*/ 1829467 w 4682585"/>
              <a:gd name="connsiteY407" fmla="*/ 1413129 h 2174272"/>
              <a:gd name="connsiteX408" fmla="*/ 1504474 w 4682585"/>
              <a:gd name="connsiteY408" fmla="*/ 1413129 h 2174272"/>
              <a:gd name="connsiteX409" fmla="*/ 1504474 w 4682585"/>
              <a:gd name="connsiteY409" fmla="*/ 1559718 h 2174272"/>
              <a:gd name="connsiteX410" fmla="*/ 1662208 w 4682585"/>
              <a:gd name="connsiteY410" fmla="*/ 1559718 h 2174272"/>
              <a:gd name="connsiteX411" fmla="*/ 1662208 w 4682585"/>
              <a:gd name="connsiteY411" fmla="*/ 1413129 h 2174272"/>
              <a:gd name="connsiteX412" fmla="*/ 1337215 w 4682585"/>
              <a:gd name="connsiteY412" fmla="*/ 1413129 h 2174272"/>
              <a:gd name="connsiteX413" fmla="*/ 1337215 w 4682585"/>
              <a:gd name="connsiteY413" fmla="*/ 1559718 h 2174272"/>
              <a:gd name="connsiteX414" fmla="*/ 1494949 w 4682585"/>
              <a:gd name="connsiteY414" fmla="*/ 1559718 h 2174272"/>
              <a:gd name="connsiteX415" fmla="*/ 1494949 w 4682585"/>
              <a:gd name="connsiteY415" fmla="*/ 1413129 h 2174272"/>
              <a:gd name="connsiteX416" fmla="*/ 1169956 w 4682585"/>
              <a:gd name="connsiteY416" fmla="*/ 1413129 h 2174272"/>
              <a:gd name="connsiteX417" fmla="*/ 1169956 w 4682585"/>
              <a:gd name="connsiteY417" fmla="*/ 1559718 h 2174272"/>
              <a:gd name="connsiteX418" fmla="*/ 1327690 w 4682585"/>
              <a:gd name="connsiteY418" fmla="*/ 1559718 h 2174272"/>
              <a:gd name="connsiteX419" fmla="*/ 1327690 w 4682585"/>
              <a:gd name="connsiteY419" fmla="*/ 1413129 h 2174272"/>
              <a:gd name="connsiteX420" fmla="*/ 1002697 w 4682585"/>
              <a:gd name="connsiteY420" fmla="*/ 1413129 h 2174272"/>
              <a:gd name="connsiteX421" fmla="*/ 1002697 w 4682585"/>
              <a:gd name="connsiteY421" fmla="*/ 1559718 h 2174272"/>
              <a:gd name="connsiteX422" fmla="*/ 1160431 w 4682585"/>
              <a:gd name="connsiteY422" fmla="*/ 1559718 h 2174272"/>
              <a:gd name="connsiteX423" fmla="*/ 1160431 w 4682585"/>
              <a:gd name="connsiteY423" fmla="*/ 1413129 h 2174272"/>
              <a:gd name="connsiteX424" fmla="*/ 835438 w 4682585"/>
              <a:gd name="connsiteY424" fmla="*/ 1413129 h 2174272"/>
              <a:gd name="connsiteX425" fmla="*/ 835438 w 4682585"/>
              <a:gd name="connsiteY425" fmla="*/ 1559718 h 2174272"/>
              <a:gd name="connsiteX426" fmla="*/ 993172 w 4682585"/>
              <a:gd name="connsiteY426" fmla="*/ 1559718 h 2174272"/>
              <a:gd name="connsiteX427" fmla="*/ 993172 w 4682585"/>
              <a:gd name="connsiteY427" fmla="*/ 1413129 h 2174272"/>
              <a:gd name="connsiteX428" fmla="*/ 668179 w 4682585"/>
              <a:gd name="connsiteY428" fmla="*/ 1413129 h 2174272"/>
              <a:gd name="connsiteX429" fmla="*/ 668179 w 4682585"/>
              <a:gd name="connsiteY429" fmla="*/ 1559718 h 2174272"/>
              <a:gd name="connsiteX430" fmla="*/ 825913 w 4682585"/>
              <a:gd name="connsiteY430" fmla="*/ 1559718 h 2174272"/>
              <a:gd name="connsiteX431" fmla="*/ 825913 w 4682585"/>
              <a:gd name="connsiteY431" fmla="*/ 1413129 h 2174272"/>
              <a:gd name="connsiteX432" fmla="*/ 500920 w 4682585"/>
              <a:gd name="connsiteY432" fmla="*/ 1413129 h 2174272"/>
              <a:gd name="connsiteX433" fmla="*/ 500920 w 4682585"/>
              <a:gd name="connsiteY433" fmla="*/ 1559718 h 2174272"/>
              <a:gd name="connsiteX434" fmla="*/ 658654 w 4682585"/>
              <a:gd name="connsiteY434" fmla="*/ 1559718 h 2174272"/>
              <a:gd name="connsiteX435" fmla="*/ 658654 w 4682585"/>
              <a:gd name="connsiteY435" fmla="*/ 1413129 h 2174272"/>
              <a:gd name="connsiteX436" fmla="*/ 333566 w 4682585"/>
              <a:gd name="connsiteY436" fmla="*/ 1413129 h 2174272"/>
              <a:gd name="connsiteX437" fmla="*/ 333566 w 4682585"/>
              <a:gd name="connsiteY437" fmla="*/ 1559718 h 2174272"/>
              <a:gd name="connsiteX438" fmla="*/ 491395 w 4682585"/>
              <a:gd name="connsiteY438" fmla="*/ 1559718 h 2174272"/>
              <a:gd name="connsiteX439" fmla="*/ 491395 w 4682585"/>
              <a:gd name="connsiteY439" fmla="*/ 1413129 h 2174272"/>
              <a:gd name="connsiteX440" fmla="*/ 166307 w 4682585"/>
              <a:gd name="connsiteY440" fmla="*/ 1413129 h 2174272"/>
              <a:gd name="connsiteX441" fmla="*/ 166307 w 4682585"/>
              <a:gd name="connsiteY441" fmla="*/ 1559718 h 2174272"/>
              <a:gd name="connsiteX442" fmla="*/ 324041 w 4682585"/>
              <a:gd name="connsiteY442" fmla="*/ 1559718 h 2174272"/>
              <a:gd name="connsiteX443" fmla="*/ 324041 w 4682585"/>
              <a:gd name="connsiteY443" fmla="*/ 1413129 h 2174272"/>
              <a:gd name="connsiteX444" fmla="*/ 9525 w 4682585"/>
              <a:gd name="connsiteY444" fmla="*/ 1413129 h 2174272"/>
              <a:gd name="connsiteX445" fmla="*/ 9525 w 4682585"/>
              <a:gd name="connsiteY445" fmla="*/ 1559718 h 2174272"/>
              <a:gd name="connsiteX446" fmla="*/ 156782 w 4682585"/>
              <a:gd name="connsiteY446" fmla="*/ 1559718 h 2174272"/>
              <a:gd name="connsiteX447" fmla="*/ 156782 w 4682585"/>
              <a:gd name="connsiteY447" fmla="*/ 1413129 h 2174272"/>
              <a:gd name="connsiteX448" fmla="*/ 4515326 w 4682585"/>
              <a:gd name="connsiteY448" fmla="*/ 1257014 h 2174272"/>
              <a:gd name="connsiteX449" fmla="*/ 4515326 w 4682585"/>
              <a:gd name="connsiteY449" fmla="*/ 1403604 h 2174272"/>
              <a:gd name="connsiteX450" fmla="*/ 4673060 w 4682585"/>
              <a:gd name="connsiteY450" fmla="*/ 1403604 h 2174272"/>
              <a:gd name="connsiteX451" fmla="*/ 4673060 w 4682585"/>
              <a:gd name="connsiteY451" fmla="*/ 1257014 h 2174272"/>
              <a:gd name="connsiteX452" fmla="*/ 4348068 w 4682585"/>
              <a:gd name="connsiteY452" fmla="*/ 1257014 h 2174272"/>
              <a:gd name="connsiteX453" fmla="*/ 4348068 w 4682585"/>
              <a:gd name="connsiteY453" fmla="*/ 1403604 h 2174272"/>
              <a:gd name="connsiteX454" fmla="*/ 4505801 w 4682585"/>
              <a:gd name="connsiteY454" fmla="*/ 1403604 h 2174272"/>
              <a:gd name="connsiteX455" fmla="*/ 4505801 w 4682585"/>
              <a:gd name="connsiteY455" fmla="*/ 1257014 h 2174272"/>
              <a:gd name="connsiteX456" fmla="*/ 4180809 w 4682585"/>
              <a:gd name="connsiteY456" fmla="*/ 1257014 h 2174272"/>
              <a:gd name="connsiteX457" fmla="*/ 4180809 w 4682585"/>
              <a:gd name="connsiteY457" fmla="*/ 1403604 h 2174272"/>
              <a:gd name="connsiteX458" fmla="*/ 4338543 w 4682585"/>
              <a:gd name="connsiteY458" fmla="*/ 1403604 h 2174272"/>
              <a:gd name="connsiteX459" fmla="*/ 4338543 w 4682585"/>
              <a:gd name="connsiteY459" fmla="*/ 1257014 h 2174272"/>
              <a:gd name="connsiteX460" fmla="*/ 4013550 w 4682585"/>
              <a:gd name="connsiteY460" fmla="*/ 1257014 h 2174272"/>
              <a:gd name="connsiteX461" fmla="*/ 4013550 w 4682585"/>
              <a:gd name="connsiteY461" fmla="*/ 1403604 h 2174272"/>
              <a:gd name="connsiteX462" fmla="*/ 4171284 w 4682585"/>
              <a:gd name="connsiteY462" fmla="*/ 1403604 h 2174272"/>
              <a:gd name="connsiteX463" fmla="*/ 4171284 w 4682585"/>
              <a:gd name="connsiteY463" fmla="*/ 1257014 h 2174272"/>
              <a:gd name="connsiteX464" fmla="*/ 3846291 w 4682585"/>
              <a:gd name="connsiteY464" fmla="*/ 1257014 h 2174272"/>
              <a:gd name="connsiteX465" fmla="*/ 3846291 w 4682585"/>
              <a:gd name="connsiteY465" fmla="*/ 1403604 h 2174272"/>
              <a:gd name="connsiteX466" fmla="*/ 4004025 w 4682585"/>
              <a:gd name="connsiteY466" fmla="*/ 1403604 h 2174272"/>
              <a:gd name="connsiteX467" fmla="*/ 4004025 w 4682585"/>
              <a:gd name="connsiteY467" fmla="*/ 1257014 h 2174272"/>
              <a:gd name="connsiteX468" fmla="*/ 3678936 w 4682585"/>
              <a:gd name="connsiteY468" fmla="*/ 1257014 h 2174272"/>
              <a:gd name="connsiteX469" fmla="*/ 3678936 w 4682585"/>
              <a:gd name="connsiteY469" fmla="*/ 1403604 h 2174272"/>
              <a:gd name="connsiteX470" fmla="*/ 3836766 w 4682585"/>
              <a:gd name="connsiteY470" fmla="*/ 1403604 h 2174272"/>
              <a:gd name="connsiteX471" fmla="*/ 3836766 w 4682585"/>
              <a:gd name="connsiteY471" fmla="*/ 1257014 h 2174272"/>
              <a:gd name="connsiteX472" fmla="*/ 3511677 w 4682585"/>
              <a:gd name="connsiteY472" fmla="*/ 1257014 h 2174272"/>
              <a:gd name="connsiteX473" fmla="*/ 3511677 w 4682585"/>
              <a:gd name="connsiteY473" fmla="*/ 1403604 h 2174272"/>
              <a:gd name="connsiteX474" fmla="*/ 3669411 w 4682585"/>
              <a:gd name="connsiteY474" fmla="*/ 1403604 h 2174272"/>
              <a:gd name="connsiteX475" fmla="*/ 3669411 w 4682585"/>
              <a:gd name="connsiteY475" fmla="*/ 1257014 h 2174272"/>
              <a:gd name="connsiteX476" fmla="*/ 3344418 w 4682585"/>
              <a:gd name="connsiteY476" fmla="*/ 1257014 h 2174272"/>
              <a:gd name="connsiteX477" fmla="*/ 3344418 w 4682585"/>
              <a:gd name="connsiteY477" fmla="*/ 1403604 h 2174272"/>
              <a:gd name="connsiteX478" fmla="*/ 3502152 w 4682585"/>
              <a:gd name="connsiteY478" fmla="*/ 1403604 h 2174272"/>
              <a:gd name="connsiteX479" fmla="*/ 3502152 w 4682585"/>
              <a:gd name="connsiteY479" fmla="*/ 1257014 h 2174272"/>
              <a:gd name="connsiteX480" fmla="*/ 3177159 w 4682585"/>
              <a:gd name="connsiteY480" fmla="*/ 1257014 h 2174272"/>
              <a:gd name="connsiteX481" fmla="*/ 3177159 w 4682585"/>
              <a:gd name="connsiteY481" fmla="*/ 1403604 h 2174272"/>
              <a:gd name="connsiteX482" fmla="*/ 3334893 w 4682585"/>
              <a:gd name="connsiteY482" fmla="*/ 1403604 h 2174272"/>
              <a:gd name="connsiteX483" fmla="*/ 3334893 w 4682585"/>
              <a:gd name="connsiteY483" fmla="*/ 1257014 h 2174272"/>
              <a:gd name="connsiteX484" fmla="*/ 3009900 w 4682585"/>
              <a:gd name="connsiteY484" fmla="*/ 1257014 h 2174272"/>
              <a:gd name="connsiteX485" fmla="*/ 3009900 w 4682585"/>
              <a:gd name="connsiteY485" fmla="*/ 1403604 h 2174272"/>
              <a:gd name="connsiteX486" fmla="*/ 3167634 w 4682585"/>
              <a:gd name="connsiteY486" fmla="*/ 1403604 h 2174272"/>
              <a:gd name="connsiteX487" fmla="*/ 3167634 w 4682585"/>
              <a:gd name="connsiteY487" fmla="*/ 1257014 h 2174272"/>
              <a:gd name="connsiteX488" fmla="*/ 2842641 w 4682585"/>
              <a:gd name="connsiteY488" fmla="*/ 1257014 h 2174272"/>
              <a:gd name="connsiteX489" fmla="*/ 2842641 w 4682585"/>
              <a:gd name="connsiteY489" fmla="*/ 1403604 h 2174272"/>
              <a:gd name="connsiteX490" fmla="*/ 3000375 w 4682585"/>
              <a:gd name="connsiteY490" fmla="*/ 1403604 h 2174272"/>
              <a:gd name="connsiteX491" fmla="*/ 3000375 w 4682585"/>
              <a:gd name="connsiteY491" fmla="*/ 1257014 h 2174272"/>
              <a:gd name="connsiteX492" fmla="*/ 2675382 w 4682585"/>
              <a:gd name="connsiteY492" fmla="*/ 1257014 h 2174272"/>
              <a:gd name="connsiteX493" fmla="*/ 2675382 w 4682585"/>
              <a:gd name="connsiteY493" fmla="*/ 1403604 h 2174272"/>
              <a:gd name="connsiteX494" fmla="*/ 2833116 w 4682585"/>
              <a:gd name="connsiteY494" fmla="*/ 1403604 h 2174272"/>
              <a:gd name="connsiteX495" fmla="*/ 2833116 w 4682585"/>
              <a:gd name="connsiteY495" fmla="*/ 1257014 h 2174272"/>
              <a:gd name="connsiteX496" fmla="*/ 2508123 w 4682585"/>
              <a:gd name="connsiteY496" fmla="*/ 1257014 h 2174272"/>
              <a:gd name="connsiteX497" fmla="*/ 2508123 w 4682585"/>
              <a:gd name="connsiteY497" fmla="*/ 1403604 h 2174272"/>
              <a:gd name="connsiteX498" fmla="*/ 2665857 w 4682585"/>
              <a:gd name="connsiteY498" fmla="*/ 1403604 h 2174272"/>
              <a:gd name="connsiteX499" fmla="*/ 2665857 w 4682585"/>
              <a:gd name="connsiteY499" fmla="*/ 1257014 h 2174272"/>
              <a:gd name="connsiteX500" fmla="*/ 2340864 w 4682585"/>
              <a:gd name="connsiteY500" fmla="*/ 1257014 h 2174272"/>
              <a:gd name="connsiteX501" fmla="*/ 2340864 w 4682585"/>
              <a:gd name="connsiteY501" fmla="*/ 1403604 h 2174272"/>
              <a:gd name="connsiteX502" fmla="*/ 2498598 w 4682585"/>
              <a:gd name="connsiteY502" fmla="*/ 1403604 h 2174272"/>
              <a:gd name="connsiteX503" fmla="*/ 2498598 w 4682585"/>
              <a:gd name="connsiteY503" fmla="*/ 1257014 h 2174272"/>
              <a:gd name="connsiteX504" fmla="*/ 2173510 w 4682585"/>
              <a:gd name="connsiteY504" fmla="*/ 1257014 h 2174272"/>
              <a:gd name="connsiteX505" fmla="*/ 2173510 w 4682585"/>
              <a:gd name="connsiteY505" fmla="*/ 1403604 h 2174272"/>
              <a:gd name="connsiteX506" fmla="*/ 2331339 w 4682585"/>
              <a:gd name="connsiteY506" fmla="*/ 1403604 h 2174272"/>
              <a:gd name="connsiteX507" fmla="*/ 2331339 w 4682585"/>
              <a:gd name="connsiteY507" fmla="*/ 1257014 h 2174272"/>
              <a:gd name="connsiteX508" fmla="*/ 2006251 w 4682585"/>
              <a:gd name="connsiteY508" fmla="*/ 1257014 h 2174272"/>
              <a:gd name="connsiteX509" fmla="*/ 2006251 w 4682585"/>
              <a:gd name="connsiteY509" fmla="*/ 1403604 h 2174272"/>
              <a:gd name="connsiteX510" fmla="*/ 2163985 w 4682585"/>
              <a:gd name="connsiteY510" fmla="*/ 1403604 h 2174272"/>
              <a:gd name="connsiteX511" fmla="*/ 2163985 w 4682585"/>
              <a:gd name="connsiteY511" fmla="*/ 1257014 h 2174272"/>
              <a:gd name="connsiteX512" fmla="*/ 1838992 w 4682585"/>
              <a:gd name="connsiteY512" fmla="*/ 1257014 h 2174272"/>
              <a:gd name="connsiteX513" fmla="*/ 1838992 w 4682585"/>
              <a:gd name="connsiteY513" fmla="*/ 1403604 h 2174272"/>
              <a:gd name="connsiteX514" fmla="*/ 1996726 w 4682585"/>
              <a:gd name="connsiteY514" fmla="*/ 1403604 h 2174272"/>
              <a:gd name="connsiteX515" fmla="*/ 1996726 w 4682585"/>
              <a:gd name="connsiteY515" fmla="*/ 1257014 h 2174272"/>
              <a:gd name="connsiteX516" fmla="*/ 1671733 w 4682585"/>
              <a:gd name="connsiteY516" fmla="*/ 1257014 h 2174272"/>
              <a:gd name="connsiteX517" fmla="*/ 1671733 w 4682585"/>
              <a:gd name="connsiteY517" fmla="*/ 1403604 h 2174272"/>
              <a:gd name="connsiteX518" fmla="*/ 1829467 w 4682585"/>
              <a:gd name="connsiteY518" fmla="*/ 1403604 h 2174272"/>
              <a:gd name="connsiteX519" fmla="*/ 1829467 w 4682585"/>
              <a:gd name="connsiteY519" fmla="*/ 1257014 h 2174272"/>
              <a:gd name="connsiteX520" fmla="*/ 1504474 w 4682585"/>
              <a:gd name="connsiteY520" fmla="*/ 1257014 h 2174272"/>
              <a:gd name="connsiteX521" fmla="*/ 1504474 w 4682585"/>
              <a:gd name="connsiteY521" fmla="*/ 1403604 h 2174272"/>
              <a:gd name="connsiteX522" fmla="*/ 1662208 w 4682585"/>
              <a:gd name="connsiteY522" fmla="*/ 1403604 h 2174272"/>
              <a:gd name="connsiteX523" fmla="*/ 1662208 w 4682585"/>
              <a:gd name="connsiteY523" fmla="*/ 1257014 h 2174272"/>
              <a:gd name="connsiteX524" fmla="*/ 1337215 w 4682585"/>
              <a:gd name="connsiteY524" fmla="*/ 1257014 h 2174272"/>
              <a:gd name="connsiteX525" fmla="*/ 1337215 w 4682585"/>
              <a:gd name="connsiteY525" fmla="*/ 1403604 h 2174272"/>
              <a:gd name="connsiteX526" fmla="*/ 1494949 w 4682585"/>
              <a:gd name="connsiteY526" fmla="*/ 1403604 h 2174272"/>
              <a:gd name="connsiteX527" fmla="*/ 1494949 w 4682585"/>
              <a:gd name="connsiteY527" fmla="*/ 1257014 h 2174272"/>
              <a:gd name="connsiteX528" fmla="*/ 1169956 w 4682585"/>
              <a:gd name="connsiteY528" fmla="*/ 1257014 h 2174272"/>
              <a:gd name="connsiteX529" fmla="*/ 1169956 w 4682585"/>
              <a:gd name="connsiteY529" fmla="*/ 1403604 h 2174272"/>
              <a:gd name="connsiteX530" fmla="*/ 1327690 w 4682585"/>
              <a:gd name="connsiteY530" fmla="*/ 1403604 h 2174272"/>
              <a:gd name="connsiteX531" fmla="*/ 1327690 w 4682585"/>
              <a:gd name="connsiteY531" fmla="*/ 1257014 h 2174272"/>
              <a:gd name="connsiteX532" fmla="*/ 1002697 w 4682585"/>
              <a:gd name="connsiteY532" fmla="*/ 1257014 h 2174272"/>
              <a:gd name="connsiteX533" fmla="*/ 1002697 w 4682585"/>
              <a:gd name="connsiteY533" fmla="*/ 1403604 h 2174272"/>
              <a:gd name="connsiteX534" fmla="*/ 1160431 w 4682585"/>
              <a:gd name="connsiteY534" fmla="*/ 1403604 h 2174272"/>
              <a:gd name="connsiteX535" fmla="*/ 1160431 w 4682585"/>
              <a:gd name="connsiteY535" fmla="*/ 1257014 h 2174272"/>
              <a:gd name="connsiteX536" fmla="*/ 835438 w 4682585"/>
              <a:gd name="connsiteY536" fmla="*/ 1257014 h 2174272"/>
              <a:gd name="connsiteX537" fmla="*/ 835438 w 4682585"/>
              <a:gd name="connsiteY537" fmla="*/ 1403604 h 2174272"/>
              <a:gd name="connsiteX538" fmla="*/ 993172 w 4682585"/>
              <a:gd name="connsiteY538" fmla="*/ 1403604 h 2174272"/>
              <a:gd name="connsiteX539" fmla="*/ 993172 w 4682585"/>
              <a:gd name="connsiteY539" fmla="*/ 1257014 h 2174272"/>
              <a:gd name="connsiteX540" fmla="*/ 668179 w 4682585"/>
              <a:gd name="connsiteY540" fmla="*/ 1257014 h 2174272"/>
              <a:gd name="connsiteX541" fmla="*/ 668179 w 4682585"/>
              <a:gd name="connsiteY541" fmla="*/ 1403604 h 2174272"/>
              <a:gd name="connsiteX542" fmla="*/ 825913 w 4682585"/>
              <a:gd name="connsiteY542" fmla="*/ 1403604 h 2174272"/>
              <a:gd name="connsiteX543" fmla="*/ 825913 w 4682585"/>
              <a:gd name="connsiteY543" fmla="*/ 1257014 h 2174272"/>
              <a:gd name="connsiteX544" fmla="*/ 500920 w 4682585"/>
              <a:gd name="connsiteY544" fmla="*/ 1257014 h 2174272"/>
              <a:gd name="connsiteX545" fmla="*/ 500920 w 4682585"/>
              <a:gd name="connsiteY545" fmla="*/ 1403604 h 2174272"/>
              <a:gd name="connsiteX546" fmla="*/ 658654 w 4682585"/>
              <a:gd name="connsiteY546" fmla="*/ 1403604 h 2174272"/>
              <a:gd name="connsiteX547" fmla="*/ 658654 w 4682585"/>
              <a:gd name="connsiteY547" fmla="*/ 1257014 h 2174272"/>
              <a:gd name="connsiteX548" fmla="*/ 333566 w 4682585"/>
              <a:gd name="connsiteY548" fmla="*/ 1257014 h 2174272"/>
              <a:gd name="connsiteX549" fmla="*/ 333566 w 4682585"/>
              <a:gd name="connsiteY549" fmla="*/ 1403604 h 2174272"/>
              <a:gd name="connsiteX550" fmla="*/ 491395 w 4682585"/>
              <a:gd name="connsiteY550" fmla="*/ 1403604 h 2174272"/>
              <a:gd name="connsiteX551" fmla="*/ 491395 w 4682585"/>
              <a:gd name="connsiteY551" fmla="*/ 1257014 h 2174272"/>
              <a:gd name="connsiteX552" fmla="*/ 166307 w 4682585"/>
              <a:gd name="connsiteY552" fmla="*/ 1257014 h 2174272"/>
              <a:gd name="connsiteX553" fmla="*/ 166307 w 4682585"/>
              <a:gd name="connsiteY553" fmla="*/ 1403604 h 2174272"/>
              <a:gd name="connsiteX554" fmla="*/ 324041 w 4682585"/>
              <a:gd name="connsiteY554" fmla="*/ 1403604 h 2174272"/>
              <a:gd name="connsiteX555" fmla="*/ 324041 w 4682585"/>
              <a:gd name="connsiteY555" fmla="*/ 1257014 h 2174272"/>
              <a:gd name="connsiteX556" fmla="*/ 9525 w 4682585"/>
              <a:gd name="connsiteY556" fmla="*/ 1257014 h 2174272"/>
              <a:gd name="connsiteX557" fmla="*/ 9525 w 4682585"/>
              <a:gd name="connsiteY557" fmla="*/ 1403604 h 2174272"/>
              <a:gd name="connsiteX558" fmla="*/ 156782 w 4682585"/>
              <a:gd name="connsiteY558" fmla="*/ 1403604 h 2174272"/>
              <a:gd name="connsiteX559" fmla="*/ 156782 w 4682585"/>
              <a:gd name="connsiteY559" fmla="*/ 1257014 h 2174272"/>
              <a:gd name="connsiteX560" fmla="*/ 4515326 w 4682585"/>
              <a:gd name="connsiteY560" fmla="*/ 1100899 h 2174272"/>
              <a:gd name="connsiteX561" fmla="*/ 4515326 w 4682585"/>
              <a:gd name="connsiteY561" fmla="*/ 1247489 h 2174272"/>
              <a:gd name="connsiteX562" fmla="*/ 4673060 w 4682585"/>
              <a:gd name="connsiteY562" fmla="*/ 1247489 h 2174272"/>
              <a:gd name="connsiteX563" fmla="*/ 4673060 w 4682585"/>
              <a:gd name="connsiteY563" fmla="*/ 1100899 h 2174272"/>
              <a:gd name="connsiteX564" fmla="*/ 4348068 w 4682585"/>
              <a:gd name="connsiteY564" fmla="*/ 1100899 h 2174272"/>
              <a:gd name="connsiteX565" fmla="*/ 4348068 w 4682585"/>
              <a:gd name="connsiteY565" fmla="*/ 1247489 h 2174272"/>
              <a:gd name="connsiteX566" fmla="*/ 4505801 w 4682585"/>
              <a:gd name="connsiteY566" fmla="*/ 1247489 h 2174272"/>
              <a:gd name="connsiteX567" fmla="*/ 4505801 w 4682585"/>
              <a:gd name="connsiteY567" fmla="*/ 1100899 h 2174272"/>
              <a:gd name="connsiteX568" fmla="*/ 4180809 w 4682585"/>
              <a:gd name="connsiteY568" fmla="*/ 1100899 h 2174272"/>
              <a:gd name="connsiteX569" fmla="*/ 4180809 w 4682585"/>
              <a:gd name="connsiteY569" fmla="*/ 1247489 h 2174272"/>
              <a:gd name="connsiteX570" fmla="*/ 4338543 w 4682585"/>
              <a:gd name="connsiteY570" fmla="*/ 1247489 h 2174272"/>
              <a:gd name="connsiteX571" fmla="*/ 4338543 w 4682585"/>
              <a:gd name="connsiteY571" fmla="*/ 1100899 h 2174272"/>
              <a:gd name="connsiteX572" fmla="*/ 4013550 w 4682585"/>
              <a:gd name="connsiteY572" fmla="*/ 1100899 h 2174272"/>
              <a:gd name="connsiteX573" fmla="*/ 4013550 w 4682585"/>
              <a:gd name="connsiteY573" fmla="*/ 1247489 h 2174272"/>
              <a:gd name="connsiteX574" fmla="*/ 4171284 w 4682585"/>
              <a:gd name="connsiteY574" fmla="*/ 1247489 h 2174272"/>
              <a:gd name="connsiteX575" fmla="*/ 4171284 w 4682585"/>
              <a:gd name="connsiteY575" fmla="*/ 1100899 h 2174272"/>
              <a:gd name="connsiteX576" fmla="*/ 3846291 w 4682585"/>
              <a:gd name="connsiteY576" fmla="*/ 1100899 h 2174272"/>
              <a:gd name="connsiteX577" fmla="*/ 3846291 w 4682585"/>
              <a:gd name="connsiteY577" fmla="*/ 1247489 h 2174272"/>
              <a:gd name="connsiteX578" fmla="*/ 4004025 w 4682585"/>
              <a:gd name="connsiteY578" fmla="*/ 1247489 h 2174272"/>
              <a:gd name="connsiteX579" fmla="*/ 4004025 w 4682585"/>
              <a:gd name="connsiteY579" fmla="*/ 1100899 h 2174272"/>
              <a:gd name="connsiteX580" fmla="*/ 3678936 w 4682585"/>
              <a:gd name="connsiteY580" fmla="*/ 1100899 h 2174272"/>
              <a:gd name="connsiteX581" fmla="*/ 3678936 w 4682585"/>
              <a:gd name="connsiteY581" fmla="*/ 1247489 h 2174272"/>
              <a:gd name="connsiteX582" fmla="*/ 3836766 w 4682585"/>
              <a:gd name="connsiteY582" fmla="*/ 1247489 h 2174272"/>
              <a:gd name="connsiteX583" fmla="*/ 3836766 w 4682585"/>
              <a:gd name="connsiteY583" fmla="*/ 1100899 h 2174272"/>
              <a:gd name="connsiteX584" fmla="*/ 3511677 w 4682585"/>
              <a:gd name="connsiteY584" fmla="*/ 1100899 h 2174272"/>
              <a:gd name="connsiteX585" fmla="*/ 3511677 w 4682585"/>
              <a:gd name="connsiteY585" fmla="*/ 1247489 h 2174272"/>
              <a:gd name="connsiteX586" fmla="*/ 3669411 w 4682585"/>
              <a:gd name="connsiteY586" fmla="*/ 1247489 h 2174272"/>
              <a:gd name="connsiteX587" fmla="*/ 3669411 w 4682585"/>
              <a:gd name="connsiteY587" fmla="*/ 1100899 h 2174272"/>
              <a:gd name="connsiteX588" fmla="*/ 3344418 w 4682585"/>
              <a:gd name="connsiteY588" fmla="*/ 1100899 h 2174272"/>
              <a:gd name="connsiteX589" fmla="*/ 3344418 w 4682585"/>
              <a:gd name="connsiteY589" fmla="*/ 1247489 h 2174272"/>
              <a:gd name="connsiteX590" fmla="*/ 3502152 w 4682585"/>
              <a:gd name="connsiteY590" fmla="*/ 1247489 h 2174272"/>
              <a:gd name="connsiteX591" fmla="*/ 3502152 w 4682585"/>
              <a:gd name="connsiteY591" fmla="*/ 1100899 h 2174272"/>
              <a:gd name="connsiteX592" fmla="*/ 3177159 w 4682585"/>
              <a:gd name="connsiteY592" fmla="*/ 1100899 h 2174272"/>
              <a:gd name="connsiteX593" fmla="*/ 3177159 w 4682585"/>
              <a:gd name="connsiteY593" fmla="*/ 1247489 h 2174272"/>
              <a:gd name="connsiteX594" fmla="*/ 3334893 w 4682585"/>
              <a:gd name="connsiteY594" fmla="*/ 1247489 h 2174272"/>
              <a:gd name="connsiteX595" fmla="*/ 3334893 w 4682585"/>
              <a:gd name="connsiteY595" fmla="*/ 1100899 h 2174272"/>
              <a:gd name="connsiteX596" fmla="*/ 3009900 w 4682585"/>
              <a:gd name="connsiteY596" fmla="*/ 1100899 h 2174272"/>
              <a:gd name="connsiteX597" fmla="*/ 3009900 w 4682585"/>
              <a:gd name="connsiteY597" fmla="*/ 1247489 h 2174272"/>
              <a:gd name="connsiteX598" fmla="*/ 3167634 w 4682585"/>
              <a:gd name="connsiteY598" fmla="*/ 1247489 h 2174272"/>
              <a:gd name="connsiteX599" fmla="*/ 3167634 w 4682585"/>
              <a:gd name="connsiteY599" fmla="*/ 1100899 h 2174272"/>
              <a:gd name="connsiteX600" fmla="*/ 2842641 w 4682585"/>
              <a:gd name="connsiteY600" fmla="*/ 1100899 h 2174272"/>
              <a:gd name="connsiteX601" fmla="*/ 2842641 w 4682585"/>
              <a:gd name="connsiteY601" fmla="*/ 1247489 h 2174272"/>
              <a:gd name="connsiteX602" fmla="*/ 3000375 w 4682585"/>
              <a:gd name="connsiteY602" fmla="*/ 1247489 h 2174272"/>
              <a:gd name="connsiteX603" fmla="*/ 3000375 w 4682585"/>
              <a:gd name="connsiteY603" fmla="*/ 1100899 h 2174272"/>
              <a:gd name="connsiteX604" fmla="*/ 2675382 w 4682585"/>
              <a:gd name="connsiteY604" fmla="*/ 1100899 h 2174272"/>
              <a:gd name="connsiteX605" fmla="*/ 2675382 w 4682585"/>
              <a:gd name="connsiteY605" fmla="*/ 1247489 h 2174272"/>
              <a:gd name="connsiteX606" fmla="*/ 2833116 w 4682585"/>
              <a:gd name="connsiteY606" fmla="*/ 1247489 h 2174272"/>
              <a:gd name="connsiteX607" fmla="*/ 2833116 w 4682585"/>
              <a:gd name="connsiteY607" fmla="*/ 1100899 h 2174272"/>
              <a:gd name="connsiteX608" fmla="*/ 2508123 w 4682585"/>
              <a:gd name="connsiteY608" fmla="*/ 1100899 h 2174272"/>
              <a:gd name="connsiteX609" fmla="*/ 2508123 w 4682585"/>
              <a:gd name="connsiteY609" fmla="*/ 1247489 h 2174272"/>
              <a:gd name="connsiteX610" fmla="*/ 2665857 w 4682585"/>
              <a:gd name="connsiteY610" fmla="*/ 1247489 h 2174272"/>
              <a:gd name="connsiteX611" fmla="*/ 2665857 w 4682585"/>
              <a:gd name="connsiteY611" fmla="*/ 1100899 h 2174272"/>
              <a:gd name="connsiteX612" fmla="*/ 2340864 w 4682585"/>
              <a:gd name="connsiteY612" fmla="*/ 1100899 h 2174272"/>
              <a:gd name="connsiteX613" fmla="*/ 2340864 w 4682585"/>
              <a:gd name="connsiteY613" fmla="*/ 1247489 h 2174272"/>
              <a:gd name="connsiteX614" fmla="*/ 2498598 w 4682585"/>
              <a:gd name="connsiteY614" fmla="*/ 1247489 h 2174272"/>
              <a:gd name="connsiteX615" fmla="*/ 2498598 w 4682585"/>
              <a:gd name="connsiteY615" fmla="*/ 1100899 h 2174272"/>
              <a:gd name="connsiteX616" fmla="*/ 2173510 w 4682585"/>
              <a:gd name="connsiteY616" fmla="*/ 1100899 h 2174272"/>
              <a:gd name="connsiteX617" fmla="*/ 2173510 w 4682585"/>
              <a:gd name="connsiteY617" fmla="*/ 1247489 h 2174272"/>
              <a:gd name="connsiteX618" fmla="*/ 2331339 w 4682585"/>
              <a:gd name="connsiteY618" fmla="*/ 1247489 h 2174272"/>
              <a:gd name="connsiteX619" fmla="*/ 2331339 w 4682585"/>
              <a:gd name="connsiteY619" fmla="*/ 1100899 h 2174272"/>
              <a:gd name="connsiteX620" fmla="*/ 2006251 w 4682585"/>
              <a:gd name="connsiteY620" fmla="*/ 1100899 h 2174272"/>
              <a:gd name="connsiteX621" fmla="*/ 2006251 w 4682585"/>
              <a:gd name="connsiteY621" fmla="*/ 1247489 h 2174272"/>
              <a:gd name="connsiteX622" fmla="*/ 2163985 w 4682585"/>
              <a:gd name="connsiteY622" fmla="*/ 1247489 h 2174272"/>
              <a:gd name="connsiteX623" fmla="*/ 2163985 w 4682585"/>
              <a:gd name="connsiteY623" fmla="*/ 1100899 h 2174272"/>
              <a:gd name="connsiteX624" fmla="*/ 1838992 w 4682585"/>
              <a:gd name="connsiteY624" fmla="*/ 1100899 h 2174272"/>
              <a:gd name="connsiteX625" fmla="*/ 1838992 w 4682585"/>
              <a:gd name="connsiteY625" fmla="*/ 1247489 h 2174272"/>
              <a:gd name="connsiteX626" fmla="*/ 1996726 w 4682585"/>
              <a:gd name="connsiteY626" fmla="*/ 1247489 h 2174272"/>
              <a:gd name="connsiteX627" fmla="*/ 1996726 w 4682585"/>
              <a:gd name="connsiteY627" fmla="*/ 1100899 h 2174272"/>
              <a:gd name="connsiteX628" fmla="*/ 1671733 w 4682585"/>
              <a:gd name="connsiteY628" fmla="*/ 1100899 h 2174272"/>
              <a:gd name="connsiteX629" fmla="*/ 1671733 w 4682585"/>
              <a:gd name="connsiteY629" fmla="*/ 1247489 h 2174272"/>
              <a:gd name="connsiteX630" fmla="*/ 1829467 w 4682585"/>
              <a:gd name="connsiteY630" fmla="*/ 1247489 h 2174272"/>
              <a:gd name="connsiteX631" fmla="*/ 1829467 w 4682585"/>
              <a:gd name="connsiteY631" fmla="*/ 1100899 h 2174272"/>
              <a:gd name="connsiteX632" fmla="*/ 1504474 w 4682585"/>
              <a:gd name="connsiteY632" fmla="*/ 1100899 h 2174272"/>
              <a:gd name="connsiteX633" fmla="*/ 1504474 w 4682585"/>
              <a:gd name="connsiteY633" fmla="*/ 1247489 h 2174272"/>
              <a:gd name="connsiteX634" fmla="*/ 1662208 w 4682585"/>
              <a:gd name="connsiteY634" fmla="*/ 1247489 h 2174272"/>
              <a:gd name="connsiteX635" fmla="*/ 1662208 w 4682585"/>
              <a:gd name="connsiteY635" fmla="*/ 1100899 h 2174272"/>
              <a:gd name="connsiteX636" fmla="*/ 1337215 w 4682585"/>
              <a:gd name="connsiteY636" fmla="*/ 1100899 h 2174272"/>
              <a:gd name="connsiteX637" fmla="*/ 1337215 w 4682585"/>
              <a:gd name="connsiteY637" fmla="*/ 1247489 h 2174272"/>
              <a:gd name="connsiteX638" fmla="*/ 1494949 w 4682585"/>
              <a:gd name="connsiteY638" fmla="*/ 1247489 h 2174272"/>
              <a:gd name="connsiteX639" fmla="*/ 1494949 w 4682585"/>
              <a:gd name="connsiteY639" fmla="*/ 1100899 h 2174272"/>
              <a:gd name="connsiteX640" fmla="*/ 1169956 w 4682585"/>
              <a:gd name="connsiteY640" fmla="*/ 1100899 h 2174272"/>
              <a:gd name="connsiteX641" fmla="*/ 1169956 w 4682585"/>
              <a:gd name="connsiteY641" fmla="*/ 1247489 h 2174272"/>
              <a:gd name="connsiteX642" fmla="*/ 1327690 w 4682585"/>
              <a:gd name="connsiteY642" fmla="*/ 1247489 h 2174272"/>
              <a:gd name="connsiteX643" fmla="*/ 1327690 w 4682585"/>
              <a:gd name="connsiteY643" fmla="*/ 1100899 h 2174272"/>
              <a:gd name="connsiteX644" fmla="*/ 1002697 w 4682585"/>
              <a:gd name="connsiteY644" fmla="*/ 1100899 h 2174272"/>
              <a:gd name="connsiteX645" fmla="*/ 1002697 w 4682585"/>
              <a:gd name="connsiteY645" fmla="*/ 1247489 h 2174272"/>
              <a:gd name="connsiteX646" fmla="*/ 1160431 w 4682585"/>
              <a:gd name="connsiteY646" fmla="*/ 1247489 h 2174272"/>
              <a:gd name="connsiteX647" fmla="*/ 1160431 w 4682585"/>
              <a:gd name="connsiteY647" fmla="*/ 1100899 h 2174272"/>
              <a:gd name="connsiteX648" fmla="*/ 835438 w 4682585"/>
              <a:gd name="connsiteY648" fmla="*/ 1100899 h 2174272"/>
              <a:gd name="connsiteX649" fmla="*/ 835438 w 4682585"/>
              <a:gd name="connsiteY649" fmla="*/ 1247489 h 2174272"/>
              <a:gd name="connsiteX650" fmla="*/ 993172 w 4682585"/>
              <a:gd name="connsiteY650" fmla="*/ 1247489 h 2174272"/>
              <a:gd name="connsiteX651" fmla="*/ 993172 w 4682585"/>
              <a:gd name="connsiteY651" fmla="*/ 1100899 h 2174272"/>
              <a:gd name="connsiteX652" fmla="*/ 668179 w 4682585"/>
              <a:gd name="connsiteY652" fmla="*/ 1100899 h 2174272"/>
              <a:gd name="connsiteX653" fmla="*/ 668179 w 4682585"/>
              <a:gd name="connsiteY653" fmla="*/ 1247489 h 2174272"/>
              <a:gd name="connsiteX654" fmla="*/ 825913 w 4682585"/>
              <a:gd name="connsiteY654" fmla="*/ 1247489 h 2174272"/>
              <a:gd name="connsiteX655" fmla="*/ 825913 w 4682585"/>
              <a:gd name="connsiteY655" fmla="*/ 1100899 h 2174272"/>
              <a:gd name="connsiteX656" fmla="*/ 500920 w 4682585"/>
              <a:gd name="connsiteY656" fmla="*/ 1100899 h 2174272"/>
              <a:gd name="connsiteX657" fmla="*/ 500920 w 4682585"/>
              <a:gd name="connsiteY657" fmla="*/ 1247489 h 2174272"/>
              <a:gd name="connsiteX658" fmla="*/ 658654 w 4682585"/>
              <a:gd name="connsiteY658" fmla="*/ 1247489 h 2174272"/>
              <a:gd name="connsiteX659" fmla="*/ 658654 w 4682585"/>
              <a:gd name="connsiteY659" fmla="*/ 1100899 h 2174272"/>
              <a:gd name="connsiteX660" fmla="*/ 333566 w 4682585"/>
              <a:gd name="connsiteY660" fmla="*/ 1100899 h 2174272"/>
              <a:gd name="connsiteX661" fmla="*/ 333566 w 4682585"/>
              <a:gd name="connsiteY661" fmla="*/ 1247489 h 2174272"/>
              <a:gd name="connsiteX662" fmla="*/ 491395 w 4682585"/>
              <a:gd name="connsiteY662" fmla="*/ 1247489 h 2174272"/>
              <a:gd name="connsiteX663" fmla="*/ 491395 w 4682585"/>
              <a:gd name="connsiteY663" fmla="*/ 1100899 h 2174272"/>
              <a:gd name="connsiteX664" fmla="*/ 166307 w 4682585"/>
              <a:gd name="connsiteY664" fmla="*/ 1100899 h 2174272"/>
              <a:gd name="connsiteX665" fmla="*/ 166307 w 4682585"/>
              <a:gd name="connsiteY665" fmla="*/ 1247489 h 2174272"/>
              <a:gd name="connsiteX666" fmla="*/ 324041 w 4682585"/>
              <a:gd name="connsiteY666" fmla="*/ 1247489 h 2174272"/>
              <a:gd name="connsiteX667" fmla="*/ 324041 w 4682585"/>
              <a:gd name="connsiteY667" fmla="*/ 1100899 h 2174272"/>
              <a:gd name="connsiteX668" fmla="*/ 9525 w 4682585"/>
              <a:gd name="connsiteY668" fmla="*/ 1100899 h 2174272"/>
              <a:gd name="connsiteX669" fmla="*/ 9525 w 4682585"/>
              <a:gd name="connsiteY669" fmla="*/ 1247489 h 2174272"/>
              <a:gd name="connsiteX670" fmla="*/ 156782 w 4682585"/>
              <a:gd name="connsiteY670" fmla="*/ 1247489 h 2174272"/>
              <a:gd name="connsiteX671" fmla="*/ 156782 w 4682585"/>
              <a:gd name="connsiteY671" fmla="*/ 1100899 h 2174272"/>
              <a:gd name="connsiteX672" fmla="*/ 4515326 w 4682585"/>
              <a:gd name="connsiteY672" fmla="*/ 944784 h 2174272"/>
              <a:gd name="connsiteX673" fmla="*/ 4515326 w 4682585"/>
              <a:gd name="connsiteY673" fmla="*/ 1091374 h 2174272"/>
              <a:gd name="connsiteX674" fmla="*/ 4673060 w 4682585"/>
              <a:gd name="connsiteY674" fmla="*/ 1091374 h 2174272"/>
              <a:gd name="connsiteX675" fmla="*/ 4673060 w 4682585"/>
              <a:gd name="connsiteY675" fmla="*/ 944784 h 2174272"/>
              <a:gd name="connsiteX676" fmla="*/ 4348068 w 4682585"/>
              <a:gd name="connsiteY676" fmla="*/ 944784 h 2174272"/>
              <a:gd name="connsiteX677" fmla="*/ 4348068 w 4682585"/>
              <a:gd name="connsiteY677" fmla="*/ 1091374 h 2174272"/>
              <a:gd name="connsiteX678" fmla="*/ 4505801 w 4682585"/>
              <a:gd name="connsiteY678" fmla="*/ 1091374 h 2174272"/>
              <a:gd name="connsiteX679" fmla="*/ 4505801 w 4682585"/>
              <a:gd name="connsiteY679" fmla="*/ 944784 h 2174272"/>
              <a:gd name="connsiteX680" fmla="*/ 4180809 w 4682585"/>
              <a:gd name="connsiteY680" fmla="*/ 944784 h 2174272"/>
              <a:gd name="connsiteX681" fmla="*/ 4180809 w 4682585"/>
              <a:gd name="connsiteY681" fmla="*/ 1091374 h 2174272"/>
              <a:gd name="connsiteX682" fmla="*/ 4338543 w 4682585"/>
              <a:gd name="connsiteY682" fmla="*/ 1091374 h 2174272"/>
              <a:gd name="connsiteX683" fmla="*/ 4338543 w 4682585"/>
              <a:gd name="connsiteY683" fmla="*/ 944784 h 2174272"/>
              <a:gd name="connsiteX684" fmla="*/ 4013550 w 4682585"/>
              <a:gd name="connsiteY684" fmla="*/ 944784 h 2174272"/>
              <a:gd name="connsiteX685" fmla="*/ 4013550 w 4682585"/>
              <a:gd name="connsiteY685" fmla="*/ 1091374 h 2174272"/>
              <a:gd name="connsiteX686" fmla="*/ 4171284 w 4682585"/>
              <a:gd name="connsiteY686" fmla="*/ 1091374 h 2174272"/>
              <a:gd name="connsiteX687" fmla="*/ 4171284 w 4682585"/>
              <a:gd name="connsiteY687" fmla="*/ 944784 h 2174272"/>
              <a:gd name="connsiteX688" fmla="*/ 3846291 w 4682585"/>
              <a:gd name="connsiteY688" fmla="*/ 944784 h 2174272"/>
              <a:gd name="connsiteX689" fmla="*/ 3846291 w 4682585"/>
              <a:gd name="connsiteY689" fmla="*/ 1091374 h 2174272"/>
              <a:gd name="connsiteX690" fmla="*/ 4004025 w 4682585"/>
              <a:gd name="connsiteY690" fmla="*/ 1091374 h 2174272"/>
              <a:gd name="connsiteX691" fmla="*/ 4004025 w 4682585"/>
              <a:gd name="connsiteY691" fmla="*/ 944784 h 2174272"/>
              <a:gd name="connsiteX692" fmla="*/ 3678936 w 4682585"/>
              <a:gd name="connsiteY692" fmla="*/ 944784 h 2174272"/>
              <a:gd name="connsiteX693" fmla="*/ 3678936 w 4682585"/>
              <a:gd name="connsiteY693" fmla="*/ 1091374 h 2174272"/>
              <a:gd name="connsiteX694" fmla="*/ 3836766 w 4682585"/>
              <a:gd name="connsiteY694" fmla="*/ 1091374 h 2174272"/>
              <a:gd name="connsiteX695" fmla="*/ 3836766 w 4682585"/>
              <a:gd name="connsiteY695" fmla="*/ 944784 h 2174272"/>
              <a:gd name="connsiteX696" fmla="*/ 3511677 w 4682585"/>
              <a:gd name="connsiteY696" fmla="*/ 944784 h 2174272"/>
              <a:gd name="connsiteX697" fmla="*/ 3511677 w 4682585"/>
              <a:gd name="connsiteY697" fmla="*/ 1091374 h 2174272"/>
              <a:gd name="connsiteX698" fmla="*/ 3669411 w 4682585"/>
              <a:gd name="connsiteY698" fmla="*/ 1091374 h 2174272"/>
              <a:gd name="connsiteX699" fmla="*/ 3669411 w 4682585"/>
              <a:gd name="connsiteY699" fmla="*/ 944784 h 2174272"/>
              <a:gd name="connsiteX700" fmla="*/ 3344418 w 4682585"/>
              <a:gd name="connsiteY700" fmla="*/ 944784 h 2174272"/>
              <a:gd name="connsiteX701" fmla="*/ 3344418 w 4682585"/>
              <a:gd name="connsiteY701" fmla="*/ 1091374 h 2174272"/>
              <a:gd name="connsiteX702" fmla="*/ 3502152 w 4682585"/>
              <a:gd name="connsiteY702" fmla="*/ 1091374 h 2174272"/>
              <a:gd name="connsiteX703" fmla="*/ 3502152 w 4682585"/>
              <a:gd name="connsiteY703" fmla="*/ 944784 h 2174272"/>
              <a:gd name="connsiteX704" fmla="*/ 3177159 w 4682585"/>
              <a:gd name="connsiteY704" fmla="*/ 944784 h 2174272"/>
              <a:gd name="connsiteX705" fmla="*/ 3177159 w 4682585"/>
              <a:gd name="connsiteY705" fmla="*/ 1091374 h 2174272"/>
              <a:gd name="connsiteX706" fmla="*/ 3334893 w 4682585"/>
              <a:gd name="connsiteY706" fmla="*/ 1091374 h 2174272"/>
              <a:gd name="connsiteX707" fmla="*/ 3334893 w 4682585"/>
              <a:gd name="connsiteY707" fmla="*/ 944784 h 2174272"/>
              <a:gd name="connsiteX708" fmla="*/ 3009900 w 4682585"/>
              <a:gd name="connsiteY708" fmla="*/ 944784 h 2174272"/>
              <a:gd name="connsiteX709" fmla="*/ 3009900 w 4682585"/>
              <a:gd name="connsiteY709" fmla="*/ 1091374 h 2174272"/>
              <a:gd name="connsiteX710" fmla="*/ 3167634 w 4682585"/>
              <a:gd name="connsiteY710" fmla="*/ 1091374 h 2174272"/>
              <a:gd name="connsiteX711" fmla="*/ 3167634 w 4682585"/>
              <a:gd name="connsiteY711" fmla="*/ 944784 h 2174272"/>
              <a:gd name="connsiteX712" fmla="*/ 2842641 w 4682585"/>
              <a:gd name="connsiteY712" fmla="*/ 944784 h 2174272"/>
              <a:gd name="connsiteX713" fmla="*/ 2842641 w 4682585"/>
              <a:gd name="connsiteY713" fmla="*/ 1091374 h 2174272"/>
              <a:gd name="connsiteX714" fmla="*/ 3000375 w 4682585"/>
              <a:gd name="connsiteY714" fmla="*/ 1091374 h 2174272"/>
              <a:gd name="connsiteX715" fmla="*/ 3000375 w 4682585"/>
              <a:gd name="connsiteY715" fmla="*/ 944784 h 2174272"/>
              <a:gd name="connsiteX716" fmla="*/ 2675382 w 4682585"/>
              <a:gd name="connsiteY716" fmla="*/ 944784 h 2174272"/>
              <a:gd name="connsiteX717" fmla="*/ 2675382 w 4682585"/>
              <a:gd name="connsiteY717" fmla="*/ 1091374 h 2174272"/>
              <a:gd name="connsiteX718" fmla="*/ 2833116 w 4682585"/>
              <a:gd name="connsiteY718" fmla="*/ 1091374 h 2174272"/>
              <a:gd name="connsiteX719" fmla="*/ 2833116 w 4682585"/>
              <a:gd name="connsiteY719" fmla="*/ 944784 h 2174272"/>
              <a:gd name="connsiteX720" fmla="*/ 2508123 w 4682585"/>
              <a:gd name="connsiteY720" fmla="*/ 944784 h 2174272"/>
              <a:gd name="connsiteX721" fmla="*/ 2508123 w 4682585"/>
              <a:gd name="connsiteY721" fmla="*/ 1091374 h 2174272"/>
              <a:gd name="connsiteX722" fmla="*/ 2665857 w 4682585"/>
              <a:gd name="connsiteY722" fmla="*/ 1091374 h 2174272"/>
              <a:gd name="connsiteX723" fmla="*/ 2665857 w 4682585"/>
              <a:gd name="connsiteY723" fmla="*/ 944784 h 2174272"/>
              <a:gd name="connsiteX724" fmla="*/ 2340864 w 4682585"/>
              <a:gd name="connsiteY724" fmla="*/ 944784 h 2174272"/>
              <a:gd name="connsiteX725" fmla="*/ 2340864 w 4682585"/>
              <a:gd name="connsiteY725" fmla="*/ 1091374 h 2174272"/>
              <a:gd name="connsiteX726" fmla="*/ 2498598 w 4682585"/>
              <a:gd name="connsiteY726" fmla="*/ 1091374 h 2174272"/>
              <a:gd name="connsiteX727" fmla="*/ 2498598 w 4682585"/>
              <a:gd name="connsiteY727" fmla="*/ 944784 h 2174272"/>
              <a:gd name="connsiteX728" fmla="*/ 2173510 w 4682585"/>
              <a:gd name="connsiteY728" fmla="*/ 944784 h 2174272"/>
              <a:gd name="connsiteX729" fmla="*/ 2173510 w 4682585"/>
              <a:gd name="connsiteY729" fmla="*/ 1091374 h 2174272"/>
              <a:gd name="connsiteX730" fmla="*/ 2331339 w 4682585"/>
              <a:gd name="connsiteY730" fmla="*/ 1091374 h 2174272"/>
              <a:gd name="connsiteX731" fmla="*/ 2331339 w 4682585"/>
              <a:gd name="connsiteY731" fmla="*/ 944784 h 2174272"/>
              <a:gd name="connsiteX732" fmla="*/ 2006251 w 4682585"/>
              <a:gd name="connsiteY732" fmla="*/ 944784 h 2174272"/>
              <a:gd name="connsiteX733" fmla="*/ 2006251 w 4682585"/>
              <a:gd name="connsiteY733" fmla="*/ 1091374 h 2174272"/>
              <a:gd name="connsiteX734" fmla="*/ 2163985 w 4682585"/>
              <a:gd name="connsiteY734" fmla="*/ 1091374 h 2174272"/>
              <a:gd name="connsiteX735" fmla="*/ 2163985 w 4682585"/>
              <a:gd name="connsiteY735" fmla="*/ 944784 h 2174272"/>
              <a:gd name="connsiteX736" fmla="*/ 1838992 w 4682585"/>
              <a:gd name="connsiteY736" fmla="*/ 944784 h 2174272"/>
              <a:gd name="connsiteX737" fmla="*/ 1838992 w 4682585"/>
              <a:gd name="connsiteY737" fmla="*/ 1091374 h 2174272"/>
              <a:gd name="connsiteX738" fmla="*/ 1996726 w 4682585"/>
              <a:gd name="connsiteY738" fmla="*/ 1091374 h 2174272"/>
              <a:gd name="connsiteX739" fmla="*/ 1996726 w 4682585"/>
              <a:gd name="connsiteY739" fmla="*/ 944784 h 2174272"/>
              <a:gd name="connsiteX740" fmla="*/ 1671733 w 4682585"/>
              <a:gd name="connsiteY740" fmla="*/ 944784 h 2174272"/>
              <a:gd name="connsiteX741" fmla="*/ 1671733 w 4682585"/>
              <a:gd name="connsiteY741" fmla="*/ 1091374 h 2174272"/>
              <a:gd name="connsiteX742" fmla="*/ 1829467 w 4682585"/>
              <a:gd name="connsiteY742" fmla="*/ 1091374 h 2174272"/>
              <a:gd name="connsiteX743" fmla="*/ 1829467 w 4682585"/>
              <a:gd name="connsiteY743" fmla="*/ 944784 h 2174272"/>
              <a:gd name="connsiteX744" fmla="*/ 1504474 w 4682585"/>
              <a:gd name="connsiteY744" fmla="*/ 944784 h 2174272"/>
              <a:gd name="connsiteX745" fmla="*/ 1504474 w 4682585"/>
              <a:gd name="connsiteY745" fmla="*/ 1091374 h 2174272"/>
              <a:gd name="connsiteX746" fmla="*/ 1662208 w 4682585"/>
              <a:gd name="connsiteY746" fmla="*/ 1091374 h 2174272"/>
              <a:gd name="connsiteX747" fmla="*/ 1662208 w 4682585"/>
              <a:gd name="connsiteY747" fmla="*/ 944784 h 2174272"/>
              <a:gd name="connsiteX748" fmla="*/ 1337215 w 4682585"/>
              <a:gd name="connsiteY748" fmla="*/ 944784 h 2174272"/>
              <a:gd name="connsiteX749" fmla="*/ 1337215 w 4682585"/>
              <a:gd name="connsiteY749" fmla="*/ 1091374 h 2174272"/>
              <a:gd name="connsiteX750" fmla="*/ 1494949 w 4682585"/>
              <a:gd name="connsiteY750" fmla="*/ 1091374 h 2174272"/>
              <a:gd name="connsiteX751" fmla="*/ 1494949 w 4682585"/>
              <a:gd name="connsiteY751" fmla="*/ 944784 h 2174272"/>
              <a:gd name="connsiteX752" fmla="*/ 1169956 w 4682585"/>
              <a:gd name="connsiteY752" fmla="*/ 944784 h 2174272"/>
              <a:gd name="connsiteX753" fmla="*/ 1169956 w 4682585"/>
              <a:gd name="connsiteY753" fmla="*/ 1091374 h 2174272"/>
              <a:gd name="connsiteX754" fmla="*/ 1327690 w 4682585"/>
              <a:gd name="connsiteY754" fmla="*/ 1091374 h 2174272"/>
              <a:gd name="connsiteX755" fmla="*/ 1327690 w 4682585"/>
              <a:gd name="connsiteY755" fmla="*/ 944784 h 2174272"/>
              <a:gd name="connsiteX756" fmla="*/ 1002697 w 4682585"/>
              <a:gd name="connsiteY756" fmla="*/ 944784 h 2174272"/>
              <a:gd name="connsiteX757" fmla="*/ 1002697 w 4682585"/>
              <a:gd name="connsiteY757" fmla="*/ 1091374 h 2174272"/>
              <a:gd name="connsiteX758" fmla="*/ 1160431 w 4682585"/>
              <a:gd name="connsiteY758" fmla="*/ 1091374 h 2174272"/>
              <a:gd name="connsiteX759" fmla="*/ 1160431 w 4682585"/>
              <a:gd name="connsiteY759" fmla="*/ 944784 h 2174272"/>
              <a:gd name="connsiteX760" fmla="*/ 835438 w 4682585"/>
              <a:gd name="connsiteY760" fmla="*/ 944784 h 2174272"/>
              <a:gd name="connsiteX761" fmla="*/ 835438 w 4682585"/>
              <a:gd name="connsiteY761" fmla="*/ 1091374 h 2174272"/>
              <a:gd name="connsiteX762" fmla="*/ 993172 w 4682585"/>
              <a:gd name="connsiteY762" fmla="*/ 1091374 h 2174272"/>
              <a:gd name="connsiteX763" fmla="*/ 993172 w 4682585"/>
              <a:gd name="connsiteY763" fmla="*/ 944784 h 2174272"/>
              <a:gd name="connsiteX764" fmla="*/ 668179 w 4682585"/>
              <a:gd name="connsiteY764" fmla="*/ 944784 h 2174272"/>
              <a:gd name="connsiteX765" fmla="*/ 668179 w 4682585"/>
              <a:gd name="connsiteY765" fmla="*/ 1091374 h 2174272"/>
              <a:gd name="connsiteX766" fmla="*/ 825913 w 4682585"/>
              <a:gd name="connsiteY766" fmla="*/ 1091374 h 2174272"/>
              <a:gd name="connsiteX767" fmla="*/ 825913 w 4682585"/>
              <a:gd name="connsiteY767" fmla="*/ 944784 h 2174272"/>
              <a:gd name="connsiteX768" fmla="*/ 500920 w 4682585"/>
              <a:gd name="connsiteY768" fmla="*/ 944784 h 2174272"/>
              <a:gd name="connsiteX769" fmla="*/ 500920 w 4682585"/>
              <a:gd name="connsiteY769" fmla="*/ 1091374 h 2174272"/>
              <a:gd name="connsiteX770" fmla="*/ 658654 w 4682585"/>
              <a:gd name="connsiteY770" fmla="*/ 1091374 h 2174272"/>
              <a:gd name="connsiteX771" fmla="*/ 658654 w 4682585"/>
              <a:gd name="connsiteY771" fmla="*/ 944784 h 2174272"/>
              <a:gd name="connsiteX772" fmla="*/ 333566 w 4682585"/>
              <a:gd name="connsiteY772" fmla="*/ 944784 h 2174272"/>
              <a:gd name="connsiteX773" fmla="*/ 333566 w 4682585"/>
              <a:gd name="connsiteY773" fmla="*/ 1091374 h 2174272"/>
              <a:gd name="connsiteX774" fmla="*/ 491395 w 4682585"/>
              <a:gd name="connsiteY774" fmla="*/ 1091374 h 2174272"/>
              <a:gd name="connsiteX775" fmla="*/ 491395 w 4682585"/>
              <a:gd name="connsiteY775" fmla="*/ 944784 h 2174272"/>
              <a:gd name="connsiteX776" fmla="*/ 166307 w 4682585"/>
              <a:gd name="connsiteY776" fmla="*/ 944784 h 2174272"/>
              <a:gd name="connsiteX777" fmla="*/ 166307 w 4682585"/>
              <a:gd name="connsiteY777" fmla="*/ 1091374 h 2174272"/>
              <a:gd name="connsiteX778" fmla="*/ 324041 w 4682585"/>
              <a:gd name="connsiteY778" fmla="*/ 1091374 h 2174272"/>
              <a:gd name="connsiteX779" fmla="*/ 324041 w 4682585"/>
              <a:gd name="connsiteY779" fmla="*/ 944784 h 2174272"/>
              <a:gd name="connsiteX780" fmla="*/ 9525 w 4682585"/>
              <a:gd name="connsiteY780" fmla="*/ 944784 h 2174272"/>
              <a:gd name="connsiteX781" fmla="*/ 9525 w 4682585"/>
              <a:gd name="connsiteY781" fmla="*/ 1091374 h 2174272"/>
              <a:gd name="connsiteX782" fmla="*/ 156782 w 4682585"/>
              <a:gd name="connsiteY782" fmla="*/ 1091374 h 2174272"/>
              <a:gd name="connsiteX783" fmla="*/ 156782 w 4682585"/>
              <a:gd name="connsiteY783" fmla="*/ 944784 h 2174272"/>
              <a:gd name="connsiteX784" fmla="*/ 4515326 w 4682585"/>
              <a:gd name="connsiteY784" fmla="*/ 788670 h 2174272"/>
              <a:gd name="connsiteX785" fmla="*/ 4515326 w 4682585"/>
              <a:gd name="connsiteY785" fmla="*/ 935259 h 2174272"/>
              <a:gd name="connsiteX786" fmla="*/ 4673060 w 4682585"/>
              <a:gd name="connsiteY786" fmla="*/ 935259 h 2174272"/>
              <a:gd name="connsiteX787" fmla="*/ 4673060 w 4682585"/>
              <a:gd name="connsiteY787" fmla="*/ 788670 h 2174272"/>
              <a:gd name="connsiteX788" fmla="*/ 4348068 w 4682585"/>
              <a:gd name="connsiteY788" fmla="*/ 788670 h 2174272"/>
              <a:gd name="connsiteX789" fmla="*/ 4348068 w 4682585"/>
              <a:gd name="connsiteY789" fmla="*/ 935259 h 2174272"/>
              <a:gd name="connsiteX790" fmla="*/ 4505801 w 4682585"/>
              <a:gd name="connsiteY790" fmla="*/ 935259 h 2174272"/>
              <a:gd name="connsiteX791" fmla="*/ 4505801 w 4682585"/>
              <a:gd name="connsiteY791" fmla="*/ 788670 h 2174272"/>
              <a:gd name="connsiteX792" fmla="*/ 4180809 w 4682585"/>
              <a:gd name="connsiteY792" fmla="*/ 788670 h 2174272"/>
              <a:gd name="connsiteX793" fmla="*/ 4180809 w 4682585"/>
              <a:gd name="connsiteY793" fmla="*/ 935259 h 2174272"/>
              <a:gd name="connsiteX794" fmla="*/ 4338543 w 4682585"/>
              <a:gd name="connsiteY794" fmla="*/ 935259 h 2174272"/>
              <a:gd name="connsiteX795" fmla="*/ 4338543 w 4682585"/>
              <a:gd name="connsiteY795" fmla="*/ 788670 h 2174272"/>
              <a:gd name="connsiteX796" fmla="*/ 4013550 w 4682585"/>
              <a:gd name="connsiteY796" fmla="*/ 788670 h 2174272"/>
              <a:gd name="connsiteX797" fmla="*/ 4013550 w 4682585"/>
              <a:gd name="connsiteY797" fmla="*/ 935259 h 2174272"/>
              <a:gd name="connsiteX798" fmla="*/ 4171284 w 4682585"/>
              <a:gd name="connsiteY798" fmla="*/ 935259 h 2174272"/>
              <a:gd name="connsiteX799" fmla="*/ 4171284 w 4682585"/>
              <a:gd name="connsiteY799" fmla="*/ 788670 h 2174272"/>
              <a:gd name="connsiteX800" fmla="*/ 3846291 w 4682585"/>
              <a:gd name="connsiteY800" fmla="*/ 788670 h 2174272"/>
              <a:gd name="connsiteX801" fmla="*/ 3846291 w 4682585"/>
              <a:gd name="connsiteY801" fmla="*/ 935259 h 2174272"/>
              <a:gd name="connsiteX802" fmla="*/ 4004025 w 4682585"/>
              <a:gd name="connsiteY802" fmla="*/ 935259 h 2174272"/>
              <a:gd name="connsiteX803" fmla="*/ 4004025 w 4682585"/>
              <a:gd name="connsiteY803" fmla="*/ 788670 h 2174272"/>
              <a:gd name="connsiteX804" fmla="*/ 3678936 w 4682585"/>
              <a:gd name="connsiteY804" fmla="*/ 788670 h 2174272"/>
              <a:gd name="connsiteX805" fmla="*/ 3678936 w 4682585"/>
              <a:gd name="connsiteY805" fmla="*/ 935259 h 2174272"/>
              <a:gd name="connsiteX806" fmla="*/ 3836766 w 4682585"/>
              <a:gd name="connsiteY806" fmla="*/ 935259 h 2174272"/>
              <a:gd name="connsiteX807" fmla="*/ 3836766 w 4682585"/>
              <a:gd name="connsiteY807" fmla="*/ 788670 h 2174272"/>
              <a:gd name="connsiteX808" fmla="*/ 3511677 w 4682585"/>
              <a:gd name="connsiteY808" fmla="*/ 788670 h 2174272"/>
              <a:gd name="connsiteX809" fmla="*/ 3511677 w 4682585"/>
              <a:gd name="connsiteY809" fmla="*/ 935259 h 2174272"/>
              <a:gd name="connsiteX810" fmla="*/ 3669411 w 4682585"/>
              <a:gd name="connsiteY810" fmla="*/ 935259 h 2174272"/>
              <a:gd name="connsiteX811" fmla="*/ 3669411 w 4682585"/>
              <a:gd name="connsiteY811" fmla="*/ 788670 h 2174272"/>
              <a:gd name="connsiteX812" fmla="*/ 3344418 w 4682585"/>
              <a:gd name="connsiteY812" fmla="*/ 788670 h 2174272"/>
              <a:gd name="connsiteX813" fmla="*/ 3344418 w 4682585"/>
              <a:gd name="connsiteY813" fmla="*/ 935259 h 2174272"/>
              <a:gd name="connsiteX814" fmla="*/ 3502152 w 4682585"/>
              <a:gd name="connsiteY814" fmla="*/ 935259 h 2174272"/>
              <a:gd name="connsiteX815" fmla="*/ 3502152 w 4682585"/>
              <a:gd name="connsiteY815" fmla="*/ 788670 h 2174272"/>
              <a:gd name="connsiteX816" fmla="*/ 3177159 w 4682585"/>
              <a:gd name="connsiteY816" fmla="*/ 788670 h 2174272"/>
              <a:gd name="connsiteX817" fmla="*/ 3177159 w 4682585"/>
              <a:gd name="connsiteY817" fmla="*/ 935259 h 2174272"/>
              <a:gd name="connsiteX818" fmla="*/ 3334893 w 4682585"/>
              <a:gd name="connsiteY818" fmla="*/ 935259 h 2174272"/>
              <a:gd name="connsiteX819" fmla="*/ 3334893 w 4682585"/>
              <a:gd name="connsiteY819" fmla="*/ 788670 h 2174272"/>
              <a:gd name="connsiteX820" fmla="*/ 3009900 w 4682585"/>
              <a:gd name="connsiteY820" fmla="*/ 788670 h 2174272"/>
              <a:gd name="connsiteX821" fmla="*/ 3009900 w 4682585"/>
              <a:gd name="connsiteY821" fmla="*/ 935259 h 2174272"/>
              <a:gd name="connsiteX822" fmla="*/ 3167634 w 4682585"/>
              <a:gd name="connsiteY822" fmla="*/ 935259 h 2174272"/>
              <a:gd name="connsiteX823" fmla="*/ 3167634 w 4682585"/>
              <a:gd name="connsiteY823" fmla="*/ 788670 h 2174272"/>
              <a:gd name="connsiteX824" fmla="*/ 2842641 w 4682585"/>
              <a:gd name="connsiteY824" fmla="*/ 788670 h 2174272"/>
              <a:gd name="connsiteX825" fmla="*/ 2842641 w 4682585"/>
              <a:gd name="connsiteY825" fmla="*/ 935259 h 2174272"/>
              <a:gd name="connsiteX826" fmla="*/ 3000375 w 4682585"/>
              <a:gd name="connsiteY826" fmla="*/ 935259 h 2174272"/>
              <a:gd name="connsiteX827" fmla="*/ 3000375 w 4682585"/>
              <a:gd name="connsiteY827" fmla="*/ 788670 h 2174272"/>
              <a:gd name="connsiteX828" fmla="*/ 2675382 w 4682585"/>
              <a:gd name="connsiteY828" fmla="*/ 788670 h 2174272"/>
              <a:gd name="connsiteX829" fmla="*/ 2675382 w 4682585"/>
              <a:gd name="connsiteY829" fmla="*/ 935259 h 2174272"/>
              <a:gd name="connsiteX830" fmla="*/ 2833116 w 4682585"/>
              <a:gd name="connsiteY830" fmla="*/ 935259 h 2174272"/>
              <a:gd name="connsiteX831" fmla="*/ 2833116 w 4682585"/>
              <a:gd name="connsiteY831" fmla="*/ 788670 h 2174272"/>
              <a:gd name="connsiteX832" fmla="*/ 2508123 w 4682585"/>
              <a:gd name="connsiteY832" fmla="*/ 788670 h 2174272"/>
              <a:gd name="connsiteX833" fmla="*/ 2508123 w 4682585"/>
              <a:gd name="connsiteY833" fmla="*/ 935259 h 2174272"/>
              <a:gd name="connsiteX834" fmla="*/ 2665857 w 4682585"/>
              <a:gd name="connsiteY834" fmla="*/ 935259 h 2174272"/>
              <a:gd name="connsiteX835" fmla="*/ 2665857 w 4682585"/>
              <a:gd name="connsiteY835" fmla="*/ 788670 h 2174272"/>
              <a:gd name="connsiteX836" fmla="*/ 2340864 w 4682585"/>
              <a:gd name="connsiteY836" fmla="*/ 788670 h 2174272"/>
              <a:gd name="connsiteX837" fmla="*/ 2340864 w 4682585"/>
              <a:gd name="connsiteY837" fmla="*/ 935259 h 2174272"/>
              <a:gd name="connsiteX838" fmla="*/ 2498598 w 4682585"/>
              <a:gd name="connsiteY838" fmla="*/ 935259 h 2174272"/>
              <a:gd name="connsiteX839" fmla="*/ 2498598 w 4682585"/>
              <a:gd name="connsiteY839" fmla="*/ 788670 h 2174272"/>
              <a:gd name="connsiteX840" fmla="*/ 2173510 w 4682585"/>
              <a:gd name="connsiteY840" fmla="*/ 788670 h 2174272"/>
              <a:gd name="connsiteX841" fmla="*/ 2173510 w 4682585"/>
              <a:gd name="connsiteY841" fmla="*/ 935259 h 2174272"/>
              <a:gd name="connsiteX842" fmla="*/ 2331339 w 4682585"/>
              <a:gd name="connsiteY842" fmla="*/ 935259 h 2174272"/>
              <a:gd name="connsiteX843" fmla="*/ 2331339 w 4682585"/>
              <a:gd name="connsiteY843" fmla="*/ 788670 h 2174272"/>
              <a:gd name="connsiteX844" fmla="*/ 2006251 w 4682585"/>
              <a:gd name="connsiteY844" fmla="*/ 788670 h 2174272"/>
              <a:gd name="connsiteX845" fmla="*/ 2006251 w 4682585"/>
              <a:gd name="connsiteY845" fmla="*/ 935259 h 2174272"/>
              <a:gd name="connsiteX846" fmla="*/ 2163985 w 4682585"/>
              <a:gd name="connsiteY846" fmla="*/ 935259 h 2174272"/>
              <a:gd name="connsiteX847" fmla="*/ 2163985 w 4682585"/>
              <a:gd name="connsiteY847" fmla="*/ 788670 h 2174272"/>
              <a:gd name="connsiteX848" fmla="*/ 1838992 w 4682585"/>
              <a:gd name="connsiteY848" fmla="*/ 788670 h 2174272"/>
              <a:gd name="connsiteX849" fmla="*/ 1838992 w 4682585"/>
              <a:gd name="connsiteY849" fmla="*/ 935259 h 2174272"/>
              <a:gd name="connsiteX850" fmla="*/ 1996726 w 4682585"/>
              <a:gd name="connsiteY850" fmla="*/ 935259 h 2174272"/>
              <a:gd name="connsiteX851" fmla="*/ 1996726 w 4682585"/>
              <a:gd name="connsiteY851" fmla="*/ 788670 h 2174272"/>
              <a:gd name="connsiteX852" fmla="*/ 1671733 w 4682585"/>
              <a:gd name="connsiteY852" fmla="*/ 788670 h 2174272"/>
              <a:gd name="connsiteX853" fmla="*/ 1671733 w 4682585"/>
              <a:gd name="connsiteY853" fmla="*/ 935259 h 2174272"/>
              <a:gd name="connsiteX854" fmla="*/ 1829467 w 4682585"/>
              <a:gd name="connsiteY854" fmla="*/ 935259 h 2174272"/>
              <a:gd name="connsiteX855" fmla="*/ 1829467 w 4682585"/>
              <a:gd name="connsiteY855" fmla="*/ 788670 h 2174272"/>
              <a:gd name="connsiteX856" fmla="*/ 1504474 w 4682585"/>
              <a:gd name="connsiteY856" fmla="*/ 788670 h 2174272"/>
              <a:gd name="connsiteX857" fmla="*/ 1504474 w 4682585"/>
              <a:gd name="connsiteY857" fmla="*/ 935259 h 2174272"/>
              <a:gd name="connsiteX858" fmla="*/ 1662208 w 4682585"/>
              <a:gd name="connsiteY858" fmla="*/ 935259 h 2174272"/>
              <a:gd name="connsiteX859" fmla="*/ 1662208 w 4682585"/>
              <a:gd name="connsiteY859" fmla="*/ 788670 h 2174272"/>
              <a:gd name="connsiteX860" fmla="*/ 1337215 w 4682585"/>
              <a:gd name="connsiteY860" fmla="*/ 788670 h 2174272"/>
              <a:gd name="connsiteX861" fmla="*/ 1337215 w 4682585"/>
              <a:gd name="connsiteY861" fmla="*/ 935259 h 2174272"/>
              <a:gd name="connsiteX862" fmla="*/ 1494949 w 4682585"/>
              <a:gd name="connsiteY862" fmla="*/ 935259 h 2174272"/>
              <a:gd name="connsiteX863" fmla="*/ 1494949 w 4682585"/>
              <a:gd name="connsiteY863" fmla="*/ 788670 h 2174272"/>
              <a:gd name="connsiteX864" fmla="*/ 1169956 w 4682585"/>
              <a:gd name="connsiteY864" fmla="*/ 788670 h 2174272"/>
              <a:gd name="connsiteX865" fmla="*/ 1169956 w 4682585"/>
              <a:gd name="connsiteY865" fmla="*/ 935259 h 2174272"/>
              <a:gd name="connsiteX866" fmla="*/ 1327690 w 4682585"/>
              <a:gd name="connsiteY866" fmla="*/ 935259 h 2174272"/>
              <a:gd name="connsiteX867" fmla="*/ 1327690 w 4682585"/>
              <a:gd name="connsiteY867" fmla="*/ 788670 h 2174272"/>
              <a:gd name="connsiteX868" fmla="*/ 1002697 w 4682585"/>
              <a:gd name="connsiteY868" fmla="*/ 788670 h 2174272"/>
              <a:gd name="connsiteX869" fmla="*/ 1002697 w 4682585"/>
              <a:gd name="connsiteY869" fmla="*/ 935259 h 2174272"/>
              <a:gd name="connsiteX870" fmla="*/ 1160431 w 4682585"/>
              <a:gd name="connsiteY870" fmla="*/ 935259 h 2174272"/>
              <a:gd name="connsiteX871" fmla="*/ 1160431 w 4682585"/>
              <a:gd name="connsiteY871" fmla="*/ 788670 h 2174272"/>
              <a:gd name="connsiteX872" fmla="*/ 835438 w 4682585"/>
              <a:gd name="connsiteY872" fmla="*/ 788670 h 2174272"/>
              <a:gd name="connsiteX873" fmla="*/ 835438 w 4682585"/>
              <a:gd name="connsiteY873" fmla="*/ 935259 h 2174272"/>
              <a:gd name="connsiteX874" fmla="*/ 993172 w 4682585"/>
              <a:gd name="connsiteY874" fmla="*/ 935259 h 2174272"/>
              <a:gd name="connsiteX875" fmla="*/ 993172 w 4682585"/>
              <a:gd name="connsiteY875" fmla="*/ 788670 h 2174272"/>
              <a:gd name="connsiteX876" fmla="*/ 668179 w 4682585"/>
              <a:gd name="connsiteY876" fmla="*/ 788670 h 2174272"/>
              <a:gd name="connsiteX877" fmla="*/ 668179 w 4682585"/>
              <a:gd name="connsiteY877" fmla="*/ 935259 h 2174272"/>
              <a:gd name="connsiteX878" fmla="*/ 825913 w 4682585"/>
              <a:gd name="connsiteY878" fmla="*/ 935259 h 2174272"/>
              <a:gd name="connsiteX879" fmla="*/ 825913 w 4682585"/>
              <a:gd name="connsiteY879" fmla="*/ 788670 h 2174272"/>
              <a:gd name="connsiteX880" fmla="*/ 500920 w 4682585"/>
              <a:gd name="connsiteY880" fmla="*/ 788670 h 2174272"/>
              <a:gd name="connsiteX881" fmla="*/ 500920 w 4682585"/>
              <a:gd name="connsiteY881" fmla="*/ 935259 h 2174272"/>
              <a:gd name="connsiteX882" fmla="*/ 658654 w 4682585"/>
              <a:gd name="connsiteY882" fmla="*/ 935259 h 2174272"/>
              <a:gd name="connsiteX883" fmla="*/ 658654 w 4682585"/>
              <a:gd name="connsiteY883" fmla="*/ 788670 h 2174272"/>
              <a:gd name="connsiteX884" fmla="*/ 333566 w 4682585"/>
              <a:gd name="connsiteY884" fmla="*/ 788670 h 2174272"/>
              <a:gd name="connsiteX885" fmla="*/ 333566 w 4682585"/>
              <a:gd name="connsiteY885" fmla="*/ 935259 h 2174272"/>
              <a:gd name="connsiteX886" fmla="*/ 491395 w 4682585"/>
              <a:gd name="connsiteY886" fmla="*/ 935259 h 2174272"/>
              <a:gd name="connsiteX887" fmla="*/ 491395 w 4682585"/>
              <a:gd name="connsiteY887" fmla="*/ 788670 h 2174272"/>
              <a:gd name="connsiteX888" fmla="*/ 166307 w 4682585"/>
              <a:gd name="connsiteY888" fmla="*/ 788670 h 2174272"/>
              <a:gd name="connsiteX889" fmla="*/ 166307 w 4682585"/>
              <a:gd name="connsiteY889" fmla="*/ 935259 h 2174272"/>
              <a:gd name="connsiteX890" fmla="*/ 324041 w 4682585"/>
              <a:gd name="connsiteY890" fmla="*/ 935259 h 2174272"/>
              <a:gd name="connsiteX891" fmla="*/ 324041 w 4682585"/>
              <a:gd name="connsiteY891" fmla="*/ 788670 h 2174272"/>
              <a:gd name="connsiteX892" fmla="*/ 9525 w 4682585"/>
              <a:gd name="connsiteY892" fmla="*/ 788670 h 2174272"/>
              <a:gd name="connsiteX893" fmla="*/ 9525 w 4682585"/>
              <a:gd name="connsiteY893" fmla="*/ 935259 h 2174272"/>
              <a:gd name="connsiteX894" fmla="*/ 156782 w 4682585"/>
              <a:gd name="connsiteY894" fmla="*/ 935259 h 2174272"/>
              <a:gd name="connsiteX895" fmla="*/ 156782 w 4682585"/>
              <a:gd name="connsiteY895" fmla="*/ 788670 h 2174272"/>
              <a:gd name="connsiteX896" fmla="*/ 4515326 w 4682585"/>
              <a:gd name="connsiteY896" fmla="*/ 632555 h 2174272"/>
              <a:gd name="connsiteX897" fmla="*/ 4515326 w 4682585"/>
              <a:gd name="connsiteY897" fmla="*/ 779145 h 2174272"/>
              <a:gd name="connsiteX898" fmla="*/ 4673060 w 4682585"/>
              <a:gd name="connsiteY898" fmla="*/ 779145 h 2174272"/>
              <a:gd name="connsiteX899" fmla="*/ 4673060 w 4682585"/>
              <a:gd name="connsiteY899" fmla="*/ 632555 h 2174272"/>
              <a:gd name="connsiteX900" fmla="*/ 4348068 w 4682585"/>
              <a:gd name="connsiteY900" fmla="*/ 632555 h 2174272"/>
              <a:gd name="connsiteX901" fmla="*/ 4348068 w 4682585"/>
              <a:gd name="connsiteY901" fmla="*/ 779145 h 2174272"/>
              <a:gd name="connsiteX902" fmla="*/ 4505801 w 4682585"/>
              <a:gd name="connsiteY902" fmla="*/ 779145 h 2174272"/>
              <a:gd name="connsiteX903" fmla="*/ 4505801 w 4682585"/>
              <a:gd name="connsiteY903" fmla="*/ 632555 h 2174272"/>
              <a:gd name="connsiteX904" fmla="*/ 4180809 w 4682585"/>
              <a:gd name="connsiteY904" fmla="*/ 632555 h 2174272"/>
              <a:gd name="connsiteX905" fmla="*/ 4180809 w 4682585"/>
              <a:gd name="connsiteY905" fmla="*/ 779145 h 2174272"/>
              <a:gd name="connsiteX906" fmla="*/ 4338543 w 4682585"/>
              <a:gd name="connsiteY906" fmla="*/ 779145 h 2174272"/>
              <a:gd name="connsiteX907" fmla="*/ 4338543 w 4682585"/>
              <a:gd name="connsiteY907" fmla="*/ 632555 h 2174272"/>
              <a:gd name="connsiteX908" fmla="*/ 4013550 w 4682585"/>
              <a:gd name="connsiteY908" fmla="*/ 632555 h 2174272"/>
              <a:gd name="connsiteX909" fmla="*/ 4013550 w 4682585"/>
              <a:gd name="connsiteY909" fmla="*/ 779145 h 2174272"/>
              <a:gd name="connsiteX910" fmla="*/ 4171284 w 4682585"/>
              <a:gd name="connsiteY910" fmla="*/ 779145 h 2174272"/>
              <a:gd name="connsiteX911" fmla="*/ 4171284 w 4682585"/>
              <a:gd name="connsiteY911" fmla="*/ 632555 h 2174272"/>
              <a:gd name="connsiteX912" fmla="*/ 3846291 w 4682585"/>
              <a:gd name="connsiteY912" fmla="*/ 632555 h 2174272"/>
              <a:gd name="connsiteX913" fmla="*/ 3846291 w 4682585"/>
              <a:gd name="connsiteY913" fmla="*/ 779145 h 2174272"/>
              <a:gd name="connsiteX914" fmla="*/ 4004025 w 4682585"/>
              <a:gd name="connsiteY914" fmla="*/ 779145 h 2174272"/>
              <a:gd name="connsiteX915" fmla="*/ 4004025 w 4682585"/>
              <a:gd name="connsiteY915" fmla="*/ 632555 h 2174272"/>
              <a:gd name="connsiteX916" fmla="*/ 3678936 w 4682585"/>
              <a:gd name="connsiteY916" fmla="*/ 632555 h 2174272"/>
              <a:gd name="connsiteX917" fmla="*/ 3678936 w 4682585"/>
              <a:gd name="connsiteY917" fmla="*/ 779145 h 2174272"/>
              <a:gd name="connsiteX918" fmla="*/ 3836766 w 4682585"/>
              <a:gd name="connsiteY918" fmla="*/ 779145 h 2174272"/>
              <a:gd name="connsiteX919" fmla="*/ 3836766 w 4682585"/>
              <a:gd name="connsiteY919" fmla="*/ 632555 h 2174272"/>
              <a:gd name="connsiteX920" fmla="*/ 3511677 w 4682585"/>
              <a:gd name="connsiteY920" fmla="*/ 632555 h 2174272"/>
              <a:gd name="connsiteX921" fmla="*/ 3511677 w 4682585"/>
              <a:gd name="connsiteY921" fmla="*/ 779145 h 2174272"/>
              <a:gd name="connsiteX922" fmla="*/ 3669411 w 4682585"/>
              <a:gd name="connsiteY922" fmla="*/ 779145 h 2174272"/>
              <a:gd name="connsiteX923" fmla="*/ 3669411 w 4682585"/>
              <a:gd name="connsiteY923" fmla="*/ 632555 h 2174272"/>
              <a:gd name="connsiteX924" fmla="*/ 3344418 w 4682585"/>
              <a:gd name="connsiteY924" fmla="*/ 632555 h 2174272"/>
              <a:gd name="connsiteX925" fmla="*/ 3344418 w 4682585"/>
              <a:gd name="connsiteY925" fmla="*/ 779145 h 2174272"/>
              <a:gd name="connsiteX926" fmla="*/ 3502152 w 4682585"/>
              <a:gd name="connsiteY926" fmla="*/ 779145 h 2174272"/>
              <a:gd name="connsiteX927" fmla="*/ 3502152 w 4682585"/>
              <a:gd name="connsiteY927" fmla="*/ 632555 h 2174272"/>
              <a:gd name="connsiteX928" fmla="*/ 3177159 w 4682585"/>
              <a:gd name="connsiteY928" fmla="*/ 632555 h 2174272"/>
              <a:gd name="connsiteX929" fmla="*/ 3177159 w 4682585"/>
              <a:gd name="connsiteY929" fmla="*/ 779145 h 2174272"/>
              <a:gd name="connsiteX930" fmla="*/ 3334893 w 4682585"/>
              <a:gd name="connsiteY930" fmla="*/ 779145 h 2174272"/>
              <a:gd name="connsiteX931" fmla="*/ 3334893 w 4682585"/>
              <a:gd name="connsiteY931" fmla="*/ 632555 h 2174272"/>
              <a:gd name="connsiteX932" fmla="*/ 3009900 w 4682585"/>
              <a:gd name="connsiteY932" fmla="*/ 632555 h 2174272"/>
              <a:gd name="connsiteX933" fmla="*/ 3009900 w 4682585"/>
              <a:gd name="connsiteY933" fmla="*/ 779145 h 2174272"/>
              <a:gd name="connsiteX934" fmla="*/ 3167634 w 4682585"/>
              <a:gd name="connsiteY934" fmla="*/ 779145 h 2174272"/>
              <a:gd name="connsiteX935" fmla="*/ 3167634 w 4682585"/>
              <a:gd name="connsiteY935" fmla="*/ 632555 h 2174272"/>
              <a:gd name="connsiteX936" fmla="*/ 2842641 w 4682585"/>
              <a:gd name="connsiteY936" fmla="*/ 632555 h 2174272"/>
              <a:gd name="connsiteX937" fmla="*/ 2842641 w 4682585"/>
              <a:gd name="connsiteY937" fmla="*/ 779145 h 2174272"/>
              <a:gd name="connsiteX938" fmla="*/ 3000375 w 4682585"/>
              <a:gd name="connsiteY938" fmla="*/ 779145 h 2174272"/>
              <a:gd name="connsiteX939" fmla="*/ 3000375 w 4682585"/>
              <a:gd name="connsiteY939" fmla="*/ 632555 h 2174272"/>
              <a:gd name="connsiteX940" fmla="*/ 2675382 w 4682585"/>
              <a:gd name="connsiteY940" fmla="*/ 632555 h 2174272"/>
              <a:gd name="connsiteX941" fmla="*/ 2675382 w 4682585"/>
              <a:gd name="connsiteY941" fmla="*/ 779145 h 2174272"/>
              <a:gd name="connsiteX942" fmla="*/ 2833116 w 4682585"/>
              <a:gd name="connsiteY942" fmla="*/ 779145 h 2174272"/>
              <a:gd name="connsiteX943" fmla="*/ 2833116 w 4682585"/>
              <a:gd name="connsiteY943" fmla="*/ 632555 h 2174272"/>
              <a:gd name="connsiteX944" fmla="*/ 2508123 w 4682585"/>
              <a:gd name="connsiteY944" fmla="*/ 632555 h 2174272"/>
              <a:gd name="connsiteX945" fmla="*/ 2508123 w 4682585"/>
              <a:gd name="connsiteY945" fmla="*/ 779145 h 2174272"/>
              <a:gd name="connsiteX946" fmla="*/ 2665857 w 4682585"/>
              <a:gd name="connsiteY946" fmla="*/ 779145 h 2174272"/>
              <a:gd name="connsiteX947" fmla="*/ 2665857 w 4682585"/>
              <a:gd name="connsiteY947" fmla="*/ 632555 h 2174272"/>
              <a:gd name="connsiteX948" fmla="*/ 2340864 w 4682585"/>
              <a:gd name="connsiteY948" fmla="*/ 632555 h 2174272"/>
              <a:gd name="connsiteX949" fmla="*/ 2340864 w 4682585"/>
              <a:gd name="connsiteY949" fmla="*/ 779145 h 2174272"/>
              <a:gd name="connsiteX950" fmla="*/ 2498598 w 4682585"/>
              <a:gd name="connsiteY950" fmla="*/ 779145 h 2174272"/>
              <a:gd name="connsiteX951" fmla="*/ 2498598 w 4682585"/>
              <a:gd name="connsiteY951" fmla="*/ 632555 h 2174272"/>
              <a:gd name="connsiteX952" fmla="*/ 2173510 w 4682585"/>
              <a:gd name="connsiteY952" fmla="*/ 632555 h 2174272"/>
              <a:gd name="connsiteX953" fmla="*/ 2173510 w 4682585"/>
              <a:gd name="connsiteY953" fmla="*/ 779145 h 2174272"/>
              <a:gd name="connsiteX954" fmla="*/ 2331339 w 4682585"/>
              <a:gd name="connsiteY954" fmla="*/ 779145 h 2174272"/>
              <a:gd name="connsiteX955" fmla="*/ 2331339 w 4682585"/>
              <a:gd name="connsiteY955" fmla="*/ 632555 h 2174272"/>
              <a:gd name="connsiteX956" fmla="*/ 2006251 w 4682585"/>
              <a:gd name="connsiteY956" fmla="*/ 632555 h 2174272"/>
              <a:gd name="connsiteX957" fmla="*/ 2006251 w 4682585"/>
              <a:gd name="connsiteY957" fmla="*/ 779145 h 2174272"/>
              <a:gd name="connsiteX958" fmla="*/ 2163985 w 4682585"/>
              <a:gd name="connsiteY958" fmla="*/ 779145 h 2174272"/>
              <a:gd name="connsiteX959" fmla="*/ 2163985 w 4682585"/>
              <a:gd name="connsiteY959" fmla="*/ 632555 h 2174272"/>
              <a:gd name="connsiteX960" fmla="*/ 1838992 w 4682585"/>
              <a:gd name="connsiteY960" fmla="*/ 632555 h 2174272"/>
              <a:gd name="connsiteX961" fmla="*/ 1838992 w 4682585"/>
              <a:gd name="connsiteY961" fmla="*/ 779145 h 2174272"/>
              <a:gd name="connsiteX962" fmla="*/ 1996726 w 4682585"/>
              <a:gd name="connsiteY962" fmla="*/ 779145 h 2174272"/>
              <a:gd name="connsiteX963" fmla="*/ 1996726 w 4682585"/>
              <a:gd name="connsiteY963" fmla="*/ 632555 h 2174272"/>
              <a:gd name="connsiteX964" fmla="*/ 1671733 w 4682585"/>
              <a:gd name="connsiteY964" fmla="*/ 632555 h 2174272"/>
              <a:gd name="connsiteX965" fmla="*/ 1671733 w 4682585"/>
              <a:gd name="connsiteY965" fmla="*/ 779145 h 2174272"/>
              <a:gd name="connsiteX966" fmla="*/ 1829467 w 4682585"/>
              <a:gd name="connsiteY966" fmla="*/ 779145 h 2174272"/>
              <a:gd name="connsiteX967" fmla="*/ 1829467 w 4682585"/>
              <a:gd name="connsiteY967" fmla="*/ 632555 h 2174272"/>
              <a:gd name="connsiteX968" fmla="*/ 1504474 w 4682585"/>
              <a:gd name="connsiteY968" fmla="*/ 632555 h 2174272"/>
              <a:gd name="connsiteX969" fmla="*/ 1504474 w 4682585"/>
              <a:gd name="connsiteY969" fmla="*/ 779145 h 2174272"/>
              <a:gd name="connsiteX970" fmla="*/ 1662208 w 4682585"/>
              <a:gd name="connsiteY970" fmla="*/ 779145 h 2174272"/>
              <a:gd name="connsiteX971" fmla="*/ 1662208 w 4682585"/>
              <a:gd name="connsiteY971" fmla="*/ 632555 h 2174272"/>
              <a:gd name="connsiteX972" fmla="*/ 1337215 w 4682585"/>
              <a:gd name="connsiteY972" fmla="*/ 632555 h 2174272"/>
              <a:gd name="connsiteX973" fmla="*/ 1337215 w 4682585"/>
              <a:gd name="connsiteY973" fmla="*/ 779145 h 2174272"/>
              <a:gd name="connsiteX974" fmla="*/ 1494949 w 4682585"/>
              <a:gd name="connsiteY974" fmla="*/ 779145 h 2174272"/>
              <a:gd name="connsiteX975" fmla="*/ 1494949 w 4682585"/>
              <a:gd name="connsiteY975" fmla="*/ 632555 h 2174272"/>
              <a:gd name="connsiteX976" fmla="*/ 1169956 w 4682585"/>
              <a:gd name="connsiteY976" fmla="*/ 632555 h 2174272"/>
              <a:gd name="connsiteX977" fmla="*/ 1169956 w 4682585"/>
              <a:gd name="connsiteY977" fmla="*/ 779145 h 2174272"/>
              <a:gd name="connsiteX978" fmla="*/ 1327690 w 4682585"/>
              <a:gd name="connsiteY978" fmla="*/ 779145 h 2174272"/>
              <a:gd name="connsiteX979" fmla="*/ 1327690 w 4682585"/>
              <a:gd name="connsiteY979" fmla="*/ 632555 h 2174272"/>
              <a:gd name="connsiteX980" fmla="*/ 1002697 w 4682585"/>
              <a:gd name="connsiteY980" fmla="*/ 632555 h 2174272"/>
              <a:gd name="connsiteX981" fmla="*/ 1002697 w 4682585"/>
              <a:gd name="connsiteY981" fmla="*/ 779145 h 2174272"/>
              <a:gd name="connsiteX982" fmla="*/ 1160431 w 4682585"/>
              <a:gd name="connsiteY982" fmla="*/ 779145 h 2174272"/>
              <a:gd name="connsiteX983" fmla="*/ 1160431 w 4682585"/>
              <a:gd name="connsiteY983" fmla="*/ 632555 h 2174272"/>
              <a:gd name="connsiteX984" fmla="*/ 835438 w 4682585"/>
              <a:gd name="connsiteY984" fmla="*/ 632555 h 2174272"/>
              <a:gd name="connsiteX985" fmla="*/ 835438 w 4682585"/>
              <a:gd name="connsiteY985" fmla="*/ 779145 h 2174272"/>
              <a:gd name="connsiteX986" fmla="*/ 993172 w 4682585"/>
              <a:gd name="connsiteY986" fmla="*/ 779145 h 2174272"/>
              <a:gd name="connsiteX987" fmla="*/ 993172 w 4682585"/>
              <a:gd name="connsiteY987" fmla="*/ 632555 h 2174272"/>
              <a:gd name="connsiteX988" fmla="*/ 668179 w 4682585"/>
              <a:gd name="connsiteY988" fmla="*/ 632555 h 2174272"/>
              <a:gd name="connsiteX989" fmla="*/ 668179 w 4682585"/>
              <a:gd name="connsiteY989" fmla="*/ 779145 h 2174272"/>
              <a:gd name="connsiteX990" fmla="*/ 825913 w 4682585"/>
              <a:gd name="connsiteY990" fmla="*/ 779145 h 2174272"/>
              <a:gd name="connsiteX991" fmla="*/ 825913 w 4682585"/>
              <a:gd name="connsiteY991" fmla="*/ 632555 h 2174272"/>
              <a:gd name="connsiteX992" fmla="*/ 500920 w 4682585"/>
              <a:gd name="connsiteY992" fmla="*/ 632555 h 2174272"/>
              <a:gd name="connsiteX993" fmla="*/ 500920 w 4682585"/>
              <a:gd name="connsiteY993" fmla="*/ 779145 h 2174272"/>
              <a:gd name="connsiteX994" fmla="*/ 658654 w 4682585"/>
              <a:gd name="connsiteY994" fmla="*/ 779145 h 2174272"/>
              <a:gd name="connsiteX995" fmla="*/ 658654 w 4682585"/>
              <a:gd name="connsiteY995" fmla="*/ 632555 h 2174272"/>
              <a:gd name="connsiteX996" fmla="*/ 333566 w 4682585"/>
              <a:gd name="connsiteY996" fmla="*/ 632555 h 2174272"/>
              <a:gd name="connsiteX997" fmla="*/ 333566 w 4682585"/>
              <a:gd name="connsiteY997" fmla="*/ 779145 h 2174272"/>
              <a:gd name="connsiteX998" fmla="*/ 491395 w 4682585"/>
              <a:gd name="connsiteY998" fmla="*/ 779145 h 2174272"/>
              <a:gd name="connsiteX999" fmla="*/ 491395 w 4682585"/>
              <a:gd name="connsiteY999" fmla="*/ 632555 h 2174272"/>
              <a:gd name="connsiteX1000" fmla="*/ 166307 w 4682585"/>
              <a:gd name="connsiteY1000" fmla="*/ 632555 h 2174272"/>
              <a:gd name="connsiteX1001" fmla="*/ 166307 w 4682585"/>
              <a:gd name="connsiteY1001" fmla="*/ 779145 h 2174272"/>
              <a:gd name="connsiteX1002" fmla="*/ 324041 w 4682585"/>
              <a:gd name="connsiteY1002" fmla="*/ 779145 h 2174272"/>
              <a:gd name="connsiteX1003" fmla="*/ 324041 w 4682585"/>
              <a:gd name="connsiteY1003" fmla="*/ 632555 h 2174272"/>
              <a:gd name="connsiteX1004" fmla="*/ 9525 w 4682585"/>
              <a:gd name="connsiteY1004" fmla="*/ 632555 h 2174272"/>
              <a:gd name="connsiteX1005" fmla="*/ 9525 w 4682585"/>
              <a:gd name="connsiteY1005" fmla="*/ 779145 h 2174272"/>
              <a:gd name="connsiteX1006" fmla="*/ 156782 w 4682585"/>
              <a:gd name="connsiteY1006" fmla="*/ 779145 h 2174272"/>
              <a:gd name="connsiteX1007" fmla="*/ 156782 w 4682585"/>
              <a:gd name="connsiteY1007" fmla="*/ 632555 h 2174272"/>
              <a:gd name="connsiteX1008" fmla="*/ 4515326 w 4682585"/>
              <a:gd name="connsiteY1008" fmla="*/ 476440 h 2174272"/>
              <a:gd name="connsiteX1009" fmla="*/ 4515326 w 4682585"/>
              <a:gd name="connsiteY1009" fmla="*/ 623030 h 2174272"/>
              <a:gd name="connsiteX1010" fmla="*/ 4673060 w 4682585"/>
              <a:gd name="connsiteY1010" fmla="*/ 623030 h 2174272"/>
              <a:gd name="connsiteX1011" fmla="*/ 4673060 w 4682585"/>
              <a:gd name="connsiteY1011" fmla="*/ 476440 h 2174272"/>
              <a:gd name="connsiteX1012" fmla="*/ 4348068 w 4682585"/>
              <a:gd name="connsiteY1012" fmla="*/ 476440 h 2174272"/>
              <a:gd name="connsiteX1013" fmla="*/ 4348068 w 4682585"/>
              <a:gd name="connsiteY1013" fmla="*/ 623030 h 2174272"/>
              <a:gd name="connsiteX1014" fmla="*/ 4505801 w 4682585"/>
              <a:gd name="connsiteY1014" fmla="*/ 623030 h 2174272"/>
              <a:gd name="connsiteX1015" fmla="*/ 4505801 w 4682585"/>
              <a:gd name="connsiteY1015" fmla="*/ 476440 h 2174272"/>
              <a:gd name="connsiteX1016" fmla="*/ 4180809 w 4682585"/>
              <a:gd name="connsiteY1016" fmla="*/ 476440 h 2174272"/>
              <a:gd name="connsiteX1017" fmla="*/ 4180809 w 4682585"/>
              <a:gd name="connsiteY1017" fmla="*/ 623030 h 2174272"/>
              <a:gd name="connsiteX1018" fmla="*/ 4338543 w 4682585"/>
              <a:gd name="connsiteY1018" fmla="*/ 623030 h 2174272"/>
              <a:gd name="connsiteX1019" fmla="*/ 4338543 w 4682585"/>
              <a:gd name="connsiteY1019" fmla="*/ 476440 h 2174272"/>
              <a:gd name="connsiteX1020" fmla="*/ 4013550 w 4682585"/>
              <a:gd name="connsiteY1020" fmla="*/ 476440 h 2174272"/>
              <a:gd name="connsiteX1021" fmla="*/ 4013550 w 4682585"/>
              <a:gd name="connsiteY1021" fmla="*/ 623030 h 2174272"/>
              <a:gd name="connsiteX1022" fmla="*/ 4171284 w 4682585"/>
              <a:gd name="connsiteY1022" fmla="*/ 623030 h 2174272"/>
              <a:gd name="connsiteX1023" fmla="*/ 4171284 w 4682585"/>
              <a:gd name="connsiteY1023" fmla="*/ 476440 h 2174272"/>
              <a:gd name="connsiteX1024" fmla="*/ 3846291 w 4682585"/>
              <a:gd name="connsiteY1024" fmla="*/ 476440 h 2174272"/>
              <a:gd name="connsiteX1025" fmla="*/ 3846291 w 4682585"/>
              <a:gd name="connsiteY1025" fmla="*/ 623030 h 2174272"/>
              <a:gd name="connsiteX1026" fmla="*/ 4004025 w 4682585"/>
              <a:gd name="connsiteY1026" fmla="*/ 623030 h 2174272"/>
              <a:gd name="connsiteX1027" fmla="*/ 4004025 w 4682585"/>
              <a:gd name="connsiteY1027" fmla="*/ 476440 h 2174272"/>
              <a:gd name="connsiteX1028" fmla="*/ 3678936 w 4682585"/>
              <a:gd name="connsiteY1028" fmla="*/ 476440 h 2174272"/>
              <a:gd name="connsiteX1029" fmla="*/ 3678936 w 4682585"/>
              <a:gd name="connsiteY1029" fmla="*/ 623030 h 2174272"/>
              <a:gd name="connsiteX1030" fmla="*/ 3836766 w 4682585"/>
              <a:gd name="connsiteY1030" fmla="*/ 623030 h 2174272"/>
              <a:gd name="connsiteX1031" fmla="*/ 3836766 w 4682585"/>
              <a:gd name="connsiteY1031" fmla="*/ 476440 h 2174272"/>
              <a:gd name="connsiteX1032" fmla="*/ 3511677 w 4682585"/>
              <a:gd name="connsiteY1032" fmla="*/ 476440 h 2174272"/>
              <a:gd name="connsiteX1033" fmla="*/ 3511677 w 4682585"/>
              <a:gd name="connsiteY1033" fmla="*/ 623030 h 2174272"/>
              <a:gd name="connsiteX1034" fmla="*/ 3669411 w 4682585"/>
              <a:gd name="connsiteY1034" fmla="*/ 623030 h 2174272"/>
              <a:gd name="connsiteX1035" fmla="*/ 3669411 w 4682585"/>
              <a:gd name="connsiteY1035" fmla="*/ 476440 h 2174272"/>
              <a:gd name="connsiteX1036" fmla="*/ 3344418 w 4682585"/>
              <a:gd name="connsiteY1036" fmla="*/ 476440 h 2174272"/>
              <a:gd name="connsiteX1037" fmla="*/ 3344418 w 4682585"/>
              <a:gd name="connsiteY1037" fmla="*/ 623030 h 2174272"/>
              <a:gd name="connsiteX1038" fmla="*/ 3502152 w 4682585"/>
              <a:gd name="connsiteY1038" fmla="*/ 623030 h 2174272"/>
              <a:gd name="connsiteX1039" fmla="*/ 3502152 w 4682585"/>
              <a:gd name="connsiteY1039" fmla="*/ 476440 h 2174272"/>
              <a:gd name="connsiteX1040" fmla="*/ 3177159 w 4682585"/>
              <a:gd name="connsiteY1040" fmla="*/ 476440 h 2174272"/>
              <a:gd name="connsiteX1041" fmla="*/ 3177159 w 4682585"/>
              <a:gd name="connsiteY1041" fmla="*/ 623030 h 2174272"/>
              <a:gd name="connsiteX1042" fmla="*/ 3334893 w 4682585"/>
              <a:gd name="connsiteY1042" fmla="*/ 623030 h 2174272"/>
              <a:gd name="connsiteX1043" fmla="*/ 3334893 w 4682585"/>
              <a:gd name="connsiteY1043" fmla="*/ 476440 h 2174272"/>
              <a:gd name="connsiteX1044" fmla="*/ 3009900 w 4682585"/>
              <a:gd name="connsiteY1044" fmla="*/ 476440 h 2174272"/>
              <a:gd name="connsiteX1045" fmla="*/ 3009900 w 4682585"/>
              <a:gd name="connsiteY1045" fmla="*/ 623030 h 2174272"/>
              <a:gd name="connsiteX1046" fmla="*/ 3167634 w 4682585"/>
              <a:gd name="connsiteY1046" fmla="*/ 623030 h 2174272"/>
              <a:gd name="connsiteX1047" fmla="*/ 3167634 w 4682585"/>
              <a:gd name="connsiteY1047" fmla="*/ 476440 h 2174272"/>
              <a:gd name="connsiteX1048" fmla="*/ 2842641 w 4682585"/>
              <a:gd name="connsiteY1048" fmla="*/ 476440 h 2174272"/>
              <a:gd name="connsiteX1049" fmla="*/ 2842641 w 4682585"/>
              <a:gd name="connsiteY1049" fmla="*/ 623030 h 2174272"/>
              <a:gd name="connsiteX1050" fmla="*/ 3000375 w 4682585"/>
              <a:gd name="connsiteY1050" fmla="*/ 623030 h 2174272"/>
              <a:gd name="connsiteX1051" fmla="*/ 3000375 w 4682585"/>
              <a:gd name="connsiteY1051" fmla="*/ 476440 h 2174272"/>
              <a:gd name="connsiteX1052" fmla="*/ 2675382 w 4682585"/>
              <a:gd name="connsiteY1052" fmla="*/ 476440 h 2174272"/>
              <a:gd name="connsiteX1053" fmla="*/ 2675382 w 4682585"/>
              <a:gd name="connsiteY1053" fmla="*/ 623030 h 2174272"/>
              <a:gd name="connsiteX1054" fmla="*/ 2833116 w 4682585"/>
              <a:gd name="connsiteY1054" fmla="*/ 623030 h 2174272"/>
              <a:gd name="connsiteX1055" fmla="*/ 2833116 w 4682585"/>
              <a:gd name="connsiteY1055" fmla="*/ 476440 h 2174272"/>
              <a:gd name="connsiteX1056" fmla="*/ 2508123 w 4682585"/>
              <a:gd name="connsiteY1056" fmla="*/ 476440 h 2174272"/>
              <a:gd name="connsiteX1057" fmla="*/ 2508123 w 4682585"/>
              <a:gd name="connsiteY1057" fmla="*/ 623030 h 2174272"/>
              <a:gd name="connsiteX1058" fmla="*/ 2665857 w 4682585"/>
              <a:gd name="connsiteY1058" fmla="*/ 623030 h 2174272"/>
              <a:gd name="connsiteX1059" fmla="*/ 2665857 w 4682585"/>
              <a:gd name="connsiteY1059" fmla="*/ 476440 h 2174272"/>
              <a:gd name="connsiteX1060" fmla="*/ 2340864 w 4682585"/>
              <a:gd name="connsiteY1060" fmla="*/ 476440 h 2174272"/>
              <a:gd name="connsiteX1061" fmla="*/ 2340864 w 4682585"/>
              <a:gd name="connsiteY1061" fmla="*/ 623030 h 2174272"/>
              <a:gd name="connsiteX1062" fmla="*/ 2498598 w 4682585"/>
              <a:gd name="connsiteY1062" fmla="*/ 623030 h 2174272"/>
              <a:gd name="connsiteX1063" fmla="*/ 2498598 w 4682585"/>
              <a:gd name="connsiteY1063" fmla="*/ 476440 h 2174272"/>
              <a:gd name="connsiteX1064" fmla="*/ 2173510 w 4682585"/>
              <a:gd name="connsiteY1064" fmla="*/ 476440 h 2174272"/>
              <a:gd name="connsiteX1065" fmla="*/ 2173510 w 4682585"/>
              <a:gd name="connsiteY1065" fmla="*/ 623030 h 2174272"/>
              <a:gd name="connsiteX1066" fmla="*/ 2331339 w 4682585"/>
              <a:gd name="connsiteY1066" fmla="*/ 623030 h 2174272"/>
              <a:gd name="connsiteX1067" fmla="*/ 2331339 w 4682585"/>
              <a:gd name="connsiteY1067" fmla="*/ 476440 h 2174272"/>
              <a:gd name="connsiteX1068" fmla="*/ 2006251 w 4682585"/>
              <a:gd name="connsiteY1068" fmla="*/ 476440 h 2174272"/>
              <a:gd name="connsiteX1069" fmla="*/ 2006251 w 4682585"/>
              <a:gd name="connsiteY1069" fmla="*/ 623030 h 2174272"/>
              <a:gd name="connsiteX1070" fmla="*/ 2163985 w 4682585"/>
              <a:gd name="connsiteY1070" fmla="*/ 623030 h 2174272"/>
              <a:gd name="connsiteX1071" fmla="*/ 2163985 w 4682585"/>
              <a:gd name="connsiteY1071" fmla="*/ 476440 h 2174272"/>
              <a:gd name="connsiteX1072" fmla="*/ 1838992 w 4682585"/>
              <a:gd name="connsiteY1072" fmla="*/ 476440 h 2174272"/>
              <a:gd name="connsiteX1073" fmla="*/ 1838992 w 4682585"/>
              <a:gd name="connsiteY1073" fmla="*/ 623030 h 2174272"/>
              <a:gd name="connsiteX1074" fmla="*/ 1996726 w 4682585"/>
              <a:gd name="connsiteY1074" fmla="*/ 623030 h 2174272"/>
              <a:gd name="connsiteX1075" fmla="*/ 1996726 w 4682585"/>
              <a:gd name="connsiteY1075" fmla="*/ 476440 h 2174272"/>
              <a:gd name="connsiteX1076" fmla="*/ 1671733 w 4682585"/>
              <a:gd name="connsiteY1076" fmla="*/ 476440 h 2174272"/>
              <a:gd name="connsiteX1077" fmla="*/ 1671733 w 4682585"/>
              <a:gd name="connsiteY1077" fmla="*/ 623030 h 2174272"/>
              <a:gd name="connsiteX1078" fmla="*/ 1829467 w 4682585"/>
              <a:gd name="connsiteY1078" fmla="*/ 623030 h 2174272"/>
              <a:gd name="connsiteX1079" fmla="*/ 1829467 w 4682585"/>
              <a:gd name="connsiteY1079" fmla="*/ 476440 h 2174272"/>
              <a:gd name="connsiteX1080" fmla="*/ 1504474 w 4682585"/>
              <a:gd name="connsiteY1080" fmla="*/ 476440 h 2174272"/>
              <a:gd name="connsiteX1081" fmla="*/ 1504474 w 4682585"/>
              <a:gd name="connsiteY1081" fmla="*/ 623030 h 2174272"/>
              <a:gd name="connsiteX1082" fmla="*/ 1662208 w 4682585"/>
              <a:gd name="connsiteY1082" fmla="*/ 623030 h 2174272"/>
              <a:gd name="connsiteX1083" fmla="*/ 1662208 w 4682585"/>
              <a:gd name="connsiteY1083" fmla="*/ 476440 h 2174272"/>
              <a:gd name="connsiteX1084" fmla="*/ 1337215 w 4682585"/>
              <a:gd name="connsiteY1084" fmla="*/ 476440 h 2174272"/>
              <a:gd name="connsiteX1085" fmla="*/ 1337215 w 4682585"/>
              <a:gd name="connsiteY1085" fmla="*/ 623030 h 2174272"/>
              <a:gd name="connsiteX1086" fmla="*/ 1494949 w 4682585"/>
              <a:gd name="connsiteY1086" fmla="*/ 623030 h 2174272"/>
              <a:gd name="connsiteX1087" fmla="*/ 1494949 w 4682585"/>
              <a:gd name="connsiteY1087" fmla="*/ 476440 h 2174272"/>
              <a:gd name="connsiteX1088" fmla="*/ 1169956 w 4682585"/>
              <a:gd name="connsiteY1088" fmla="*/ 476440 h 2174272"/>
              <a:gd name="connsiteX1089" fmla="*/ 1169956 w 4682585"/>
              <a:gd name="connsiteY1089" fmla="*/ 623030 h 2174272"/>
              <a:gd name="connsiteX1090" fmla="*/ 1327690 w 4682585"/>
              <a:gd name="connsiteY1090" fmla="*/ 623030 h 2174272"/>
              <a:gd name="connsiteX1091" fmla="*/ 1327690 w 4682585"/>
              <a:gd name="connsiteY1091" fmla="*/ 476440 h 2174272"/>
              <a:gd name="connsiteX1092" fmla="*/ 1002697 w 4682585"/>
              <a:gd name="connsiteY1092" fmla="*/ 476440 h 2174272"/>
              <a:gd name="connsiteX1093" fmla="*/ 1002697 w 4682585"/>
              <a:gd name="connsiteY1093" fmla="*/ 623030 h 2174272"/>
              <a:gd name="connsiteX1094" fmla="*/ 1160431 w 4682585"/>
              <a:gd name="connsiteY1094" fmla="*/ 623030 h 2174272"/>
              <a:gd name="connsiteX1095" fmla="*/ 1160431 w 4682585"/>
              <a:gd name="connsiteY1095" fmla="*/ 476440 h 2174272"/>
              <a:gd name="connsiteX1096" fmla="*/ 835438 w 4682585"/>
              <a:gd name="connsiteY1096" fmla="*/ 476440 h 2174272"/>
              <a:gd name="connsiteX1097" fmla="*/ 835438 w 4682585"/>
              <a:gd name="connsiteY1097" fmla="*/ 623030 h 2174272"/>
              <a:gd name="connsiteX1098" fmla="*/ 993172 w 4682585"/>
              <a:gd name="connsiteY1098" fmla="*/ 623030 h 2174272"/>
              <a:gd name="connsiteX1099" fmla="*/ 993172 w 4682585"/>
              <a:gd name="connsiteY1099" fmla="*/ 476440 h 2174272"/>
              <a:gd name="connsiteX1100" fmla="*/ 668179 w 4682585"/>
              <a:gd name="connsiteY1100" fmla="*/ 476440 h 2174272"/>
              <a:gd name="connsiteX1101" fmla="*/ 668179 w 4682585"/>
              <a:gd name="connsiteY1101" fmla="*/ 623030 h 2174272"/>
              <a:gd name="connsiteX1102" fmla="*/ 825913 w 4682585"/>
              <a:gd name="connsiteY1102" fmla="*/ 623030 h 2174272"/>
              <a:gd name="connsiteX1103" fmla="*/ 825913 w 4682585"/>
              <a:gd name="connsiteY1103" fmla="*/ 476440 h 2174272"/>
              <a:gd name="connsiteX1104" fmla="*/ 500920 w 4682585"/>
              <a:gd name="connsiteY1104" fmla="*/ 476440 h 2174272"/>
              <a:gd name="connsiteX1105" fmla="*/ 500920 w 4682585"/>
              <a:gd name="connsiteY1105" fmla="*/ 623030 h 2174272"/>
              <a:gd name="connsiteX1106" fmla="*/ 658654 w 4682585"/>
              <a:gd name="connsiteY1106" fmla="*/ 623030 h 2174272"/>
              <a:gd name="connsiteX1107" fmla="*/ 658654 w 4682585"/>
              <a:gd name="connsiteY1107" fmla="*/ 476440 h 2174272"/>
              <a:gd name="connsiteX1108" fmla="*/ 333566 w 4682585"/>
              <a:gd name="connsiteY1108" fmla="*/ 476440 h 2174272"/>
              <a:gd name="connsiteX1109" fmla="*/ 333566 w 4682585"/>
              <a:gd name="connsiteY1109" fmla="*/ 623030 h 2174272"/>
              <a:gd name="connsiteX1110" fmla="*/ 491395 w 4682585"/>
              <a:gd name="connsiteY1110" fmla="*/ 623030 h 2174272"/>
              <a:gd name="connsiteX1111" fmla="*/ 491395 w 4682585"/>
              <a:gd name="connsiteY1111" fmla="*/ 476440 h 2174272"/>
              <a:gd name="connsiteX1112" fmla="*/ 166307 w 4682585"/>
              <a:gd name="connsiteY1112" fmla="*/ 476440 h 2174272"/>
              <a:gd name="connsiteX1113" fmla="*/ 166307 w 4682585"/>
              <a:gd name="connsiteY1113" fmla="*/ 623030 h 2174272"/>
              <a:gd name="connsiteX1114" fmla="*/ 324041 w 4682585"/>
              <a:gd name="connsiteY1114" fmla="*/ 623030 h 2174272"/>
              <a:gd name="connsiteX1115" fmla="*/ 324041 w 4682585"/>
              <a:gd name="connsiteY1115" fmla="*/ 476440 h 2174272"/>
              <a:gd name="connsiteX1116" fmla="*/ 9525 w 4682585"/>
              <a:gd name="connsiteY1116" fmla="*/ 476440 h 2174272"/>
              <a:gd name="connsiteX1117" fmla="*/ 9525 w 4682585"/>
              <a:gd name="connsiteY1117" fmla="*/ 623030 h 2174272"/>
              <a:gd name="connsiteX1118" fmla="*/ 156782 w 4682585"/>
              <a:gd name="connsiteY1118" fmla="*/ 623030 h 2174272"/>
              <a:gd name="connsiteX1119" fmla="*/ 156782 w 4682585"/>
              <a:gd name="connsiteY1119" fmla="*/ 476440 h 2174272"/>
              <a:gd name="connsiteX1120" fmla="*/ 4515326 w 4682585"/>
              <a:gd name="connsiteY1120" fmla="*/ 320325 h 2174272"/>
              <a:gd name="connsiteX1121" fmla="*/ 4515326 w 4682585"/>
              <a:gd name="connsiteY1121" fmla="*/ 466915 h 2174272"/>
              <a:gd name="connsiteX1122" fmla="*/ 4673060 w 4682585"/>
              <a:gd name="connsiteY1122" fmla="*/ 466915 h 2174272"/>
              <a:gd name="connsiteX1123" fmla="*/ 4673060 w 4682585"/>
              <a:gd name="connsiteY1123" fmla="*/ 320325 h 2174272"/>
              <a:gd name="connsiteX1124" fmla="*/ 4348068 w 4682585"/>
              <a:gd name="connsiteY1124" fmla="*/ 320325 h 2174272"/>
              <a:gd name="connsiteX1125" fmla="*/ 4348068 w 4682585"/>
              <a:gd name="connsiteY1125" fmla="*/ 466915 h 2174272"/>
              <a:gd name="connsiteX1126" fmla="*/ 4505801 w 4682585"/>
              <a:gd name="connsiteY1126" fmla="*/ 466915 h 2174272"/>
              <a:gd name="connsiteX1127" fmla="*/ 4505801 w 4682585"/>
              <a:gd name="connsiteY1127" fmla="*/ 320325 h 2174272"/>
              <a:gd name="connsiteX1128" fmla="*/ 4180809 w 4682585"/>
              <a:gd name="connsiteY1128" fmla="*/ 320325 h 2174272"/>
              <a:gd name="connsiteX1129" fmla="*/ 4180809 w 4682585"/>
              <a:gd name="connsiteY1129" fmla="*/ 466915 h 2174272"/>
              <a:gd name="connsiteX1130" fmla="*/ 4338543 w 4682585"/>
              <a:gd name="connsiteY1130" fmla="*/ 466915 h 2174272"/>
              <a:gd name="connsiteX1131" fmla="*/ 4338543 w 4682585"/>
              <a:gd name="connsiteY1131" fmla="*/ 320325 h 2174272"/>
              <a:gd name="connsiteX1132" fmla="*/ 4013550 w 4682585"/>
              <a:gd name="connsiteY1132" fmla="*/ 320325 h 2174272"/>
              <a:gd name="connsiteX1133" fmla="*/ 4013550 w 4682585"/>
              <a:gd name="connsiteY1133" fmla="*/ 466915 h 2174272"/>
              <a:gd name="connsiteX1134" fmla="*/ 4171284 w 4682585"/>
              <a:gd name="connsiteY1134" fmla="*/ 466915 h 2174272"/>
              <a:gd name="connsiteX1135" fmla="*/ 4171284 w 4682585"/>
              <a:gd name="connsiteY1135" fmla="*/ 320325 h 2174272"/>
              <a:gd name="connsiteX1136" fmla="*/ 3846291 w 4682585"/>
              <a:gd name="connsiteY1136" fmla="*/ 320325 h 2174272"/>
              <a:gd name="connsiteX1137" fmla="*/ 3846291 w 4682585"/>
              <a:gd name="connsiteY1137" fmla="*/ 466915 h 2174272"/>
              <a:gd name="connsiteX1138" fmla="*/ 4004025 w 4682585"/>
              <a:gd name="connsiteY1138" fmla="*/ 466915 h 2174272"/>
              <a:gd name="connsiteX1139" fmla="*/ 4004025 w 4682585"/>
              <a:gd name="connsiteY1139" fmla="*/ 320325 h 2174272"/>
              <a:gd name="connsiteX1140" fmla="*/ 3678936 w 4682585"/>
              <a:gd name="connsiteY1140" fmla="*/ 320325 h 2174272"/>
              <a:gd name="connsiteX1141" fmla="*/ 3678936 w 4682585"/>
              <a:gd name="connsiteY1141" fmla="*/ 466915 h 2174272"/>
              <a:gd name="connsiteX1142" fmla="*/ 3836766 w 4682585"/>
              <a:gd name="connsiteY1142" fmla="*/ 466915 h 2174272"/>
              <a:gd name="connsiteX1143" fmla="*/ 3836766 w 4682585"/>
              <a:gd name="connsiteY1143" fmla="*/ 320325 h 2174272"/>
              <a:gd name="connsiteX1144" fmla="*/ 3511677 w 4682585"/>
              <a:gd name="connsiteY1144" fmla="*/ 320325 h 2174272"/>
              <a:gd name="connsiteX1145" fmla="*/ 3511677 w 4682585"/>
              <a:gd name="connsiteY1145" fmla="*/ 466915 h 2174272"/>
              <a:gd name="connsiteX1146" fmla="*/ 3669411 w 4682585"/>
              <a:gd name="connsiteY1146" fmla="*/ 466915 h 2174272"/>
              <a:gd name="connsiteX1147" fmla="*/ 3669411 w 4682585"/>
              <a:gd name="connsiteY1147" fmla="*/ 320325 h 2174272"/>
              <a:gd name="connsiteX1148" fmla="*/ 3344418 w 4682585"/>
              <a:gd name="connsiteY1148" fmla="*/ 320325 h 2174272"/>
              <a:gd name="connsiteX1149" fmla="*/ 3344418 w 4682585"/>
              <a:gd name="connsiteY1149" fmla="*/ 466915 h 2174272"/>
              <a:gd name="connsiteX1150" fmla="*/ 3502152 w 4682585"/>
              <a:gd name="connsiteY1150" fmla="*/ 466915 h 2174272"/>
              <a:gd name="connsiteX1151" fmla="*/ 3502152 w 4682585"/>
              <a:gd name="connsiteY1151" fmla="*/ 320325 h 2174272"/>
              <a:gd name="connsiteX1152" fmla="*/ 3177159 w 4682585"/>
              <a:gd name="connsiteY1152" fmla="*/ 320325 h 2174272"/>
              <a:gd name="connsiteX1153" fmla="*/ 3177159 w 4682585"/>
              <a:gd name="connsiteY1153" fmla="*/ 466915 h 2174272"/>
              <a:gd name="connsiteX1154" fmla="*/ 3334893 w 4682585"/>
              <a:gd name="connsiteY1154" fmla="*/ 466915 h 2174272"/>
              <a:gd name="connsiteX1155" fmla="*/ 3334893 w 4682585"/>
              <a:gd name="connsiteY1155" fmla="*/ 320325 h 2174272"/>
              <a:gd name="connsiteX1156" fmla="*/ 3009900 w 4682585"/>
              <a:gd name="connsiteY1156" fmla="*/ 320325 h 2174272"/>
              <a:gd name="connsiteX1157" fmla="*/ 3009900 w 4682585"/>
              <a:gd name="connsiteY1157" fmla="*/ 466915 h 2174272"/>
              <a:gd name="connsiteX1158" fmla="*/ 3167634 w 4682585"/>
              <a:gd name="connsiteY1158" fmla="*/ 466915 h 2174272"/>
              <a:gd name="connsiteX1159" fmla="*/ 3167634 w 4682585"/>
              <a:gd name="connsiteY1159" fmla="*/ 320325 h 2174272"/>
              <a:gd name="connsiteX1160" fmla="*/ 2842641 w 4682585"/>
              <a:gd name="connsiteY1160" fmla="*/ 320325 h 2174272"/>
              <a:gd name="connsiteX1161" fmla="*/ 2842641 w 4682585"/>
              <a:gd name="connsiteY1161" fmla="*/ 466915 h 2174272"/>
              <a:gd name="connsiteX1162" fmla="*/ 3000375 w 4682585"/>
              <a:gd name="connsiteY1162" fmla="*/ 466915 h 2174272"/>
              <a:gd name="connsiteX1163" fmla="*/ 3000375 w 4682585"/>
              <a:gd name="connsiteY1163" fmla="*/ 320325 h 2174272"/>
              <a:gd name="connsiteX1164" fmla="*/ 2675382 w 4682585"/>
              <a:gd name="connsiteY1164" fmla="*/ 320325 h 2174272"/>
              <a:gd name="connsiteX1165" fmla="*/ 2675382 w 4682585"/>
              <a:gd name="connsiteY1165" fmla="*/ 466915 h 2174272"/>
              <a:gd name="connsiteX1166" fmla="*/ 2833116 w 4682585"/>
              <a:gd name="connsiteY1166" fmla="*/ 466915 h 2174272"/>
              <a:gd name="connsiteX1167" fmla="*/ 2833116 w 4682585"/>
              <a:gd name="connsiteY1167" fmla="*/ 320325 h 2174272"/>
              <a:gd name="connsiteX1168" fmla="*/ 2508123 w 4682585"/>
              <a:gd name="connsiteY1168" fmla="*/ 320325 h 2174272"/>
              <a:gd name="connsiteX1169" fmla="*/ 2508123 w 4682585"/>
              <a:gd name="connsiteY1169" fmla="*/ 466915 h 2174272"/>
              <a:gd name="connsiteX1170" fmla="*/ 2665857 w 4682585"/>
              <a:gd name="connsiteY1170" fmla="*/ 466915 h 2174272"/>
              <a:gd name="connsiteX1171" fmla="*/ 2665857 w 4682585"/>
              <a:gd name="connsiteY1171" fmla="*/ 320325 h 2174272"/>
              <a:gd name="connsiteX1172" fmla="*/ 2340864 w 4682585"/>
              <a:gd name="connsiteY1172" fmla="*/ 320325 h 2174272"/>
              <a:gd name="connsiteX1173" fmla="*/ 2340864 w 4682585"/>
              <a:gd name="connsiteY1173" fmla="*/ 466915 h 2174272"/>
              <a:gd name="connsiteX1174" fmla="*/ 2498598 w 4682585"/>
              <a:gd name="connsiteY1174" fmla="*/ 466915 h 2174272"/>
              <a:gd name="connsiteX1175" fmla="*/ 2498598 w 4682585"/>
              <a:gd name="connsiteY1175" fmla="*/ 320325 h 2174272"/>
              <a:gd name="connsiteX1176" fmla="*/ 2173510 w 4682585"/>
              <a:gd name="connsiteY1176" fmla="*/ 320325 h 2174272"/>
              <a:gd name="connsiteX1177" fmla="*/ 2173510 w 4682585"/>
              <a:gd name="connsiteY1177" fmla="*/ 466915 h 2174272"/>
              <a:gd name="connsiteX1178" fmla="*/ 2331339 w 4682585"/>
              <a:gd name="connsiteY1178" fmla="*/ 466915 h 2174272"/>
              <a:gd name="connsiteX1179" fmla="*/ 2331339 w 4682585"/>
              <a:gd name="connsiteY1179" fmla="*/ 320325 h 2174272"/>
              <a:gd name="connsiteX1180" fmla="*/ 2006251 w 4682585"/>
              <a:gd name="connsiteY1180" fmla="*/ 320325 h 2174272"/>
              <a:gd name="connsiteX1181" fmla="*/ 2006251 w 4682585"/>
              <a:gd name="connsiteY1181" fmla="*/ 466915 h 2174272"/>
              <a:gd name="connsiteX1182" fmla="*/ 2163985 w 4682585"/>
              <a:gd name="connsiteY1182" fmla="*/ 466915 h 2174272"/>
              <a:gd name="connsiteX1183" fmla="*/ 2163985 w 4682585"/>
              <a:gd name="connsiteY1183" fmla="*/ 320325 h 2174272"/>
              <a:gd name="connsiteX1184" fmla="*/ 1838992 w 4682585"/>
              <a:gd name="connsiteY1184" fmla="*/ 320325 h 2174272"/>
              <a:gd name="connsiteX1185" fmla="*/ 1838992 w 4682585"/>
              <a:gd name="connsiteY1185" fmla="*/ 466915 h 2174272"/>
              <a:gd name="connsiteX1186" fmla="*/ 1996726 w 4682585"/>
              <a:gd name="connsiteY1186" fmla="*/ 466915 h 2174272"/>
              <a:gd name="connsiteX1187" fmla="*/ 1996726 w 4682585"/>
              <a:gd name="connsiteY1187" fmla="*/ 320325 h 2174272"/>
              <a:gd name="connsiteX1188" fmla="*/ 1671733 w 4682585"/>
              <a:gd name="connsiteY1188" fmla="*/ 320325 h 2174272"/>
              <a:gd name="connsiteX1189" fmla="*/ 1671733 w 4682585"/>
              <a:gd name="connsiteY1189" fmla="*/ 466915 h 2174272"/>
              <a:gd name="connsiteX1190" fmla="*/ 1829467 w 4682585"/>
              <a:gd name="connsiteY1190" fmla="*/ 466915 h 2174272"/>
              <a:gd name="connsiteX1191" fmla="*/ 1829467 w 4682585"/>
              <a:gd name="connsiteY1191" fmla="*/ 320325 h 2174272"/>
              <a:gd name="connsiteX1192" fmla="*/ 1504474 w 4682585"/>
              <a:gd name="connsiteY1192" fmla="*/ 320325 h 2174272"/>
              <a:gd name="connsiteX1193" fmla="*/ 1504474 w 4682585"/>
              <a:gd name="connsiteY1193" fmla="*/ 466915 h 2174272"/>
              <a:gd name="connsiteX1194" fmla="*/ 1662208 w 4682585"/>
              <a:gd name="connsiteY1194" fmla="*/ 466915 h 2174272"/>
              <a:gd name="connsiteX1195" fmla="*/ 1662208 w 4682585"/>
              <a:gd name="connsiteY1195" fmla="*/ 320325 h 2174272"/>
              <a:gd name="connsiteX1196" fmla="*/ 1337215 w 4682585"/>
              <a:gd name="connsiteY1196" fmla="*/ 320325 h 2174272"/>
              <a:gd name="connsiteX1197" fmla="*/ 1337215 w 4682585"/>
              <a:gd name="connsiteY1197" fmla="*/ 466915 h 2174272"/>
              <a:gd name="connsiteX1198" fmla="*/ 1494949 w 4682585"/>
              <a:gd name="connsiteY1198" fmla="*/ 466915 h 2174272"/>
              <a:gd name="connsiteX1199" fmla="*/ 1494949 w 4682585"/>
              <a:gd name="connsiteY1199" fmla="*/ 320325 h 2174272"/>
              <a:gd name="connsiteX1200" fmla="*/ 1169956 w 4682585"/>
              <a:gd name="connsiteY1200" fmla="*/ 320325 h 2174272"/>
              <a:gd name="connsiteX1201" fmla="*/ 1169956 w 4682585"/>
              <a:gd name="connsiteY1201" fmla="*/ 466915 h 2174272"/>
              <a:gd name="connsiteX1202" fmla="*/ 1327690 w 4682585"/>
              <a:gd name="connsiteY1202" fmla="*/ 466915 h 2174272"/>
              <a:gd name="connsiteX1203" fmla="*/ 1327690 w 4682585"/>
              <a:gd name="connsiteY1203" fmla="*/ 320325 h 2174272"/>
              <a:gd name="connsiteX1204" fmla="*/ 1002697 w 4682585"/>
              <a:gd name="connsiteY1204" fmla="*/ 320325 h 2174272"/>
              <a:gd name="connsiteX1205" fmla="*/ 1002697 w 4682585"/>
              <a:gd name="connsiteY1205" fmla="*/ 466915 h 2174272"/>
              <a:gd name="connsiteX1206" fmla="*/ 1160431 w 4682585"/>
              <a:gd name="connsiteY1206" fmla="*/ 466915 h 2174272"/>
              <a:gd name="connsiteX1207" fmla="*/ 1160431 w 4682585"/>
              <a:gd name="connsiteY1207" fmla="*/ 320325 h 2174272"/>
              <a:gd name="connsiteX1208" fmla="*/ 835438 w 4682585"/>
              <a:gd name="connsiteY1208" fmla="*/ 320325 h 2174272"/>
              <a:gd name="connsiteX1209" fmla="*/ 835438 w 4682585"/>
              <a:gd name="connsiteY1209" fmla="*/ 466915 h 2174272"/>
              <a:gd name="connsiteX1210" fmla="*/ 993172 w 4682585"/>
              <a:gd name="connsiteY1210" fmla="*/ 466915 h 2174272"/>
              <a:gd name="connsiteX1211" fmla="*/ 993172 w 4682585"/>
              <a:gd name="connsiteY1211" fmla="*/ 320325 h 2174272"/>
              <a:gd name="connsiteX1212" fmla="*/ 668179 w 4682585"/>
              <a:gd name="connsiteY1212" fmla="*/ 320325 h 2174272"/>
              <a:gd name="connsiteX1213" fmla="*/ 668179 w 4682585"/>
              <a:gd name="connsiteY1213" fmla="*/ 466915 h 2174272"/>
              <a:gd name="connsiteX1214" fmla="*/ 825913 w 4682585"/>
              <a:gd name="connsiteY1214" fmla="*/ 466915 h 2174272"/>
              <a:gd name="connsiteX1215" fmla="*/ 825913 w 4682585"/>
              <a:gd name="connsiteY1215" fmla="*/ 320325 h 2174272"/>
              <a:gd name="connsiteX1216" fmla="*/ 500920 w 4682585"/>
              <a:gd name="connsiteY1216" fmla="*/ 320325 h 2174272"/>
              <a:gd name="connsiteX1217" fmla="*/ 500920 w 4682585"/>
              <a:gd name="connsiteY1217" fmla="*/ 466915 h 2174272"/>
              <a:gd name="connsiteX1218" fmla="*/ 658654 w 4682585"/>
              <a:gd name="connsiteY1218" fmla="*/ 466915 h 2174272"/>
              <a:gd name="connsiteX1219" fmla="*/ 658654 w 4682585"/>
              <a:gd name="connsiteY1219" fmla="*/ 320325 h 2174272"/>
              <a:gd name="connsiteX1220" fmla="*/ 333566 w 4682585"/>
              <a:gd name="connsiteY1220" fmla="*/ 320325 h 2174272"/>
              <a:gd name="connsiteX1221" fmla="*/ 333566 w 4682585"/>
              <a:gd name="connsiteY1221" fmla="*/ 466915 h 2174272"/>
              <a:gd name="connsiteX1222" fmla="*/ 491395 w 4682585"/>
              <a:gd name="connsiteY1222" fmla="*/ 466915 h 2174272"/>
              <a:gd name="connsiteX1223" fmla="*/ 491395 w 4682585"/>
              <a:gd name="connsiteY1223" fmla="*/ 320325 h 2174272"/>
              <a:gd name="connsiteX1224" fmla="*/ 166307 w 4682585"/>
              <a:gd name="connsiteY1224" fmla="*/ 320325 h 2174272"/>
              <a:gd name="connsiteX1225" fmla="*/ 166307 w 4682585"/>
              <a:gd name="connsiteY1225" fmla="*/ 466915 h 2174272"/>
              <a:gd name="connsiteX1226" fmla="*/ 324041 w 4682585"/>
              <a:gd name="connsiteY1226" fmla="*/ 466915 h 2174272"/>
              <a:gd name="connsiteX1227" fmla="*/ 324041 w 4682585"/>
              <a:gd name="connsiteY1227" fmla="*/ 320325 h 2174272"/>
              <a:gd name="connsiteX1228" fmla="*/ 9525 w 4682585"/>
              <a:gd name="connsiteY1228" fmla="*/ 320325 h 2174272"/>
              <a:gd name="connsiteX1229" fmla="*/ 9525 w 4682585"/>
              <a:gd name="connsiteY1229" fmla="*/ 466915 h 2174272"/>
              <a:gd name="connsiteX1230" fmla="*/ 156782 w 4682585"/>
              <a:gd name="connsiteY1230" fmla="*/ 466915 h 2174272"/>
              <a:gd name="connsiteX1231" fmla="*/ 156782 w 4682585"/>
              <a:gd name="connsiteY1231" fmla="*/ 320325 h 2174272"/>
              <a:gd name="connsiteX1232" fmla="*/ 4515326 w 4682585"/>
              <a:gd name="connsiteY1232" fmla="*/ 164211 h 2174272"/>
              <a:gd name="connsiteX1233" fmla="*/ 4515326 w 4682585"/>
              <a:gd name="connsiteY1233" fmla="*/ 310800 h 2174272"/>
              <a:gd name="connsiteX1234" fmla="*/ 4673060 w 4682585"/>
              <a:gd name="connsiteY1234" fmla="*/ 310800 h 2174272"/>
              <a:gd name="connsiteX1235" fmla="*/ 4673060 w 4682585"/>
              <a:gd name="connsiteY1235" fmla="*/ 164211 h 2174272"/>
              <a:gd name="connsiteX1236" fmla="*/ 4348068 w 4682585"/>
              <a:gd name="connsiteY1236" fmla="*/ 164211 h 2174272"/>
              <a:gd name="connsiteX1237" fmla="*/ 4348068 w 4682585"/>
              <a:gd name="connsiteY1237" fmla="*/ 310800 h 2174272"/>
              <a:gd name="connsiteX1238" fmla="*/ 4505801 w 4682585"/>
              <a:gd name="connsiteY1238" fmla="*/ 310800 h 2174272"/>
              <a:gd name="connsiteX1239" fmla="*/ 4505801 w 4682585"/>
              <a:gd name="connsiteY1239" fmla="*/ 164211 h 2174272"/>
              <a:gd name="connsiteX1240" fmla="*/ 4180809 w 4682585"/>
              <a:gd name="connsiteY1240" fmla="*/ 164211 h 2174272"/>
              <a:gd name="connsiteX1241" fmla="*/ 4180809 w 4682585"/>
              <a:gd name="connsiteY1241" fmla="*/ 310800 h 2174272"/>
              <a:gd name="connsiteX1242" fmla="*/ 4338543 w 4682585"/>
              <a:gd name="connsiteY1242" fmla="*/ 310800 h 2174272"/>
              <a:gd name="connsiteX1243" fmla="*/ 4338543 w 4682585"/>
              <a:gd name="connsiteY1243" fmla="*/ 164211 h 2174272"/>
              <a:gd name="connsiteX1244" fmla="*/ 4013550 w 4682585"/>
              <a:gd name="connsiteY1244" fmla="*/ 164211 h 2174272"/>
              <a:gd name="connsiteX1245" fmla="*/ 4013550 w 4682585"/>
              <a:gd name="connsiteY1245" fmla="*/ 310800 h 2174272"/>
              <a:gd name="connsiteX1246" fmla="*/ 4171284 w 4682585"/>
              <a:gd name="connsiteY1246" fmla="*/ 310800 h 2174272"/>
              <a:gd name="connsiteX1247" fmla="*/ 4171284 w 4682585"/>
              <a:gd name="connsiteY1247" fmla="*/ 164211 h 2174272"/>
              <a:gd name="connsiteX1248" fmla="*/ 3846291 w 4682585"/>
              <a:gd name="connsiteY1248" fmla="*/ 164211 h 2174272"/>
              <a:gd name="connsiteX1249" fmla="*/ 3846291 w 4682585"/>
              <a:gd name="connsiteY1249" fmla="*/ 310800 h 2174272"/>
              <a:gd name="connsiteX1250" fmla="*/ 4004025 w 4682585"/>
              <a:gd name="connsiteY1250" fmla="*/ 310800 h 2174272"/>
              <a:gd name="connsiteX1251" fmla="*/ 4004025 w 4682585"/>
              <a:gd name="connsiteY1251" fmla="*/ 164211 h 2174272"/>
              <a:gd name="connsiteX1252" fmla="*/ 3678936 w 4682585"/>
              <a:gd name="connsiteY1252" fmla="*/ 164211 h 2174272"/>
              <a:gd name="connsiteX1253" fmla="*/ 3678936 w 4682585"/>
              <a:gd name="connsiteY1253" fmla="*/ 310800 h 2174272"/>
              <a:gd name="connsiteX1254" fmla="*/ 3836766 w 4682585"/>
              <a:gd name="connsiteY1254" fmla="*/ 310800 h 2174272"/>
              <a:gd name="connsiteX1255" fmla="*/ 3836766 w 4682585"/>
              <a:gd name="connsiteY1255" fmla="*/ 164211 h 2174272"/>
              <a:gd name="connsiteX1256" fmla="*/ 3511677 w 4682585"/>
              <a:gd name="connsiteY1256" fmla="*/ 164211 h 2174272"/>
              <a:gd name="connsiteX1257" fmla="*/ 3511677 w 4682585"/>
              <a:gd name="connsiteY1257" fmla="*/ 310800 h 2174272"/>
              <a:gd name="connsiteX1258" fmla="*/ 3669411 w 4682585"/>
              <a:gd name="connsiteY1258" fmla="*/ 310800 h 2174272"/>
              <a:gd name="connsiteX1259" fmla="*/ 3669411 w 4682585"/>
              <a:gd name="connsiteY1259" fmla="*/ 164211 h 2174272"/>
              <a:gd name="connsiteX1260" fmla="*/ 3344418 w 4682585"/>
              <a:gd name="connsiteY1260" fmla="*/ 164211 h 2174272"/>
              <a:gd name="connsiteX1261" fmla="*/ 3344418 w 4682585"/>
              <a:gd name="connsiteY1261" fmla="*/ 310800 h 2174272"/>
              <a:gd name="connsiteX1262" fmla="*/ 3502152 w 4682585"/>
              <a:gd name="connsiteY1262" fmla="*/ 310800 h 2174272"/>
              <a:gd name="connsiteX1263" fmla="*/ 3502152 w 4682585"/>
              <a:gd name="connsiteY1263" fmla="*/ 164211 h 2174272"/>
              <a:gd name="connsiteX1264" fmla="*/ 3177159 w 4682585"/>
              <a:gd name="connsiteY1264" fmla="*/ 164211 h 2174272"/>
              <a:gd name="connsiteX1265" fmla="*/ 3177159 w 4682585"/>
              <a:gd name="connsiteY1265" fmla="*/ 310800 h 2174272"/>
              <a:gd name="connsiteX1266" fmla="*/ 3334893 w 4682585"/>
              <a:gd name="connsiteY1266" fmla="*/ 310800 h 2174272"/>
              <a:gd name="connsiteX1267" fmla="*/ 3334893 w 4682585"/>
              <a:gd name="connsiteY1267" fmla="*/ 164211 h 2174272"/>
              <a:gd name="connsiteX1268" fmla="*/ 3009900 w 4682585"/>
              <a:gd name="connsiteY1268" fmla="*/ 164211 h 2174272"/>
              <a:gd name="connsiteX1269" fmla="*/ 3009900 w 4682585"/>
              <a:gd name="connsiteY1269" fmla="*/ 310800 h 2174272"/>
              <a:gd name="connsiteX1270" fmla="*/ 3167634 w 4682585"/>
              <a:gd name="connsiteY1270" fmla="*/ 310800 h 2174272"/>
              <a:gd name="connsiteX1271" fmla="*/ 3167634 w 4682585"/>
              <a:gd name="connsiteY1271" fmla="*/ 164211 h 2174272"/>
              <a:gd name="connsiteX1272" fmla="*/ 2842641 w 4682585"/>
              <a:gd name="connsiteY1272" fmla="*/ 164211 h 2174272"/>
              <a:gd name="connsiteX1273" fmla="*/ 2842641 w 4682585"/>
              <a:gd name="connsiteY1273" fmla="*/ 310800 h 2174272"/>
              <a:gd name="connsiteX1274" fmla="*/ 3000375 w 4682585"/>
              <a:gd name="connsiteY1274" fmla="*/ 310800 h 2174272"/>
              <a:gd name="connsiteX1275" fmla="*/ 3000375 w 4682585"/>
              <a:gd name="connsiteY1275" fmla="*/ 164211 h 2174272"/>
              <a:gd name="connsiteX1276" fmla="*/ 2675382 w 4682585"/>
              <a:gd name="connsiteY1276" fmla="*/ 164211 h 2174272"/>
              <a:gd name="connsiteX1277" fmla="*/ 2675382 w 4682585"/>
              <a:gd name="connsiteY1277" fmla="*/ 310800 h 2174272"/>
              <a:gd name="connsiteX1278" fmla="*/ 2833116 w 4682585"/>
              <a:gd name="connsiteY1278" fmla="*/ 310800 h 2174272"/>
              <a:gd name="connsiteX1279" fmla="*/ 2833116 w 4682585"/>
              <a:gd name="connsiteY1279" fmla="*/ 164211 h 2174272"/>
              <a:gd name="connsiteX1280" fmla="*/ 2508123 w 4682585"/>
              <a:gd name="connsiteY1280" fmla="*/ 164211 h 2174272"/>
              <a:gd name="connsiteX1281" fmla="*/ 2508123 w 4682585"/>
              <a:gd name="connsiteY1281" fmla="*/ 310800 h 2174272"/>
              <a:gd name="connsiteX1282" fmla="*/ 2665857 w 4682585"/>
              <a:gd name="connsiteY1282" fmla="*/ 310800 h 2174272"/>
              <a:gd name="connsiteX1283" fmla="*/ 2665857 w 4682585"/>
              <a:gd name="connsiteY1283" fmla="*/ 164211 h 2174272"/>
              <a:gd name="connsiteX1284" fmla="*/ 2340864 w 4682585"/>
              <a:gd name="connsiteY1284" fmla="*/ 164211 h 2174272"/>
              <a:gd name="connsiteX1285" fmla="*/ 2340864 w 4682585"/>
              <a:gd name="connsiteY1285" fmla="*/ 310800 h 2174272"/>
              <a:gd name="connsiteX1286" fmla="*/ 2498598 w 4682585"/>
              <a:gd name="connsiteY1286" fmla="*/ 310800 h 2174272"/>
              <a:gd name="connsiteX1287" fmla="*/ 2498598 w 4682585"/>
              <a:gd name="connsiteY1287" fmla="*/ 164211 h 2174272"/>
              <a:gd name="connsiteX1288" fmla="*/ 2173510 w 4682585"/>
              <a:gd name="connsiteY1288" fmla="*/ 164211 h 2174272"/>
              <a:gd name="connsiteX1289" fmla="*/ 2173510 w 4682585"/>
              <a:gd name="connsiteY1289" fmla="*/ 310800 h 2174272"/>
              <a:gd name="connsiteX1290" fmla="*/ 2331339 w 4682585"/>
              <a:gd name="connsiteY1290" fmla="*/ 310800 h 2174272"/>
              <a:gd name="connsiteX1291" fmla="*/ 2331339 w 4682585"/>
              <a:gd name="connsiteY1291" fmla="*/ 164211 h 2174272"/>
              <a:gd name="connsiteX1292" fmla="*/ 2006251 w 4682585"/>
              <a:gd name="connsiteY1292" fmla="*/ 164211 h 2174272"/>
              <a:gd name="connsiteX1293" fmla="*/ 2006251 w 4682585"/>
              <a:gd name="connsiteY1293" fmla="*/ 310800 h 2174272"/>
              <a:gd name="connsiteX1294" fmla="*/ 2163985 w 4682585"/>
              <a:gd name="connsiteY1294" fmla="*/ 310800 h 2174272"/>
              <a:gd name="connsiteX1295" fmla="*/ 2163985 w 4682585"/>
              <a:gd name="connsiteY1295" fmla="*/ 164211 h 2174272"/>
              <a:gd name="connsiteX1296" fmla="*/ 1838992 w 4682585"/>
              <a:gd name="connsiteY1296" fmla="*/ 164211 h 2174272"/>
              <a:gd name="connsiteX1297" fmla="*/ 1838992 w 4682585"/>
              <a:gd name="connsiteY1297" fmla="*/ 310800 h 2174272"/>
              <a:gd name="connsiteX1298" fmla="*/ 1996726 w 4682585"/>
              <a:gd name="connsiteY1298" fmla="*/ 310800 h 2174272"/>
              <a:gd name="connsiteX1299" fmla="*/ 1996726 w 4682585"/>
              <a:gd name="connsiteY1299" fmla="*/ 164211 h 2174272"/>
              <a:gd name="connsiteX1300" fmla="*/ 1671733 w 4682585"/>
              <a:gd name="connsiteY1300" fmla="*/ 164211 h 2174272"/>
              <a:gd name="connsiteX1301" fmla="*/ 1671733 w 4682585"/>
              <a:gd name="connsiteY1301" fmla="*/ 310800 h 2174272"/>
              <a:gd name="connsiteX1302" fmla="*/ 1829467 w 4682585"/>
              <a:gd name="connsiteY1302" fmla="*/ 310800 h 2174272"/>
              <a:gd name="connsiteX1303" fmla="*/ 1829467 w 4682585"/>
              <a:gd name="connsiteY1303" fmla="*/ 164211 h 2174272"/>
              <a:gd name="connsiteX1304" fmla="*/ 1504474 w 4682585"/>
              <a:gd name="connsiteY1304" fmla="*/ 164211 h 2174272"/>
              <a:gd name="connsiteX1305" fmla="*/ 1504474 w 4682585"/>
              <a:gd name="connsiteY1305" fmla="*/ 310800 h 2174272"/>
              <a:gd name="connsiteX1306" fmla="*/ 1662208 w 4682585"/>
              <a:gd name="connsiteY1306" fmla="*/ 310800 h 2174272"/>
              <a:gd name="connsiteX1307" fmla="*/ 1662208 w 4682585"/>
              <a:gd name="connsiteY1307" fmla="*/ 164211 h 2174272"/>
              <a:gd name="connsiteX1308" fmla="*/ 1337215 w 4682585"/>
              <a:gd name="connsiteY1308" fmla="*/ 164211 h 2174272"/>
              <a:gd name="connsiteX1309" fmla="*/ 1337215 w 4682585"/>
              <a:gd name="connsiteY1309" fmla="*/ 310800 h 2174272"/>
              <a:gd name="connsiteX1310" fmla="*/ 1494949 w 4682585"/>
              <a:gd name="connsiteY1310" fmla="*/ 310800 h 2174272"/>
              <a:gd name="connsiteX1311" fmla="*/ 1494949 w 4682585"/>
              <a:gd name="connsiteY1311" fmla="*/ 164211 h 2174272"/>
              <a:gd name="connsiteX1312" fmla="*/ 1169956 w 4682585"/>
              <a:gd name="connsiteY1312" fmla="*/ 164211 h 2174272"/>
              <a:gd name="connsiteX1313" fmla="*/ 1169956 w 4682585"/>
              <a:gd name="connsiteY1313" fmla="*/ 310800 h 2174272"/>
              <a:gd name="connsiteX1314" fmla="*/ 1327690 w 4682585"/>
              <a:gd name="connsiteY1314" fmla="*/ 310800 h 2174272"/>
              <a:gd name="connsiteX1315" fmla="*/ 1327690 w 4682585"/>
              <a:gd name="connsiteY1315" fmla="*/ 164211 h 2174272"/>
              <a:gd name="connsiteX1316" fmla="*/ 1002697 w 4682585"/>
              <a:gd name="connsiteY1316" fmla="*/ 164211 h 2174272"/>
              <a:gd name="connsiteX1317" fmla="*/ 1002697 w 4682585"/>
              <a:gd name="connsiteY1317" fmla="*/ 310800 h 2174272"/>
              <a:gd name="connsiteX1318" fmla="*/ 1160431 w 4682585"/>
              <a:gd name="connsiteY1318" fmla="*/ 310800 h 2174272"/>
              <a:gd name="connsiteX1319" fmla="*/ 1160431 w 4682585"/>
              <a:gd name="connsiteY1319" fmla="*/ 164211 h 2174272"/>
              <a:gd name="connsiteX1320" fmla="*/ 835438 w 4682585"/>
              <a:gd name="connsiteY1320" fmla="*/ 164211 h 2174272"/>
              <a:gd name="connsiteX1321" fmla="*/ 835438 w 4682585"/>
              <a:gd name="connsiteY1321" fmla="*/ 310800 h 2174272"/>
              <a:gd name="connsiteX1322" fmla="*/ 993172 w 4682585"/>
              <a:gd name="connsiteY1322" fmla="*/ 310800 h 2174272"/>
              <a:gd name="connsiteX1323" fmla="*/ 993172 w 4682585"/>
              <a:gd name="connsiteY1323" fmla="*/ 164211 h 2174272"/>
              <a:gd name="connsiteX1324" fmla="*/ 668179 w 4682585"/>
              <a:gd name="connsiteY1324" fmla="*/ 164211 h 2174272"/>
              <a:gd name="connsiteX1325" fmla="*/ 668179 w 4682585"/>
              <a:gd name="connsiteY1325" fmla="*/ 310800 h 2174272"/>
              <a:gd name="connsiteX1326" fmla="*/ 825913 w 4682585"/>
              <a:gd name="connsiteY1326" fmla="*/ 310800 h 2174272"/>
              <a:gd name="connsiteX1327" fmla="*/ 825913 w 4682585"/>
              <a:gd name="connsiteY1327" fmla="*/ 164211 h 2174272"/>
              <a:gd name="connsiteX1328" fmla="*/ 500920 w 4682585"/>
              <a:gd name="connsiteY1328" fmla="*/ 164211 h 2174272"/>
              <a:gd name="connsiteX1329" fmla="*/ 500920 w 4682585"/>
              <a:gd name="connsiteY1329" fmla="*/ 310800 h 2174272"/>
              <a:gd name="connsiteX1330" fmla="*/ 658654 w 4682585"/>
              <a:gd name="connsiteY1330" fmla="*/ 310800 h 2174272"/>
              <a:gd name="connsiteX1331" fmla="*/ 658654 w 4682585"/>
              <a:gd name="connsiteY1331" fmla="*/ 164211 h 2174272"/>
              <a:gd name="connsiteX1332" fmla="*/ 333566 w 4682585"/>
              <a:gd name="connsiteY1332" fmla="*/ 164211 h 2174272"/>
              <a:gd name="connsiteX1333" fmla="*/ 333566 w 4682585"/>
              <a:gd name="connsiteY1333" fmla="*/ 310800 h 2174272"/>
              <a:gd name="connsiteX1334" fmla="*/ 491395 w 4682585"/>
              <a:gd name="connsiteY1334" fmla="*/ 310800 h 2174272"/>
              <a:gd name="connsiteX1335" fmla="*/ 491395 w 4682585"/>
              <a:gd name="connsiteY1335" fmla="*/ 164211 h 2174272"/>
              <a:gd name="connsiteX1336" fmla="*/ 166307 w 4682585"/>
              <a:gd name="connsiteY1336" fmla="*/ 164211 h 2174272"/>
              <a:gd name="connsiteX1337" fmla="*/ 166307 w 4682585"/>
              <a:gd name="connsiteY1337" fmla="*/ 310800 h 2174272"/>
              <a:gd name="connsiteX1338" fmla="*/ 324041 w 4682585"/>
              <a:gd name="connsiteY1338" fmla="*/ 310800 h 2174272"/>
              <a:gd name="connsiteX1339" fmla="*/ 324041 w 4682585"/>
              <a:gd name="connsiteY1339" fmla="*/ 164211 h 2174272"/>
              <a:gd name="connsiteX1340" fmla="*/ 9525 w 4682585"/>
              <a:gd name="connsiteY1340" fmla="*/ 164211 h 2174272"/>
              <a:gd name="connsiteX1341" fmla="*/ 9525 w 4682585"/>
              <a:gd name="connsiteY1341" fmla="*/ 310800 h 2174272"/>
              <a:gd name="connsiteX1342" fmla="*/ 156782 w 4682585"/>
              <a:gd name="connsiteY1342" fmla="*/ 310800 h 2174272"/>
              <a:gd name="connsiteX1343" fmla="*/ 156782 w 4682585"/>
              <a:gd name="connsiteY1343" fmla="*/ 164211 h 2174272"/>
              <a:gd name="connsiteX1344" fmla="*/ 0 w 4682585"/>
              <a:gd name="connsiteY1344" fmla="*/ 0 h 2174272"/>
              <a:gd name="connsiteX1345" fmla="*/ 9525 w 4682585"/>
              <a:gd name="connsiteY1345" fmla="*/ 0 h 2174272"/>
              <a:gd name="connsiteX1346" fmla="*/ 9525 w 4682585"/>
              <a:gd name="connsiteY1346" fmla="*/ 154686 h 2174272"/>
              <a:gd name="connsiteX1347" fmla="*/ 156782 w 4682585"/>
              <a:gd name="connsiteY1347" fmla="*/ 154686 h 2174272"/>
              <a:gd name="connsiteX1348" fmla="*/ 156782 w 4682585"/>
              <a:gd name="connsiteY1348" fmla="*/ 0 h 2174272"/>
              <a:gd name="connsiteX1349" fmla="*/ 166307 w 4682585"/>
              <a:gd name="connsiteY1349" fmla="*/ 0 h 2174272"/>
              <a:gd name="connsiteX1350" fmla="*/ 166307 w 4682585"/>
              <a:gd name="connsiteY1350" fmla="*/ 154686 h 2174272"/>
              <a:gd name="connsiteX1351" fmla="*/ 324041 w 4682585"/>
              <a:gd name="connsiteY1351" fmla="*/ 154686 h 2174272"/>
              <a:gd name="connsiteX1352" fmla="*/ 324041 w 4682585"/>
              <a:gd name="connsiteY1352" fmla="*/ 0 h 2174272"/>
              <a:gd name="connsiteX1353" fmla="*/ 333566 w 4682585"/>
              <a:gd name="connsiteY1353" fmla="*/ 0 h 2174272"/>
              <a:gd name="connsiteX1354" fmla="*/ 333566 w 4682585"/>
              <a:gd name="connsiteY1354" fmla="*/ 154686 h 2174272"/>
              <a:gd name="connsiteX1355" fmla="*/ 491395 w 4682585"/>
              <a:gd name="connsiteY1355" fmla="*/ 154686 h 2174272"/>
              <a:gd name="connsiteX1356" fmla="*/ 491395 w 4682585"/>
              <a:gd name="connsiteY1356" fmla="*/ 0 h 2174272"/>
              <a:gd name="connsiteX1357" fmla="*/ 500920 w 4682585"/>
              <a:gd name="connsiteY1357" fmla="*/ 0 h 2174272"/>
              <a:gd name="connsiteX1358" fmla="*/ 500920 w 4682585"/>
              <a:gd name="connsiteY1358" fmla="*/ 154686 h 2174272"/>
              <a:gd name="connsiteX1359" fmla="*/ 658654 w 4682585"/>
              <a:gd name="connsiteY1359" fmla="*/ 154686 h 2174272"/>
              <a:gd name="connsiteX1360" fmla="*/ 658654 w 4682585"/>
              <a:gd name="connsiteY1360" fmla="*/ 0 h 2174272"/>
              <a:gd name="connsiteX1361" fmla="*/ 668179 w 4682585"/>
              <a:gd name="connsiteY1361" fmla="*/ 0 h 2174272"/>
              <a:gd name="connsiteX1362" fmla="*/ 668179 w 4682585"/>
              <a:gd name="connsiteY1362" fmla="*/ 154686 h 2174272"/>
              <a:gd name="connsiteX1363" fmla="*/ 825913 w 4682585"/>
              <a:gd name="connsiteY1363" fmla="*/ 154686 h 2174272"/>
              <a:gd name="connsiteX1364" fmla="*/ 825913 w 4682585"/>
              <a:gd name="connsiteY1364" fmla="*/ 0 h 2174272"/>
              <a:gd name="connsiteX1365" fmla="*/ 835438 w 4682585"/>
              <a:gd name="connsiteY1365" fmla="*/ 0 h 2174272"/>
              <a:gd name="connsiteX1366" fmla="*/ 835438 w 4682585"/>
              <a:gd name="connsiteY1366" fmla="*/ 154686 h 2174272"/>
              <a:gd name="connsiteX1367" fmla="*/ 993172 w 4682585"/>
              <a:gd name="connsiteY1367" fmla="*/ 154686 h 2174272"/>
              <a:gd name="connsiteX1368" fmla="*/ 993172 w 4682585"/>
              <a:gd name="connsiteY1368" fmla="*/ 0 h 2174272"/>
              <a:gd name="connsiteX1369" fmla="*/ 1002697 w 4682585"/>
              <a:gd name="connsiteY1369" fmla="*/ 0 h 2174272"/>
              <a:gd name="connsiteX1370" fmla="*/ 1002697 w 4682585"/>
              <a:gd name="connsiteY1370" fmla="*/ 154686 h 2174272"/>
              <a:gd name="connsiteX1371" fmla="*/ 1160431 w 4682585"/>
              <a:gd name="connsiteY1371" fmla="*/ 154686 h 2174272"/>
              <a:gd name="connsiteX1372" fmla="*/ 1160431 w 4682585"/>
              <a:gd name="connsiteY1372" fmla="*/ 0 h 2174272"/>
              <a:gd name="connsiteX1373" fmla="*/ 1169956 w 4682585"/>
              <a:gd name="connsiteY1373" fmla="*/ 0 h 2174272"/>
              <a:gd name="connsiteX1374" fmla="*/ 1169956 w 4682585"/>
              <a:gd name="connsiteY1374" fmla="*/ 154686 h 2174272"/>
              <a:gd name="connsiteX1375" fmla="*/ 1327690 w 4682585"/>
              <a:gd name="connsiteY1375" fmla="*/ 154686 h 2174272"/>
              <a:gd name="connsiteX1376" fmla="*/ 1327690 w 4682585"/>
              <a:gd name="connsiteY1376" fmla="*/ 0 h 2174272"/>
              <a:gd name="connsiteX1377" fmla="*/ 1337215 w 4682585"/>
              <a:gd name="connsiteY1377" fmla="*/ 0 h 2174272"/>
              <a:gd name="connsiteX1378" fmla="*/ 1337215 w 4682585"/>
              <a:gd name="connsiteY1378" fmla="*/ 154686 h 2174272"/>
              <a:gd name="connsiteX1379" fmla="*/ 1494949 w 4682585"/>
              <a:gd name="connsiteY1379" fmla="*/ 154686 h 2174272"/>
              <a:gd name="connsiteX1380" fmla="*/ 1494949 w 4682585"/>
              <a:gd name="connsiteY1380" fmla="*/ 0 h 2174272"/>
              <a:gd name="connsiteX1381" fmla="*/ 1504474 w 4682585"/>
              <a:gd name="connsiteY1381" fmla="*/ 0 h 2174272"/>
              <a:gd name="connsiteX1382" fmla="*/ 1504474 w 4682585"/>
              <a:gd name="connsiteY1382" fmla="*/ 154686 h 2174272"/>
              <a:gd name="connsiteX1383" fmla="*/ 1662208 w 4682585"/>
              <a:gd name="connsiteY1383" fmla="*/ 154686 h 2174272"/>
              <a:gd name="connsiteX1384" fmla="*/ 1662208 w 4682585"/>
              <a:gd name="connsiteY1384" fmla="*/ 0 h 2174272"/>
              <a:gd name="connsiteX1385" fmla="*/ 1671733 w 4682585"/>
              <a:gd name="connsiteY1385" fmla="*/ 0 h 2174272"/>
              <a:gd name="connsiteX1386" fmla="*/ 1671733 w 4682585"/>
              <a:gd name="connsiteY1386" fmla="*/ 154686 h 2174272"/>
              <a:gd name="connsiteX1387" fmla="*/ 1829467 w 4682585"/>
              <a:gd name="connsiteY1387" fmla="*/ 154686 h 2174272"/>
              <a:gd name="connsiteX1388" fmla="*/ 1829467 w 4682585"/>
              <a:gd name="connsiteY1388" fmla="*/ 0 h 2174272"/>
              <a:gd name="connsiteX1389" fmla="*/ 1838992 w 4682585"/>
              <a:gd name="connsiteY1389" fmla="*/ 0 h 2174272"/>
              <a:gd name="connsiteX1390" fmla="*/ 1838992 w 4682585"/>
              <a:gd name="connsiteY1390" fmla="*/ 154686 h 2174272"/>
              <a:gd name="connsiteX1391" fmla="*/ 1996726 w 4682585"/>
              <a:gd name="connsiteY1391" fmla="*/ 154686 h 2174272"/>
              <a:gd name="connsiteX1392" fmla="*/ 1996726 w 4682585"/>
              <a:gd name="connsiteY1392" fmla="*/ 0 h 2174272"/>
              <a:gd name="connsiteX1393" fmla="*/ 2006251 w 4682585"/>
              <a:gd name="connsiteY1393" fmla="*/ 0 h 2174272"/>
              <a:gd name="connsiteX1394" fmla="*/ 2006251 w 4682585"/>
              <a:gd name="connsiteY1394" fmla="*/ 154686 h 2174272"/>
              <a:gd name="connsiteX1395" fmla="*/ 2163985 w 4682585"/>
              <a:gd name="connsiteY1395" fmla="*/ 154686 h 2174272"/>
              <a:gd name="connsiteX1396" fmla="*/ 2163985 w 4682585"/>
              <a:gd name="connsiteY1396" fmla="*/ 0 h 2174272"/>
              <a:gd name="connsiteX1397" fmla="*/ 2173510 w 4682585"/>
              <a:gd name="connsiteY1397" fmla="*/ 0 h 2174272"/>
              <a:gd name="connsiteX1398" fmla="*/ 2173510 w 4682585"/>
              <a:gd name="connsiteY1398" fmla="*/ 154686 h 2174272"/>
              <a:gd name="connsiteX1399" fmla="*/ 2331339 w 4682585"/>
              <a:gd name="connsiteY1399" fmla="*/ 154686 h 2174272"/>
              <a:gd name="connsiteX1400" fmla="*/ 2331339 w 4682585"/>
              <a:gd name="connsiteY1400" fmla="*/ 0 h 2174272"/>
              <a:gd name="connsiteX1401" fmla="*/ 2340864 w 4682585"/>
              <a:gd name="connsiteY1401" fmla="*/ 0 h 2174272"/>
              <a:gd name="connsiteX1402" fmla="*/ 2340864 w 4682585"/>
              <a:gd name="connsiteY1402" fmla="*/ 154686 h 2174272"/>
              <a:gd name="connsiteX1403" fmla="*/ 2498598 w 4682585"/>
              <a:gd name="connsiteY1403" fmla="*/ 154686 h 2174272"/>
              <a:gd name="connsiteX1404" fmla="*/ 2498598 w 4682585"/>
              <a:gd name="connsiteY1404" fmla="*/ 0 h 2174272"/>
              <a:gd name="connsiteX1405" fmla="*/ 2508123 w 4682585"/>
              <a:gd name="connsiteY1405" fmla="*/ 0 h 2174272"/>
              <a:gd name="connsiteX1406" fmla="*/ 2508123 w 4682585"/>
              <a:gd name="connsiteY1406" fmla="*/ 154686 h 2174272"/>
              <a:gd name="connsiteX1407" fmla="*/ 2665857 w 4682585"/>
              <a:gd name="connsiteY1407" fmla="*/ 154686 h 2174272"/>
              <a:gd name="connsiteX1408" fmla="*/ 2665857 w 4682585"/>
              <a:gd name="connsiteY1408" fmla="*/ 0 h 2174272"/>
              <a:gd name="connsiteX1409" fmla="*/ 2675382 w 4682585"/>
              <a:gd name="connsiteY1409" fmla="*/ 0 h 2174272"/>
              <a:gd name="connsiteX1410" fmla="*/ 2675382 w 4682585"/>
              <a:gd name="connsiteY1410" fmla="*/ 154686 h 2174272"/>
              <a:gd name="connsiteX1411" fmla="*/ 2833116 w 4682585"/>
              <a:gd name="connsiteY1411" fmla="*/ 154686 h 2174272"/>
              <a:gd name="connsiteX1412" fmla="*/ 2833116 w 4682585"/>
              <a:gd name="connsiteY1412" fmla="*/ 0 h 2174272"/>
              <a:gd name="connsiteX1413" fmla="*/ 2842641 w 4682585"/>
              <a:gd name="connsiteY1413" fmla="*/ 0 h 2174272"/>
              <a:gd name="connsiteX1414" fmla="*/ 2842641 w 4682585"/>
              <a:gd name="connsiteY1414" fmla="*/ 154686 h 2174272"/>
              <a:gd name="connsiteX1415" fmla="*/ 3000375 w 4682585"/>
              <a:gd name="connsiteY1415" fmla="*/ 154686 h 2174272"/>
              <a:gd name="connsiteX1416" fmla="*/ 3000375 w 4682585"/>
              <a:gd name="connsiteY1416" fmla="*/ 0 h 2174272"/>
              <a:gd name="connsiteX1417" fmla="*/ 3009900 w 4682585"/>
              <a:gd name="connsiteY1417" fmla="*/ 0 h 2174272"/>
              <a:gd name="connsiteX1418" fmla="*/ 3009900 w 4682585"/>
              <a:gd name="connsiteY1418" fmla="*/ 154686 h 2174272"/>
              <a:gd name="connsiteX1419" fmla="*/ 3167634 w 4682585"/>
              <a:gd name="connsiteY1419" fmla="*/ 154686 h 2174272"/>
              <a:gd name="connsiteX1420" fmla="*/ 3167634 w 4682585"/>
              <a:gd name="connsiteY1420" fmla="*/ 0 h 2174272"/>
              <a:gd name="connsiteX1421" fmla="*/ 3177159 w 4682585"/>
              <a:gd name="connsiteY1421" fmla="*/ 0 h 2174272"/>
              <a:gd name="connsiteX1422" fmla="*/ 3177159 w 4682585"/>
              <a:gd name="connsiteY1422" fmla="*/ 154686 h 2174272"/>
              <a:gd name="connsiteX1423" fmla="*/ 3334893 w 4682585"/>
              <a:gd name="connsiteY1423" fmla="*/ 154686 h 2174272"/>
              <a:gd name="connsiteX1424" fmla="*/ 3334893 w 4682585"/>
              <a:gd name="connsiteY1424" fmla="*/ 0 h 2174272"/>
              <a:gd name="connsiteX1425" fmla="*/ 3344418 w 4682585"/>
              <a:gd name="connsiteY1425" fmla="*/ 0 h 2174272"/>
              <a:gd name="connsiteX1426" fmla="*/ 3344418 w 4682585"/>
              <a:gd name="connsiteY1426" fmla="*/ 154686 h 2174272"/>
              <a:gd name="connsiteX1427" fmla="*/ 3502152 w 4682585"/>
              <a:gd name="connsiteY1427" fmla="*/ 154686 h 2174272"/>
              <a:gd name="connsiteX1428" fmla="*/ 3502152 w 4682585"/>
              <a:gd name="connsiteY1428" fmla="*/ 0 h 2174272"/>
              <a:gd name="connsiteX1429" fmla="*/ 3511677 w 4682585"/>
              <a:gd name="connsiteY1429" fmla="*/ 0 h 2174272"/>
              <a:gd name="connsiteX1430" fmla="*/ 3511677 w 4682585"/>
              <a:gd name="connsiteY1430" fmla="*/ 154686 h 2174272"/>
              <a:gd name="connsiteX1431" fmla="*/ 3669411 w 4682585"/>
              <a:gd name="connsiteY1431" fmla="*/ 154686 h 2174272"/>
              <a:gd name="connsiteX1432" fmla="*/ 3669411 w 4682585"/>
              <a:gd name="connsiteY1432" fmla="*/ 0 h 2174272"/>
              <a:gd name="connsiteX1433" fmla="*/ 3678936 w 4682585"/>
              <a:gd name="connsiteY1433" fmla="*/ 0 h 2174272"/>
              <a:gd name="connsiteX1434" fmla="*/ 3678936 w 4682585"/>
              <a:gd name="connsiteY1434" fmla="*/ 154686 h 2174272"/>
              <a:gd name="connsiteX1435" fmla="*/ 3836766 w 4682585"/>
              <a:gd name="connsiteY1435" fmla="*/ 154686 h 2174272"/>
              <a:gd name="connsiteX1436" fmla="*/ 3836766 w 4682585"/>
              <a:gd name="connsiteY1436" fmla="*/ 0 h 2174272"/>
              <a:gd name="connsiteX1437" fmla="*/ 3846291 w 4682585"/>
              <a:gd name="connsiteY1437" fmla="*/ 0 h 2174272"/>
              <a:gd name="connsiteX1438" fmla="*/ 3846291 w 4682585"/>
              <a:gd name="connsiteY1438" fmla="*/ 154686 h 2174272"/>
              <a:gd name="connsiteX1439" fmla="*/ 4004025 w 4682585"/>
              <a:gd name="connsiteY1439" fmla="*/ 154686 h 2174272"/>
              <a:gd name="connsiteX1440" fmla="*/ 4004025 w 4682585"/>
              <a:gd name="connsiteY1440" fmla="*/ 0 h 2174272"/>
              <a:gd name="connsiteX1441" fmla="*/ 4013550 w 4682585"/>
              <a:gd name="connsiteY1441" fmla="*/ 0 h 2174272"/>
              <a:gd name="connsiteX1442" fmla="*/ 4013550 w 4682585"/>
              <a:gd name="connsiteY1442" fmla="*/ 154686 h 2174272"/>
              <a:gd name="connsiteX1443" fmla="*/ 4171284 w 4682585"/>
              <a:gd name="connsiteY1443" fmla="*/ 154686 h 2174272"/>
              <a:gd name="connsiteX1444" fmla="*/ 4171284 w 4682585"/>
              <a:gd name="connsiteY1444" fmla="*/ 0 h 2174272"/>
              <a:gd name="connsiteX1445" fmla="*/ 4180809 w 4682585"/>
              <a:gd name="connsiteY1445" fmla="*/ 0 h 2174272"/>
              <a:gd name="connsiteX1446" fmla="*/ 4180809 w 4682585"/>
              <a:gd name="connsiteY1446" fmla="*/ 154686 h 2174272"/>
              <a:gd name="connsiteX1447" fmla="*/ 4338543 w 4682585"/>
              <a:gd name="connsiteY1447" fmla="*/ 154686 h 2174272"/>
              <a:gd name="connsiteX1448" fmla="*/ 4338543 w 4682585"/>
              <a:gd name="connsiteY1448" fmla="*/ 0 h 2174272"/>
              <a:gd name="connsiteX1449" fmla="*/ 4348068 w 4682585"/>
              <a:gd name="connsiteY1449" fmla="*/ 0 h 2174272"/>
              <a:gd name="connsiteX1450" fmla="*/ 4348068 w 4682585"/>
              <a:gd name="connsiteY1450" fmla="*/ 154686 h 2174272"/>
              <a:gd name="connsiteX1451" fmla="*/ 4505801 w 4682585"/>
              <a:gd name="connsiteY1451" fmla="*/ 154686 h 2174272"/>
              <a:gd name="connsiteX1452" fmla="*/ 4505801 w 4682585"/>
              <a:gd name="connsiteY1452" fmla="*/ 0 h 2174272"/>
              <a:gd name="connsiteX1453" fmla="*/ 4515326 w 4682585"/>
              <a:gd name="connsiteY1453" fmla="*/ 0 h 2174272"/>
              <a:gd name="connsiteX1454" fmla="*/ 4515326 w 4682585"/>
              <a:gd name="connsiteY1454" fmla="*/ 154686 h 2174272"/>
              <a:gd name="connsiteX1455" fmla="*/ 4673060 w 4682585"/>
              <a:gd name="connsiteY1455" fmla="*/ 154686 h 2174272"/>
              <a:gd name="connsiteX1456" fmla="*/ 4673060 w 4682585"/>
              <a:gd name="connsiteY1456" fmla="*/ 0 h 2174272"/>
              <a:gd name="connsiteX1457" fmla="*/ 4682585 w 4682585"/>
              <a:gd name="connsiteY1457" fmla="*/ 0 h 2174272"/>
              <a:gd name="connsiteX1458" fmla="*/ 4682585 w 4682585"/>
              <a:gd name="connsiteY1458" fmla="*/ 2174272 h 2174272"/>
              <a:gd name="connsiteX1459" fmla="*/ 4673060 w 4682585"/>
              <a:gd name="connsiteY1459" fmla="*/ 2174272 h 2174272"/>
              <a:gd name="connsiteX1460" fmla="*/ 4673060 w 4682585"/>
              <a:gd name="connsiteY1460" fmla="*/ 2037588 h 2174272"/>
              <a:gd name="connsiteX1461" fmla="*/ 4515326 w 4682585"/>
              <a:gd name="connsiteY1461" fmla="*/ 2037588 h 2174272"/>
              <a:gd name="connsiteX1462" fmla="*/ 4515326 w 4682585"/>
              <a:gd name="connsiteY1462" fmla="*/ 2174272 h 2174272"/>
              <a:gd name="connsiteX1463" fmla="*/ 4505801 w 4682585"/>
              <a:gd name="connsiteY1463" fmla="*/ 2174272 h 2174272"/>
              <a:gd name="connsiteX1464" fmla="*/ 4505801 w 4682585"/>
              <a:gd name="connsiteY1464" fmla="*/ 2037588 h 2174272"/>
              <a:gd name="connsiteX1465" fmla="*/ 4348068 w 4682585"/>
              <a:gd name="connsiteY1465" fmla="*/ 2037588 h 2174272"/>
              <a:gd name="connsiteX1466" fmla="*/ 4348068 w 4682585"/>
              <a:gd name="connsiteY1466" fmla="*/ 2174272 h 2174272"/>
              <a:gd name="connsiteX1467" fmla="*/ 4338543 w 4682585"/>
              <a:gd name="connsiteY1467" fmla="*/ 2174272 h 2174272"/>
              <a:gd name="connsiteX1468" fmla="*/ 4338543 w 4682585"/>
              <a:gd name="connsiteY1468" fmla="*/ 2037588 h 2174272"/>
              <a:gd name="connsiteX1469" fmla="*/ 4180809 w 4682585"/>
              <a:gd name="connsiteY1469" fmla="*/ 2037588 h 2174272"/>
              <a:gd name="connsiteX1470" fmla="*/ 4180809 w 4682585"/>
              <a:gd name="connsiteY1470" fmla="*/ 2174272 h 2174272"/>
              <a:gd name="connsiteX1471" fmla="*/ 4171284 w 4682585"/>
              <a:gd name="connsiteY1471" fmla="*/ 2174272 h 2174272"/>
              <a:gd name="connsiteX1472" fmla="*/ 4171284 w 4682585"/>
              <a:gd name="connsiteY1472" fmla="*/ 2037588 h 2174272"/>
              <a:gd name="connsiteX1473" fmla="*/ 4013550 w 4682585"/>
              <a:gd name="connsiteY1473" fmla="*/ 2037588 h 2174272"/>
              <a:gd name="connsiteX1474" fmla="*/ 4013550 w 4682585"/>
              <a:gd name="connsiteY1474" fmla="*/ 2174272 h 2174272"/>
              <a:gd name="connsiteX1475" fmla="*/ 4004025 w 4682585"/>
              <a:gd name="connsiteY1475" fmla="*/ 2174272 h 2174272"/>
              <a:gd name="connsiteX1476" fmla="*/ 4004025 w 4682585"/>
              <a:gd name="connsiteY1476" fmla="*/ 2037588 h 2174272"/>
              <a:gd name="connsiteX1477" fmla="*/ 3846291 w 4682585"/>
              <a:gd name="connsiteY1477" fmla="*/ 2037588 h 2174272"/>
              <a:gd name="connsiteX1478" fmla="*/ 3846291 w 4682585"/>
              <a:gd name="connsiteY1478" fmla="*/ 2174272 h 2174272"/>
              <a:gd name="connsiteX1479" fmla="*/ 3836766 w 4682585"/>
              <a:gd name="connsiteY1479" fmla="*/ 2174272 h 2174272"/>
              <a:gd name="connsiteX1480" fmla="*/ 3836766 w 4682585"/>
              <a:gd name="connsiteY1480" fmla="*/ 2037588 h 2174272"/>
              <a:gd name="connsiteX1481" fmla="*/ 3678936 w 4682585"/>
              <a:gd name="connsiteY1481" fmla="*/ 2037588 h 2174272"/>
              <a:gd name="connsiteX1482" fmla="*/ 3678936 w 4682585"/>
              <a:gd name="connsiteY1482" fmla="*/ 2174272 h 2174272"/>
              <a:gd name="connsiteX1483" fmla="*/ 3669411 w 4682585"/>
              <a:gd name="connsiteY1483" fmla="*/ 2174272 h 2174272"/>
              <a:gd name="connsiteX1484" fmla="*/ 3669411 w 4682585"/>
              <a:gd name="connsiteY1484" fmla="*/ 2037588 h 2174272"/>
              <a:gd name="connsiteX1485" fmla="*/ 3511677 w 4682585"/>
              <a:gd name="connsiteY1485" fmla="*/ 2037588 h 2174272"/>
              <a:gd name="connsiteX1486" fmla="*/ 3511677 w 4682585"/>
              <a:gd name="connsiteY1486" fmla="*/ 2174272 h 2174272"/>
              <a:gd name="connsiteX1487" fmla="*/ 3502152 w 4682585"/>
              <a:gd name="connsiteY1487" fmla="*/ 2174272 h 2174272"/>
              <a:gd name="connsiteX1488" fmla="*/ 3502152 w 4682585"/>
              <a:gd name="connsiteY1488" fmla="*/ 2037588 h 2174272"/>
              <a:gd name="connsiteX1489" fmla="*/ 3344418 w 4682585"/>
              <a:gd name="connsiteY1489" fmla="*/ 2037588 h 2174272"/>
              <a:gd name="connsiteX1490" fmla="*/ 3344418 w 4682585"/>
              <a:gd name="connsiteY1490" fmla="*/ 2174272 h 2174272"/>
              <a:gd name="connsiteX1491" fmla="*/ 3334893 w 4682585"/>
              <a:gd name="connsiteY1491" fmla="*/ 2174272 h 2174272"/>
              <a:gd name="connsiteX1492" fmla="*/ 3334893 w 4682585"/>
              <a:gd name="connsiteY1492" fmla="*/ 2037588 h 2174272"/>
              <a:gd name="connsiteX1493" fmla="*/ 3177159 w 4682585"/>
              <a:gd name="connsiteY1493" fmla="*/ 2037588 h 2174272"/>
              <a:gd name="connsiteX1494" fmla="*/ 3177159 w 4682585"/>
              <a:gd name="connsiteY1494" fmla="*/ 2174272 h 2174272"/>
              <a:gd name="connsiteX1495" fmla="*/ 3167634 w 4682585"/>
              <a:gd name="connsiteY1495" fmla="*/ 2174272 h 2174272"/>
              <a:gd name="connsiteX1496" fmla="*/ 3167634 w 4682585"/>
              <a:gd name="connsiteY1496" fmla="*/ 2037588 h 2174272"/>
              <a:gd name="connsiteX1497" fmla="*/ 3009900 w 4682585"/>
              <a:gd name="connsiteY1497" fmla="*/ 2037588 h 2174272"/>
              <a:gd name="connsiteX1498" fmla="*/ 3009900 w 4682585"/>
              <a:gd name="connsiteY1498" fmla="*/ 2174272 h 2174272"/>
              <a:gd name="connsiteX1499" fmla="*/ 3000375 w 4682585"/>
              <a:gd name="connsiteY1499" fmla="*/ 2174272 h 2174272"/>
              <a:gd name="connsiteX1500" fmla="*/ 3000375 w 4682585"/>
              <a:gd name="connsiteY1500" fmla="*/ 2037588 h 2174272"/>
              <a:gd name="connsiteX1501" fmla="*/ 2842641 w 4682585"/>
              <a:gd name="connsiteY1501" fmla="*/ 2037588 h 2174272"/>
              <a:gd name="connsiteX1502" fmla="*/ 2842641 w 4682585"/>
              <a:gd name="connsiteY1502" fmla="*/ 2174272 h 2174272"/>
              <a:gd name="connsiteX1503" fmla="*/ 2833116 w 4682585"/>
              <a:gd name="connsiteY1503" fmla="*/ 2174272 h 2174272"/>
              <a:gd name="connsiteX1504" fmla="*/ 2833116 w 4682585"/>
              <a:gd name="connsiteY1504" fmla="*/ 2037588 h 2174272"/>
              <a:gd name="connsiteX1505" fmla="*/ 2675382 w 4682585"/>
              <a:gd name="connsiteY1505" fmla="*/ 2037588 h 2174272"/>
              <a:gd name="connsiteX1506" fmla="*/ 2675382 w 4682585"/>
              <a:gd name="connsiteY1506" fmla="*/ 2174272 h 2174272"/>
              <a:gd name="connsiteX1507" fmla="*/ 2665857 w 4682585"/>
              <a:gd name="connsiteY1507" fmla="*/ 2174272 h 2174272"/>
              <a:gd name="connsiteX1508" fmla="*/ 2665857 w 4682585"/>
              <a:gd name="connsiteY1508" fmla="*/ 2037588 h 2174272"/>
              <a:gd name="connsiteX1509" fmla="*/ 2508123 w 4682585"/>
              <a:gd name="connsiteY1509" fmla="*/ 2037588 h 2174272"/>
              <a:gd name="connsiteX1510" fmla="*/ 2508123 w 4682585"/>
              <a:gd name="connsiteY1510" fmla="*/ 2174272 h 2174272"/>
              <a:gd name="connsiteX1511" fmla="*/ 2498598 w 4682585"/>
              <a:gd name="connsiteY1511" fmla="*/ 2174272 h 2174272"/>
              <a:gd name="connsiteX1512" fmla="*/ 2498598 w 4682585"/>
              <a:gd name="connsiteY1512" fmla="*/ 2037588 h 2174272"/>
              <a:gd name="connsiteX1513" fmla="*/ 2340864 w 4682585"/>
              <a:gd name="connsiteY1513" fmla="*/ 2037588 h 2174272"/>
              <a:gd name="connsiteX1514" fmla="*/ 2340864 w 4682585"/>
              <a:gd name="connsiteY1514" fmla="*/ 2174272 h 2174272"/>
              <a:gd name="connsiteX1515" fmla="*/ 2331339 w 4682585"/>
              <a:gd name="connsiteY1515" fmla="*/ 2174272 h 2174272"/>
              <a:gd name="connsiteX1516" fmla="*/ 2331339 w 4682585"/>
              <a:gd name="connsiteY1516" fmla="*/ 2037588 h 2174272"/>
              <a:gd name="connsiteX1517" fmla="*/ 2173510 w 4682585"/>
              <a:gd name="connsiteY1517" fmla="*/ 2037588 h 2174272"/>
              <a:gd name="connsiteX1518" fmla="*/ 2173510 w 4682585"/>
              <a:gd name="connsiteY1518" fmla="*/ 2174272 h 2174272"/>
              <a:gd name="connsiteX1519" fmla="*/ 2163985 w 4682585"/>
              <a:gd name="connsiteY1519" fmla="*/ 2174272 h 2174272"/>
              <a:gd name="connsiteX1520" fmla="*/ 2163985 w 4682585"/>
              <a:gd name="connsiteY1520" fmla="*/ 2037588 h 2174272"/>
              <a:gd name="connsiteX1521" fmla="*/ 2006251 w 4682585"/>
              <a:gd name="connsiteY1521" fmla="*/ 2037588 h 2174272"/>
              <a:gd name="connsiteX1522" fmla="*/ 2006251 w 4682585"/>
              <a:gd name="connsiteY1522" fmla="*/ 2174272 h 2174272"/>
              <a:gd name="connsiteX1523" fmla="*/ 1996726 w 4682585"/>
              <a:gd name="connsiteY1523" fmla="*/ 2174272 h 2174272"/>
              <a:gd name="connsiteX1524" fmla="*/ 1996726 w 4682585"/>
              <a:gd name="connsiteY1524" fmla="*/ 2037588 h 2174272"/>
              <a:gd name="connsiteX1525" fmla="*/ 1838992 w 4682585"/>
              <a:gd name="connsiteY1525" fmla="*/ 2037588 h 2174272"/>
              <a:gd name="connsiteX1526" fmla="*/ 1838992 w 4682585"/>
              <a:gd name="connsiteY1526" fmla="*/ 2174272 h 2174272"/>
              <a:gd name="connsiteX1527" fmla="*/ 1829467 w 4682585"/>
              <a:gd name="connsiteY1527" fmla="*/ 2174272 h 2174272"/>
              <a:gd name="connsiteX1528" fmla="*/ 1829467 w 4682585"/>
              <a:gd name="connsiteY1528" fmla="*/ 2037588 h 2174272"/>
              <a:gd name="connsiteX1529" fmla="*/ 1671733 w 4682585"/>
              <a:gd name="connsiteY1529" fmla="*/ 2037588 h 2174272"/>
              <a:gd name="connsiteX1530" fmla="*/ 1671733 w 4682585"/>
              <a:gd name="connsiteY1530" fmla="*/ 2174272 h 2174272"/>
              <a:gd name="connsiteX1531" fmla="*/ 1662208 w 4682585"/>
              <a:gd name="connsiteY1531" fmla="*/ 2174272 h 2174272"/>
              <a:gd name="connsiteX1532" fmla="*/ 1662208 w 4682585"/>
              <a:gd name="connsiteY1532" fmla="*/ 2037588 h 2174272"/>
              <a:gd name="connsiteX1533" fmla="*/ 1504474 w 4682585"/>
              <a:gd name="connsiteY1533" fmla="*/ 2037588 h 2174272"/>
              <a:gd name="connsiteX1534" fmla="*/ 1504474 w 4682585"/>
              <a:gd name="connsiteY1534" fmla="*/ 2174272 h 2174272"/>
              <a:gd name="connsiteX1535" fmla="*/ 1494949 w 4682585"/>
              <a:gd name="connsiteY1535" fmla="*/ 2174272 h 2174272"/>
              <a:gd name="connsiteX1536" fmla="*/ 1494949 w 4682585"/>
              <a:gd name="connsiteY1536" fmla="*/ 2037588 h 2174272"/>
              <a:gd name="connsiteX1537" fmla="*/ 1337215 w 4682585"/>
              <a:gd name="connsiteY1537" fmla="*/ 2037588 h 2174272"/>
              <a:gd name="connsiteX1538" fmla="*/ 1337215 w 4682585"/>
              <a:gd name="connsiteY1538" fmla="*/ 2174272 h 2174272"/>
              <a:gd name="connsiteX1539" fmla="*/ 1327690 w 4682585"/>
              <a:gd name="connsiteY1539" fmla="*/ 2174272 h 2174272"/>
              <a:gd name="connsiteX1540" fmla="*/ 1327690 w 4682585"/>
              <a:gd name="connsiteY1540" fmla="*/ 2037588 h 2174272"/>
              <a:gd name="connsiteX1541" fmla="*/ 1169956 w 4682585"/>
              <a:gd name="connsiteY1541" fmla="*/ 2037588 h 2174272"/>
              <a:gd name="connsiteX1542" fmla="*/ 1169956 w 4682585"/>
              <a:gd name="connsiteY1542" fmla="*/ 2174272 h 2174272"/>
              <a:gd name="connsiteX1543" fmla="*/ 1160431 w 4682585"/>
              <a:gd name="connsiteY1543" fmla="*/ 2174272 h 2174272"/>
              <a:gd name="connsiteX1544" fmla="*/ 1160431 w 4682585"/>
              <a:gd name="connsiteY1544" fmla="*/ 2037588 h 2174272"/>
              <a:gd name="connsiteX1545" fmla="*/ 1002697 w 4682585"/>
              <a:gd name="connsiteY1545" fmla="*/ 2037588 h 2174272"/>
              <a:gd name="connsiteX1546" fmla="*/ 1002697 w 4682585"/>
              <a:gd name="connsiteY1546" fmla="*/ 2174272 h 2174272"/>
              <a:gd name="connsiteX1547" fmla="*/ 993172 w 4682585"/>
              <a:gd name="connsiteY1547" fmla="*/ 2174272 h 2174272"/>
              <a:gd name="connsiteX1548" fmla="*/ 993172 w 4682585"/>
              <a:gd name="connsiteY1548" fmla="*/ 2037588 h 2174272"/>
              <a:gd name="connsiteX1549" fmla="*/ 835438 w 4682585"/>
              <a:gd name="connsiteY1549" fmla="*/ 2037588 h 2174272"/>
              <a:gd name="connsiteX1550" fmla="*/ 835438 w 4682585"/>
              <a:gd name="connsiteY1550" fmla="*/ 2174272 h 2174272"/>
              <a:gd name="connsiteX1551" fmla="*/ 825913 w 4682585"/>
              <a:gd name="connsiteY1551" fmla="*/ 2174272 h 2174272"/>
              <a:gd name="connsiteX1552" fmla="*/ 825913 w 4682585"/>
              <a:gd name="connsiteY1552" fmla="*/ 2037588 h 2174272"/>
              <a:gd name="connsiteX1553" fmla="*/ 668179 w 4682585"/>
              <a:gd name="connsiteY1553" fmla="*/ 2037588 h 2174272"/>
              <a:gd name="connsiteX1554" fmla="*/ 668179 w 4682585"/>
              <a:gd name="connsiteY1554" fmla="*/ 2174272 h 2174272"/>
              <a:gd name="connsiteX1555" fmla="*/ 658654 w 4682585"/>
              <a:gd name="connsiteY1555" fmla="*/ 2174272 h 2174272"/>
              <a:gd name="connsiteX1556" fmla="*/ 658654 w 4682585"/>
              <a:gd name="connsiteY1556" fmla="*/ 2037588 h 2174272"/>
              <a:gd name="connsiteX1557" fmla="*/ 500920 w 4682585"/>
              <a:gd name="connsiteY1557" fmla="*/ 2037588 h 2174272"/>
              <a:gd name="connsiteX1558" fmla="*/ 500920 w 4682585"/>
              <a:gd name="connsiteY1558" fmla="*/ 2174272 h 2174272"/>
              <a:gd name="connsiteX1559" fmla="*/ 491395 w 4682585"/>
              <a:gd name="connsiteY1559" fmla="*/ 2174272 h 2174272"/>
              <a:gd name="connsiteX1560" fmla="*/ 491395 w 4682585"/>
              <a:gd name="connsiteY1560" fmla="*/ 2037588 h 2174272"/>
              <a:gd name="connsiteX1561" fmla="*/ 333566 w 4682585"/>
              <a:gd name="connsiteY1561" fmla="*/ 2037588 h 2174272"/>
              <a:gd name="connsiteX1562" fmla="*/ 333566 w 4682585"/>
              <a:gd name="connsiteY1562" fmla="*/ 2174272 h 2174272"/>
              <a:gd name="connsiteX1563" fmla="*/ 324041 w 4682585"/>
              <a:gd name="connsiteY1563" fmla="*/ 2174272 h 2174272"/>
              <a:gd name="connsiteX1564" fmla="*/ 324041 w 4682585"/>
              <a:gd name="connsiteY1564" fmla="*/ 2037588 h 2174272"/>
              <a:gd name="connsiteX1565" fmla="*/ 166307 w 4682585"/>
              <a:gd name="connsiteY1565" fmla="*/ 2037588 h 2174272"/>
              <a:gd name="connsiteX1566" fmla="*/ 166307 w 4682585"/>
              <a:gd name="connsiteY1566" fmla="*/ 2174272 h 2174272"/>
              <a:gd name="connsiteX1567" fmla="*/ 156782 w 4682585"/>
              <a:gd name="connsiteY1567" fmla="*/ 2174272 h 2174272"/>
              <a:gd name="connsiteX1568" fmla="*/ 156782 w 4682585"/>
              <a:gd name="connsiteY1568" fmla="*/ 2037588 h 2174272"/>
              <a:gd name="connsiteX1569" fmla="*/ 9525 w 4682585"/>
              <a:gd name="connsiteY1569" fmla="*/ 2037588 h 2174272"/>
              <a:gd name="connsiteX1570" fmla="*/ 9525 w 4682585"/>
              <a:gd name="connsiteY1570" fmla="*/ 2174272 h 2174272"/>
              <a:gd name="connsiteX1571" fmla="*/ 0 w 4682585"/>
              <a:gd name="connsiteY1571" fmla="*/ 2174272 h 217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Lst>
            <a:rect l="l" t="t" r="r" b="b"/>
            <a:pathLst>
              <a:path w="15164" h="6460">
                <a:moveTo>
                  <a:pt x="15133" y="6460"/>
                </a:moveTo>
                <a:lnTo>
                  <a:pt x="15164" y="6460"/>
                </a:lnTo>
                <a:lnTo>
                  <a:pt x="15164" y="6460"/>
                </a:lnTo>
                <a:lnTo>
                  <a:pt x="15133" y="6460"/>
                </a:lnTo>
                <a:lnTo>
                  <a:pt x="15133" y="6460"/>
                </a:lnTo>
                <a:close/>
                <a:moveTo>
                  <a:pt x="14592" y="6460"/>
                </a:moveTo>
                <a:lnTo>
                  <a:pt x="14622" y="6460"/>
                </a:lnTo>
                <a:lnTo>
                  <a:pt x="14622" y="6460"/>
                </a:lnTo>
                <a:lnTo>
                  <a:pt x="14592" y="6460"/>
                </a:lnTo>
                <a:lnTo>
                  <a:pt x="14592" y="6460"/>
                </a:lnTo>
                <a:close/>
                <a:moveTo>
                  <a:pt x="14050" y="6460"/>
                </a:moveTo>
                <a:lnTo>
                  <a:pt x="14081" y="6460"/>
                </a:lnTo>
                <a:lnTo>
                  <a:pt x="14081" y="6460"/>
                </a:lnTo>
                <a:lnTo>
                  <a:pt x="14050" y="6460"/>
                </a:lnTo>
                <a:lnTo>
                  <a:pt x="14050" y="6460"/>
                </a:lnTo>
                <a:close/>
                <a:moveTo>
                  <a:pt x="13539" y="5590"/>
                </a:moveTo>
                <a:lnTo>
                  <a:pt x="13539" y="6026"/>
                </a:lnTo>
                <a:lnTo>
                  <a:pt x="14050" y="6026"/>
                </a:lnTo>
                <a:lnTo>
                  <a:pt x="14050" y="5590"/>
                </a:lnTo>
                <a:lnTo>
                  <a:pt x="13539" y="5590"/>
                </a:lnTo>
                <a:close/>
                <a:moveTo>
                  <a:pt x="12997" y="5590"/>
                </a:moveTo>
                <a:lnTo>
                  <a:pt x="12997" y="6026"/>
                </a:lnTo>
                <a:lnTo>
                  <a:pt x="13508" y="6026"/>
                </a:lnTo>
                <a:lnTo>
                  <a:pt x="13508" y="5590"/>
                </a:lnTo>
                <a:lnTo>
                  <a:pt x="12997" y="5590"/>
                </a:lnTo>
                <a:close/>
                <a:moveTo>
                  <a:pt x="12456" y="5590"/>
                </a:moveTo>
                <a:lnTo>
                  <a:pt x="12456" y="6026"/>
                </a:lnTo>
                <a:lnTo>
                  <a:pt x="12967" y="6026"/>
                </a:lnTo>
                <a:lnTo>
                  <a:pt x="12967" y="5590"/>
                </a:lnTo>
                <a:lnTo>
                  <a:pt x="12456" y="5590"/>
                </a:lnTo>
                <a:close/>
                <a:moveTo>
                  <a:pt x="11914" y="5590"/>
                </a:moveTo>
                <a:lnTo>
                  <a:pt x="11914" y="6026"/>
                </a:lnTo>
                <a:lnTo>
                  <a:pt x="12425" y="6026"/>
                </a:lnTo>
                <a:lnTo>
                  <a:pt x="12425" y="5590"/>
                </a:lnTo>
                <a:lnTo>
                  <a:pt x="11914" y="5590"/>
                </a:lnTo>
                <a:close/>
                <a:moveTo>
                  <a:pt x="11372" y="5590"/>
                </a:moveTo>
                <a:lnTo>
                  <a:pt x="11372" y="6026"/>
                </a:lnTo>
                <a:lnTo>
                  <a:pt x="11883" y="6026"/>
                </a:lnTo>
                <a:lnTo>
                  <a:pt x="11883" y="5590"/>
                </a:lnTo>
                <a:lnTo>
                  <a:pt x="11372" y="5590"/>
                </a:lnTo>
                <a:close/>
                <a:moveTo>
                  <a:pt x="10831" y="5590"/>
                </a:moveTo>
                <a:lnTo>
                  <a:pt x="10831" y="6026"/>
                </a:lnTo>
                <a:lnTo>
                  <a:pt x="11341" y="6026"/>
                </a:lnTo>
                <a:lnTo>
                  <a:pt x="11341" y="5590"/>
                </a:lnTo>
                <a:lnTo>
                  <a:pt x="10831" y="5590"/>
                </a:lnTo>
                <a:close/>
                <a:moveTo>
                  <a:pt x="10289" y="5590"/>
                </a:moveTo>
                <a:lnTo>
                  <a:pt x="10289" y="6026"/>
                </a:lnTo>
                <a:lnTo>
                  <a:pt x="10800" y="6026"/>
                </a:lnTo>
                <a:lnTo>
                  <a:pt x="10800" y="5590"/>
                </a:lnTo>
                <a:lnTo>
                  <a:pt x="10289" y="5590"/>
                </a:lnTo>
                <a:close/>
                <a:moveTo>
                  <a:pt x="9747" y="5590"/>
                </a:moveTo>
                <a:lnTo>
                  <a:pt x="9747" y="6026"/>
                </a:lnTo>
                <a:lnTo>
                  <a:pt x="10258" y="6026"/>
                </a:lnTo>
                <a:lnTo>
                  <a:pt x="10258" y="5590"/>
                </a:lnTo>
                <a:lnTo>
                  <a:pt x="9747" y="5590"/>
                </a:lnTo>
                <a:close/>
                <a:moveTo>
                  <a:pt x="9206" y="5590"/>
                </a:moveTo>
                <a:lnTo>
                  <a:pt x="9206" y="6026"/>
                </a:lnTo>
                <a:lnTo>
                  <a:pt x="9716" y="6026"/>
                </a:lnTo>
                <a:lnTo>
                  <a:pt x="9716" y="5590"/>
                </a:lnTo>
                <a:lnTo>
                  <a:pt x="9206" y="5590"/>
                </a:lnTo>
                <a:close/>
                <a:moveTo>
                  <a:pt x="8664" y="5590"/>
                </a:moveTo>
                <a:lnTo>
                  <a:pt x="8664" y="6026"/>
                </a:lnTo>
                <a:lnTo>
                  <a:pt x="9175" y="6026"/>
                </a:lnTo>
                <a:lnTo>
                  <a:pt x="9175" y="5590"/>
                </a:lnTo>
                <a:lnTo>
                  <a:pt x="8664" y="5590"/>
                </a:lnTo>
                <a:close/>
                <a:moveTo>
                  <a:pt x="8122" y="5590"/>
                </a:moveTo>
                <a:lnTo>
                  <a:pt x="8122" y="6026"/>
                </a:lnTo>
                <a:lnTo>
                  <a:pt x="8633" y="6026"/>
                </a:lnTo>
                <a:lnTo>
                  <a:pt x="8633" y="5590"/>
                </a:lnTo>
                <a:lnTo>
                  <a:pt x="8122" y="5590"/>
                </a:lnTo>
                <a:close/>
                <a:moveTo>
                  <a:pt x="7581" y="5590"/>
                </a:moveTo>
                <a:lnTo>
                  <a:pt x="7581" y="6026"/>
                </a:lnTo>
                <a:lnTo>
                  <a:pt x="8091" y="6026"/>
                </a:lnTo>
                <a:lnTo>
                  <a:pt x="8091" y="5590"/>
                </a:lnTo>
                <a:lnTo>
                  <a:pt x="7581" y="5590"/>
                </a:lnTo>
                <a:close/>
                <a:moveTo>
                  <a:pt x="7039" y="5590"/>
                </a:moveTo>
                <a:lnTo>
                  <a:pt x="7039" y="6026"/>
                </a:lnTo>
                <a:lnTo>
                  <a:pt x="7550" y="6026"/>
                </a:lnTo>
                <a:lnTo>
                  <a:pt x="7550" y="5590"/>
                </a:lnTo>
                <a:lnTo>
                  <a:pt x="7039" y="5590"/>
                </a:lnTo>
                <a:close/>
                <a:moveTo>
                  <a:pt x="6497" y="5590"/>
                </a:moveTo>
                <a:lnTo>
                  <a:pt x="6497" y="6026"/>
                </a:lnTo>
                <a:lnTo>
                  <a:pt x="7008" y="6026"/>
                </a:lnTo>
                <a:lnTo>
                  <a:pt x="7008" y="5590"/>
                </a:lnTo>
                <a:lnTo>
                  <a:pt x="6497" y="5590"/>
                </a:lnTo>
                <a:close/>
                <a:moveTo>
                  <a:pt x="5955" y="5590"/>
                </a:moveTo>
                <a:lnTo>
                  <a:pt x="5955" y="6026"/>
                </a:lnTo>
                <a:lnTo>
                  <a:pt x="6466" y="6026"/>
                </a:lnTo>
                <a:lnTo>
                  <a:pt x="6466" y="5590"/>
                </a:lnTo>
                <a:lnTo>
                  <a:pt x="5955" y="5590"/>
                </a:lnTo>
                <a:close/>
                <a:moveTo>
                  <a:pt x="5414" y="5590"/>
                </a:moveTo>
                <a:lnTo>
                  <a:pt x="5414" y="6026"/>
                </a:lnTo>
                <a:lnTo>
                  <a:pt x="5925" y="6026"/>
                </a:lnTo>
                <a:lnTo>
                  <a:pt x="5925" y="5590"/>
                </a:lnTo>
                <a:lnTo>
                  <a:pt x="5414" y="5590"/>
                </a:lnTo>
                <a:close/>
                <a:moveTo>
                  <a:pt x="4872" y="5590"/>
                </a:moveTo>
                <a:lnTo>
                  <a:pt x="4872" y="6026"/>
                </a:lnTo>
                <a:lnTo>
                  <a:pt x="5383" y="6026"/>
                </a:lnTo>
                <a:lnTo>
                  <a:pt x="5383" y="5590"/>
                </a:lnTo>
                <a:lnTo>
                  <a:pt x="4872" y="5590"/>
                </a:lnTo>
                <a:close/>
                <a:moveTo>
                  <a:pt x="4330" y="5590"/>
                </a:moveTo>
                <a:lnTo>
                  <a:pt x="4330" y="6026"/>
                </a:lnTo>
                <a:lnTo>
                  <a:pt x="4841" y="6026"/>
                </a:lnTo>
                <a:lnTo>
                  <a:pt x="4841" y="5590"/>
                </a:lnTo>
                <a:lnTo>
                  <a:pt x="4330" y="5590"/>
                </a:lnTo>
                <a:close/>
                <a:moveTo>
                  <a:pt x="3789" y="5590"/>
                </a:moveTo>
                <a:lnTo>
                  <a:pt x="3789" y="6026"/>
                </a:lnTo>
                <a:lnTo>
                  <a:pt x="4300" y="6026"/>
                </a:lnTo>
                <a:lnTo>
                  <a:pt x="4300" y="5590"/>
                </a:lnTo>
                <a:lnTo>
                  <a:pt x="3789" y="5590"/>
                </a:lnTo>
                <a:close/>
                <a:moveTo>
                  <a:pt x="3247" y="5590"/>
                </a:moveTo>
                <a:lnTo>
                  <a:pt x="3247" y="6026"/>
                </a:lnTo>
                <a:lnTo>
                  <a:pt x="3758" y="6026"/>
                </a:lnTo>
                <a:lnTo>
                  <a:pt x="3758" y="5590"/>
                </a:lnTo>
                <a:lnTo>
                  <a:pt x="3247" y="5590"/>
                </a:lnTo>
                <a:close/>
                <a:moveTo>
                  <a:pt x="2705" y="5590"/>
                </a:moveTo>
                <a:lnTo>
                  <a:pt x="2705" y="6026"/>
                </a:lnTo>
                <a:lnTo>
                  <a:pt x="3216" y="6026"/>
                </a:lnTo>
                <a:lnTo>
                  <a:pt x="3216" y="5590"/>
                </a:lnTo>
                <a:lnTo>
                  <a:pt x="2705" y="5590"/>
                </a:lnTo>
                <a:close/>
                <a:moveTo>
                  <a:pt x="2164" y="5590"/>
                </a:moveTo>
                <a:lnTo>
                  <a:pt x="2164" y="6026"/>
                </a:lnTo>
                <a:lnTo>
                  <a:pt x="2675" y="6026"/>
                </a:lnTo>
                <a:lnTo>
                  <a:pt x="2675" y="5590"/>
                </a:lnTo>
                <a:lnTo>
                  <a:pt x="2164" y="5590"/>
                </a:lnTo>
                <a:close/>
                <a:moveTo>
                  <a:pt x="1622" y="5590"/>
                </a:moveTo>
                <a:lnTo>
                  <a:pt x="1622" y="6026"/>
                </a:lnTo>
                <a:lnTo>
                  <a:pt x="2133" y="6026"/>
                </a:lnTo>
                <a:lnTo>
                  <a:pt x="2133" y="5590"/>
                </a:lnTo>
                <a:lnTo>
                  <a:pt x="1622" y="5590"/>
                </a:lnTo>
                <a:close/>
                <a:moveTo>
                  <a:pt x="1080" y="5590"/>
                </a:moveTo>
                <a:lnTo>
                  <a:pt x="1080" y="6026"/>
                </a:lnTo>
                <a:lnTo>
                  <a:pt x="1591" y="6026"/>
                </a:lnTo>
                <a:lnTo>
                  <a:pt x="1591" y="5590"/>
                </a:lnTo>
                <a:lnTo>
                  <a:pt x="1080" y="5590"/>
                </a:lnTo>
                <a:close/>
                <a:moveTo>
                  <a:pt x="539" y="5590"/>
                </a:moveTo>
                <a:lnTo>
                  <a:pt x="539" y="6026"/>
                </a:lnTo>
                <a:lnTo>
                  <a:pt x="1049" y="6026"/>
                </a:lnTo>
                <a:lnTo>
                  <a:pt x="1049" y="5590"/>
                </a:lnTo>
                <a:lnTo>
                  <a:pt x="539" y="5590"/>
                </a:lnTo>
                <a:close/>
                <a:moveTo>
                  <a:pt x="31" y="5590"/>
                </a:moveTo>
                <a:lnTo>
                  <a:pt x="31" y="6026"/>
                </a:lnTo>
                <a:lnTo>
                  <a:pt x="508" y="6026"/>
                </a:lnTo>
                <a:lnTo>
                  <a:pt x="508" y="5590"/>
                </a:lnTo>
                <a:lnTo>
                  <a:pt x="31" y="5590"/>
                </a:lnTo>
                <a:close/>
                <a:moveTo>
                  <a:pt x="14081" y="5126"/>
                </a:moveTo>
                <a:lnTo>
                  <a:pt x="14081" y="5562"/>
                </a:lnTo>
                <a:lnTo>
                  <a:pt x="14592" y="5562"/>
                </a:lnTo>
                <a:lnTo>
                  <a:pt x="14592" y="5126"/>
                </a:lnTo>
                <a:lnTo>
                  <a:pt x="14081" y="5126"/>
                </a:lnTo>
                <a:close/>
                <a:moveTo>
                  <a:pt x="13539" y="5126"/>
                </a:moveTo>
                <a:lnTo>
                  <a:pt x="13539" y="5562"/>
                </a:lnTo>
                <a:lnTo>
                  <a:pt x="14050" y="5562"/>
                </a:lnTo>
                <a:lnTo>
                  <a:pt x="14050" y="5126"/>
                </a:lnTo>
                <a:lnTo>
                  <a:pt x="13539" y="5126"/>
                </a:lnTo>
                <a:close/>
                <a:moveTo>
                  <a:pt x="12997" y="5126"/>
                </a:moveTo>
                <a:lnTo>
                  <a:pt x="12997" y="5562"/>
                </a:lnTo>
                <a:lnTo>
                  <a:pt x="13508" y="5562"/>
                </a:lnTo>
                <a:lnTo>
                  <a:pt x="13508" y="5126"/>
                </a:lnTo>
                <a:lnTo>
                  <a:pt x="12997" y="5126"/>
                </a:lnTo>
                <a:close/>
                <a:moveTo>
                  <a:pt x="12456" y="5126"/>
                </a:moveTo>
                <a:lnTo>
                  <a:pt x="12456" y="5562"/>
                </a:lnTo>
                <a:lnTo>
                  <a:pt x="12967" y="5562"/>
                </a:lnTo>
                <a:lnTo>
                  <a:pt x="12967" y="5126"/>
                </a:lnTo>
                <a:lnTo>
                  <a:pt x="12456" y="5126"/>
                </a:lnTo>
                <a:close/>
                <a:moveTo>
                  <a:pt x="11914" y="5126"/>
                </a:moveTo>
                <a:lnTo>
                  <a:pt x="11914" y="5562"/>
                </a:lnTo>
                <a:lnTo>
                  <a:pt x="12425" y="5562"/>
                </a:lnTo>
                <a:lnTo>
                  <a:pt x="12425" y="5126"/>
                </a:lnTo>
                <a:lnTo>
                  <a:pt x="11914" y="5126"/>
                </a:lnTo>
                <a:close/>
                <a:moveTo>
                  <a:pt x="11372" y="5126"/>
                </a:moveTo>
                <a:lnTo>
                  <a:pt x="11372" y="5562"/>
                </a:lnTo>
                <a:lnTo>
                  <a:pt x="11883" y="5562"/>
                </a:lnTo>
                <a:lnTo>
                  <a:pt x="11883" y="5126"/>
                </a:lnTo>
                <a:lnTo>
                  <a:pt x="11372" y="5126"/>
                </a:lnTo>
                <a:close/>
                <a:moveTo>
                  <a:pt x="10831" y="5126"/>
                </a:moveTo>
                <a:lnTo>
                  <a:pt x="10831" y="5562"/>
                </a:lnTo>
                <a:lnTo>
                  <a:pt x="11341" y="5562"/>
                </a:lnTo>
                <a:lnTo>
                  <a:pt x="11341" y="5126"/>
                </a:lnTo>
                <a:lnTo>
                  <a:pt x="10831" y="5126"/>
                </a:lnTo>
                <a:close/>
                <a:moveTo>
                  <a:pt x="10289" y="5126"/>
                </a:moveTo>
                <a:lnTo>
                  <a:pt x="10289" y="5562"/>
                </a:lnTo>
                <a:lnTo>
                  <a:pt x="10800" y="5562"/>
                </a:lnTo>
                <a:lnTo>
                  <a:pt x="10800" y="5126"/>
                </a:lnTo>
                <a:lnTo>
                  <a:pt x="10289" y="5126"/>
                </a:lnTo>
                <a:close/>
                <a:moveTo>
                  <a:pt x="9747" y="5126"/>
                </a:moveTo>
                <a:lnTo>
                  <a:pt x="9747" y="5562"/>
                </a:lnTo>
                <a:lnTo>
                  <a:pt x="10258" y="5562"/>
                </a:lnTo>
                <a:lnTo>
                  <a:pt x="10258" y="5126"/>
                </a:lnTo>
                <a:lnTo>
                  <a:pt x="9747" y="5126"/>
                </a:lnTo>
                <a:close/>
                <a:moveTo>
                  <a:pt x="9206" y="5126"/>
                </a:moveTo>
                <a:lnTo>
                  <a:pt x="9206" y="5562"/>
                </a:lnTo>
                <a:lnTo>
                  <a:pt x="9716" y="5562"/>
                </a:lnTo>
                <a:lnTo>
                  <a:pt x="9716" y="5126"/>
                </a:lnTo>
                <a:lnTo>
                  <a:pt x="9206" y="5126"/>
                </a:lnTo>
                <a:close/>
                <a:moveTo>
                  <a:pt x="8664" y="5126"/>
                </a:moveTo>
                <a:lnTo>
                  <a:pt x="8664" y="5562"/>
                </a:lnTo>
                <a:lnTo>
                  <a:pt x="9175" y="5562"/>
                </a:lnTo>
                <a:lnTo>
                  <a:pt x="9175" y="5126"/>
                </a:lnTo>
                <a:lnTo>
                  <a:pt x="8664" y="5126"/>
                </a:lnTo>
                <a:close/>
                <a:moveTo>
                  <a:pt x="8122" y="5126"/>
                </a:moveTo>
                <a:lnTo>
                  <a:pt x="8122" y="5562"/>
                </a:lnTo>
                <a:lnTo>
                  <a:pt x="8633" y="5562"/>
                </a:lnTo>
                <a:lnTo>
                  <a:pt x="8633" y="5126"/>
                </a:lnTo>
                <a:lnTo>
                  <a:pt x="8122" y="5126"/>
                </a:lnTo>
                <a:close/>
                <a:moveTo>
                  <a:pt x="7581" y="5126"/>
                </a:moveTo>
                <a:lnTo>
                  <a:pt x="7581" y="5562"/>
                </a:lnTo>
                <a:lnTo>
                  <a:pt x="8091" y="5562"/>
                </a:lnTo>
                <a:lnTo>
                  <a:pt x="8091" y="5126"/>
                </a:lnTo>
                <a:lnTo>
                  <a:pt x="7581" y="5126"/>
                </a:lnTo>
                <a:close/>
                <a:moveTo>
                  <a:pt x="7039" y="5126"/>
                </a:moveTo>
                <a:lnTo>
                  <a:pt x="7039" y="5562"/>
                </a:lnTo>
                <a:lnTo>
                  <a:pt x="7550" y="5562"/>
                </a:lnTo>
                <a:lnTo>
                  <a:pt x="7550" y="5126"/>
                </a:lnTo>
                <a:lnTo>
                  <a:pt x="7039" y="5126"/>
                </a:lnTo>
                <a:close/>
                <a:moveTo>
                  <a:pt x="6497" y="5126"/>
                </a:moveTo>
                <a:lnTo>
                  <a:pt x="6497" y="5562"/>
                </a:lnTo>
                <a:lnTo>
                  <a:pt x="7008" y="5562"/>
                </a:lnTo>
                <a:lnTo>
                  <a:pt x="7008" y="5126"/>
                </a:lnTo>
                <a:lnTo>
                  <a:pt x="6497" y="5126"/>
                </a:lnTo>
                <a:close/>
                <a:moveTo>
                  <a:pt x="5955" y="5126"/>
                </a:moveTo>
                <a:lnTo>
                  <a:pt x="5955" y="5562"/>
                </a:lnTo>
                <a:lnTo>
                  <a:pt x="6466" y="5562"/>
                </a:lnTo>
                <a:lnTo>
                  <a:pt x="6466" y="5126"/>
                </a:lnTo>
                <a:lnTo>
                  <a:pt x="5955" y="5126"/>
                </a:lnTo>
                <a:close/>
                <a:moveTo>
                  <a:pt x="5414" y="5126"/>
                </a:moveTo>
                <a:lnTo>
                  <a:pt x="5414" y="5562"/>
                </a:lnTo>
                <a:lnTo>
                  <a:pt x="5925" y="5562"/>
                </a:lnTo>
                <a:lnTo>
                  <a:pt x="5925" y="5126"/>
                </a:lnTo>
                <a:lnTo>
                  <a:pt x="5414" y="5126"/>
                </a:lnTo>
                <a:close/>
                <a:moveTo>
                  <a:pt x="4872" y="5126"/>
                </a:moveTo>
                <a:lnTo>
                  <a:pt x="4872" y="5562"/>
                </a:lnTo>
                <a:lnTo>
                  <a:pt x="5383" y="5562"/>
                </a:lnTo>
                <a:lnTo>
                  <a:pt x="5383" y="5126"/>
                </a:lnTo>
                <a:lnTo>
                  <a:pt x="4872" y="5126"/>
                </a:lnTo>
                <a:close/>
                <a:moveTo>
                  <a:pt x="4330" y="5126"/>
                </a:moveTo>
                <a:lnTo>
                  <a:pt x="4330" y="5562"/>
                </a:lnTo>
                <a:lnTo>
                  <a:pt x="4841" y="5562"/>
                </a:lnTo>
                <a:lnTo>
                  <a:pt x="4841" y="5126"/>
                </a:lnTo>
                <a:lnTo>
                  <a:pt x="4330" y="5126"/>
                </a:lnTo>
                <a:close/>
                <a:moveTo>
                  <a:pt x="3789" y="5126"/>
                </a:moveTo>
                <a:lnTo>
                  <a:pt x="3789" y="5562"/>
                </a:lnTo>
                <a:lnTo>
                  <a:pt x="4300" y="5562"/>
                </a:lnTo>
                <a:lnTo>
                  <a:pt x="4300" y="5126"/>
                </a:lnTo>
                <a:lnTo>
                  <a:pt x="3789" y="5126"/>
                </a:lnTo>
                <a:close/>
                <a:moveTo>
                  <a:pt x="3247" y="5126"/>
                </a:moveTo>
                <a:lnTo>
                  <a:pt x="3247" y="5562"/>
                </a:lnTo>
                <a:lnTo>
                  <a:pt x="3758" y="5562"/>
                </a:lnTo>
                <a:lnTo>
                  <a:pt x="3758" y="5126"/>
                </a:lnTo>
                <a:lnTo>
                  <a:pt x="3247" y="5126"/>
                </a:lnTo>
                <a:close/>
                <a:moveTo>
                  <a:pt x="2705" y="5126"/>
                </a:moveTo>
                <a:lnTo>
                  <a:pt x="2705" y="5562"/>
                </a:lnTo>
                <a:lnTo>
                  <a:pt x="3216" y="5562"/>
                </a:lnTo>
                <a:lnTo>
                  <a:pt x="3216" y="5126"/>
                </a:lnTo>
                <a:lnTo>
                  <a:pt x="2705" y="5126"/>
                </a:lnTo>
                <a:close/>
                <a:moveTo>
                  <a:pt x="2164" y="5126"/>
                </a:moveTo>
                <a:lnTo>
                  <a:pt x="2164" y="5562"/>
                </a:lnTo>
                <a:lnTo>
                  <a:pt x="2675" y="5562"/>
                </a:lnTo>
                <a:lnTo>
                  <a:pt x="2675" y="5126"/>
                </a:lnTo>
                <a:lnTo>
                  <a:pt x="2164" y="5126"/>
                </a:lnTo>
                <a:close/>
                <a:moveTo>
                  <a:pt x="1622" y="5126"/>
                </a:moveTo>
                <a:lnTo>
                  <a:pt x="1622" y="5562"/>
                </a:lnTo>
                <a:lnTo>
                  <a:pt x="2133" y="5562"/>
                </a:lnTo>
                <a:lnTo>
                  <a:pt x="2133" y="5126"/>
                </a:lnTo>
                <a:lnTo>
                  <a:pt x="1622" y="5126"/>
                </a:lnTo>
                <a:close/>
                <a:moveTo>
                  <a:pt x="1080" y="5126"/>
                </a:moveTo>
                <a:lnTo>
                  <a:pt x="1080" y="5562"/>
                </a:lnTo>
                <a:lnTo>
                  <a:pt x="1591" y="5562"/>
                </a:lnTo>
                <a:lnTo>
                  <a:pt x="1591" y="5126"/>
                </a:lnTo>
                <a:lnTo>
                  <a:pt x="1080" y="5126"/>
                </a:lnTo>
                <a:close/>
                <a:moveTo>
                  <a:pt x="539" y="5126"/>
                </a:moveTo>
                <a:lnTo>
                  <a:pt x="539" y="5562"/>
                </a:lnTo>
                <a:lnTo>
                  <a:pt x="1049" y="5562"/>
                </a:lnTo>
                <a:lnTo>
                  <a:pt x="1049" y="5126"/>
                </a:lnTo>
                <a:lnTo>
                  <a:pt x="539" y="5126"/>
                </a:lnTo>
                <a:close/>
                <a:moveTo>
                  <a:pt x="31" y="5126"/>
                </a:moveTo>
                <a:lnTo>
                  <a:pt x="31" y="5562"/>
                </a:lnTo>
                <a:lnTo>
                  <a:pt x="508" y="5562"/>
                </a:lnTo>
                <a:lnTo>
                  <a:pt x="508" y="5126"/>
                </a:lnTo>
                <a:lnTo>
                  <a:pt x="31" y="5126"/>
                </a:lnTo>
                <a:close/>
                <a:moveTo>
                  <a:pt x="14622" y="4662"/>
                </a:moveTo>
                <a:lnTo>
                  <a:pt x="14622" y="5098"/>
                </a:lnTo>
                <a:lnTo>
                  <a:pt x="15133" y="5098"/>
                </a:lnTo>
                <a:lnTo>
                  <a:pt x="15133" y="4662"/>
                </a:lnTo>
                <a:lnTo>
                  <a:pt x="14622" y="4662"/>
                </a:lnTo>
                <a:close/>
                <a:moveTo>
                  <a:pt x="14081" y="4662"/>
                </a:moveTo>
                <a:lnTo>
                  <a:pt x="14081" y="5098"/>
                </a:lnTo>
                <a:lnTo>
                  <a:pt x="14592" y="5098"/>
                </a:lnTo>
                <a:lnTo>
                  <a:pt x="14592" y="4662"/>
                </a:lnTo>
                <a:lnTo>
                  <a:pt x="14081" y="4662"/>
                </a:lnTo>
                <a:close/>
                <a:moveTo>
                  <a:pt x="13539" y="4662"/>
                </a:moveTo>
                <a:lnTo>
                  <a:pt x="13539" y="5098"/>
                </a:lnTo>
                <a:lnTo>
                  <a:pt x="14050" y="5098"/>
                </a:lnTo>
                <a:lnTo>
                  <a:pt x="14050" y="4662"/>
                </a:lnTo>
                <a:lnTo>
                  <a:pt x="13539" y="4662"/>
                </a:lnTo>
                <a:close/>
                <a:moveTo>
                  <a:pt x="12997" y="4662"/>
                </a:moveTo>
                <a:lnTo>
                  <a:pt x="12997" y="5098"/>
                </a:lnTo>
                <a:lnTo>
                  <a:pt x="13508" y="5098"/>
                </a:lnTo>
                <a:lnTo>
                  <a:pt x="13508" y="4662"/>
                </a:lnTo>
                <a:lnTo>
                  <a:pt x="12997" y="4662"/>
                </a:lnTo>
                <a:close/>
                <a:moveTo>
                  <a:pt x="12456" y="4662"/>
                </a:moveTo>
                <a:lnTo>
                  <a:pt x="12456" y="5098"/>
                </a:lnTo>
                <a:lnTo>
                  <a:pt x="12967" y="5098"/>
                </a:lnTo>
                <a:lnTo>
                  <a:pt x="12967" y="4662"/>
                </a:lnTo>
                <a:lnTo>
                  <a:pt x="12456" y="4662"/>
                </a:lnTo>
                <a:close/>
                <a:moveTo>
                  <a:pt x="11914" y="4662"/>
                </a:moveTo>
                <a:lnTo>
                  <a:pt x="11914" y="5098"/>
                </a:lnTo>
                <a:lnTo>
                  <a:pt x="12425" y="5098"/>
                </a:lnTo>
                <a:lnTo>
                  <a:pt x="12425" y="4662"/>
                </a:lnTo>
                <a:lnTo>
                  <a:pt x="11914" y="4662"/>
                </a:lnTo>
                <a:close/>
                <a:moveTo>
                  <a:pt x="11372" y="4662"/>
                </a:moveTo>
                <a:lnTo>
                  <a:pt x="11372" y="5098"/>
                </a:lnTo>
                <a:lnTo>
                  <a:pt x="11883" y="5098"/>
                </a:lnTo>
                <a:lnTo>
                  <a:pt x="11883" y="4662"/>
                </a:lnTo>
                <a:lnTo>
                  <a:pt x="11372" y="4662"/>
                </a:lnTo>
                <a:close/>
                <a:moveTo>
                  <a:pt x="10831" y="4662"/>
                </a:moveTo>
                <a:lnTo>
                  <a:pt x="10831" y="5098"/>
                </a:lnTo>
                <a:lnTo>
                  <a:pt x="11341" y="5098"/>
                </a:lnTo>
                <a:lnTo>
                  <a:pt x="11341" y="4662"/>
                </a:lnTo>
                <a:lnTo>
                  <a:pt x="10831" y="4662"/>
                </a:lnTo>
                <a:close/>
                <a:moveTo>
                  <a:pt x="10289" y="4662"/>
                </a:moveTo>
                <a:lnTo>
                  <a:pt x="10289" y="5098"/>
                </a:lnTo>
                <a:lnTo>
                  <a:pt x="10800" y="5098"/>
                </a:lnTo>
                <a:lnTo>
                  <a:pt x="10800" y="4662"/>
                </a:lnTo>
                <a:lnTo>
                  <a:pt x="10289" y="4662"/>
                </a:lnTo>
                <a:close/>
                <a:moveTo>
                  <a:pt x="9747" y="4662"/>
                </a:moveTo>
                <a:lnTo>
                  <a:pt x="9747" y="5098"/>
                </a:lnTo>
                <a:lnTo>
                  <a:pt x="10258" y="5098"/>
                </a:lnTo>
                <a:lnTo>
                  <a:pt x="10258" y="4662"/>
                </a:lnTo>
                <a:lnTo>
                  <a:pt x="9747" y="4662"/>
                </a:lnTo>
                <a:close/>
                <a:moveTo>
                  <a:pt x="9206" y="4662"/>
                </a:moveTo>
                <a:lnTo>
                  <a:pt x="9206" y="5098"/>
                </a:lnTo>
                <a:lnTo>
                  <a:pt x="9716" y="5098"/>
                </a:lnTo>
                <a:lnTo>
                  <a:pt x="9716" y="4662"/>
                </a:lnTo>
                <a:lnTo>
                  <a:pt x="9206" y="4662"/>
                </a:lnTo>
                <a:close/>
                <a:moveTo>
                  <a:pt x="8664" y="4662"/>
                </a:moveTo>
                <a:lnTo>
                  <a:pt x="8664" y="5098"/>
                </a:lnTo>
                <a:lnTo>
                  <a:pt x="9175" y="5098"/>
                </a:lnTo>
                <a:lnTo>
                  <a:pt x="9175" y="4662"/>
                </a:lnTo>
                <a:lnTo>
                  <a:pt x="8664" y="4662"/>
                </a:lnTo>
                <a:close/>
                <a:moveTo>
                  <a:pt x="8122" y="4662"/>
                </a:moveTo>
                <a:lnTo>
                  <a:pt x="8122" y="5098"/>
                </a:lnTo>
                <a:lnTo>
                  <a:pt x="8633" y="5098"/>
                </a:lnTo>
                <a:lnTo>
                  <a:pt x="8633" y="4662"/>
                </a:lnTo>
                <a:lnTo>
                  <a:pt x="8122" y="4662"/>
                </a:lnTo>
                <a:close/>
                <a:moveTo>
                  <a:pt x="7581" y="4662"/>
                </a:moveTo>
                <a:lnTo>
                  <a:pt x="7581" y="5098"/>
                </a:lnTo>
                <a:lnTo>
                  <a:pt x="8091" y="5098"/>
                </a:lnTo>
                <a:lnTo>
                  <a:pt x="8091" y="4662"/>
                </a:lnTo>
                <a:lnTo>
                  <a:pt x="7581" y="4662"/>
                </a:lnTo>
                <a:close/>
                <a:moveTo>
                  <a:pt x="7039" y="4662"/>
                </a:moveTo>
                <a:lnTo>
                  <a:pt x="7039" y="5098"/>
                </a:lnTo>
                <a:lnTo>
                  <a:pt x="7550" y="5098"/>
                </a:lnTo>
                <a:lnTo>
                  <a:pt x="7550" y="4662"/>
                </a:lnTo>
                <a:lnTo>
                  <a:pt x="7039" y="4662"/>
                </a:lnTo>
                <a:close/>
                <a:moveTo>
                  <a:pt x="6497" y="4662"/>
                </a:moveTo>
                <a:lnTo>
                  <a:pt x="6497" y="5098"/>
                </a:lnTo>
                <a:lnTo>
                  <a:pt x="7008" y="5098"/>
                </a:lnTo>
                <a:lnTo>
                  <a:pt x="7008" y="4662"/>
                </a:lnTo>
                <a:lnTo>
                  <a:pt x="6497" y="4662"/>
                </a:lnTo>
                <a:close/>
                <a:moveTo>
                  <a:pt x="5955" y="4662"/>
                </a:moveTo>
                <a:lnTo>
                  <a:pt x="5955" y="5098"/>
                </a:lnTo>
                <a:lnTo>
                  <a:pt x="6466" y="5098"/>
                </a:lnTo>
                <a:lnTo>
                  <a:pt x="6466" y="4662"/>
                </a:lnTo>
                <a:lnTo>
                  <a:pt x="5955" y="4662"/>
                </a:lnTo>
                <a:close/>
                <a:moveTo>
                  <a:pt x="5414" y="4662"/>
                </a:moveTo>
                <a:lnTo>
                  <a:pt x="5414" y="5098"/>
                </a:lnTo>
                <a:lnTo>
                  <a:pt x="5925" y="5098"/>
                </a:lnTo>
                <a:lnTo>
                  <a:pt x="5925" y="4662"/>
                </a:lnTo>
                <a:lnTo>
                  <a:pt x="5414" y="4662"/>
                </a:lnTo>
                <a:close/>
                <a:moveTo>
                  <a:pt x="4872" y="4662"/>
                </a:moveTo>
                <a:lnTo>
                  <a:pt x="4872" y="5098"/>
                </a:lnTo>
                <a:lnTo>
                  <a:pt x="5383" y="5098"/>
                </a:lnTo>
                <a:lnTo>
                  <a:pt x="5383" y="4662"/>
                </a:lnTo>
                <a:lnTo>
                  <a:pt x="4872" y="4662"/>
                </a:lnTo>
                <a:close/>
                <a:moveTo>
                  <a:pt x="4330" y="4662"/>
                </a:moveTo>
                <a:lnTo>
                  <a:pt x="4330" y="5098"/>
                </a:lnTo>
                <a:lnTo>
                  <a:pt x="4841" y="5098"/>
                </a:lnTo>
                <a:lnTo>
                  <a:pt x="4841" y="4662"/>
                </a:lnTo>
                <a:lnTo>
                  <a:pt x="4330" y="4662"/>
                </a:lnTo>
                <a:close/>
                <a:moveTo>
                  <a:pt x="3789" y="4662"/>
                </a:moveTo>
                <a:lnTo>
                  <a:pt x="3789" y="5098"/>
                </a:lnTo>
                <a:lnTo>
                  <a:pt x="4300" y="5098"/>
                </a:lnTo>
                <a:lnTo>
                  <a:pt x="4300" y="4662"/>
                </a:lnTo>
                <a:lnTo>
                  <a:pt x="3789" y="4662"/>
                </a:lnTo>
                <a:close/>
                <a:moveTo>
                  <a:pt x="3247" y="4662"/>
                </a:moveTo>
                <a:lnTo>
                  <a:pt x="3247" y="5098"/>
                </a:lnTo>
                <a:lnTo>
                  <a:pt x="3758" y="5098"/>
                </a:lnTo>
                <a:lnTo>
                  <a:pt x="3758" y="4662"/>
                </a:lnTo>
                <a:lnTo>
                  <a:pt x="3247" y="4662"/>
                </a:lnTo>
                <a:close/>
                <a:moveTo>
                  <a:pt x="2705" y="4662"/>
                </a:moveTo>
                <a:lnTo>
                  <a:pt x="2705" y="5098"/>
                </a:lnTo>
                <a:lnTo>
                  <a:pt x="3216" y="5098"/>
                </a:lnTo>
                <a:lnTo>
                  <a:pt x="3216" y="4662"/>
                </a:lnTo>
                <a:lnTo>
                  <a:pt x="2705" y="4662"/>
                </a:lnTo>
                <a:close/>
                <a:moveTo>
                  <a:pt x="2164" y="4662"/>
                </a:moveTo>
                <a:lnTo>
                  <a:pt x="2164" y="5098"/>
                </a:lnTo>
                <a:lnTo>
                  <a:pt x="2675" y="5098"/>
                </a:lnTo>
                <a:lnTo>
                  <a:pt x="2675" y="4662"/>
                </a:lnTo>
                <a:lnTo>
                  <a:pt x="2164" y="4662"/>
                </a:lnTo>
                <a:close/>
                <a:moveTo>
                  <a:pt x="1622" y="4662"/>
                </a:moveTo>
                <a:lnTo>
                  <a:pt x="1622" y="5098"/>
                </a:lnTo>
                <a:lnTo>
                  <a:pt x="2133" y="5098"/>
                </a:lnTo>
                <a:lnTo>
                  <a:pt x="2133" y="4662"/>
                </a:lnTo>
                <a:lnTo>
                  <a:pt x="1622" y="4662"/>
                </a:lnTo>
                <a:close/>
                <a:moveTo>
                  <a:pt x="1080" y="4662"/>
                </a:moveTo>
                <a:lnTo>
                  <a:pt x="1080" y="5098"/>
                </a:lnTo>
                <a:lnTo>
                  <a:pt x="1591" y="5098"/>
                </a:lnTo>
                <a:lnTo>
                  <a:pt x="1591" y="4662"/>
                </a:lnTo>
                <a:lnTo>
                  <a:pt x="1080" y="4662"/>
                </a:lnTo>
                <a:close/>
                <a:moveTo>
                  <a:pt x="539" y="4662"/>
                </a:moveTo>
                <a:lnTo>
                  <a:pt x="539" y="5098"/>
                </a:lnTo>
                <a:lnTo>
                  <a:pt x="1049" y="5098"/>
                </a:lnTo>
                <a:lnTo>
                  <a:pt x="1049" y="4662"/>
                </a:lnTo>
                <a:lnTo>
                  <a:pt x="539" y="4662"/>
                </a:lnTo>
                <a:close/>
                <a:moveTo>
                  <a:pt x="31" y="4662"/>
                </a:moveTo>
                <a:lnTo>
                  <a:pt x="31" y="5098"/>
                </a:lnTo>
                <a:lnTo>
                  <a:pt x="508" y="5098"/>
                </a:lnTo>
                <a:lnTo>
                  <a:pt x="508" y="4662"/>
                </a:lnTo>
                <a:lnTo>
                  <a:pt x="31" y="4662"/>
                </a:lnTo>
                <a:close/>
                <a:moveTo>
                  <a:pt x="14622" y="4199"/>
                </a:moveTo>
                <a:lnTo>
                  <a:pt x="14622" y="4634"/>
                </a:lnTo>
                <a:lnTo>
                  <a:pt x="15133" y="4634"/>
                </a:lnTo>
                <a:lnTo>
                  <a:pt x="15133" y="4199"/>
                </a:lnTo>
                <a:lnTo>
                  <a:pt x="14622" y="4199"/>
                </a:lnTo>
                <a:close/>
                <a:moveTo>
                  <a:pt x="14081" y="4199"/>
                </a:moveTo>
                <a:lnTo>
                  <a:pt x="14081" y="4634"/>
                </a:lnTo>
                <a:lnTo>
                  <a:pt x="14592" y="4634"/>
                </a:lnTo>
                <a:lnTo>
                  <a:pt x="14592" y="4199"/>
                </a:lnTo>
                <a:lnTo>
                  <a:pt x="14081" y="4199"/>
                </a:lnTo>
                <a:close/>
                <a:moveTo>
                  <a:pt x="13539" y="4199"/>
                </a:moveTo>
                <a:lnTo>
                  <a:pt x="13539" y="4634"/>
                </a:lnTo>
                <a:lnTo>
                  <a:pt x="14050" y="4634"/>
                </a:lnTo>
                <a:lnTo>
                  <a:pt x="14050" y="4199"/>
                </a:lnTo>
                <a:lnTo>
                  <a:pt x="13539" y="4199"/>
                </a:lnTo>
                <a:close/>
                <a:moveTo>
                  <a:pt x="12997" y="4199"/>
                </a:moveTo>
                <a:lnTo>
                  <a:pt x="12997" y="4634"/>
                </a:lnTo>
                <a:lnTo>
                  <a:pt x="13508" y="4634"/>
                </a:lnTo>
                <a:lnTo>
                  <a:pt x="13508" y="4199"/>
                </a:lnTo>
                <a:lnTo>
                  <a:pt x="12997" y="4199"/>
                </a:lnTo>
                <a:close/>
                <a:moveTo>
                  <a:pt x="12456" y="4199"/>
                </a:moveTo>
                <a:lnTo>
                  <a:pt x="12456" y="4634"/>
                </a:lnTo>
                <a:lnTo>
                  <a:pt x="12967" y="4634"/>
                </a:lnTo>
                <a:lnTo>
                  <a:pt x="12967" y="4199"/>
                </a:lnTo>
                <a:lnTo>
                  <a:pt x="12456" y="4199"/>
                </a:lnTo>
                <a:close/>
                <a:moveTo>
                  <a:pt x="11914" y="4199"/>
                </a:moveTo>
                <a:lnTo>
                  <a:pt x="11914" y="4634"/>
                </a:lnTo>
                <a:lnTo>
                  <a:pt x="12425" y="4634"/>
                </a:lnTo>
                <a:lnTo>
                  <a:pt x="12425" y="4199"/>
                </a:lnTo>
                <a:lnTo>
                  <a:pt x="11914" y="4199"/>
                </a:lnTo>
                <a:close/>
                <a:moveTo>
                  <a:pt x="11372" y="4199"/>
                </a:moveTo>
                <a:lnTo>
                  <a:pt x="11372" y="4634"/>
                </a:lnTo>
                <a:lnTo>
                  <a:pt x="11883" y="4634"/>
                </a:lnTo>
                <a:lnTo>
                  <a:pt x="11883" y="4199"/>
                </a:lnTo>
                <a:lnTo>
                  <a:pt x="11372" y="4199"/>
                </a:lnTo>
                <a:close/>
                <a:moveTo>
                  <a:pt x="10831" y="4199"/>
                </a:moveTo>
                <a:lnTo>
                  <a:pt x="10831" y="4634"/>
                </a:lnTo>
                <a:lnTo>
                  <a:pt x="11341" y="4634"/>
                </a:lnTo>
                <a:lnTo>
                  <a:pt x="11341" y="4199"/>
                </a:lnTo>
                <a:lnTo>
                  <a:pt x="10831" y="4199"/>
                </a:lnTo>
                <a:close/>
                <a:moveTo>
                  <a:pt x="10289" y="4199"/>
                </a:moveTo>
                <a:lnTo>
                  <a:pt x="10289" y="4634"/>
                </a:lnTo>
                <a:lnTo>
                  <a:pt x="10800" y="4634"/>
                </a:lnTo>
                <a:lnTo>
                  <a:pt x="10800" y="4199"/>
                </a:lnTo>
                <a:lnTo>
                  <a:pt x="10289" y="4199"/>
                </a:lnTo>
                <a:close/>
                <a:moveTo>
                  <a:pt x="9747" y="4199"/>
                </a:moveTo>
                <a:lnTo>
                  <a:pt x="9747" y="4634"/>
                </a:lnTo>
                <a:lnTo>
                  <a:pt x="10258" y="4634"/>
                </a:lnTo>
                <a:lnTo>
                  <a:pt x="10258" y="4199"/>
                </a:lnTo>
                <a:lnTo>
                  <a:pt x="9747" y="4199"/>
                </a:lnTo>
                <a:close/>
                <a:moveTo>
                  <a:pt x="9206" y="4199"/>
                </a:moveTo>
                <a:lnTo>
                  <a:pt x="9206" y="4634"/>
                </a:lnTo>
                <a:lnTo>
                  <a:pt x="9716" y="4634"/>
                </a:lnTo>
                <a:lnTo>
                  <a:pt x="9716" y="4199"/>
                </a:lnTo>
                <a:lnTo>
                  <a:pt x="9206" y="4199"/>
                </a:lnTo>
                <a:close/>
                <a:moveTo>
                  <a:pt x="8664" y="4199"/>
                </a:moveTo>
                <a:lnTo>
                  <a:pt x="8664" y="4634"/>
                </a:lnTo>
                <a:lnTo>
                  <a:pt x="9175" y="4634"/>
                </a:lnTo>
                <a:lnTo>
                  <a:pt x="9175" y="4199"/>
                </a:lnTo>
                <a:lnTo>
                  <a:pt x="8664" y="4199"/>
                </a:lnTo>
                <a:close/>
                <a:moveTo>
                  <a:pt x="8122" y="4199"/>
                </a:moveTo>
                <a:lnTo>
                  <a:pt x="8122" y="4634"/>
                </a:lnTo>
                <a:lnTo>
                  <a:pt x="8633" y="4634"/>
                </a:lnTo>
                <a:lnTo>
                  <a:pt x="8633" y="4199"/>
                </a:lnTo>
                <a:lnTo>
                  <a:pt x="8122" y="4199"/>
                </a:lnTo>
                <a:close/>
                <a:moveTo>
                  <a:pt x="7581" y="4199"/>
                </a:moveTo>
                <a:lnTo>
                  <a:pt x="7581" y="4634"/>
                </a:lnTo>
                <a:lnTo>
                  <a:pt x="8091" y="4634"/>
                </a:lnTo>
                <a:lnTo>
                  <a:pt x="8091" y="4199"/>
                </a:lnTo>
                <a:lnTo>
                  <a:pt x="7581" y="4199"/>
                </a:lnTo>
                <a:close/>
                <a:moveTo>
                  <a:pt x="7039" y="4199"/>
                </a:moveTo>
                <a:lnTo>
                  <a:pt x="7039" y="4634"/>
                </a:lnTo>
                <a:lnTo>
                  <a:pt x="7550" y="4634"/>
                </a:lnTo>
                <a:lnTo>
                  <a:pt x="7550" y="4199"/>
                </a:lnTo>
                <a:lnTo>
                  <a:pt x="7039" y="4199"/>
                </a:lnTo>
                <a:close/>
                <a:moveTo>
                  <a:pt x="6497" y="4199"/>
                </a:moveTo>
                <a:lnTo>
                  <a:pt x="6497" y="4634"/>
                </a:lnTo>
                <a:lnTo>
                  <a:pt x="7008" y="4634"/>
                </a:lnTo>
                <a:lnTo>
                  <a:pt x="7008" y="4199"/>
                </a:lnTo>
                <a:lnTo>
                  <a:pt x="6497" y="4199"/>
                </a:lnTo>
                <a:close/>
                <a:moveTo>
                  <a:pt x="5955" y="4199"/>
                </a:moveTo>
                <a:lnTo>
                  <a:pt x="5955" y="4634"/>
                </a:lnTo>
                <a:lnTo>
                  <a:pt x="6466" y="4634"/>
                </a:lnTo>
                <a:lnTo>
                  <a:pt x="6466" y="4199"/>
                </a:lnTo>
                <a:lnTo>
                  <a:pt x="5955" y="4199"/>
                </a:lnTo>
                <a:close/>
                <a:moveTo>
                  <a:pt x="5414" y="4199"/>
                </a:moveTo>
                <a:lnTo>
                  <a:pt x="5414" y="4634"/>
                </a:lnTo>
                <a:lnTo>
                  <a:pt x="5925" y="4634"/>
                </a:lnTo>
                <a:lnTo>
                  <a:pt x="5925" y="4199"/>
                </a:lnTo>
                <a:lnTo>
                  <a:pt x="5414" y="4199"/>
                </a:lnTo>
                <a:close/>
                <a:moveTo>
                  <a:pt x="4872" y="4199"/>
                </a:moveTo>
                <a:lnTo>
                  <a:pt x="4872" y="4634"/>
                </a:lnTo>
                <a:lnTo>
                  <a:pt x="5383" y="4634"/>
                </a:lnTo>
                <a:lnTo>
                  <a:pt x="5383" y="4199"/>
                </a:lnTo>
                <a:lnTo>
                  <a:pt x="4872" y="4199"/>
                </a:lnTo>
                <a:close/>
                <a:moveTo>
                  <a:pt x="4330" y="4199"/>
                </a:moveTo>
                <a:lnTo>
                  <a:pt x="4330" y="4634"/>
                </a:lnTo>
                <a:lnTo>
                  <a:pt x="4841" y="4634"/>
                </a:lnTo>
                <a:lnTo>
                  <a:pt x="4841" y="4199"/>
                </a:lnTo>
                <a:lnTo>
                  <a:pt x="4330" y="4199"/>
                </a:lnTo>
                <a:close/>
                <a:moveTo>
                  <a:pt x="3789" y="4199"/>
                </a:moveTo>
                <a:lnTo>
                  <a:pt x="3789" y="4634"/>
                </a:lnTo>
                <a:lnTo>
                  <a:pt x="4300" y="4634"/>
                </a:lnTo>
                <a:lnTo>
                  <a:pt x="4300" y="4199"/>
                </a:lnTo>
                <a:lnTo>
                  <a:pt x="3789" y="4199"/>
                </a:lnTo>
                <a:close/>
                <a:moveTo>
                  <a:pt x="3247" y="4199"/>
                </a:moveTo>
                <a:lnTo>
                  <a:pt x="3247" y="4634"/>
                </a:lnTo>
                <a:lnTo>
                  <a:pt x="3758" y="4634"/>
                </a:lnTo>
                <a:lnTo>
                  <a:pt x="3758" y="4199"/>
                </a:lnTo>
                <a:lnTo>
                  <a:pt x="3247" y="4199"/>
                </a:lnTo>
                <a:close/>
                <a:moveTo>
                  <a:pt x="2705" y="4199"/>
                </a:moveTo>
                <a:lnTo>
                  <a:pt x="2705" y="4634"/>
                </a:lnTo>
                <a:lnTo>
                  <a:pt x="3216" y="4634"/>
                </a:lnTo>
                <a:lnTo>
                  <a:pt x="3216" y="4199"/>
                </a:lnTo>
                <a:lnTo>
                  <a:pt x="2705" y="4199"/>
                </a:lnTo>
                <a:close/>
                <a:moveTo>
                  <a:pt x="2164" y="4199"/>
                </a:moveTo>
                <a:lnTo>
                  <a:pt x="2164" y="4634"/>
                </a:lnTo>
                <a:lnTo>
                  <a:pt x="2675" y="4634"/>
                </a:lnTo>
                <a:lnTo>
                  <a:pt x="2675" y="4199"/>
                </a:lnTo>
                <a:lnTo>
                  <a:pt x="2164" y="4199"/>
                </a:lnTo>
                <a:close/>
                <a:moveTo>
                  <a:pt x="1622" y="4199"/>
                </a:moveTo>
                <a:lnTo>
                  <a:pt x="1622" y="4634"/>
                </a:lnTo>
                <a:lnTo>
                  <a:pt x="2133" y="4634"/>
                </a:lnTo>
                <a:lnTo>
                  <a:pt x="2133" y="4199"/>
                </a:lnTo>
                <a:lnTo>
                  <a:pt x="1622" y="4199"/>
                </a:lnTo>
                <a:close/>
                <a:moveTo>
                  <a:pt x="1080" y="4199"/>
                </a:moveTo>
                <a:lnTo>
                  <a:pt x="1080" y="4634"/>
                </a:lnTo>
                <a:lnTo>
                  <a:pt x="1591" y="4634"/>
                </a:lnTo>
                <a:lnTo>
                  <a:pt x="1591" y="4199"/>
                </a:lnTo>
                <a:lnTo>
                  <a:pt x="1080" y="4199"/>
                </a:lnTo>
                <a:close/>
                <a:moveTo>
                  <a:pt x="539" y="4199"/>
                </a:moveTo>
                <a:lnTo>
                  <a:pt x="539" y="4634"/>
                </a:lnTo>
                <a:lnTo>
                  <a:pt x="1049" y="4634"/>
                </a:lnTo>
                <a:lnTo>
                  <a:pt x="1049" y="4199"/>
                </a:lnTo>
                <a:lnTo>
                  <a:pt x="539" y="4199"/>
                </a:lnTo>
                <a:close/>
                <a:moveTo>
                  <a:pt x="31" y="4199"/>
                </a:moveTo>
                <a:lnTo>
                  <a:pt x="31" y="4634"/>
                </a:lnTo>
                <a:lnTo>
                  <a:pt x="508" y="4634"/>
                </a:lnTo>
                <a:lnTo>
                  <a:pt x="508" y="4199"/>
                </a:lnTo>
                <a:lnTo>
                  <a:pt x="31" y="4199"/>
                </a:lnTo>
                <a:close/>
                <a:moveTo>
                  <a:pt x="14622" y="3735"/>
                </a:moveTo>
                <a:lnTo>
                  <a:pt x="14622" y="4170"/>
                </a:lnTo>
                <a:lnTo>
                  <a:pt x="15133" y="4170"/>
                </a:lnTo>
                <a:lnTo>
                  <a:pt x="15133" y="3735"/>
                </a:lnTo>
                <a:lnTo>
                  <a:pt x="14622" y="3735"/>
                </a:lnTo>
                <a:close/>
                <a:moveTo>
                  <a:pt x="14081" y="3735"/>
                </a:moveTo>
                <a:lnTo>
                  <a:pt x="14081" y="4170"/>
                </a:lnTo>
                <a:lnTo>
                  <a:pt x="14592" y="4170"/>
                </a:lnTo>
                <a:lnTo>
                  <a:pt x="14592" y="3735"/>
                </a:lnTo>
                <a:lnTo>
                  <a:pt x="14081" y="3735"/>
                </a:lnTo>
                <a:close/>
                <a:moveTo>
                  <a:pt x="13539" y="3735"/>
                </a:moveTo>
                <a:lnTo>
                  <a:pt x="13539" y="4170"/>
                </a:lnTo>
                <a:lnTo>
                  <a:pt x="14050" y="4170"/>
                </a:lnTo>
                <a:lnTo>
                  <a:pt x="14050" y="3735"/>
                </a:lnTo>
                <a:lnTo>
                  <a:pt x="13539" y="3735"/>
                </a:lnTo>
                <a:close/>
                <a:moveTo>
                  <a:pt x="12997" y="3735"/>
                </a:moveTo>
                <a:lnTo>
                  <a:pt x="12997" y="4170"/>
                </a:lnTo>
                <a:lnTo>
                  <a:pt x="13508" y="4170"/>
                </a:lnTo>
                <a:lnTo>
                  <a:pt x="13508" y="3735"/>
                </a:lnTo>
                <a:lnTo>
                  <a:pt x="12997" y="3735"/>
                </a:lnTo>
                <a:close/>
                <a:moveTo>
                  <a:pt x="12456" y="3735"/>
                </a:moveTo>
                <a:lnTo>
                  <a:pt x="12456" y="4170"/>
                </a:lnTo>
                <a:lnTo>
                  <a:pt x="12967" y="4170"/>
                </a:lnTo>
                <a:lnTo>
                  <a:pt x="12967" y="3735"/>
                </a:lnTo>
                <a:lnTo>
                  <a:pt x="12456" y="3735"/>
                </a:lnTo>
                <a:close/>
                <a:moveTo>
                  <a:pt x="11914" y="3735"/>
                </a:moveTo>
                <a:lnTo>
                  <a:pt x="11914" y="4170"/>
                </a:lnTo>
                <a:lnTo>
                  <a:pt x="12425" y="4170"/>
                </a:lnTo>
                <a:lnTo>
                  <a:pt x="12425" y="3735"/>
                </a:lnTo>
                <a:lnTo>
                  <a:pt x="11914" y="3735"/>
                </a:lnTo>
                <a:close/>
                <a:moveTo>
                  <a:pt x="11372" y="3735"/>
                </a:moveTo>
                <a:lnTo>
                  <a:pt x="11372" y="4170"/>
                </a:lnTo>
                <a:lnTo>
                  <a:pt x="11883" y="4170"/>
                </a:lnTo>
                <a:lnTo>
                  <a:pt x="11883" y="3735"/>
                </a:lnTo>
                <a:lnTo>
                  <a:pt x="11372" y="3735"/>
                </a:lnTo>
                <a:close/>
                <a:moveTo>
                  <a:pt x="10831" y="3735"/>
                </a:moveTo>
                <a:lnTo>
                  <a:pt x="10831" y="4170"/>
                </a:lnTo>
                <a:lnTo>
                  <a:pt x="11341" y="4170"/>
                </a:lnTo>
                <a:lnTo>
                  <a:pt x="11341" y="3735"/>
                </a:lnTo>
                <a:lnTo>
                  <a:pt x="10831" y="3735"/>
                </a:lnTo>
                <a:close/>
                <a:moveTo>
                  <a:pt x="10289" y="3735"/>
                </a:moveTo>
                <a:lnTo>
                  <a:pt x="10289" y="4170"/>
                </a:lnTo>
                <a:lnTo>
                  <a:pt x="10800" y="4170"/>
                </a:lnTo>
                <a:lnTo>
                  <a:pt x="10800" y="3735"/>
                </a:lnTo>
                <a:lnTo>
                  <a:pt x="10289" y="3735"/>
                </a:lnTo>
                <a:close/>
                <a:moveTo>
                  <a:pt x="9747" y="3735"/>
                </a:moveTo>
                <a:lnTo>
                  <a:pt x="9747" y="4170"/>
                </a:lnTo>
                <a:lnTo>
                  <a:pt x="10258" y="4170"/>
                </a:lnTo>
                <a:lnTo>
                  <a:pt x="10258" y="3735"/>
                </a:lnTo>
                <a:lnTo>
                  <a:pt x="9747" y="3735"/>
                </a:lnTo>
                <a:close/>
                <a:moveTo>
                  <a:pt x="9206" y="3735"/>
                </a:moveTo>
                <a:lnTo>
                  <a:pt x="9206" y="4170"/>
                </a:lnTo>
                <a:lnTo>
                  <a:pt x="9716" y="4170"/>
                </a:lnTo>
                <a:lnTo>
                  <a:pt x="9716" y="3735"/>
                </a:lnTo>
                <a:lnTo>
                  <a:pt x="9206" y="3735"/>
                </a:lnTo>
                <a:close/>
                <a:moveTo>
                  <a:pt x="8664" y="3735"/>
                </a:moveTo>
                <a:lnTo>
                  <a:pt x="8664" y="4170"/>
                </a:lnTo>
                <a:lnTo>
                  <a:pt x="9175" y="4170"/>
                </a:lnTo>
                <a:lnTo>
                  <a:pt x="9175" y="3735"/>
                </a:lnTo>
                <a:lnTo>
                  <a:pt x="8664" y="3735"/>
                </a:lnTo>
                <a:close/>
                <a:moveTo>
                  <a:pt x="8122" y="3735"/>
                </a:moveTo>
                <a:lnTo>
                  <a:pt x="8122" y="4170"/>
                </a:lnTo>
                <a:lnTo>
                  <a:pt x="8633" y="4170"/>
                </a:lnTo>
                <a:lnTo>
                  <a:pt x="8633" y="3735"/>
                </a:lnTo>
                <a:lnTo>
                  <a:pt x="8122" y="3735"/>
                </a:lnTo>
                <a:close/>
                <a:moveTo>
                  <a:pt x="7581" y="3735"/>
                </a:moveTo>
                <a:lnTo>
                  <a:pt x="7581" y="4170"/>
                </a:lnTo>
                <a:lnTo>
                  <a:pt x="8091" y="4170"/>
                </a:lnTo>
                <a:lnTo>
                  <a:pt x="8091" y="3735"/>
                </a:lnTo>
                <a:lnTo>
                  <a:pt x="7581" y="3735"/>
                </a:lnTo>
                <a:close/>
                <a:moveTo>
                  <a:pt x="7039" y="3735"/>
                </a:moveTo>
                <a:lnTo>
                  <a:pt x="7039" y="4170"/>
                </a:lnTo>
                <a:lnTo>
                  <a:pt x="7550" y="4170"/>
                </a:lnTo>
                <a:lnTo>
                  <a:pt x="7550" y="3735"/>
                </a:lnTo>
                <a:lnTo>
                  <a:pt x="7039" y="3735"/>
                </a:lnTo>
                <a:close/>
                <a:moveTo>
                  <a:pt x="6497" y="3735"/>
                </a:moveTo>
                <a:lnTo>
                  <a:pt x="6497" y="4170"/>
                </a:lnTo>
                <a:lnTo>
                  <a:pt x="7008" y="4170"/>
                </a:lnTo>
                <a:lnTo>
                  <a:pt x="7008" y="3735"/>
                </a:lnTo>
                <a:lnTo>
                  <a:pt x="6497" y="3735"/>
                </a:lnTo>
                <a:close/>
                <a:moveTo>
                  <a:pt x="5955" y="3735"/>
                </a:moveTo>
                <a:lnTo>
                  <a:pt x="5955" y="4170"/>
                </a:lnTo>
                <a:lnTo>
                  <a:pt x="6466" y="4170"/>
                </a:lnTo>
                <a:lnTo>
                  <a:pt x="6466" y="3735"/>
                </a:lnTo>
                <a:lnTo>
                  <a:pt x="5955" y="3735"/>
                </a:lnTo>
                <a:close/>
                <a:moveTo>
                  <a:pt x="5414" y="3735"/>
                </a:moveTo>
                <a:lnTo>
                  <a:pt x="5414" y="4170"/>
                </a:lnTo>
                <a:lnTo>
                  <a:pt x="5925" y="4170"/>
                </a:lnTo>
                <a:lnTo>
                  <a:pt x="5925" y="3735"/>
                </a:lnTo>
                <a:lnTo>
                  <a:pt x="5414" y="3735"/>
                </a:lnTo>
                <a:close/>
                <a:moveTo>
                  <a:pt x="4872" y="3735"/>
                </a:moveTo>
                <a:lnTo>
                  <a:pt x="4872" y="4170"/>
                </a:lnTo>
                <a:lnTo>
                  <a:pt x="5383" y="4170"/>
                </a:lnTo>
                <a:lnTo>
                  <a:pt x="5383" y="3735"/>
                </a:lnTo>
                <a:lnTo>
                  <a:pt x="4872" y="3735"/>
                </a:lnTo>
                <a:close/>
                <a:moveTo>
                  <a:pt x="4330" y="3735"/>
                </a:moveTo>
                <a:lnTo>
                  <a:pt x="4330" y="4170"/>
                </a:lnTo>
                <a:lnTo>
                  <a:pt x="4841" y="4170"/>
                </a:lnTo>
                <a:lnTo>
                  <a:pt x="4841" y="3735"/>
                </a:lnTo>
                <a:lnTo>
                  <a:pt x="4330" y="3735"/>
                </a:lnTo>
                <a:close/>
                <a:moveTo>
                  <a:pt x="3789" y="3735"/>
                </a:moveTo>
                <a:lnTo>
                  <a:pt x="3789" y="4170"/>
                </a:lnTo>
                <a:lnTo>
                  <a:pt x="4300" y="4170"/>
                </a:lnTo>
                <a:lnTo>
                  <a:pt x="4300" y="3735"/>
                </a:lnTo>
                <a:lnTo>
                  <a:pt x="3789" y="3735"/>
                </a:lnTo>
                <a:close/>
                <a:moveTo>
                  <a:pt x="3247" y="3735"/>
                </a:moveTo>
                <a:lnTo>
                  <a:pt x="3247" y="4170"/>
                </a:lnTo>
                <a:lnTo>
                  <a:pt x="3758" y="4170"/>
                </a:lnTo>
                <a:lnTo>
                  <a:pt x="3758" y="3735"/>
                </a:lnTo>
                <a:lnTo>
                  <a:pt x="3247" y="3735"/>
                </a:lnTo>
                <a:close/>
                <a:moveTo>
                  <a:pt x="2705" y="3735"/>
                </a:moveTo>
                <a:lnTo>
                  <a:pt x="2705" y="4170"/>
                </a:lnTo>
                <a:lnTo>
                  <a:pt x="3216" y="4170"/>
                </a:lnTo>
                <a:lnTo>
                  <a:pt x="3216" y="3735"/>
                </a:lnTo>
                <a:lnTo>
                  <a:pt x="2705" y="3735"/>
                </a:lnTo>
                <a:close/>
                <a:moveTo>
                  <a:pt x="2164" y="3735"/>
                </a:moveTo>
                <a:lnTo>
                  <a:pt x="2164" y="4170"/>
                </a:lnTo>
                <a:lnTo>
                  <a:pt x="2675" y="4170"/>
                </a:lnTo>
                <a:lnTo>
                  <a:pt x="2675" y="3735"/>
                </a:lnTo>
                <a:lnTo>
                  <a:pt x="2164" y="3735"/>
                </a:lnTo>
                <a:close/>
                <a:moveTo>
                  <a:pt x="1622" y="3735"/>
                </a:moveTo>
                <a:lnTo>
                  <a:pt x="1622" y="4170"/>
                </a:lnTo>
                <a:lnTo>
                  <a:pt x="2133" y="4170"/>
                </a:lnTo>
                <a:lnTo>
                  <a:pt x="2133" y="3735"/>
                </a:lnTo>
                <a:lnTo>
                  <a:pt x="1622" y="3735"/>
                </a:lnTo>
                <a:close/>
                <a:moveTo>
                  <a:pt x="1080" y="3735"/>
                </a:moveTo>
                <a:lnTo>
                  <a:pt x="1080" y="4170"/>
                </a:lnTo>
                <a:lnTo>
                  <a:pt x="1591" y="4170"/>
                </a:lnTo>
                <a:lnTo>
                  <a:pt x="1591" y="3735"/>
                </a:lnTo>
                <a:lnTo>
                  <a:pt x="1080" y="3735"/>
                </a:lnTo>
                <a:close/>
                <a:moveTo>
                  <a:pt x="539" y="3735"/>
                </a:moveTo>
                <a:lnTo>
                  <a:pt x="539" y="4170"/>
                </a:lnTo>
                <a:lnTo>
                  <a:pt x="1049" y="4170"/>
                </a:lnTo>
                <a:lnTo>
                  <a:pt x="1049" y="3735"/>
                </a:lnTo>
                <a:lnTo>
                  <a:pt x="539" y="3735"/>
                </a:lnTo>
                <a:close/>
                <a:moveTo>
                  <a:pt x="31" y="3735"/>
                </a:moveTo>
                <a:lnTo>
                  <a:pt x="31" y="4170"/>
                </a:lnTo>
                <a:lnTo>
                  <a:pt x="508" y="4170"/>
                </a:lnTo>
                <a:lnTo>
                  <a:pt x="508" y="3735"/>
                </a:lnTo>
                <a:lnTo>
                  <a:pt x="31" y="3735"/>
                </a:lnTo>
                <a:close/>
                <a:moveTo>
                  <a:pt x="14622" y="3271"/>
                </a:moveTo>
                <a:lnTo>
                  <a:pt x="14622" y="3706"/>
                </a:lnTo>
                <a:lnTo>
                  <a:pt x="15133" y="3706"/>
                </a:lnTo>
                <a:lnTo>
                  <a:pt x="15133" y="3271"/>
                </a:lnTo>
                <a:lnTo>
                  <a:pt x="14622" y="3271"/>
                </a:lnTo>
                <a:close/>
                <a:moveTo>
                  <a:pt x="14081" y="3271"/>
                </a:moveTo>
                <a:lnTo>
                  <a:pt x="14081" y="3706"/>
                </a:lnTo>
                <a:lnTo>
                  <a:pt x="14592" y="3706"/>
                </a:lnTo>
                <a:lnTo>
                  <a:pt x="14592" y="3271"/>
                </a:lnTo>
                <a:lnTo>
                  <a:pt x="14081" y="3271"/>
                </a:lnTo>
                <a:close/>
                <a:moveTo>
                  <a:pt x="13539" y="3271"/>
                </a:moveTo>
                <a:lnTo>
                  <a:pt x="13539" y="3706"/>
                </a:lnTo>
                <a:lnTo>
                  <a:pt x="14050" y="3706"/>
                </a:lnTo>
                <a:lnTo>
                  <a:pt x="14050" y="3271"/>
                </a:lnTo>
                <a:lnTo>
                  <a:pt x="13539" y="3271"/>
                </a:lnTo>
                <a:close/>
                <a:moveTo>
                  <a:pt x="12997" y="3271"/>
                </a:moveTo>
                <a:lnTo>
                  <a:pt x="12997" y="3706"/>
                </a:lnTo>
                <a:lnTo>
                  <a:pt x="13508" y="3706"/>
                </a:lnTo>
                <a:lnTo>
                  <a:pt x="13508" y="3271"/>
                </a:lnTo>
                <a:lnTo>
                  <a:pt x="12997" y="3271"/>
                </a:lnTo>
                <a:close/>
                <a:moveTo>
                  <a:pt x="12456" y="3271"/>
                </a:moveTo>
                <a:lnTo>
                  <a:pt x="12456" y="3706"/>
                </a:lnTo>
                <a:lnTo>
                  <a:pt x="12967" y="3706"/>
                </a:lnTo>
                <a:lnTo>
                  <a:pt x="12967" y="3271"/>
                </a:lnTo>
                <a:lnTo>
                  <a:pt x="12456" y="3271"/>
                </a:lnTo>
                <a:close/>
                <a:moveTo>
                  <a:pt x="11914" y="3271"/>
                </a:moveTo>
                <a:lnTo>
                  <a:pt x="11914" y="3706"/>
                </a:lnTo>
                <a:lnTo>
                  <a:pt x="12425" y="3706"/>
                </a:lnTo>
                <a:lnTo>
                  <a:pt x="12425" y="3271"/>
                </a:lnTo>
                <a:lnTo>
                  <a:pt x="11914" y="3271"/>
                </a:lnTo>
                <a:close/>
                <a:moveTo>
                  <a:pt x="11372" y="3271"/>
                </a:moveTo>
                <a:lnTo>
                  <a:pt x="11372" y="3706"/>
                </a:lnTo>
                <a:lnTo>
                  <a:pt x="11883" y="3706"/>
                </a:lnTo>
                <a:lnTo>
                  <a:pt x="11883" y="3271"/>
                </a:lnTo>
                <a:lnTo>
                  <a:pt x="11372" y="3271"/>
                </a:lnTo>
                <a:close/>
                <a:moveTo>
                  <a:pt x="10831" y="3271"/>
                </a:moveTo>
                <a:lnTo>
                  <a:pt x="10831" y="3706"/>
                </a:lnTo>
                <a:lnTo>
                  <a:pt x="11341" y="3706"/>
                </a:lnTo>
                <a:lnTo>
                  <a:pt x="11341" y="3271"/>
                </a:lnTo>
                <a:lnTo>
                  <a:pt x="10831" y="3271"/>
                </a:lnTo>
                <a:close/>
                <a:moveTo>
                  <a:pt x="10289" y="3271"/>
                </a:moveTo>
                <a:lnTo>
                  <a:pt x="10289" y="3706"/>
                </a:lnTo>
                <a:lnTo>
                  <a:pt x="10800" y="3706"/>
                </a:lnTo>
                <a:lnTo>
                  <a:pt x="10800" y="3271"/>
                </a:lnTo>
                <a:lnTo>
                  <a:pt x="10289" y="3271"/>
                </a:lnTo>
                <a:close/>
                <a:moveTo>
                  <a:pt x="9747" y="3271"/>
                </a:moveTo>
                <a:lnTo>
                  <a:pt x="9747" y="3706"/>
                </a:lnTo>
                <a:lnTo>
                  <a:pt x="10258" y="3706"/>
                </a:lnTo>
                <a:lnTo>
                  <a:pt x="10258" y="3271"/>
                </a:lnTo>
                <a:lnTo>
                  <a:pt x="9747" y="3271"/>
                </a:lnTo>
                <a:close/>
                <a:moveTo>
                  <a:pt x="9206" y="3271"/>
                </a:moveTo>
                <a:lnTo>
                  <a:pt x="9206" y="3706"/>
                </a:lnTo>
                <a:lnTo>
                  <a:pt x="9716" y="3706"/>
                </a:lnTo>
                <a:lnTo>
                  <a:pt x="9716" y="3271"/>
                </a:lnTo>
                <a:lnTo>
                  <a:pt x="9206" y="3271"/>
                </a:lnTo>
                <a:close/>
                <a:moveTo>
                  <a:pt x="8664" y="3271"/>
                </a:moveTo>
                <a:lnTo>
                  <a:pt x="8664" y="3706"/>
                </a:lnTo>
                <a:lnTo>
                  <a:pt x="9175" y="3706"/>
                </a:lnTo>
                <a:lnTo>
                  <a:pt x="9175" y="3271"/>
                </a:lnTo>
                <a:lnTo>
                  <a:pt x="8664" y="3271"/>
                </a:lnTo>
                <a:close/>
                <a:moveTo>
                  <a:pt x="8122" y="3271"/>
                </a:moveTo>
                <a:lnTo>
                  <a:pt x="8122" y="3706"/>
                </a:lnTo>
                <a:lnTo>
                  <a:pt x="8633" y="3706"/>
                </a:lnTo>
                <a:lnTo>
                  <a:pt x="8633" y="3271"/>
                </a:lnTo>
                <a:lnTo>
                  <a:pt x="8122" y="3271"/>
                </a:lnTo>
                <a:close/>
                <a:moveTo>
                  <a:pt x="7581" y="3271"/>
                </a:moveTo>
                <a:lnTo>
                  <a:pt x="7581" y="3706"/>
                </a:lnTo>
                <a:lnTo>
                  <a:pt x="8091" y="3706"/>
                </a:lnTo>
                <a:lnTo>
                  <a:pt x="8091" y="3271"/>
                </a:lnTo>
                <a:lnTo>
                  <a:pt x="7581" y="3271"/>
                </a:lnTo>
                <a:close/>
                <a:moveTo>
                  <a:pt x="7039" y="3271"/>
                </a:moveTo>
                <a:lnTo>
                  <a:pt x="7039" y="3706"/>
                </a:lnTo>
                <a:lnTo>
                  <a:pt x="7550" y="3706"/>
                </a:lnTo>
                <a:lnTo>
                  <a:pt x="7550" y="3271"/>
                </a:lnTo>
                <a:lnTo>
                  <a:pt x="7039" y="3271"/>
                </a:lnTo>
                <a:close/>
                <a:moveTo>
                  <a:pt x="6497" y="3271"/>
                </a:moveTo>
                <a:lnTo>
                  <a:pt x="6497" y="3706"/>
                </a:lnTo>
                <a:lnTo>
                  <a:pt x="7008" y="3706"/>
                </a:lnTo>
                <a:lnTo>
                  <a:pt x="7008" y="3271"/>
                </a:lnTo>
                <a:lnTo>
                  <a:pt x="6497" y="3271"/>
                </a:lnTo>
                <a:close/>
                <a:moveTo>
                  <a:pt x="5955" y="3271"/>
                </a:moveTo>
                <a:lnTo>
                  <a:pt x="5955" y="3706"/>
                </a:lnTo>
                <a:lnTo>
                  <a:pt x="6466" y="3706"/>
                </a:lnTo>
                <a:lnTo>
                  <a:pt x="6466" y="3271"/>
                </a:lnTo>
                <a:lnTo>
                  <a:pt x="5955" y="3271"/>
                </a:lnTo>
                <a:close/>
                <a:moveTo>
                  <a:pt x="5414" y="3271"/>
                </a:moveTo>
                <a:lnTo>
                  <a:pt x="5414" y="3706"/>
                </a:lnTo>
                <a:lnTo>
                  <a:pt x="5925" y="3706"/>
                </a:lnTo>
                <a:lnTo>
                  <a:pt x="5925" y="3271"/>
                </a:lnTo>
                <a:lnTo>
                  <a:pt x="5414" y="3271"/>
                </a:lnTo>
                <a:close/>
                <a:moveTo>
                  <a:pt x="4872" y="3271"/>
                </a:moveTo>
                <a:lnTo>
                  <a:pt x="4872" y="3706"/>
                </a:lnTo>
                <a:lnTo>
                  <a:pt x="5383" y="3706"/>
                </a:lnTo>
                <a:lnTo>
                  <a:pt x="5383" y="3271"/>
                </a:lnTo>
                <a:lnTo>
                  <a:pt x="4872" y="3271"/>
                </a:lnTo>
                <a:close/>
                <a:moveTo>
                  <a:pt x="4330" y="3271"/>
                </a:moveTo>
                <a:lnTo>
                  <a:pt x="4330" y="3706"/>
                </a:lnTo>
                <a:lnTo>
                  <a:pt x="4841" y="3706"/>
                </a:lnTo>
                <a:lnTo>
                  <a:pt x="4841" y="3271"/>
                </a:lnTo>
                <a:lnTo>
                  <a:pt x="4330" y="3271"/>
                </a:lnTo>
                <a:close/>
                <a:moveTo>
                  <a:pt x="3789" y="3271"/>
                </a:moveTo>
                <a:lnTo>
                  <a:pt x="3789" y="3706"/>
                </a:lnTo>
                <a:lnTo>
                  <a:pt x="4300" y="3706"/>
                </a:lnTo>
                <a:lnTo>
                  <a:pt x="4300" y="3271"/>
                </a:lnTo>
                <a:lnTo>
                  <a:pt x="3789" y="3271"/>
                </a:lnTo>
                <a:close/>
                <a:moveTo>
                  <a:pt x="3247" y="3271"/>
                </a:moveTo>
                <a:lnTo>
                  <a:pt x="3247" y="3706"/>
                </a:lnTo>
                <a:lnTo>
                  <a:pt x="3758" y="3706"/>
                </a:lnTo>
                <a:lnTo>
                  <a:pt x="3758" y="3271"/>
                </a:lnTo>
                <a:lnTo>
                  <a:pt x="3247" y="3271"/>
                </a:lnTo>
                <a:close/>
                <a:moveTo>
                  <a:pt x="2705" y="3271"/>
                </a:moveTo>
                <a:lnTo>
                  <a:pt x="2705" y="3706"/>
                </a:lnTo>
                <a:lnTo>
                  <a:pt x="3216" y="3706"/>
                </a:lnTo>
                <a:lnTo>
                  <a:pt x="3216" y="3271"/>
                </a:lnTo>
                <a:lnTo>
                  <a:pt x="2705" y="3271"/>
                </a:lnTo>
                <a:close/>
                <a:moveTo>
                  <a:pt x="2164" y="3271"/>
                </a:moveTo>
                <a:lnTo>
                  <a:pt x="2164" y="3706"/>
                </a:lnTo>
                <a:lnTo>
                  <a:pt x="2675" y="3706"/>
                </a:lnTo>
                <a:lnTo>
                  <a:pt x="2675" y="3271"/>
                </a:lnTo>
                <a:lnTo>
                  <a:pt x="2164" y="3271"/>
                </a:lnTo>
                <a:close/>
                <a:moveTo>
                  <a:pt x="1622" y="3271"/>
                </a:moveTo>
                <a:lnTo>
                  <a:pt x="1622" y="3706"/>
                </a:lnTo>
                <a:lnTo>
                  <a:pt x="2133" y="3706"/>
                </a:lnTo>
                <a:lnTo>
                  <a:pt x="2133" y="3271"/>
                </a:lnTo>
                <a:lnTo>
                  <a:pt x="1622" y="3271"/>
                </a:lnTo>
                <a:close/>
                <a:moveTo>
                  <a:pt x="1080" y="3271"/>
                </a:moveTo>
                <a:lnTo>
                  <a:pt x="1080" y="3706"/>
                </a:lnTo>
                <a:lnTo>
                  <a:pt x="1591" y="3706"/>
                </a:lnTo>
                <a:lnTo>
                  <a:pt x="1591" y="3271"/>
                </a:lnTo>
                <a:lnTo>
                  <a:pt x="1080" y="3271"/>
                </a:lnTo>
                <a:close/>
                <a:moveTo>
                  <a:pt x="539" y="3271"/>
                </a:moveTo>
                <a:lnTo>
                  <a:pt x="539" y="3706"/>
                </a:lnTo>
                <a:lnTo>
                  <a:pt x="1049" y="3706"/>
                </a:lnTo>
                <a:lnTo>
                  <a:pt x="1049" y="3271"/>
                </a:lnTo>
                <a:lnTo>
                  <a:pt x="539" y="3271"/>
                </a:lnTo>
                <a:close/>
                <a:moveTo>
                  <a:pt x="31" y="3271"/>
                </a:moveTo>
                <a:lnTo>
                  <a:pt x="31" y="3706"/>
                </a:lnTo>
                <a:lnTo>
                  <a:pt x="508" y="3706"/>
                </a:lnTo>
                <a:lnTo>
                  <a:pt x="508" y="3271"/>
                </a:lnTo>
                <a:lnTo>
                  <a:pt x="31" y="3271"/>
                </a:lnTo>
                <a:close/>
                <a:moveTo>
                  <a:pt x="14622" y="2807"/>
                </a:moveTo>
                <a:lnTo>
                  <a:pt x="14622" y="3243"/>
                </a:lnTo>
                <a:lnTo>
                  <a:pt x="15133" y="3243"/>
                </a:lnTo>
                <a:lnTo>
                  <a:pt x="15133" y="2807"/>
                </a:lnTo>
                <a:lnTo>
                  <a:pt x="14622" y="2807"/>
                </a:lnTo>
                <a:close/>
                <a:moveTo>
                  <a:pt x="14081" y="2807"/>
                </a:moveTo>
                <a:lnTo>
                  <a:pt x="14081" y="3243"/>
                </a:lnTo>
                <a:lnTo>
                  <a:pt x="14592" y="3243"/>
                </a:lnTo>
                <a:lnTo>
                  <a:pt x="14592" y="2807"/>
                </a:lnTo>
                <a:lnTo>
                  <a:pt x="14081" y="2807"/>
                </a:lnTo>
                <a:close/>
                <a:moveTo>
                  <a:pt x="13539" y="2807"/>
                </a:moveTo>
                <a:lnTo>
                  <a:pt x="13539" y="3243"/>
                </a:lnTo>
                <a:lnTo>
                  <a:pt x="14050" y="3243"/>
                </a:lnTo>
                <a:lnTo>
                  <a:pt x="14050" y="2807"/>
                </a:lnTo>
                <a:lnTo>
                  <a:pt x="13539" y="2807"/>
                </a:lnTo>
                <a:close/>
                <a:moveTo>
                  <a:pt x="12997" y="2807"/>
                </a:moveTo>
                <a:lnTo>
                  <a:pt x="12997" y="3243"/>
                </a:lnTo>
                <a:lnTo>
                  <a:pt x="13508" y="3243"/>
                </a:lnTo>
                <a:lnTo>
                  <a:pt x="13508" y="2807"/>
                </a:lnTo>
                <a:lnTo>
                  <a:pt x="12997" y="2807"/>
                </a:lnTo>
                <a:close/>
                <a:moveTo>
                  <a:pt x="12456" y="2807"/>
                </a:moveTo>
                <a:lnTo>
                  <a:pt x="12456" y="3243"/>
                </a:lnTo>
                <a:lnTo>
                  <a:pt x="12967" y="3243"/>
                </a:lnTo>
                <a:lnTo>
                  <a:pt x="12967" y="2807"/>
                </a:lnTo>
                <a:lnTo>
                  <a:pt x="12456" y="2807"/>
                </a:lnTo>
                <a:close/>
                <a:moveTo>
                  <a:pt x="11914" y="2807"/>
                </a:moveTo>
                <a:lnTo>
                  <a:pt x="11914" y="3243"/>
                </a:lnTo>
                <a:lnTo>
                  <a:pt x="12425" y="3243"/>
                </a:lnTo>
                <a:lnTo>
                  <a:pt x="12425" y="2807"/>
                </a:lnTo>
                <a:lnTo>
                  <a:pt x="11914" y="2807"/>
                </a:lnTo>
                <a:close/>
                <a:moveTo>
                  <a:pt x="11372" y="2807"/>
                </a:moveTo>
                <a:lnTo>
                  <a:pt x="11372" y="3243"/>
                </a:lnTo>
                <a:lnTo>
                  <a:pt x="11883" y="3243"/>
                </a:lnTo>
                <a:lnTo>
                  <a:pt x="11883" y="2807"/>
                </a:lnTo>
                <a:lnTo>
                  <a:pt x="11372" y="2807"/>
                </a:lnTo>
                <a:close/>
                <a:moveTo>
                  <a:pt x="10831" y="2807"/>
                </a:moveTo>
                <a:lnTo>
                  <a:pt x="10831" y="3243"/>
                </a:lnTo>
                <a:lnTo>
                  <a:pt x="11341" y="3243"/>
                </a:lnTo>
                <a:lnTo>
                  <a:pt x="11341" y="2807"/>
                </a:lnTo>
                <a:lnTo>
                  <a:pt x="10831" y="2807"/>
                </a:lnTo>
                <a:close/>
                <a:moveTo>
                  <a:pt x="10289" y="2807"/>
                </a:moveTo>
                <a:lnTo>
                  <a:pt x="10289" y="3243"/>
                </a:lnTo>
                <a:lnTo>
                  <a:pt x="10800" y="3243"/>
                </a:lnTo>
                <a:lnTo>
                  <a:pt x="10800" y="2807"/>
                </a:lnTo>
                <a:lnTo>
                  <a:pt x="10289" y="2807"/>
                </a:lnTo>
                <a:close/>
                <a:moveTo>
                  <a:pt x="9747" y="2807"/>
                </a:moveTo>
                <a:lnTo>
                  <a:pt x="9747" y="3243"/>
                </a:lnTo>
                <a:lnTo>
                  <a:pt x="10258" y="3243"/>
                </a:lnTo>
                <a:lnTo>
                  <a:pt x="10258" y="2807"/>
                </a:lnTo>
                <a:lnTo>
                  <a:pt x="9747" y="2807"/>
                </a:lnTo>
                <a:close/>
                <a:moveTo>
                  <a:pt x="9206" y="2807"/>
                </a:moveTo>
                <a:lnTo>
                  <a:pt x="9206" y="3243"/>
                </a:lnTo>
                <a:lnTo>
                  <a:pt x="9716" y="3243"/>
                </a:lnTo>
                <a:lnTo>
                  <a:pt x="9716" y="2807"/>
                </a:lnTo>
                <a:lnTo>
                  <a:pt x="9206" y="2807"/>
                </a:lnTo>
                <a:close/>
                <a:moveTo>
                  <a:pt x="8664" y="2807"/>
                </a:moveTo>
                <a:lnTo>
                  <a:pt x="8664" y="3243"/>
                </a:lnTo>
                <a:lnTo>
                  <a:pt x="9175" y="3243"/>
                </a:lnTo>
                <a:lnTo>
                  <a:pt x="9175" y="2807"/>
                </a:lnTo>
                <a:lnTo>
                  <a:pt x="8664" y="2807"/>
                </a:lnTo>
                <a:close/>
                <a:moveTo>
                  <a:pt x="8122" y="2807"/>
                </a:moveTo>
                <a:lnTo>
                  <a:pt x="8122" y="3243"/>
                </a:lnTo>
                <a:lnTo>
                  <a:pt x="8633" y="3243"/>
                </a:lnTo>
                <a:lnTo>
                  <a:pt x="8633" y="2807"/>
                </a:lnTo>
                <a:lnTo>
                  <a:pt x="8122" y="2807"/>
                </a:lnTo>
                <a:close/>
                <a:moveTo>
                  <a:pt x="7581" y="2807"/>
                </a:moveTo>
                <a:lnTo>
                  <a:pt x="7581" y="3243"/>
                </a:lnTo>
                <a:lnTo>
                  <a:pt x="8091" y="3243"/>
                </a:lnTo>
                <a:lnTo>
                  <a:pt x="8091" y="2807"/>
                </a:lnTo>
                <a:lnTo>
                  <a:pt x="7581" y="2807"/>
                </a:lnTo>
                <a:close/>
                <a:moveTo>
                  <a:pt x="7039" y="2807"/>
                </a:moveTo>
                <a:lnTo>
                  <a:pt x="7039" y="3243"/>
                </a:lnTo>
                <a:lnTo>
                  <a:pt x="7550" y="3243"/>
                </a:lnTo>
                <a:lnTo>
                  <a:pt x="7550" y="2807"/>
                </a:lnTo>
                <a:lnTo>
                  <a:pt x="7039" y="2807"/>
                </a:lnTo>
                <a:close/>
                <a:moveTo>
                  <a:pt x="6497" y="2807"/>
                </a:moveTo>
                <a:lnTo>
                  <a:pt x="6497" y="3243"/>
                </a:lnTo>
                <a:lnTo>
                  <a:pt x="7008" y="3243"/>
                </a:lnTo>
                <a:lnTo>
                  <a:pt x="7008" y="2807"/>
                </a:lnTo>
                <a:lnTo>
                  <a:pt x="6497" y="2807"/>
                </a:lnTo>
                <a:close/>
                <a:moveTo>
                  <a:pt x="5955" y="2807"/>
                </a:moveTo>
                <a:lnTo>
                  <a:pt x="5955" y="3243"/>
                </a:lnTo>
                <a:lnTo>
                  <a:pt x="6466" y="3243"/>
                </a:lnTo>
                <a:lnTo>
                  <a:pt x="6466" y="2807"/>
                </a:lnTo>
                <a:lnTo>
                  <a:pt x="5955" y="2807"/>
                </a:lnTo>
                <a:close/>
                <a:moveTo>
                  <a:pt x="5414" y="2807"/>
                </a:moveTo>
                <a:lnTo>
                  <a:pt x="5414" y="3243"/>
                </a:lnTo>
                <a:lnTo>
                  <a:pt x="5925" y="3243"/>
                </a:lnTo>
                <a:lnTo>
                  <a:pt x="5925" y="2807"/>
                </a:lnTo>
                <a:lnTo>
                  <a:pt x="5414" y="2807"/>
                </a:lnTo>
                <a:close/>
                <a:moveTo>
                  <a:pt x="4872" y="2807"/>
                </a:moveTo>
                <a:lnTo>
                  <a:pt x="4872" y="3243"/>
                </a:lnTo>
                <a:lnTo>
                  <a:pt x="5383" y="3243"/>
                </a:lnTo>
                <a:lnTo>
                  <a:pt x="5383" y="2807"/>
                </a:lnTo>
                <a:lnTo>
                  <a:pt x="4872" y="2807"/>
                </a:lnTo>
                <a:close/>
                <a:moveTo>
                  <a:pt x="4330" y="2807"/>
                </a:moveTo>
                <a:lnTo>
                  <a:pt x="4330" y="3243"/>
                </a:lnTo>
                <a:lnTo>
                  <a:pt x="4841" y="3243"/>
                </a:lnTo>
                <a:lnTo>
                  <a:pt x="4841" y="2807"/>
                </a:lnTo>
                <a:lnTo>
                  <a:pt x="4330" y="2807"/>
                </a:lnTo>
                <a:close/>
                <a:moveTo>
                  <a:pt x="3789" y="2807"/>
                </a:moveTo>
                <a:lnTo>
                  <a:pt x="3789" y="3243"/>
                </a:lnTo>
                <a:lnTo>
                  <a:pt x="4300" y="3243"/>
                </a:lnTo>
                <a:lnTo>
                  <a:pt x="4300" y="2807"/>
                </a:lnTo>
                <a:lnTo>
                  <a:pt x="3789" y="2807"/>
                </a:lnTo>
                <a:close/>
                <a:moveTo>
                  <a:pt x="3247" y="2807"/>
                </a:moveTo>
                <a:lnTo>
                  <a:pt x="3247" y="3243"/>
                </a:lnTo>
                <a:lnTo>
                  <a:pt x="3758" y="3243"/>
                </a:lnTo>
                <a:lnTo>
                  <a:pt x="3758" y="2807"/>
                </a:lnTo>
                <a:lnTo>
                  <a:pt x="3247" y="2807"/>
                </a:lnTo>
                <a:close/>
                <a:moveTo>
                  <a:pt x="2705" y="2807"/>
                </a:moveTo>
                <a:lnTo>
                  <a:pt x="2705" y="3243"/>
                </a:lnTo>
                <a:lnTo>
                  <a:pt x="3216" y="3243"/>
                </a:lnTo>
                <a:lnTo>
                  <a:pt x="3216" y="2807"/>
                </a:lnTo>
                <a:lnTo>
                  <a:pt x="2705" y="2807"/>
                </a:lnTo>
                <a:close/>
                <a:moveTo>
                  <a:pt x="2164" y="2807"/>
                </a:moveTo>
                <a:lnTo>
                  <a:pt x="2164" y="3243"/>
                </a:lnTo>
                <a:lnTo>
                  <a:pt x="2675" y="3243"/>
                </a:lnTo>
                <a:lnTo>
                  <a:pt x="2675" y="2807"/>
                </a:lnTo>
                <a:lnTo>
                  <a:pt x="2164" y="2807"/>
                </a:lnTo>
                <a:close/>
                <a:moveTo>
                  <a:pt x="1622" y="2807"/>
                </a:moveTo>
                <a:lnTo>
                  <a:pt x="1622" y="3243"/>
                </a:lnTo>
                <a:lnTo>
                  <a:pt x="2133" y="3243"/>
                </a:lnTo>
                <a:lnTo>
                  <a:pt x="2133" y="2807"/>
                </a:lnTo>
                <a:lnTo>
                  <a:pt x="1622" y="2807"/>
                </a:lnTo>
                <a:close/>
                <a:moveTo>
                  <a:pt x="1080" y="2807"/>
                </a:moveTo>
                <a:lnTo>
                  <a:pt x="1080" y="3243"/>
                </a:lnTo>
                <a:lnTo>
                  <a:pt x="1591" y="3243"/>
                </a:lnTo>
                <a:lnTo>
                  <a:pt x="1591" y="2807"/>
                </a:lnTo>
                <a:lnTo>
                  <a:pt x="1080" y="2807"/>
                </a:lnTo>
                <a:close/>
                <a:moveTo>
                  <a:pt x="539" y="2807"/>
                </a:moveTo>
                <a:lnTo>
                  <a:pt x="539" y="3243"/>
                </a:lnTo>
                <a:lnTo>
                  <a:pt x="1049" y="3243"/>
                </a:lnTo>
                <a:lnTo>
                  <a:pt x="1049" y="2807"/>
                </a:lnTo>
                <a:lnTo>
                  <a:pt x="539" y="2807"/>
                </a:lnTo>
                <a:close/>
                <a:moveTo>
                  <a:pt x="31" y="2807"/>
                </a:moveTo>
                <a:lnTo>
                  <a:pt x="31" y="3243"/>
                </a:lnTo>
                <a:lnTo>
                  <a:pt x="508" y="3243"/>
                </a:lnTo>
                <a:lnTo>
                  <a:pt x="508" y="2807"/>
                </a:lnTo>
                <a:lnTo>
                  <a:pt x="31" y="2807"/>
                </a:lnTo>
                <a:close/>
                <a:moveTo>
                  <a:pt x="14622" y="2343"/>
                </a:moveTo>
                <a:lnTo>
                  <a:pt x="14622" y="2779"/>
                </a:lnTo>
                <a:lnTo>
                  <a:pt x="15133" y="2779"/>
                </a:lnTo>
                <a:lnTo>
                  <a:pt x="15133" y="2343"/>
                </a:lnTo>
                <a:lnTo>
                  <a:pt x="14622" y="2343"/>
                </a:lnTo>
                <a:close/>
                <a:moveTo>
                  <a:pt x="14081" y="2343"/>
                </a:moveTo>
                <a:lnTo>
                  <a:pt x="14081" y="2779"/>
                </a:lnTo>
                <a:lnTo>
                  <a:pt x="14592" y="2779"/>
                </a:lnTo>
                <a:lnTo>
                  <a:pt x="14592" y="2343"/>
                </a:lnTo>
                <a:lnTo>
                  <a:pt x="14081" y="2343"/>
                </a:lnTo>
                <a:close/>
                <a:moveTo>
                  <a:pt x="13539" y="2343"/>
                </a:moveTo>
                <a:lnTo>
                  <a:pt x="13539" y="2779"/>
                </a:lnTo>
                <a:lnTo>
                  <a:pt x="14050" y="2779"/>
                </a:lnTo>
                <a:lnTo>
                  <a:pt x="14050" y="2343"/>
                </a:lnTo>
                <a:lnTo>
                  <a:pt x="13539" y="2343"/>
                </a:lnTo>
                <a:close/>
                <a:moveTo>
                  <a:pt x="12997" y="2343"/>
                </a:moveTo>
                <a:lnTo>
                  <a:pt x="12997" y="2779"/>
                </a:lnTo>
                <a:lnTo>
                  <a:pt x="13508" y="2779"/>
                </a:lnTo>
                <a:lnTo>
                  <a:pt x="13508" y="2343"/>
                </a:lnTo>
                <a:lnTo>
                  <a:pt x="12997" y="2343"/>
                </a:lnTo>
                <a:close/>
                <a:moveTo>
                  <a:pt x="12456" y="2343"/>
                </a:moveTo>
                <a:lnTo>
                  <a:pt x="12456" y="2779"/>
                </a:lnTo>
                <a:lnTo>
                  <a:pt x="12967" y="2779"/>
                </a:lnTo>
                <a:lnTo>
                  <a:pt x="12967" y="2343"/>
                </a:lnTo>
                <a:lnTo>
                  <a:pt x="12456" y="2343"/>
                </a:lnTo>
                <a:close/>
                <a:moveTo>
                  <a:pt x="11914" y="2343"/>
                </a:moveTo>
                <a:lnTo>
                  <a:pt x="11914" y="2779"/>
                </a:lnTo>
                <a:lnTo>
                  <a:pt x="12425" y="2779"/>
                </a:lnTo>
                <a:lnTo>
                  <a:pt x="12425" y="2343"/>
                </a:lnTo>
                <a:lnTo>
                  <a:pt x="11914" y="2343"/>
                </a:lnTo>
                <a:close/>
                <a:moveTo>
                  <a:pt x="11372" y="2343"/>
                </a:moveTo>
                <a:lnTo>
                  <a:pt x="11372" y="2779"/>
                </a:lnTo>
                <a:lnTo>
                  <a:pt x="11883" y="2779"/>
                </a:lnTo>
                <a:lnTo>
                  <a:pt x="11883" y="2343"/>
                </a:lnTo>
                <a:lnTo>
                  <a:pt x="11372" y="2343"/>
                </a:lnTo>
                <a:close/>
                <a:moveTo>
                  <a:pt x="10831" y="2343"/>
                </a:moveTo>
                <a:lnTo>
                  <a:pt x="10831" y="2779"/>
                </a:lnTo>
                <a:lnTo>
                  <a:pt x="11341" y="2779"/>
                </a:lnTo>
                <a:lnTo>
                  <a:pt x="11341" y="2343"/>
                </a:lnTo>
                <a:lnTo>
                  <a:pt x="10831" y="2343"/>
                </a:lnTo>
                <a:close/>
                <a:moveTo>
                  <a:pt x="10289" y="2343"/>
                </a:moveTo>
                <a:lnTo>
                  <a:pt x="10289" y="2779"/>
                </a:lnTo>
                <a:lnTo>
                  <a:pt x="10800" y="2779"/>
                </a:lnTo>
                <a:lnTo>
                  <a:pt x="10800" y="2343"/>
                </a:lnTo>
                <a:lnTo>
                  <a:pt x="10289" y="2343"/>
                </a:lnTo>
                <a:close/>
                <a:moveTo>
                  <a:pt x="9747" y="2343"/>
                </a:moveTo>
                <a:lnTo>
                  <a:pt x="9747" y="2779"/>
                </a:lnTo>
                <a:lnTo>
                  <a:pt x="10258" y="2779"/>
                </a:lnTo>
                <a:lnTo>
                  <a:pt x="10258" y="2343"/>
                </a:lnTo>
                <a:lnTo>
                  <a:pt x="9747" y="2343"/>
                </a:lnTo>
                <a:close/>
                <a:moveTo>
                  <a:pt x="9206" y="2343"/>
                </a:moveTo>
                <a:lnTo>
                  <a:pt x="9206" y="2779"/>
                </a:lnTo>
                <a:lnTo>
                  <a:pt x="9716" y="2779"/>
                </a:lnTo>
                <a:lnTo>
                  <a:pt x="9716" y="2343"/>
                </a:lnTo>
                <a:lnTo>
                  <a:pt x="9206" y="2343"/>
                </a:lnTo>
                <a:close/>
                <a:moveTo>
                  <a:pt x="8664" y="2343"/>
                </a:moveTo>
                <a:lnTo>
                  <a:pt x="8664" y="2779"/>
                </a:lnTo>
                <a:lnTo>
                  <a:pt x="9175" y="2779"/>
                </a:lnTo>
                <a:lnTo>
                  <a:pt x="9175" y="2343"/>
                </a:lnTo>
                <a:lnTo>
                  <a:pt x="8664" y="2343"/>
                </a:lnTo>
                <a:close/>
                <a:moveTo>
                  <a:pt x="8122" y="2343"/>
                </a:moveTo>
                <a:lnTo>
                  <a:pt x="8122" y="2779"/>
                </a:lnTo>
                <a:lnTo>
                  <a:pt x="8633" y="2779"/>
                </a:lnTo>
                <a:lnTo>
                  <a:pt x="8633" y="2343"/>
                </a:lnTo>
                <a:lnTo>
                  <a:pt x="8122" y="2343"/>
                </a:lnTo>
                <a:close/>
                <a:moveTo>
                  <a:pt x="7581" y="2343"/>
                </a:moveTo>
                <a:lnTo>
                  <a:pt x="7581" y="2779"/>
                </a:lnTo>
                <a:lnTo>
                  <a:pt x="8091" y="2779"/>
                </a:lnTo>
                <a:lnTo>
                  <a:pt x="8091" y="2343"/>
                </a:lnTo>
                <a:lnTo>
                  <a:pt x="7581" y="2343"/>
                </a:lnTo>
                <a:close/>
                <a:moveTo>
                  <a:pt x="7039" y="2343"/>
                </a:moveTo>
                <a:lnTo>
                  <a:pt x="7039" y="2779"/>
                </a:lnTo>
                <a:lnTo>
                  <a:pt x="7550" y="2779"/>
                </a:lnTo>
                <a:lnTo>
                  <a:pt x="7550" y="2343"/>
                </a:lnTo>
                <a:lnTo>
                  <a:pt x="7039" y="2343"/>
                </a:lnTo>
                <a:close/>
                <a:moveTo>
                  <a:pt x="6497" y="2343"/>
                </a:moveTo>
                <a:lnTo>
                  <a:pt x="6497" y="2779"/>
                </a:lnTo>
                <a:lnTo>
                  <a:pt x="7008" y="2779"/>
                </a:lnTo>
                <a:lnTo>
                  <a:pt x="7008" y="2343"/>
                </a:lnTo>
                <a:lnTo>
                  <a:pt x="6497" y="2343"/>
                </a:lnTo>
                <a:close/>
                <a:moveTo>
                  <a:pt x="5955" y="2343"/>
                </a:moveTo>
                <a:lnTo>
                  <a:pt x="5955" y="2779"/>
                </a:lnTo>
                <a:lnTo>
                  <a:pt x="6466" y="2779"/>
                </a:lnTo>
                <a:lnTo>
                  <a:pt x="6466" y="2343"/>
                </a:lnTo>
                <a:lnTo>
                  <a:pt x="5955" y="2343"/>
                </a:lnTo>
                <a:close/>
                <a:moveTo>
                  <a:pt x="5414" y="2343"/>
                </a:moveTo>
                <a:lnTo>
                  <a:pt x="5414" y="2779"/>
                </a:lnTo>
                <a:lnTo>
                  <a:pt x="5925" y="2779"/>
                </a:lnTo>
                <a:lnTo>
                  <a:pt x="5925" y="2343"/>
                </a:lnTo>
                <a:lnTo>
                  <a:pt x="5414" y="2343"/>
                </a:lnTo>
                <a:close/>
                <a:moveTo>
                  <a:pt x="4872" y="2343"/>
                </a:moveTo>
                <a:lnTo>
                  <a:pt x="4872" y="2779"/>
                </a:lnTo>
                <a:lnTo>
                  <a:pt x="5383" y="2779"/>
                </a:lnTo>
                <a:lnTo>
                  <a:pt x="5383" y="2343"/>
                </a:lnTo>
                <a:lnTo>
                  <a:pt x="4872" y="2343"/>
                </a:lnTo>
                <a:close/>
                <a:moveTo>
                  <a:pt x="4330" y="2343"/>
                </a:moveTo>
                <a:lnTo>
                  <a:pt x="4330" y="2779"/>
                </a:lnTo>
                <a:lnTo>
                  <a:pt x="4841" y="2779"/>
                </a:lnTo>
                <a:lnTo>
                  <a:pt x="4841" y="2343"/>
                </a:lnTo>
                <a:lnTo>
                  <a:pt x="4330" y="2343"/>
                </a:lnTo>
                <a:close/>
                <a:moveTo>
                  <a:pt x="3789" y="2343"/>
                </a:moveTo>
                <a:lnTo>
                  <a:pt x="3789" y="2779"/>
                </a:lnTo>
                <a:lnTo>
                  <a:pt x="4300" y="2779"/>
                </a:lnTo>
                <a:lnTo>
                  <a:pt x="4300" y="2343"/>
                </a:lnTo>
                <a:lnTo>
                  <a:pt x="3789" y="2343"/>
                </a:lnTo>
                <a:close/>
                <a:moveTo>
                  <a:pt x="3247" y="2343"/>
                </a:moveTo>
                <a:lnTo>
                  <a:pt x="3247" y="2779"/>
                </a:lnTo>
                <a:lnTo>
                  <a:pt x="3758" y="2779"/>
                </a:lnTo>
                <a:lnTo>
                  <a:pt x="3758" y="2343"/>
                </a:lnTo>
                <a:lnTo>
                  <a:pt x="3247" y="2343"/>
                </a:lnTo>
                <a:close/>
                <a:moveTo>
                  <a:pt x="2705" y="2343"/>
                </a:moveTo>
                <a:lnTo>
                  <a:pt x="2705" y="2779"/>
                </a:lnTo>
                <a:lnTo>
                  <a:pt x="3216" y="2779"/>
                </a:lnTo>
                <a:lnTo>
                  <a:pt x="3216" y="2343"/>
                </a:lnTo>
                <a:lnTo>
                  <a:pt x="2705" y="2343"/>
                </a:lnTo>
                <a:close/>
                <a:moveTo>
                  <a:pt x="2164" y="2343"/>
                </a:moveTo>
                <a:lnTo>
                  <a:pt x="2164" y="2779"/>
                </a:lnTo>
                <a:lnTo>
                  <a:pt x="2675" y="2779"/>
                </a:lnTo>
                <a:lnTo>
                  <a:pt x="2675" y="2343"/>
                </a:lnTo>
                <a:lnTo>
                  <a:pt x="2164" y="2343"/>
                </a:lnTo>
                <a:close/>
                <a:moveTo>
                  <a:pt x="1622" y="2343"/>
                </a:moveTo>
                <a:lnTo>
                  <a:pt x="1622" y="2779"/>
                </a:lnTo>
                <a:lnTo>
                  <a:pt x="2133" y="2779"/>
                </a:lnTo>
                <a:lnTo>
                  <a:pt x="2133" y="2343"/>
                </a:lnTo>
                <a:lnTo>
                  <a:pt x="1622" y="2343"/>
                </a:lnTo>
                <a:close/>
                <a:moveTo>
                  <a:pt x="1080" y="2343"/>
                </a:moveTo>
                <a:lnTo>
                  <a:pt x="1080" y="2779"/>
                </a:lnTo>
                <a:lnTo>
                  <a:pt x="1591" y="2779"/>
                </a:lnTo>
                <a:lnTo>
                  <a:pt x="1591" y="2343"/>
                </a:lnTo>
                <a:lnTo>
                  <a:pt x="1080" y="2343"/>
                </a:lnTo>
                <a:close/>
                <a:moveTo>
                  <a:pt x="539" y="2343"/>
                </a:moveTo>
                <a:lnTo>
                  <a:pt x="539" y="2779"/>
                </a:lnTo>
                <a:lnTo>
                  <a:pt x="1049" y="2779"/>
                </a:lnTo>
                <a:lnTo>
                  <a:pt x="1049" y="2343"/>
                </a:lnTo>
                <a:lnTo>
                  <a:pt x="539" y="2343"/>
                </a:lnTo>
                <a:close/>
                <a:moveTo>
                  <a:pt x="31" y="2343"/>
                </a:moveTo>
                <a:lnTo>
                  <a:pt x="31" y="2779"/>
                </a:lnTo>
                <a:lnTo>
                  <a:pt x="508" y="2779"/>
                </a:lnTo>
                <a:lnTo>
                  <a:pt x="508" y="2343"/>
                </a:lnTo>
                <a:lnTo>
                  <a:pt x="31" y="2343"/>
                </a:lnTo>
                <a:close/>
                <a:moveTo>
                  <a:pt x="14622" y="1879"/>
                </a:moveTo>
                <a:lnTo>
                  <a:pt x="14622" y="2315"/>
                </a:lnTo>
                <a:lnTo>
                  <a:pt x="15133" y="2315"/>
                </a:lnTo>
                <a:lnTo>
                  <a:pt x="15133" y="1879"/>
                </a:lnTo>
                <a:lnTo>
                  <a:pt x="14622" y="1879"/>
                </a:lnTo>
                <a:close/>
                <a:moveTo>
                  <a:pt x="14081" y="1879"/>
                </a:moveTo>
                <a:lnTo>
                  <a:pt x="14081" y="2315"/>
                </a:lnTo>
                <a:lnTo>
                  <a:pt x="14592" y="2315"/>
                </a:lnTo>
                <a:lnTo>
                  <a:pt x="14592" y="1879"/>
                </a:lnTo>
                <a:lnTo>
                  <a:pt x="14081" y="1879"/>
                </a:lnTo>
                <a:close/>
                <a:moveTo>
                  <a:pt x="13539" y="1879"/>
                </a:moveTo>
                <a:lnTo>
                  <a:pt x="13539" y="2315"/>
                </a:lnTo>
                <a:lnTo>
                  <a:pt x="14050" y="2315"/>
                </a:lnTo>
                <a:lnTo>
                  <a:pt x="14050" y="1879"/>
                </a:lnTo>
                <a:lnTo>
                  <a:pt x="13539" y="1879"/>
                </a:lnTo>
                <a:close/>
                <a:moveTo>
                  <a:pt x="12997" y="1879"/>
                </a:moveTo>
                <a:lnTo>
                  <a:pt x="12997" y="2315"/>
                </a:lnTo>
                <a:lnTo>
                  <a:pt x="13508" y="2315"/>
                </a:lnTo>
                <a:lnTo>
                  <a:pt x="13508" y="1879"/>
                </a:lnTo>
                <a:lnTo>
                  <a:pt x="12997" y="1879"/>
                </a:lnTo>
                <a:close/>
                <a:moveTo>
                  <a:pt x="12456" y="1879"/>
                </a:moveTo>
                <a:lnTo>
                  <a:pt x="12456" y="2315"/>
                </a:lnTo>
                <a:lnTo>
                  <a:pt x="12967" y="2315"/>
                </a:lnTo>
                <a:lnTo>
                  <a:pt x="12967" y="1879"/>
                </a:lnTo>
                <a:lnTo>
                  <a:pt x="12456" y="1879"/>
                </a:lnTo>
                <a:close/>
                <a:moveTo>
                  <a:pt x="11914" y="1879"/>
                </a:moveTo>
                <a:lnTo>
                  <a:pt x="11914" y="2315"/>
                </a:lnTo>
                <a:lnTo>
                  <a:pt x="12425" y="2315"/>
                </a:lnTo>
                <a:lnTo>
                  <a:pt x="12425" y="1879"/>
                </a:lnTo>
                <a:lnTo>
                  <a:pt x="11914" y="1879"/>
                </a:lnTo>
                <a:close/>
                <a:moveTo>
                  <a:pt x="11372" y="1879"/>
                </a:moveTo>
                <a:lnTo>
                  <a:pt x="11372" y="2315"/>
                </a:lnTo>
                <a:lnTo>
                  <a:pt x="11883" y="2315"/>
                </a:lnTo>
                <a:lnTo>
                  <a:pt x="11883" y="1879"/>
                </a:lnTo>
                <a:lnTo>
                  <a:pt x="11372" y="1879"/>
                </a:lnTo>
                <a:close/>
                <a:moveTo>
                  <a:pt x="10831" y="1879"/>
                </a:moveTo>
                <a:lnTo>
                  <a:pt x="10831" y="2315"/>
                </a:lnTo>
                <a:lnTo>
                  <a:pt x="11341" y="2315"/>
                </a:lnTo>
                <a:lnTo>
                  <a:pt x="11341" y="1879"/>
                </a:lnTo>
                <a:lnTo>
                  <a:pt x="10831" y="1879"/>
                </a:lnTo>
                <a:close/>
                <a:moveTo>
                  <a:pt x="10289" y="1879"/>
                </a:moveTo>
                <a:lnTo>
                  <a:pt x="10289" y="2315"/>
                </a:lnTo>
                <a:lnTo>
                  <a:pt x="10800" y="2315"/>
                </a:lnTo>
                <a:lnTo>
                  <a:pt x="10800" y="1879"/>
                </a:lnTo>
                <a:lnTo>
                  <a:pt x="10289" y="1879"/>
                </a:lnTo>
                <a:close/>
                <a:moveTo>
                  <a:pt x="9747" y="1879"/>
                </a:moveTo>
                <a:lnTo>
                  <a:pt x="9747" y="2315"/>
                </a:lnTo>
                <a:lnTo>
                  <a:pt x="10258" y="2315"/>
                </a:lnTo>
                <a:lnTo>
                  <a:pt x="10258" y="1879"/>
                </a:lnTo>
                <a:lnTo>
                  <a:pt x="9747" y="1879"/>
                </a:lnTo>
                <a:close/>
                <a:moveTo>
                  <a:pt x="9206" y="1879"/>
                </a:moveTo>
                <a:lnTo>
                  <a:pt x="9206" y="2315"/>
                </a:lnTo>
                <a:lnTo>
                  <a:pt x="9716" y="2315"/>
                </a:lnTo>
                <a:lnTo>
                  <a:pt x="9716" y="1879"/>
                </a:lnTo>
                <a:lnTo>
                  <a:pt x="9206" y="1879"/>
                </a:lnTo>
                <a:close/>
                <a:moveTo>
                  <a:pt x="8664" y="1879"/>
                </a:moveTo>
                <a:lnTo>
                  <a:pt x="8664" y="2315"/>
                </a:lnTo>
                <a:lnTo>
                  <a:pt x="9175" y="2315"/>
                </a:lnTo>
                <a:lnTo>
                  <a:pt x="9175" y="1879"/>
                </a:lnTo>
                <a:lnTo>
                  <a:pt x="8664" y="1879"/>
                </a:lnTo>
                <a:close/>
                <a:moveTo>
                  <a:pt x="8122" y="1879"/>
                </a:moveTo>
                <a:lnTo>
                  <a:pt x="8122" y="2315"/>
                </a:lnTo>
                <a:lnTo>
                  <a:pt x="8633" y="2315"/>
                </a:lnTo>
                <a:lnTo>
                  <a:pt x="8633" y="1879"/>
                </a:lnTo>
                <a:lnTo>
                  <a:pt x="8122" y="1879"/>
                </a:lnTo>
                <a:close/>
                <a:moveTo>
                  <a:pt x="7581" y="1879"/>
                </a:moveTo>
                <a:lnTo>
                  <a:pt x="7581" y="2315"/>
                </a:lnTo>
                <a:lnTo>
                  <a:pt x="8091" y="2315"/>
                </a:lnTo>
                <a:lnTo>
                  <a:pt x="8091" y="1879"/>
                </a:lnTo>
                <a:lnTo>
                  <a:pt x="7581" y="1879"/>
                </a:lnTo>
                <a:close/>
                <a:moveTo>
                  <a:pt x="7039" y="1879"/>
                </a:moveTo>
                <a:lnTo>
                  <a:pt x="7039" y="2315"/>
                </a:lnTo>
                <a:lnTo>
                  <a:pt x="7550" y="2315"/>
                </a:lnTo>
                <a:lnTo>
                  <a:pt x="7550" y="1879"/>
                </a:lnTo>
                <a:lnTo>
                  <a:pt x="7039" y="1879"/>
                </a:lnTo>
                <a:close/>
                <a:moveTo>
                  <a:pt x="6497" y="1879"/>
                </a:moveTo>
                <a:lnTo>
                  <a:pt x="6497" y="2315"/>
                </a:lnTo>
                <a:lnTo>
                  <a:pt x="7008" y="2315"/>
                </a:lnTo>
                <a:lnTo>
                  <a:pt x="7008" y="1879"/>
                </a:lnTo>
                <a:lnTo>
                  <a:pt x="6497" y="1879"/>
                </a:lnTo>
                <a:close/>
                <a:moveTo>
                  <a:pt x="5955" y="1879"/>
                </a:moveTo>
                <a:lnTo>
                  <a:pt x="5955" y="2315"/>
                </a:lnTo>
                <a:lnTo>
                  <a:pt x="6466" y="2315"/>
                </a:lnTo>
                <a:lnTo>
                  <a:pt x="6466" y="1879"/>
                </a:lnTo>
                <a:lnTo>
                  <a:pt x="5955" y="1879"/>
                </a:lnTo>
                <a:close/>
                <a:moveTo>
                  <a:pt x="5414" y="1879"/>
                </a:moveTo>
                <a:lnTo>
                  <a:pt x="5414" y="2315"/>
                </a:lnTo>
                <a:lnTo>
                  <a:pt x="5925" y="2315"/>
                </a:lnTo>
                <a:lnTo>
                  <a:pt x="5925" y="1879"/>
                </a:lnTo>
                <a:lnTo>
                  <a:pt x="5414" y="1879"/>
                </a:lnTo>
                <a:close/>
                <a:moveTo>
                  <a:pt x="4872" y="1879"/>
                </a:moveTo>
                <a:lnTo>
                  <a:pt x="4872" y="2315"/>
                </a:lnTo>
                <a:lnTo>
                  <a:pt x="5383" y="2315"/>
                </a:lnTo>
                <a:lnTo>
                  <a:pt x="5383" y="1879"/>
                </a:lnTo>
                <a:lnTo>
                  <a:pt x="4872" y="1879"/>
                </a:lnTo>
                <a:close/>
                <a:moveTo>
                  <a:pt x="4330" y="1879"/>
                </a:moveTo>
                <a:lnTo>
                  <a:pt x="4330" y="2315"/>
                </a:lnTo>
                <a:lnTo>
                  <a:pt x="4841" y="2315"/>
                </a:lnTo>
                <a:lnTo>
                  <a:pt x="4841" y="1879"/>
                </a:lnTo>
                <a:lnTo>
                  <a:pt x="4330" y="1879"/>
                </a:lnTo>
                <a:close/>
                <a:moveTo>
                  <a:pt x="3789" y="1879"/>
                </a:moveTo>
                <a:lnTo>
                  <a:pt x="3789" y="2315"/>
                </a:lnTo>
                <a:lnTo>
                  <a:pt x="4300" y="2315"/>
                </a:lnTo>
                <a:lnTo>
                  <a:pt x="4300" y="1879"/>
                </a:lnTo>
                <a:lnTo>
                  <a:pt x="3789" y="1879"/>
                </a:lnTo>
                <a:close/>
                <a:moveTo>
                  <a:pt x="3247" y="1879"/>
                </a:moveTo>
                <a:lnTo>
                  <a:pt x="3247" y="2315"/>
                </a:lnTo>
                <a:lnTo>
                  <a:pt x="3758" y="2315"/>
                </a:lnTo>
                <a:lnTo>
                  <a:pt x="3758" y="1879"/>
                </a:lnTo>
                <a:lnTo>
                  <a:pt x="3247" y="1879"/>
                </a:lnTo>
                <a:close/>
                <a:moveTo>
                  <a:pt x="2705" y="1879"/>
                </a:moveTo>
                <a:lnTo>
                  <a:pt x="2705" y="2315"/>
                </a:lnTo>
                <a:lnTo>
                  <a:pt x="3216" y="2315"/>
                </a:lnTo>
                <a:lnTo>
                  <a:pt x="3216" y="1879"/>
                </a:lnTo>
                <a:lnTo>
                  <a:pt x="2705" y="1879"/>
                </a:lnTo>
                <a:close/>
                <a:moveTo>
                  <a:pt x="2164" y="1879"/>
                </a:moveTo>
                <a:lnTo>
                  <a:pt x="2164" y="2315"/>
                </a:lnTo>
                <a:lnTo>
                  <a:pt x="2675" y="2315"/>
                </a:lnTo>
                <a:lnTo>
                  <a:pt x="2675" y="1879"/>
                </a:lnTo>
                <a:lnTo>
                  <a:pt x="2164" y="1879"/>
                </a:lnTo>
                <a:close/>
                <a:moveTo>
                  <a:pt x="1622" y="1879"/>
                </a:moveTo>
                <a:lnTo>
                  <a:pt x="1622" y="2315"/>
                </a:lnTo>
                <a:lnTo>
                  <a:pt x="2133" y="2315"/>
                </a:lnTo>
                <a:lnTo>
                  <a:pt x="2133" y="1879"/>
                </a:lnTo>
                <a:lnTo>
                  <a:pt x="1622" y="1879"/>
                </a:lnTo>
                <a:close/>
                <a:moveTo>
                  <a:pt x="1080" y="1879"/>
                </a:moveTo>
                <a:lnTo>
                  <a:pt x="1080" y="2315"/>
                </a:lnTo>
                <a:lnTo>
                  <a:pt x="1591" y="2315"/>
                </a:lnTo>
                <a:lnTo>
                  <a:pt x="1591" y="1879"/>
                </a:lnTo>
                <a:lnTo>
                  <a:pt x="1080" y="1879"/>
                </a:lnTo>
                <a:close/>
                <a:moveTo>
                  <a:pt x="539" y="1879"/>
                </a:moveTo>
                <a:lnTo>
                  <a:pt x="539" y="2315"/>
                </a:lnTo>
                <a:lnTo>
                  <a:pt x="1049" y="2315"/>
                </a:lnTo>
                <a:lnTo>
                  <a:pt x="1049" y="1879"/>
                </a:lnTo>
                <a:lnTo>
                  <a:pt x="539" y="1879"/>
                </a:lnTo>
                <a:close/>
                <a:moveTo>
                  <a:pt x="31" y="1879"/>
                </a:moveTo>
                <a:lnTo>
                  <a:pt x="31" y="2315"/>
                </a:lnTo>
                <a:lnTo>
                  <a:pt x="508" y="2315"/>
                </a:lnTo>
                <a:lnTo>
                  <a:pt x="508" y="1879"/>
                </a:lnTo>
                <a:lnTo>
                  <a:pt x="31" y="1879"/>
                </a:lnTo>
                <a:close/>
                <a:moveTo>
                  <a:pt x="14622" y="1416"/>
                </a:moveTo>
                <a:lnTo>
                  <a:pt x="14622" y="1851"/>
                </a:lnTo>
                <a:lnTo>
                  <a:pt x="15133" y="1851"/>
                </a:lnTo>
                <a:lnTo>
                  <a:pt x="15133" y="1416"/>
                </a:lnTo>
                <a:lnTo>
                  <a:pt x="14622" y="1416"/>
                </a:lnTo>
                <a:close/>
                <a:moveTo>
                  <a:pt x="14081" y="1416"/>
                </a:moveTo>
                <a:lnTo>
                  <a:pt x="14081" y="1851"/>
                </a:lnTo>
                <a:lnTo>
                  <a:pt x="14592" y="1851"/>
                </a:lnTo>
                <a:lnTo>
                  <a:pt x="14592" y="1416"/>
                </a:lnTo>
                <a:lnTo>
                  <a:pt x="14081" y="1416"/>
                </a:lnTo>
                <a:close/>
                <a:moveTo>
                  <a:pt x="13539" y="1416"/>
                </a:moveTo>
                <a:lnTo>
                  <a:pt x="13539" y="1851"/>
                </a:lnTo>
                <a:lnTo>
                  <a:pt x="14050" y="1851"/>
                </a:lnTo>
                <a:lnTo>
                  <a:pt x="14050" y="1416"/>
                </a:lnTo>
                <a:lnTo>
                  <a:pt x="13539" y="1416"/>
                </a:lnTo>
                <a:close/>
                <a:moveTo>
                  <a:pt x="12997" y="1416"/>
                </a:moveTo>
                <a:lnTo>
                  <a:pt x="12997" y="1851"/>
                </a:lnTo>
                <a:lnTo>
                  <a:pt x="13508" y="1851"/>
                </a:lnTo>
                <a:lnTo>
                  <a:pt x="13508" y="1416"/>
                </a:lnTo>
                <a:lnTo>
                  <a:pt x="12997" y="1416"/>
                </a:lnTo>
                <a:close/>
                <a:moveTo>
                  <a:pt x="12456" y="1416"/>
                </a:moveTo>
                <a:lnTo>
                  <a:pt x="12456" y="1851"/>
                </a:lnTo>
                <a:lnTo>
                  <a:pt x="12967" y="1851"/>
                </a:lnTo>
                <a:lnTo>
                  <a:pt x="12967" y="1416"/>
                </a:lnTo>
                <a:lnTo>
                  <a:pt x="12456" y="1416"/>
                </a:lnTo>
                <a:close/>
                <a:moveTo>
                  <a:pt x="11914" y="1416"/>
                </a:moveTo>
                <a:lnTo>
                  <a:pt x="11914" y="1851"/>
                </a:lnTo>
                <a:lnTo>
                  <a:pt x="12425" y="1851"/>
                </a:lnTo>
                <a:lnTo>
                  <a:pt x="12425" y="1416"/>
                </a:lnTo>
                <a:lnTo>
                  <a:pt x="11914" y="1416"/>
                </a:lnTo>
                <a:close/>
                <a:moveTo>
                  <a:pt x="11372" y="1416"/>
                </a:moveTo>
                <a:lnTo>
                  <a:pt x="11372" y="1851"/>
                </a:lnTo>
                <a:lnTo>
                  <a:pt x="11883" y="1851"/>
                </a:lnTo>
                <a:lnTo>
                  <a:pt x="11883" y="1416"/>
                </a:lnTo>
                <a:lnTo>
                  <a:pt x="11372" y="1416"/>
                </a:lnTo>
                <a:close/>
                <a:moveTo>
                  <a:pt x="10831" y="1416"/>
                </a:moveTo>
                <a:lnTo>
                  <a:pt x="10831" y="1851"/>
                </a:lnTo>
                <a:lnTo>
                  <a:pt x="11341" y="1851"/>
                </a:lnTo>
                <a:lnTo>
                  <a:pt x="11341" y="1416"/>
                </a:lnTo>
                <a:lnTo>
                  <a:pt x="10831" y="1416"/>
                </a:lnTo>
                <a:close/>
                <a:moveTo>
                  <a:pt x="10289" y="1416"/>
                </a:moveTo>
                <a:lnTo>
                  <a:pt x="10289" y="1851"/>
                </a:lnTo>
                <a:lnTo>
                  <a:pt x="10800" y="1851"/>
                </a:lnTo>
                <a:lnTo>
                  <a:pt x="10800" y="1416"/>
                </a:lnTo>
                <a:lnTo>
                  <a:pt x="10289" y="1416"/>
                </a:lnTo>
                <a:close/>
                <a:moveTo>
                  <a:pt x="9747" y="1416"/>
                </a:moveTo>
                <a:lnTo>
                  <a:pt x="9747" y="1851"/>
                </a:lnTo>
                <a:lnTo>
                  <a:pt x="10258" y="1851"/>
                </a:lnTo>
                <a:lnTo>
                  <a:pt x="10258" y="1416"/>
                </a:lnTo>
                <a:lnTo>
                  <a:pt x="9747" y="1416"/>
                </a:lnTo>
                <a:close/>
                <a:moveTo>
                  <a:pt x="9206" y="1416"/>
                </a:moveTo>
                <a:lnTo>
                  <a:pt x="9206" y="1851"/>
                </a:lnTo>
                <a:lnTo>
                  <a:pt x="9716" y="1851"/>
                </a:lnTo>
                <a:lnTo>
                  <a:pt x="9716" y="1416"/>
                </a:lnTo>
                <a:lnTo>
                  <a:pt x="9206" y="1416"/>
                </a:lnTo>
                <a:close/>
                <a:moveTo>
                  <a:pt x="8664" y="1416"/>
                </a:moveTo>
                <a:lnTo>
                  <a:pt x="8664" y="1851"/>
                </a:lnTo>
                <a:lnTo>
                  <a:pt x="9175" y="1851"/>
                </a:lnTo>
                <a:lnTo>
                  <a:pt x="9175" y="1416"/>
                </a:lnTo>
                <a:lnTo>
                  <a:pt x="8664" y="1416"/>
                </a:lnTo>
                <a:close/>
                <a:moveTo>
                  <a:pt x="8122" y="1416"/>
                </a:moveTo>
                <a:lnTo>
                  <a:pt x="8122" y="1851"/>
                </a:lnTo>
                <a:lnTo>
                  <a:pt x="8633" y="1851"/>
                </a:lnTo>
                <a:lnTo>
                  <a:pt x="8633" y="1416"/>
                </a:lnTo>
                <a:lnTo>
                  <a:pt x="8122" y="1416"/>
                </a:lnTo>
                <a:close/>
                <a:moveTo>
                  <a:pt x="7581" y="1416"/>
                </a:moveTo>
                <a:lnTo>
                  <a:pt x="7581" y="1851"/>
                </a:lnTo>
                <a:lnTo>
                  <a:pt x="8091" y="1851"/>
                </a:lnTo>
                <a:lnTo>
                  <a:pt x="8091" y="1416"/>
                </a:lnTo>
                <a:lnTo>
                  <a:pt x="7581" y="1416"/>
                </a:lnTo>
                <a:close/>
                <a:moveTo>
                  <a:pt x="7039" y="1416"/>
                </a:moveTo>
                <a:lnTo>
                  <a:pt x="7039" y="1851"/>
                </a:lnTo>
                <a:lnTo>
                  <a:pt x="7550" y="1851"/>
                </a:lnTo>
                <a:lnTo>
                  <a:pt x="7550" y="1416"/>
                </a:lnTo>
                <a:lnTo>
                  <a:pt x="7039" y="1416"/>
                </a:lnTo>
                <a:close/>
                <a:moveTo>
                  <a:pt x="6497" y="1416"/>
                </a:moveTo>
                <a:lnTo>
                  <a:pt x="6497" y="1851"/>
                </a:lnTo>
                <a:lnTo>
                  <a:pt x="7008" y="1851"/>
                </a:lnTo>
                <a:lnTo>
                  <a:pt x="7008" y="1416"/>
                </a:lnTo>
                <a:lnTo>
                  <a:pt x="6497" y="1416"/>
                </a:lnTo>
                <a:close/>
                <a:moveTo>
                  <a:pt x="5955" y="1416"/>
                </a:moveTo>
                <a:lnTo>
                  <a:pt x="5955" y="1851"/>
                </a:lnTo>
                <a:lnTo>
                  <a:pt x="6466" y="1851"/>
                </a:lnTo>
                <a:lnTo>
                  <a:pt x="6466" y="1416"/>
                </a:lnTo>
                <a:lnTo>
                  <a:pt x="5955" y="1416"/>
                </a:lnTo>
                <a:close/>
                <a:moveTo>
                  <a:pt x="5414" y="1416"/>
                </a:moveTo>
                <a:lnTo>
                  <a:pt x="5414" y="1851"/>
                </a:lnTo>
                <a:lnTo>
                  <a:pt x="5925" y="1851"/>
                </a:lnTo>
                <a:lnTo>
                  <a:pt x="5925" y="1416"/>
                </a:lnTo>
                <a:lnTo>
                  <a:pt x="5414" y="1416"/>
                </a:lnTo>
                <a:close/>
                <a:moveTo>
                  <a:pt x="4872" y="1416"/>
                </a:moveTo>
                <a:lnTo>
                  <a:pt x="4872" y="1851"/>
                </a:lnTo>
                <a:lnTo>
                  <a:pt x="5383" y="1851"/>
                </a:lnTo>
                <a:lnTo>
                  <a:pt x="5383" y="1416"/>
                </a:lnTo>
                <a:lnTo>
                  <a:pt x="4872" y="1416"/>
                </a:lnTo>
                <a:close/>
                <a:moveTo>
                  <a:pt x="4330" y="1416"/>
                </a:moveTo>
                <a:lnTo>
                  <a:pt x="4330" y="1851"/>
                </a:lnTo>
                <a:lnTo>
                  <a:pt x="4841" y="1851"/>
                </a:lnTo>
                <a:lnTo>
                  <a:pt x="4841" y="1416"/>
                </a:lnTo>
                <a:lnTo>
                  <a:pt x="4330" y="1416"/>
                </a:lnTo>
                <a:close/>
                <a:moveTo>
                  <a:pt x="3789" y="1416"/>
                </a:moveTo>
                <a:lnTo>
                  <a:pt x="3789" y="1851"/>
                </a:lnTo>
                <a:lnTo>
                  <a:pt x="4300" y="1851"/>
                </a:lnTo>
                <a:lnTo>
                  <a:pt x="4300" y="1416"/>
                </a:lnTo>
                <a:lnTo>
                  <a:pt x="3789" y="1416"/>
                </a:lnTo>
                <a:close/>
                <a:moveTo>
                  <a:pt x="3247" y="1416"/>
                </a:moveTo>
                <a:lnTo>
                  <a:pt x="3247" y="1851"/>
                </a:lnTo>
                <a:lnTo>
                  <a:pt x="3758" y="1851"/>
                </a:lnTo>
                <a:lnTo>
                  <a:pt x="3758" y="1416"/>
                </a:lnTo>
                <a:lnTo>
                  <a:pt x="3247" y="1416"/>
                </a:lnTo>
                <a:close/>
                <a:moveTo>
                  <a:pt x="2705" y="1416"/>
                </a:moveTo>
                <a:lnTo>
                  <a:pt x="2705" y="1851"/>
                </a:lnTo>
                <a:lnTo>
                  <a:pt x="3216" y="1851"/>
                </a:lnTo>
                <a:lnTo>
                  <a:pt x="3216" y="1416"/>
                </a:lnTo>
                <a:lnTo>
                  <a:pt x="2705" y="1416"/>
                </a:lnTo>
                <a:close/>
                <a:moveTo>
                  <a:pt x="2164" y="1416"/>
                </a:moveTo>
                <a:lnTo>
                  <a:pt x="2164" y="1851"/>
                </a:lnTo>
                <a:lnTo>
                  <a:pt x="2675" y="1851"/>
                </a:lnTo>
                <a:lnTo>
                  <a:pt x="2675" y="1416"/>
                </a:lnTo>
                <a:lnTo>
                  <a:pt x="2164" y="1416"/>
                </a:lnTo>
                <a:close/>
                <a:moveTo>
                  <a:pt x="1622" y="1416"/>
                </a:moveTo>
                <a:lnTo>
                  <a:pt x="1622" y="1851"/>
                </a:lnTo>
                <a:lnTo>
                  <a:pt x="2133" y="1851"/>
                </a:lnTo>
                <a:lnTo>
                  <a:pt x="2133" y="1416"/>
                </a:lnTo>
                <a:lnTo>
                  <a:pt x="1622" y="1416"/>
                </a:lnTo>
                <a:close/>
                <a:moveTo>
                  <a:pt x="1080" y="1416"/>
                </a:moveTo>
                <a:lnTo>
                  <a:pt x="1080" y="1851"/>
                </a:lnTo>
                <a:lnTo>
                  <a:pt x="1591" y="1851"/>
                </a:lnTo>
                <a:lnTo>
                  <a:pt x="1591" y="1416"/>
                </a:lnTo>
                <a:lnTo>
                  <a:pt x="1080" y="1416"/>
                </a:lnTo>
                <a:close/>
                <a:moveTo>
                  <a:pt x="539" y="1416"/>
                </a:moveTo>
                <a:lnTo>
                  <a:pt x="539" y="1851"/>
                </a:lnTo>
                <a:lnTo>
                  <a:pt x="1049" y="1851"/>
                </a:lnTo>
                <a:lnTo>
                  <a:pt x="1049" y="1416"/>
                </a:lnTo>
                <a:lnTo>
                  <a:pt x="539" y="1416"/>
                </a:lnTo>
                <a:close/>
                <a:moveTo>
                  <a:pt x="31" y="1416"/>
                </a:moveTo>
                <a:lnTo>
                  <a:pt x="31" y="1851"/>
                </a:lnTo>
                <a:lnTo>
                  <a:pt x="508" y="1851"/>
                </a:lnTo>
                <a:lnTo>
                  <a:pt x="508" y="1416"/>
                </a:lnTo>
                <a:lnTo>
                  <a:pt x="31" y="1416"/>
                </a:lnTo>
                <a:close/>
                <a:moveTo>
                  <a:pt x="14622" y="952"/>
                </a:moveTo>
                <a:lnTo>
                  <a:pt x="14622" y="1387"/>
                </a:lnTo>
                <a:lnTo>
                  <a:pt x="15133" y="1387"/>
                </a:lnTo>
                <a:lnTo>
                  <a:pt x="15133" y="952"/>
                </a:lnTo>
                <a:lnTo>
                  <a:pt x="14622" y="952"/>
                </a:lnTo>
                <a:close/>
                <a:moveTo>
                  <a:pt x="14081" y="952"/>
                </a:moveTo>
                <a:lnTo>
                  <a:pt x="14081" y="1387"/>
                </a:lnTo>
                <a:lnTo>
                  <a:pt x="14592" y="1387"/>
                </a:lnTo>
                <a:lnTo>
                  <a:pt x="14592" y="952"/>
                </a:lnTo>
                <a:lnTo>
                  <a:pt x="14081" y="952"/>
                </a:lnTo>
                <a:close/>
                <a:moveTo>
                  <a:pt x="13539" y="952"/>
                </a:moveTo>
                <a:lnTo>
                  <a:pt x="13539" y="1387"/>
                </a:lnTo>
                <a:lnTo>
                  <a:pt x="14050" y="1387"/>
                </a:lnTo>
                <a:lnTo>
                  <a:pt x="14050" y="952"/>
                </a:lnTo>
                <a:lnTo>
                  <a:pt x="13539" y="952"/>
                </a:lnTo>
                <a:close/>
                <a:moveTo>
                  <a:pt x="12997" y="952"/>
                </a:moveTo>
                <a:lnTo>
                  <a:pt x="12997" y="1387"/>
                </a:lnTo>
                <a:lnTo>
                  <a:pt x="13508" y="1387"/>
                </a:lnTo>
                <a:lnTo>
                  <a:pt x="13508" y="952"/>
                </a:lnTo>
                <a:lnTo>
                  <a:pt x="12997" y="952"/>
                </a:lnTo>
                <a:close/>
                <a:moveTo>
                  <a:pt x="12456" y="952"/>
                </a:moveTo>
                <a:lnTo>
                  <a:pt x="12456" y="1387"/>
                </a:lnTo>
                <a:lnTo>
                  <a:pt x="12967" y="1387"/>
                </a:lnTo>
                <a:lnTo>
                  <a:pt x="12967" y="952"/>
                </a:lnTo>
                <a:lnTo>
                  <a:pt x="12456" y="952"/>
                </a:lnTo>
                <a:close/>
                <a:moveTo>
                  <a:pt x="11914" y="952"/>
                </a:moveTo>
                <a:lnTo>
                  <a:pt x="11914" y="1387"/>
                </a:lnTo>
                <a:lnTo>
                  <a:pt x="12425" y="1387"/>
                </a:lnTo>
                <a:lnTo>
                  <a:pt x="12425" y="952"/>
                </a:lnTo>
                <a:lnTo>
                  <a:pt x="11914" y="952"/>
                </a:lnTo>
                <a:close/>
                <a:moveTo>
                  <a:pt x="11372" y="952"/>
                </a:moveTo>
                <a:lnTo>
                  <a:pt x="11372" y="1387"/>
                </a:lnTo>
                <a:lnTo>
                  <a:pt x="11883" y="1387"/>
                </a:lnTo>
                <a:lnTo>
                  <a:pt x="11883" y="952"/>
                </a:lnTo>
                <a:lnTo>
                  <a:pt x="11372" y="952"/>
                </a:lnTo>
                <a:close/>
                <a:moveTo>
                  <a:pt x="10831" y="952"/>
                </a:moveTo>
                <a:lnTo>
                  <a:pt x="10831" y="1387"/>
                </a:lnTo>
                <a:lnTo>
                  <a:pt x="11341" y="1387"/>
                </a:lnTo>
                <a:lnTo>
                  <a:pt x="11341" y="952"/>
                </a:lnTo>
                <a:lnTo>
                  <a:pt x="10831" y="952"/>
                </a:lnTo>
                <a:close/>
                <a:moveTo>
                  <a:pt x="10289" y="952"/>
                </a:moveTo>
                <a:lnTo>
                  <a:pt x="10289" y="1387"/>
                </a:lnTo>
                <a:lnTo>
                  <a:pt x="10800" y="1387"/>
                </a:lnTo>
                <a:lnTo>
                  <a:pt x="10800" y="952"/>
                </a:lnTo>
                <a:lnTo>
                  <a:pt x="10289" y="952"/>
                </a:lnTo>
                <a:close/>
                <a:moveTo>
                  <a:pt x="9747" y="952"/>
                </a:moveTo>
                <a:lnTo>
                  <a:pt x="9747" y="1387"/>
                </a:lnTo>
                <a:lnTo>
                  <a:pt x="10258" y="1387"/>
                </a:lnTo>
                <a:lnTo>
                  <a:pt x="10258" y="952"/>
                </a:lnTo>
                <a:lnTo>
                  <a:pt x="9747" y="952"/>
                </a:lnTo>
                <a:close/>
                <a:moveTo>
                  <a:pt x="9206" y="952"/>
                </a:moveTo>
                <a:lnTo>
                  <a:pt x="9206" y="1387"/>
                </a:lnTo>
                <a:lnTo>
                  <a:pt x="9716" y="1387"/>
                </a:lnTo>
                <a:lnTo>
                  <a:pt x="9716" y="952"/>
                </a:lnTo>
                <a:lnTo>
                  <a:pt x="9206" y="952"/>
                </a:lnTo>
                <a:close/>
                <a:moveTo>
                  <a:pt x="8664" y="952"/>
                </a:moveTo>
                <a:lnTo>
                  <a:pt x="8664" y="1387"/>
                </a:lnTo>
                <a:lnTo>
                  <a:pt x="9175" y="1387"/>
                </a:lnTo>
                <a:lnTo>
                  <a:pt x="9175" y="952"/>
                </a:lnTo>
                <a:lnTo>
                  <a:pt x="8664" y="952"/>
                </a:lnTo>
                <a:close/>
                <a:moveTo>
                  <a:pt x="8122" y="952"/>
                </a:moveTo>
                <a:lnTo>
                  <a:pt x="8122" y="1387"/>
                </a:lnTo>
                <a:lnTo>
                  <a:pt x="8633" y="1387"/>
                </a:lnTo>
                <a:lnTo>
                  <a:pt x="8633" y="952"/>
                </a:lnTo>
                <a:lnTo>
                  <a:pt x="8122" y="952"/>
                </a:lnTo>
                <a:close/>
                <a:moveTo>
                  <a:pt x="7581" y="952"/>
                </a:moveTo>
                <a:lnTo>
                  <a:pt x="7581" y="1387"/>
                </a:lnTo>
                <a:lnTo>
                  <a:pt x="8091" y="1387"/>
                </a:lnTo>
                <a:lnTo>
                  <a:pt x="8091" y="952"/>
                </a:lnTo>
                <a:lnTo>
                  <a:pt x="7581" y="952"/>
                </a:lnTo>
                <a:close/>
                <a:moveTo>
                  <a:pt x="7039" y="952"/>
                </a:moveTo>
                <a:lnTo>
                  <a:pt x="7039" y="1387"/>
                </a:lnTo>
                <a:lnTo>
                  <a:pt x="7550" y="1387"/>
                </a:lnTo>
                <a:lnTo>
                  <a:pt x="7550" y="952"/>
                </a:lnTo>
                <a:lnTo>
                  <a:pt x="7039" y="952"/>
                </a:lnTo>
                <a:close/>
                <a:moveTo>
                  <a:pt x="6497" y="952"/>
                </a:moveTo>
                <a:lnTo>
                  <a:pt x="6497" y="1387"/>
                </a:lnTo>
                <a:lnTo>
                  <a:pt x="7008" y="1387"/>
                </a:lnTo>
                <a:lnTo>
                  <a:pt x="7008" y="952"/>
                </a:lnTo>
                <a:lnTo>
                  <a:pt x="6497" y="952"/>
                </a:lnTo>
                <a:close/>
                <a:moveTo>
                  <a:pt x="5955" y="952"/>
                </a:moveTo>
                <a:lnTo>
                  <a:pt x="5955" y="1387"/>
                </a:lnTo>
                <a:lnTo>
                  <a:pt x="6466" y="1387"/>
                </a:lnTo>
                <a:lnTo>
                  <a:pt x="6466" y="952"/>
                </a:lnTo>
                <a:lnTo>
                  <a:pt x="5955" y="952"/>
                </a:lnTo>
                <a:close/>
                <a:moveTo>
                  <a:pt x="5414" y="952"/>
                </a:moveTo>
                <a:lnTo>
                  <a:pt x="5414" y="1387"/>
                </a:lnTo>
                <a:lnTo>
                  <a:pt x="5925" y="1387"/>
                </a:lnTo>
                <a:lnTo>
                  <a:pt x="5925" y="952"/>
                </a:lnTo>
                <a:lnTo>
                  <a:pt x="5414" y="952"/>
                </a:lnTo>
                <a:close/>
                <a:moveTo>
                  <a:pt x="4872" y="952"/>
                </a:moveTo>
                <a:lnTo>
                  <a:pt x="4872" y="1387"/>
                </a:lnTo>
                <a:lnTo>
                  <a:pt x="5383" y="1387"/>
                </a:lnTo>
                <a:lnTo>
                  <a:pt x="5383" y="952"/>
                </a:lnTo>
                <a:lnTo>
                  <a:pt x="4872" y="952"/>
                </a:lnTo>
                <a:close/>
                <a:moveTo>
                  <a:pt x="4330" y="952"/>
                </a:moveTo>
                <a:lnTo>
                  <a:pt x="4330" y="1387"/>
                </a:lnTo>
                <a:lnTo>
                  <a:pt x="4841" y="1387"/>
                </a:lnTo>
                <a:lnTo>
                  <a:pt x="4841" y="952"/>
                </a:lnTo>
                <a:lnTo>
                  <a:pt x="4330" y="952"/>
                </a:lnTo>
                <a:close/>
                <a:moveTo>
                  <a:pt x="3789" y="952"/>
                </a:moveTo>
                <a:lnTo>
                  <a:pt x="3789" y="1387"/>
                </a:lnTo>
                <a:lnTo>
                  <a:pt x="4300" y="1387"/>
                </a:lnTo>
                <a:lnTo>
                  <a:pt x="4300" y="952"/>
                </a:lnTo>
                <a:lnTo>
                  <a:pt x="3789" y="952"/>
                </a:lnTo>
                <a:close/>
                <a:moveTo>
                  <a:pt x="3247" y="952"/>
                </a:moveTo>
                <a:lnTo>
                  <a:pt x="3247" y="1387"/>
                </a:lnTo>
                <a:lnTo>
                  <a:pt x="3758" y="1387"/>
                </a:lnTo>
                <a:lnTo>
                  <a:pt x="3758" y="952"/>
                </a:lnTo>
                <a:lnTo>
                  <a:pt x="3247" y="952"/>
                </a:lnTo>
                <a:close/>
                <a:moveTo>
                  <a:pt x="2705" y="952"/>
                </a:moveTo>
                <a:lnTo>
                  <a:pt x="2705" y="1387"/>
                </a:lnTo>
                <a:lnTo>
                  <a:pt x="3216" y="1387"/>
                </a:lnTo>
                <a:lnTo>
                  <a:pt x="3216" y="952"/>
                </a:lnTo>
                <a:lnTo>
                  <a:pt x="2705" y="952"/>
                </a:lnTo>
                <a:close/>
                <a:moveTo>
                  <a:pt x="2164" y="952"/>
                </a:moveTo>
                <a:lnTo>
                  <a:pt x="2164" y="1387"/>
                </a:lnTo>
                <a:lnTo>
                  <a:pt x="2675" y="1387"/>
                </a:lnTo>
                <a:lnTo>
                  <a:pt x="2675" y="952"/>
                </a:lnTo>
                <a:lnTo>
                  <a:pt x="2164" y="952"/>
                </a:lnTo>
                <a:close/>
                <a:moveTo>
                  <a:pt x="1622" y="952"/>
                </a:moveTo>
                <a:lnTo>
                  <a:pt x="1622" y="1387"/>
                </a:lnTo>
                <a:lnTo>
                  <a:pt x="2133" y="1387"/>
                </a:lnTo>
                <a:lnTo>
                  <a:pt x="2133" y="952"/>
                </a:lnTo>
                <a:lnTo>
                  <a:pt x="1622" y="952"/>
                </a:lnTo>
                <a:close/>
                <a:moveTo>
                  <a:pt x="1080" y="952"/>
                </a:moveTo>
                <a:lnTo>
                  <a:pt x="1080" y="1387"/>
                </a:lnTo>
                <a:lnTo>
                  <a:pt x="1591" y="1387"/>
                </a:lnTo>
                <a:lnTo>
                  <a:pt x="1591" y="952"/>
                </a:lnTo>
                <a:lnTo>
                  <a:pt x="1080" y="952"/>
                </a:lnTo>
                <a:close/>
                <a:moveTo>
                  <a:pt x="539" y="952"/>
                </a:moveTo>
                <a:lnTo>
                  <a:pt x="539" y="1387"/>
                </a:lnTo>
                <a:lnTo>
                  <a:pt x="1049" y="1387"/>
                </a:lnTo>
                <a:lnTo>
                  <a:pt x="1049" y="952"/>
                </a:lnTo>
                <a:lnTo>
                  <a:pt x="539" y="952"/>
                </a:lnTo>
                <a:close/>
                <a:moveTo>
                  <a:pt x="31" y="952"/>
                </a:moveTo>
                <a:lnTo>
                  <a:pt x="31" y="1387"/>
                </a:lnTo>
                <a:lnTo>
                  <a:pt x="508" y="1387"/>
                </a:lnTo>
                <a:lnTo>
                  <a:pt x="508" y="952"/>
                </a:lnTo>
                <a:lnTo>
                  <a:pt x="31" y="952"/>
                </a:lnTo>
                <a:close/>
                <a:moveTo>
                  <a:pt x="14622" y="488"/>
                </a:moveTo>
                <a:lnTo>
                  <a:pt x="14622" y="923"/>
                </a:lnTo>
                <a:lnTo>
                  <a:pt x="15133" y="923"/>
                </a:lnTo>
                <a:lnTo>
                  <a:pt x="15133" y="488"/>
                </a:lnTo>
                <a:lnTo>
                  <a:pt x="14622" y="488"/>
                </a:lnTo>
                <a:close/>
                <a:moveTo>
                  <a:pt x="14081" y="488"/>
                </a:moveTo>
                <a:lnTo>
                  <a:pt x="14081" y="923"/>
                </a:lnTo>
                <a:lnTo>
                  <a:pt x="14592" y="923"/>
                </a:lnTo>
                <a:lnTo>
                  <a:pt x="14592" y="488"/>
                </a:lnTo>
                <a:lnTo>
                  <a:pt x="14081" y="488"/>
                </a:lnTo>
                <a:close/>
                <a:moveTo>
                  <a:pt x="13539" y="488"/>
                </a:moveTo>
                <a:lnTo>
                  <a:pt x="13539" y="923"/>
                </a:lnTo>
                <a:lnTo>
                  <a:pt x="14050" y="923"/>
                </a:lnTo>
                <a:lnTo>
                  <a:pt x="14050" y="488"/>
                </a:lnTo>
                <a:lnTo>
                  <a:pt x="13539" y="488"/>
                </a:lnTo>
                <a:close/>
                <a:moveTo>
                  <a:pt x="12997" y="488"/>
                </a:moveTo>
                <a:lnTo>
                  <a:pt x="12997" y="923"/>
                </a:lnTo>
                <a:lnTo>
                  <a:pt x="13508" y="923"/>
                </a:lnTo>
                <a:lnTo>
                  <a:pt x="13508" y="488"/>
                </a:lnTo>
                <a:lnTo>
                  <a:pt x="12997" y="488"/>
                </a:lnTo>
                <a:close/>
                <a:moveTo>
                  <a:pt x="12456" y="488"/>
                </a:moveTo>
                <a:lnTo>
                  <a:pt x="12456" y="923"/>
                </a:lnTo>
                <a:lnTo>
                  <a:pt x="12967" y="923"/>
                </a:lnTo>
                <a:lnTo>
                  <a:pt x="12967" y="488"/>
                </a:lnTo>
                <a:lnTo>
                  <a:pt x="12456" y="488"/>
                </a:lnTo>
                <a:close/>
                <a:moveTo>
                  <a:pt x="11914" y="488"/>
                </a:moveTo>
                <a:lnTo>
                  <a:pt x="11914" y="923"/>
                </a:lnTo>
                <a:lnTo>
                  <a:pt x="12425" y="923"/>
                </a:lnTo>
                <a:lnTo>
                  <a:pt x="12425" y="488"/>
                </a:lnTo>
                <a:lnTo>
                  <a:pt x="11914" y="488"/>
                </a:lnTo>
                <a:close/>
                <a:moveTo>
                  <a:pt x="11372" y="488"/>
                </a:moveTo>
                <a:lnTo>
                  <a:pt x="11372" y="923"/>
                </a:lnTo>
                <a:lnTo>
                  <a:pt x="11883" y="923"/>
                </a:lnTo>
                <a:lnTo>
                  <a:pt x="11883" y="488"/>
                </a:lnTo>
                <a:lnTo>
                  <a:pt x="11372" y="488"/>
                </a:lnTo>
                <a:close/>
                <a:moveTo>
                  <a:pt x="10831" y="488"/>
                </a:moveTo>
                <a:lnTo>
                  <a:pt x="10831" y="923"/>
                </a:lnTo>
                <a:lnTo>
                  <a:pt x="11341" y="923"/>
                </a:lnTo>
                <a:lnTo>
                  <a:pt x="11341" y="488"/>
                </a:lnTo>
                <a:lnTo>
                  <a:pt x="10831" y="488"/>
                </a:lnTo>
                <a:close/>
                <a:moveTo>
                  <a:pt x="10289" y="488"/>
                </a:moveTo>
                <a:lnTo>
                  <a:pt x="10289" y="923"/>
                </a:lnTo>
                <a:lnTo>
                  <a:pt x="10800" y="923"/>
                </a:lnTo>
                <a:lnTo>
                  <a:pt x="10800" y="488"/>
                </a:lnTo>
                <a:lnTo>
                  <a:pt x="10289" y="488"/>
                </a:lnTo>
                <a:close/>
                <a:moveTo>
                  <a:pt x="9747" y="488"/>
                </a:moveTo>
                <a:lnTo>
                  <a:pt x="9747" y="923"/>
                </a:lnTo>
                <a:lnTo>
                  <a:pt x="10258" y="923"/>
                </a:lnTo>
                <a:lnTo>
                  <a:pt x="10258" y="488"/>
                </a:lnTo>
                <a:lnTo>
                  <a:pt x="9747" y="488"/>
                </a:lnTo>
                <a:close/>
                <a:moveTo>
                  <a:pt x="9206" y="488"/>
                </a:moveTo>
                <a:lnTo>
                  <a:pt x="9206" y="923"/>
                </a:lnTo>
                <a:lnTo>
                  <a:pt x="9716" y="923"/>
                </a:lnTo>
                <a:lnTo>
                  <a:pt x="9716" y="488"/>
                </a:lnTo>
                <a:lnTo>
                  <a:pt x="9206" y="488"/>
                </a:lnTo>
                <a:close/>
                <a:moveTo>
                  <a:pt x="8664" y="488"/>
                </a:moveTo>
                <a:lnTo>
                  <a:pt x="8664" y="923"/>
                </a:lnTo>
                <a:lnTo>
                  <a:pt x="9175" y="923"/>
                </a:lnTo>
                <a:lnTo>
                  <a:pt x="9175" y="488"/>
                </a:lnTo>
                <a:lnTo>
                  <a:pt x="8664" y="488"/>
                </a:lnTo>
                <a:close/>
                <a:moveTo>
                  <a:pt x="8122" y="488"/>
                </a:moveTo>
                <a:lnTo>
                  <a:pt x="8122" y="923"/>
                </a:lnTo>
                <a:lnTo>
                  <a:pt x="8633" y="923"/>
                </a:lnTo>
                <a:lnTo>
                  <a:pt x="8633" y="488"/>
                </a:lnTo>
                <a:lnTo>
                  <a:pt x="8122" y="488"/>
                </a:lnTo>
                <a:close/>
                <a:moveTo>
                  <a:pt x="7581" y="488"/>
                </a:moveTo>
                <a:lnTo>
                  <a:pt x="7581" y="923"/>
                </a:lnTo>
                <a:lnTo>
                  <a:pt x="8091" y="923"/>
                </a:lnTo>
                <a:lnTo>
                  <a:pt x="8091" y="488"/>
                </a:lnTo>
                <a:lnTo>
                  <a:pt x="7581" y="488"/>
                </a:lnTo>
                <a:close/>
                <a:moveTo>
                  <a:pt x="7039" y="488"/>
                </a:moveTo>
                <a:lnTo>
                  <a:pt x="7039" y="923"/>
                </a:lnTo>
                <a:lnTo>
                  <a:pt x="7550" y="923"/>
                </a:lnTo>
                <a:lnTo>
                  <a:pt x="7550" y="488"/>
                </a:lnTo>
                <a:lnTo>
                  <a:pt x="7039" y="488"/>
                </a:lnTo>
                <a:close/>
                <a:moveTo>
                  <a:pt x="6497" y="488"/>
                </a:moveTo>
                <a:lnTo>
                  <a:pt x="6497" y="923"/>
                </a:lnTo>
                <a:lnTo>
                  <a:pt x="7008" y="923"/>
                </a:lnTo>
                <a:lnTo>
                  <a:pt x="7008" y="488"/>
                </a:lnTo>
                <a:lnTo>
                  <a:pt x="6497" y="488"/>
                </a:lnTo>
                <a:close/>
                <a:moveTo>
                  <a:pt x="5955" y="488"/>
                </a:moveTo>
                <a:lnTo>
                  <a:pt x="5955" y="923"/>
                </a:lnTo>
                <a:lnTo>
                  <a:pt x="6466" y="923"/>
                </a:lnTo>
                <a:lnTo>
                  <a:pt x="6466" y="488"/>
                </a:lnTo>
                <a:lnTo>
                  <a:pt x="5955" y="488"/>
                </a:lnTo>
                <a:close/>
                <a:moveTo>
                  <a:pt x="5414" y="488"/>
                </a:moveTo>
                <a:lnTo>
                  <a:pt x="5414" y="923"/>
                </a:lnTo>
                <a:lnTo>
                  <a:pt x="5925" y="923"/>
                </a:lnTo>
                <a:lnTo>
                  <a:pt x="5925" y="488"/>
                </a:lnTo>
                <a:lnTo>
                  <a:pt x="5414" y="488"/>
                </a:lnTo>
                <a:close/>
                <a:moveTo>
                  <a:pt x="4872" y="488"/>
                </a:moveTo>
                <a:lnTo>
                  <a:pt x="4872" y="923"/>
                </a:lnTo>
                <a:lnTo>
                  <a:pt x="5383" y="923"/>
                </a:lnTo>
                <a:lnTo>
                  <a:pt x="5383" y="488"/>
                </a:lnTo>
                <a:lnTo>
                  <a:pt x="4872" y="488"/>
                </a:lnTo>
                <a:close/>
                <a:moveTo>
                  <a:pt x="4330" y="488"/>
                </a:moveTo>
                <a:lnTo>
                  <a:pt x="4330" y="923"/>
                </a:lnTo>
                <a:lnTo>
                  <a:pt x="4841" y="923"/>
                </a:lnTo>
                <a:lnTo>
                  <a:pt x="4841" y="488"/>
                </a:lnTo>
                <a:lnTo>
                  <a:pt x="4330" y="488"/>
                </a:lnTo>
                <a:close/>
                <a:moveTo>
                  <a:pt x="3789" y="488"/>
                </a:moveTo>
                <a:lnTo>
                  <a:pt x="3789" y="923"/>
                </a:lnTo>
                <a:lnTo>
                  <a:pt x="4300" y="923"/>
                </a:lnTo>
                <a:lnTo>
                  <a:pt x="4300" y="488"/>
                </a:lnTo>
                <a:lnTo>
                  <a:pt x="3789" y="488"/>
                </a:lnTo>
                <a:close/>
                <a:moveTo>
                  <a:pt x="3247" y="488"/>
                </a:moveTo>
                <a:lnTo>
                  <a:pt x="3247" y="923"/>
                </a:lnTo>
                <a:lnTo>
                  <a:pt x="3758" y="923"/>
                </a:lnTo>
                <a:lnTo>
                  <a:pt x="3758" y="488"/>
                </a:lnTo>
                <a:lnTo>
                  <a:pt x="3247" y="488"/>
                </a:lnTo>
                <a:close/>
                <a:moveTo>
                  <a:pt x="2705" y="488"/>
                </a:moveTo>
                <a:lnTo>
                  <a:pt x="2705" y="923"/>
                </a:lnTo>
                <a:lnTo>
                  <a:pt x="3216" y="923"/>
                </a:lnTo>
                <a:lnTo>
                  <a:pt x="3216" y="488"/>
                </a:lnTo>
                <a:lnTo>
                  <a:pt x="2705" y="488"/>
                </a:lnTo>
                <a:close/>
                <a:moveTo>
                  <a:pt x="2164" y="488"/>
                </a:moveTo>
                <a:lnTo>
                  <a:pt x="2164" y="923"/>
                </a:lnTo>
                <a:lnTo>
                  <a:pt x="2675" y="923"/>
                </a:lnTo>
                <a:lnTo>
                  <a:pt x="2675" y="488"/>
                </a:lnTo>
                <a:lnTo>
                  <a:pt x="2164" y="488"/>
                </a:lnTo>
                <a:close/>
                <a:moveTo>
                  <a:pt x="1622" y="488"/>
                </a:moveTo>
                <a:lnTo>
                  <a:pt x="1622" y="923"/>
                </a:lnTo>
                <a:lnTo>
                  <a:pt x="2133" y="923"/>
                </a:lnTo>
                <a:lnTo>
                  <a:pt x="2133" y="488"/>
                </a:lnTo>
                <a:lnTo>
                  <a:pt x="1622" y="488"/>
                </a:lnTo>
                <a:close/>
                <a:moveTo>
                  <a:pt x="1080" y="488"/>
                </a:moveTo>
                <a:lnTo>
                  <a:pt x="1080" y="923"/>
                </a:lnTo>
                <a:lnTo>
                  <a:pt x="1591" y="923"/>
                </a:lnTo>
                <a:lnTo>
                  <a:pt x="1591" y="488"/>
                </a:lnTo>
                <a:lnTo>
                  <a:pt x="1080" y="488"/>
                </a:lnTo>
                <a:close/>
                <a:moveTo>
                  <a:pt x="539" y="488"/>
                </a:moveTo>
                <a:lnTo>
                  <a:pt x="539" y="923"/>
                </a:lnTo>
                <a:lnTo>
                  <a:pt x="1049" y="923"/>
                </a:lnTo>
                <a:lnTo>
                  <a:pt x="1049" y="488"/>
                </a:lnTo>
                <a:lnTo>
                  <a:pt x="539" y="488"/>
                </a:lnTo>
                <a:close/>
                <a:moveTo>
                  <a:pt x="31" y="488"/>
                </a:moveTo>
                <a:lnTo>
                  <a:pt x="31" y="923"/>
                </a:lnTo>
                <a:lnTo>
                  <a:pt x="508" y="923"/>
                </a:lnTo>
                <a:lnTo>
                  <a:pt x="508" y="488"/>
                </a:lnTo>
                <a:lnTo>
                  <a:pt x="31" y="488"/>
                </a:lnTo>
                <a:close/>
                <a:moveTo>
                  <a:pt x="0" y="0"/>
                </a:moveTo>
                <a:lnTo>
                  <a:pt x="31" y="0"/>
                </a:lnTo>
                <a:lnTo>
                  <a:pt x="31" y="460"/>
                </a:lnTo>
                <a:lnTo>
                  <a:pt x="508" y="460"/>
                </a:lnTo>
                <a:lnTo>
                  <a:pt x="508" y="0"/>
                </a:lnTo>
                <a:lnTo>
                  <a:pt x="539" y="0"/>
                </a:lnTo>
                <a:lnTo>
                  <a:pt x="539" y="460"/>
                </a:lnTo>
                <a:lnTo>
                  <a:pt x="1049" y="460"/>
                </a:lnTo>
                <a:lnTo>
                  <a:pt x="1049" y="0"/>
                </a:lnTo>
                <a:lnTo>
                  <a:pt x="1080" y="0"/>
                </a:lnTo>
                <a:lnTo>
                  <a:pt x="1080" y="460"/>
                </a:lnTo>
                <a:lnTo>
                  <a:pt x="1591" y="460"/>
                </a:lnTo>
                <a:lnTo>
                  <a:pt x="1591" y="0"/>
                </a:lnTo>
                <a:lnTo>
                  <a:pt x="1622" y="0"/>
                </a:lnTo>
                <a:lnTo>
                  <a:pt x="1622" y="460"/>
                </a:lnTo>
                <a:lnTo>
                  <a:pt x="2133" y="460"/>
                </a:lnTo>
                <a:lnTo>
                  <a:pt x="2133" y="0"/>
                </a:lnTo>
                <a:lnTo>
                  <a:pt x="2164" y="0"/>
                </a:lnTo>
                <a:lnTo>
                  <a:pt x="2164" y="460"/>
                </a:lnTo>
                <a:lnTo>
                  <a:pt x="2675" y="460"/>
                </a:lnTo>
                <a:lnTo>
                  <a:pt x="2675" y="0"/>
                </a:lnTo>
                <a:lnTo>
                  <a:pt x="2705" y="0"/>
                </a:lnTo>
                <a:lnTo>
                  <a:pt x="2705" y="460"/>
                </a:lnTo>
                <a:lnTo>
                  <a:pt x="3216" y="460"/>
                </a:lnTo>
                <a:lnTo>
                  <a:pt x="3216" y="0"/>
                </a:lnTo>
                <a:lnTo>
                  <a:pt x="3247" y="0"/>
                </a:lnTo>
                <a:lnTo>
                  <a:pt x="3247" y="460"/>
                </a:lnTo>
                <a:lnTo>
                  <a:pt x="3758" y="460"/>
                </a:lnTo>
                <a:lnTo>
                  <a:pt x="3758" y="0"/>
                </a:lnTo>
                <a:lnTo>
                  <a:pt x="3789" y="0"/>
                </a:lnTo>
                <a:lnTo>
                  <a:pt x="3789" y="460"/>
                </a:lnTo>
                <a:lnTo>
                  <a:pt x="4300" y="460"/>
                </a:lnTo>
                <a:lnTo>
                  <a:pt x="4300" y="0"/>
                </a:lnTo>
                <a:lnTo>
                  <a:pt x="4330" y="0"/>
                </a:lnTo>
                <a:lnTo>
                  <a:pt x="4330" y="460"/>
                </a:lnTo>
                <a:lnTo>
                  <a:pt x="4841" y="460"/>
                </a:lnTo>
                <a:lnTo>
                  <a:pt x="4841" y="0"/>
                </a:lnTo>
                <a:lnTo>
                  <a:pt x="4872" y="0"/>
                </a:lnTo>
                <a:lnTo>
                  <a:pt x="4872" y="460"/>
                </a:lnTo>
                <a:lnTo>
                  <a:pt x="5383" y="460"/>
                </a:lnTo>
                <a:lnTo>
                  <a:pt x="5383" y="0"/>
                </a:lnTo>
                <a:lnTo>
                  <a:pt x="5414" y="0"/>
                </a:lnTo>
                <a:lnTo>
                  <a:pt x="5414" y="460"/>
                </a:lnTo>
                <a:lnTo>
                  <a:pt x="5925" y="460"/>
                </a:lnTo>
                <a:lnTo>
                  <a:pt x="5925" y="0"/>
                </a:lnTo>
                <a:lnTo>
                  <a:pt x="5955" y="0"/>
                </a:lnTo>
                <a:lnTo>
                  <a:pt x="5955" y="460"/>
                </a:lnTo>
                <a:lnTo>
                  <a:pt x="6466" y="460"/>
                </a:lnTo>
                <a:lnTo>
                  <a:pt x="6466" y="0"/>
                </a:lnTo>
                <a:lnTo>
                  <a:pt x="6497" y="0"/>
                </a:lnTo>
                <a:lnTo>
                  <a:pt x="6497" y="460"/>
                </a:lnTo>
                <a:lnTo>
                  <a:pt x="7008" y="460"/>
                </a:lnTo>
                <a:lnTo>
                  <a:pt x="7008" y="0"/>
                </a:lnTo>
                <a:lnTo>
                  <a:pt x="7039" y="0"/>
                </a:lnTo>
                <a:lnTo>
                  <a:pt x="7039" y="460"/>
                </a:lnTo>
                <a:lnTo>
                  <a:pt x="7550" y="460"/>
                </a:lnTo>
                <a:lnTo>
                  <a:pt x="7550" y="0"/>
                </a:lnTo>
                <a:lnTo>
                  <a:pt x="7581" y="0"/>
                </a:lnTo>
                <a:lnTo>
                  <a:pt x="7581" y="460"/>
                </a:lnTo>
                <a:lnTo>
                  <a:pt x="8091" y="460"/>
                </a:lnTo>
                <a:lnTo>
                  <a:pt x="8091" y="0"/>
                </a:lnTo>
                <a:lnTo>
                  <a:pt x="8122" y="0"/>
                </a:lnTo>
                <a:lnTo>
                  <a:pt x="8122" y="460"/>
                </a:lnTo>
                <a:lnTo>
                  <a:pt x="8633" y="460"/>
                </a:lnTo>
                <a:lnTo>
                  <a:pt x="8633" y="0"/>
                </a:lnTo>
                <a:lnTo>
                  <a:pt x="8664" y="0"/>
                </a:lnTo>
                <a:lnTo>
                  <a:pt x="8664" y="460"/>
                </a:lnTo>
                <a:lnTo>
                  <a:pt x="9175" y="460"/>
                </a:lnTo>
                <a:lnTo>
                  <a:pt x="9175" y="0"/>
                </a:lnTo>
                <a:lnTo>
                  <a:pt x="9206" y="0"/>
                </a:lnTo>
                <a:lnTo>
                  <a:pt x="9206" y="460"/>
                </a:lnTo>
                <a:lnTo>
                  <a:pt x="9716" y="460"/>
                </a:lnTo>
                <a:lnTo>
                  <a:pt x="9716" y="0"/>
                </a:lnTo>
                <a:lnTo>
                  <a:pt x="9747" y="0"/>
                </a:lnTo>
                <a:lnTo>
                  <a:pt x="9747" y="460"/>
                </a:lnTo>
                <a:lnTo>
                  <a:pt x="10258" y="460"/>
                </a:lnTo>
                <a:lnTo>
                  <a:pt x="10258" y="0"/>
                </a:lnTo>
                <a:lnTo>
                  <a:pt x="10289" y="0"/>
                </a:lnTo>
                <a:lnTo>
                  <a:pt x="10289" y="460"/>
                </a:lnTo>
                <a:lnTo>
                  <a:pt x="10800" y="460"/>
                </a:lnTo>
                <a:lnTo>
                  <a:pt x="10800" y="0"/>
                </a:lnTo>
                <a:lnTo>
                  <a:pt x="10831" y="0"/>
                </a:lnTo>
                <a:lnTo>
                  <a:pt x="10831" y="460"/>
                </a:lnTo>
                <a:lnTo>
                  <a:pt x="11341" y="460"/>
                </a:lnTo>
                <a:lnTo>
                  <a:pt x="11341" y="0"/>
                </a:lnTo>
                <a:lnTo>
                  <a:pt x="11372" y="0"/>
                </a:lnTo>
                <a:lnTo>
                  <a:pt x="11372" y="460"/>
                </a:lnTo>
                <a:lnTo>
                  <a:pt x="11883" y="460"/>
                </a:lnTo>
                <a:lnTo>
                  <a:pt x="11883" y="0"/>
                </a:lnTo>
                <a:lnTo>
                  <a:pt x="11914" y="0"/>
                </a:lnTo>
                <a:lnTo>
                  <a:pt x="11914" y="460"/>
                </a:lnTo>
                <a:lnTo>
                  <a:pt x="12425" y="460"/>
                </a:lnTo>
                <a:lnTo>
                  <a:pt x="12425" y="0"/>
                </a:lnTo>
                <a:lnTo>
                  <a:pt x="12456" y="0"/>
                </a:lnTo>
                <a:lnTo>
                  <a:pt x="12456" y="460"/>
                </a:lnTo>
                <a:lnTo>
                  <a:pt x="12967" y="460"/>
                </a:lnTo>
                <a:lnTo>
                  <a:pt x="12967" y="0"/>
                </a:lnTo>
                <a:lnTo>
                  <a:pt x="12997" y="0"/>
                </a:lnTo>
                <a:lnTo>
                  <a:pt x="12997" y="460"/>
                </a:lnTo>
                <a:lnTo>
                  <a:pt x="13508" y="460"/>
                </a:lnTo>
                <a:lnTo>
                  <a:pt x="13508" y="0"/>
                </a:lnTo>
                <a:lnTo>
                  <a:pt x="13539" y="0"/>
                </a:lnTo>
                <a:lnTo>
                  <a:pt x="13539" y="460"/>
                </a:lnTo>
                <a:lnTo>
                  <a:pt x="14050" y="460"/>
                </a:lnTo>
                <a:lnTo>
                  <a:pt x="14050" y="0"/>
                </a:lnTo>
                <a:lnTo>
                  <a:pt x="14081" y="0"/>
                </a:lnTo>
                <a:lnTo>
                  <a:pt x="14081" y="460"/>
                </a:lnTo>
                <a:lnTo>
                  <a:pt x="14592" y="460"/>
                </a:lnTo>
                <a:lnTo>
                  <a:pt x="14592" y="0"/>
                </a:lnTo>
                <a:lnTo>
                  <a:pt x="14622" y="0"/>
                </a:lnTo>
                <a:lnTo>
                  <a:pt x="14622" y="460"/>
                </a:lnTo>
                <a:lnTo>
                  <a:pt x="15133" y="460"/>
                </a:lnTo>
                <a:lnTo>
                  <a:pt x="15133" y="0"/>
                </a:lnTo>
                <a:lnTo>
                  <a:pt x="15164" y="0"/>
                </a:lnTo>
                <a:lnTo>
                  <a:pt x="15164" y="5228"/>
                </a:lnTo>
                <a:lnTo>
                  <a:pt x="15133" y="5257"/>
                </a:lnTo>
                <a:lnTo>
                  <a:pt x="15133" y="5126"/>
                </a:lnTo>
                <a:lnTo>
                  <a:pt x="14622" y="5126"/>
                </a:lnTo>
                <a:lnTo>
                  <a:pt x="14622" y="5562"/>
                </a:lnTo>
                <a:lnTo>
                  <a:pt x="14810" y="5562"/>
                </a:lnTo>
                <a:lnTo>
                  <a:pt x="14780" y="5590"/>
                </a:lnTo>
                <a:lnTo>
                  <a:pt x="14622" y="5590"/>
                </a:lnTo>
                <a:lnTo>
                  <a:pt x="14622" y="5739"/>
                </a:lnTo>
                <a:lnTo>
                  <a:pt x="14592" y="5768"/>
                </a:lnTo>
                <a:lnTo>
                  <a:pt x="14592" y="5590"/>
                </a:lnTo>
                <a:lnTo>
                  <a:pt x="14081" y="5590"/>
                </a:lnTo>
                <a:lnTo>
                  <a:pt x="14081" y="6026"/>
                </a:lnTo>
                <a:lnTo>
                  <a:pt x="14319" y="6026"/>
                </a:lnTo>
                <a:lnTo>
                  <a:pt x="14289" y="6054"/>
                </a:lnTo>
                <a:lnTo>
                  <a:pt x="14081" y="6054"/>
                </a:lnTo>
                <a:lnTo>
                  <a:pt x="14081" y="6251"/>
                </a:lnTo>
                <a:lnTo>
                  <a:pt x="14050" y="6280"/>
                </a:lnTo>
                <a:lnTo>
                  <a:pt x="14050" y="6054"/>
                </a:lnTo>
                <a:lnTo>
                  <a:pt x="13539" y="6054"/>
                </a:lnTo>
                <a:lnTo>
                  <a:pt x="13539" y="6460"/>
                </a:lnTo>
                <a:lnTo>
                  <a:pt x="13508" y="6460"/>
                </a:lnTo>
                <a:lnTo>
                  <a:pt x="13508" y="6054"/>
                </a:lnTo>
                <a:lnTo>
                  <a:pt x="12997" y="6054"/>
                </a:lnTo>
                <a:lnTo>
                  <a:pt x="12997" y="6460"/>
                </a:lnTo>
                <a:lnTo>
                  <a:pt x="12967" y="6460"/>
                </a:lnTo>
                <a:lnTo>
                  <a:pt x="12967" y="6054"/>
                </a:lnTo>
                <a:lnTo>
                  <a:pt x="12456" y="6054"/>
                </a:lnTo>
                <a:lnTo>
                  <a:pt x="12456" y="6460"/>
                </a:lnTo>
                <a:lnTo>
                  <a:pt x="12425" y="6460"/>
                </a:lnTo>
                <a:lnTo>
                  <a:pt x="12425" y="6054"/>
                </a:lnTo>
                <a:lnTo>
                  <a:pt x="11914" y="6054"/>
                </a:lnTo>
                <a:lnTo>
                  <a:pt x="11914" y="6460"/>
                </a:lnTo>
                <a:lnTo>
                  <a:pt x="11883" y="6460"/>
                </a:lnTo>
                <a:lnTo>
                  <a:pt x="11883" y="6054"/>
                </a:lnTo>
                <a:lnTo>
                  <a:pt x="11372" y="6054"/>
                </a:lnTo>
                <a:lnTo>
                  <a:pt x="11372" y="6460"/>
                </a:lnTo>
                <a:lnTo>
                  <a:pt x="11341" y="6460"/>
                </a:lnTo>
                <a:lnTo>
                  <a:pt x="11341" y="6054"/>
                </a:lnTo>
                <a:lnTo>
                  <a:pt x="10831" y="6054"/>
                </a:lnTo>
                <a:lnTo>
                  <a:pt x="10831" y="6460"/>
                </a:lnTo>
                <a:lnTo>
                  <a:pt x="10800" y="6460"/>
                </a:lnTo>
                <a:lnTo>
                  <a:pt x="10800" y="6054"/>
                </a:lnTo>
                <a:lnTo>
                  <a:pt x="10289" y="6054"/>
                </a:lnTo>
                <a:lnTo>
                  <a:pt x="10289" y="6460"/>
                </a:lnTo>
                <a:lnTo>
                  <a:pt x="10258" y="6460"/>
                </a:lnTo>
                <a:lnTo>
                  <a:pt x="10258" y="6054"/>
                </a:lnTo>
                <a:lnTo>
                  <a:pt x="9747" y="6054"/>
                </a:lnTo>
                <a:lnTo>
                  <a:pt x="9747" y="6460"/>
                </a:lnTo>
                <a:lnTo>
                  <a:pt x="9716" y="6460"/>
                </a:lnTo>
                <a:lnTo>
                  <a:pt x="9716" y="6054"/>
                </a:lnTo>
                <a:lnTo>
                  <a:pt x="9206" y="6054"/>
                </a:lnTo>
                <a:lnTo>
                  <a:pt x="9206" y="6460"/>
                </a:lnTo>
                <a:lnTo>
                  <a:pt x="9175" y="6460"/>
                </a:lnTo>
                <a:lnTo>
                  <a:pt x="9175" y="6054"/>
                </a:lnTo>
                <a:lnTo>
                  <a:pt x="8664" y="6054"/>
                </a:lnTo>
                <a:lnTo>
                  <a:pt x="8664" y="6460"/>
                </a:lnTo>
                <a:lnTo>
                  <a:pt x="8633" y="6460"/>
                </a:lnTo>
                <a:lnTo>
                  <a:pt x="8633" y="6054"/>
                </a:lnTo>
                <a:lnTo>
                  <a:pt x="8122" y="6054"/>
                </a:lnTo>
                <a:lnTo>
                  <a:pt x="8122" y="6460"/>
                </a:lnTo>
                <a:lnTo>
                  <a:pt x="8091" y="6460"/>
                </a:lnTo>
                <a:lnTo>
                  <a:pt x="8091" y="6054"/>
                </a:lnTo>
                <a:lnTo>
                  <a:pt x="7581" y="6054"/>
                </a:lnTo>
                <a:lnTo>
                  <a:pt x="7581" y="6460"/>
                </a:lnTo>
                <a:lnTo>
                  <a:pt x="7550" y="6460"/>
                </a:lnTo>
                <a:lnTo>
                  <a:pt x="7550" y="6054"/>
                </a:lnTo>
                <a:lnTo>
                  <a:pt x="7039" y="6054"/>
                </a:lnTo>
                <a:lnTo>
                  <a:pt x="7039" y="6460"/>
                </a:lnTo>
                <a:lnTo>
                  <a:pt x="7008" y="6460"/>
                </a:lnTo>
                <a:lnTo>
                  <a:pt x="7008" y="6054"/>
                </a:lnTo>
                <a:lnTo>
                  <a:pt x="6497" y="6054"/>
                </a:lnTo>
                <a:lnTo>
                  <a:pt x="6497" y="6460"/>
                </a:lnTo>
                <a:lnTo>
                  <a:pt x="6466" y="6460"/>
                </a:lnTo>
                <a:lnTo>
                  <a:pt x="6466" y="6054"/>
                </a:lnTo>
                <a:lnTo>
                  <a:pt x="5955" y="6054"/>
                </a:lnTo>
                <a:lnTo>
                  <a:pt x="5955" y="6460"/>
                </a:lnTo>
                <a:lnTo>
                  <a:pt x="5925" y="6460"/>
                </a:lnTo>
                <a:lnTo>
                  <a:pt x="5925" y="6054"/>
                </a:lnTo>
                <a:lnTo>
                  <a:pt x="5414" y="6054"/>
                </a:lnTo>
                <a:lnTo>
                  <a:pt x="5414" y="6460"/>
                </a:lnTo>
                <a:lnTo>
                  <a:pt x="5383" y="6460"/>
                </a:lnTo>
                <a:lnTo>
                  <a:pt x="5383" y="6054"/>
                </a:lnTo>
                <a:lnTo>
                  <a:pt x="4872" y="6054"/>
                </a:lnTo>
                <a:lnTo>
                  <a:pt x="4872" y="6460"/>
                </a:lnTo>
                <a:lnTo>
                  <a:pt x="4841" y="6460"/>
                </a:lnTo>
                <a:lnTo>
                  <a:pt x="4841" y="6054"/>
                </a:lnTo>
                <a:lnTo>
                  <a:pt x="4330" y="6054"/>
                </a:lnTo>
                <a:lnTo>
                  <a:pt x="4330" y="6460"/>
                </a:lnTo>
                <a:lnTo>
                  <a:pt x="4300" y="6460"/>
                </a:lnTo>
                <a:lnTo>
                  <a:pt x="4300" y="6054"/>
                </a:lnTo>
                <a:lnTo>
                  <a:pt x="3789" y="6054"/>
                </a:lnTo>
                <a:lnTo>
                  <a:pt x="3789" y="6460"/>
                </a:lnTo>
                <a:lnTo>
                  <a:pt x="3758" y="6460"/>
                </a:lnTo>
                <a:lnTo>
                  <a:pt x="3758" y="6054"/>
                </a:lnTo>
                <a:lnTo>
                  <a:pt x="3247" y="6054"/>
                </a:lnTo>
                <a:lnTo>
                  <a:pt x="3247" y="6460"/>
                </a:lnTo>
                <a:lnTo>
                  <a:pt x="3216" y="6460"/>
                </a:lnTo>
                <a:lnTo>
                  <a:pt x="3216" y="6054"/>
                </a:lnTo>
                <a:lnTo>
                  <a:pt x="2705" y="6054"/>
                </a:lnTo>
                <a:lnTo>
                  <a:pt x="2705" y="6460"/>
                </a:lnTo>
                <a:lnTo>
                  <a:pt x="2675" y="6460"/>
                </a:lnTo>
                <a:lnTo>
                  <a:pt x="2675" y="6054"/>
                </a:lnTo>
                <a:lnTo>
                  <a:pt x="2164" y="6054"/>
                </a:lnTo>
                <a:lnTo>
                  <a:pt x="2164" y="6460"/>
                </a:lnTo>
                <a:lnTo>
                  <a:pt x="2133" y="6460"/>
                </a:lnTo>
                <a:lnTo>
                  <a:pt x="2133" y="6054"/>
                </a:lnTo>
                <a:lnTo>
                  <a:pt x="1622" y="6054"/>
                </a:lnTo>
                <a:lnTo>
                  <a:pt x="1622" y="6460"/>
                </a:lnTo>
                <a:lnTo>
                  <a:pt x="1591" y="6460"/>
                </a:lnTo>
                <a:lnTo>
                  <a:pt x="1591" y="6054"/>
                </a:lnTo>
                <a:lnTo>
                  <a:pt x="1080" y="6054"/>
                </a:lnTo>
                <a:lnTo>
                  <a:pt x="1080" y="6460"/>
                </a:lnTo>
                <a:lnTo>
                  <a:pt x="1049" y="6460"/>
                </a:lnTo>
                <a:lnTo>
                  <a:pt x="1049" y="6054"/>
                </a:lnTo>
                <a:lnTo>
                  <a:pt x="539" y="6054"/>
                </a:lnTo>
                <a:lnTo>
                  <a:pt x="539" y="6460"/>
                </a:lnTo>
                <a:lnTo>
                  <a:pt x="508" y="6460"/>
                </a:lnTo>
                <a:lnTo>
                  <a:pt x="508" y="6054"/>
                </a:lnTo>
                <a:lnTo>
                  <a:pt x="31" y="6054"/>
                </a:lnTo>
                <a:lnTo>
                  <a:pt x="31" y="6460"/>
                </a:lnTo>
                <a:lnTo>
                  <a:pt x="0" y="6460"/>
                </a:lnTo>
                <a:lnTo>
                  <a:pt x="0" y="0"/>
                </a:lnTo>
                <a:close/>
              </a:path>
            </a:pathLst>
          </a:custGeom>
          <a:solidFill>
            <a:schemeClr val="accent1">
              <a:alpha val="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0" name="任意多边形: 形状 359"/>
          <p:cNvSpPr/>
          <p:nvPr>
            <p:custDataLst>
              <p:tags r:id="rId4"/>
            </p:custDataLst>
          </p:nvPr>
        </p:nvSpPr>
        <p:spPr>
          <a:xfrm>
            <a:off x="10784840" y="5510530"/>
            <a:ext cx="800100" cy="800100"/>
          </a:xfrm>
          <a:custGeom>
            <a:avLst/>
            <a:gdLst>
              <a:gd name="connsiteX0" fmla="*/ 0 w 800100"/>
              <a:gd name="connsiteY0" fmla="*/ 0 h 800100"/>
              <a:gd name="connsiteX1" fmla="*/ 800100 w 800100"/>
              <a:gd name="connsiteY1" fmla="*/ 0 h 800100"/>
              <a:gd name="connsiteX2" fmla="*/ 0 w 800100"/>
              <a:gd name="connsiteY2" fmla="*/ 800100 h 800100"/>
              <a:gd name="connsiteX3" fmla="*/ 0 w 800100"/>
              <a:gd name="connsiteY3" fmla="*/ 0 h 800100"/>
            </a:gdLst>
            <a:ahLst/>
            <a:cxnLst>
              <a:cxn ang="0">
                <a:pos x="connsiteX0" y="connsiteY0"/>
              </a:cxn>
              <a:cxn ang="0">
                <a:pos x="connsiteX1" y="connsiteY1"/>
              </a:cxn>
              <a:cxn ang="0">
                <a:pos x="connsiteX2" y="connsiteY2"/>
              </a:cxn>
              <a:cxn ang="0">
                <a:pos x="connsiteX3" y="connsiteY3"/>
              </a:cxn>
            </a:cxnLst>
            <a:rect l="l" t="t" r="r" b="b"/>
            <a:pathLst>
              <a:path w="800100" h="800100">
                <a:moveTo>
                  <a:pt x="0" y="0"/>
                </a:moveTo>
                <a:lnTo>
                  <a:pt x="800100" y="0"/>
                </a:lnTo>
                <a:lnTo>
                  <a:pt x="0" y="800100"/>
                </a:lnTo>
                <a:lnTo>
                  <a:pt x="0" y="0"/>
                </a:lnTo>
                <a:close/>
              </a:path>
            </a:pathLst>
          </a:cu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任意多边形: 形状 356"/>
          <p:cNvSpPr/>
          <p:nvPr>
            <p:custDataLst>
              <p:tags r:id="rId5"/>
            </p:custDataLst>
          </p:nvPr>
        </p:nvSpPr>
        <p:spPr>
          <a:xfrm>
            <a:off x="358140" y="1811655"/>
            <a:ext cx="11219180" cy="4952365"/>
          </a:xfrm>
          <a:custGeom>
            <a:avLst/>
            <a:gdLst>
              <a:gd name="connsiteX0" fmla="*/ 0 w 10904220"/>
              <a:gd name="connsiteY0" fmla="*/ 0 h 4461510"/>
              <a:gd name="connsiteX1" fmla="*/ 10904220 w 10904220"/>
              <a:gd name="connsiteY1" fmla="*/ 0 h 4461510"/>
              <a:gd name="connsiteX2" fmla="*/ 10904220 w 10904220"/>
              <a:gd name="connsiteY2" fmla="*/ 3681772 h 4461510"/>
              <a:gd name="connsiteX3" fmla="*/ 10124482 w 10904220"/>
              <a:gd name="connsiteY3" fmla="*/ 4461510 h 4461510"/>
              <a:gd name="connsiteX4" fmla="*/ 0 w 10904220"/>
              <a:gd name="connsiteY4" fmla="*/ 4461510 h 4461510"/>
              <a:gd name="connsiteX5" fmla="*/ 0 w 10904220"/>
              <a:gd name="connsiteY5" fmla="*/ 0 h 446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04220" h="4461510">
                <a:moveTo>
                  <a:pt x="0" y="0"/>
                </a:moveTo>
                <a:lnTo>
                  <a:pt x="10904220" y="0"/>
                </a:lnTo>
                <a:lnTo>
                  <a:pt x="10904220" y="3681772"/>
                </a:lnTo>
                <a:lnTo>
                  <a:pt x="10124482" y="4461510"/>
                </a:lnTo>
                <a:lnTo>
                  <a:pt x="0" y="4461510"/>
                </a:lnTo>
                <a:lnTo>
                  <a:pt x="0" y="0"/>
                </a:lnTo>
                <a:close/>
              </a:path>
            </a:pathLst>
          </a:custGeom>
          <a:solidFill>
            <a:srgbClr val="FFFFFF">
              <a:alpha val="10000"/>
            </a:srgbClr>
          </a:solidFill>
          <a:ln w="25400">
            <a:solidFill>
              <a:schemeClr val="accent1">
                <a:lumMod val="40000"/>
                <a:lumOff val="60000"/>
              </a:schemeClr>
            </a:solidFill>
          </a:ln>
          <a:effectLst>
            <a:outerShdw blurRad="76200" dist="38100" dir="2700000" algn="tl"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720000" rIns="720000" rtlCol="0" anchor="ctr"/>
          <a:lstStyle/>
          <a:p>
            <a:pPr indent="0" fontAlgn="auto">
              <a:lnSpc>
                <a:spcPct val="130000"/>
              </a:lnSpc>
            </a:pPr>
            <a:endParaRPr lang="zh-CN" altLang="en-US" kern="0" spc="0" dirty="0">
              <a:ln>
                <a:noFill/>
                <a:prstDash val="sysDot"/>
              </a:ln>
              <a:solidFill>
                <a:srgbClr val="262626"/>
              </a:solidFill>
              <a:latin typeface="+mn-ea"/>
              <a:ea typeface="+mn-ea"/>
              <a:sym typeface="+mn-ea"/>
            </a:endParaRPr>
          </a:p>
        </p:txBody>
      </p:sp>
      <p:sp>
        <p:nvSpPr>
          <p:cNvPr id="22" name="矩形: 圆角 21"/>
          <p:cNvSpPr/>
          <p:nvPr>
            <p:custDataLst>
              <p:tags r:id="rId6"/>
            </p:custDataLst>
          </p:nvPr>
        </p:nvSpPr>
        <p:spPr>
          <a:xfrm>
            <a:off x="672465" y="1718310"/>
            <a:ext cx="10904855" cy="443230"/>
          </a:xfrm>
          <a:prstGeom prst="roundRect">
            <a:avLst>
              <a:gd name="adj" fmla="val 0"/>
            </a:avLst>
          </a:prstGeom>
          <a:solidFill>
            <a:schemeClr val="accent1">
              <a:lumMod val="20000"/>
              <a:lumOff val="80000"/>
            </a:schemeClr>
          </a:solidFill>
          <a:ln w="254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custDataLst>
              <p:tags r:id="rId7"/>
            </p:custDataLst>
          </p:nvPr>
        </p:nvSpPr>
        <p:spPr>
          <a:xfrm flipH="1">
            <a:off x="10309225" y="1776730"/>
            <a:ext cx="107950" cy="107950"/>
          </a:xfrm>
          <a:prstGeom prst="ellipse">
            <a:avLst/>
          </a:prstGeom>
          <a:noFill/>
          <a:ln w="15875">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弧形 2"/>
          <p:cNvSpPr/>
          <p:nvPr>
            <p:custDataLst>
              <p:tags r:id="rId8"/>
            </p:custDataLst>
          </p:nvPr>
        </p:nvSpPr>
        <p:spPr>
          <a:xfrm flipH="1">
            <a:off x="10257790" y="1581150"/>
            <a:ext cx="179705" cy="248285"/>
          </a:xfrm>
          <a:prstGeom prst="arc">
            <a:avLst>
              <a:gd name="adj1" fmla="val 4337702"/>
              <a:gd name="adj2" fmla="val 0"/>
            </a:avLst>
          </a:prstGeom>
          <a:noFill/>
          <a:ln w="44450">
            <a:gradFill flip="none" rotWithShape="1">
              <a:gsLst>
                <a:gs pos="0">
                  <a:schemeClr val="accent1">
                    <a:lumMod val="60000"/>
                    <a:lumOff val="40000"/>
                  </a:schemeClr>
                </a:gs>
                <a:gs pos="100000">
                  <a:schemeClr val="accent1"/>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椭圆 3"/>
          <p:cNvSpPr/>
          <p:nvPr>
            <p:custDataLst>
              <p:tags r:id="rId9"/>
            </p:custDataLst>
          </p:nvPr>
        </p:nvSpPr>
        <p:spPr>
          <a:xfrm flipH="1">
            <a:off x="9706610" y="1776730"/>
            <a:ext cx="107950" cy="107950"/>
          </a:xfrm>
          <a:prstGeom prst="ellipse">
            <a:avLst/>
          </a:prstGeom>
          <a:noFill/>
          <a:ln w="15875">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弧形 4"/>
          <p:cNvSpPr/>
          <p:nvPr>
            <p:custDataLst>
              <p:tags r:id="rId10"/>
            </p:custDataLst>
          </p:nvPr>
        </p:nvSpPr>
        <p:spPr>
          <a:xfrm flipH="1">
            <a:off x="9655175" y="1581150"/>
            <a:ext cx="179705" cy="248285"/>
          </a:xfrm>
          <a:prstGeom prst="arc">
            <a:avLst>
              <a:gd name="adj1" fmla="val 4337702"/>
              <a:gd name="adj2" fmla="val 0"/>
            </a:avLst>
          </a:prstGeom>
          <a:noFill/>
          <a:ln w="44450">
            <a:gradFill flip="none" rotWithShape="1">
              <a:gsLst>
                <a:gs pos="0">
                  <a:schemeClr val="accent1">
                    <a:lumMod val="60000"/>
                    <a:lumOff val="40000"/>
                  </a:schemeClr>
                </a:gs>
                <a:gs pos="100000">
                  <a:schemeClr val="accent1"/>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椭圆 5"/>
          <p:cNvSpPr/>
          <p:nvPr>
            <p:custDataLst>
              <p:tags r:id="rId11"/>
            </p:custDataLst>
          </p:nvPr>
        </p:nvSpPr>
        <p:spPr>
          <a:xfrm flipH="1">
            <a:off x="9103995" y="1776730"/>
            <a:ext cx="107950" cy="107950"/>
          </a:xfrm>
          <a:prstGeom prst="ellipse">
            <a:avLst/>
          </a:prstGeom>
          <a:noFill/>
          <a:ln w="15875">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弧形 6"/>
          <p:cNvSpPr/>
          <p:nvPr>
            <p:custDataLst>
              <p:tags r:id="rId12"/>
            </p:custDataLst>
          </p:nvPr>
        </p:nvSpPr>
        <p:spPr>
          <a:xfrm flipH="1">
            <a:off x="9052560" y="1581150"/>
            <a:ext cx="179705" cy="248285"/>
          </a:xfrm>
          <a:prstGeom prst="arc">
            <a:avLst>
              <a:gd name="adj1" fmla="val 4337702"/>
              <a:gd name="adj2" fmla="val 0"/>
            </a:avLst>
          </a:prstGeom>
          <a:noFill/>
          <a:ln w="44450">
            <a:gradFill flip="none" rotWithShape="1">
              <a:gsLst>
                <a:gs pos="0">
                  <a:schemeClr val="accent1">
                    <a:lumMod val="60000"/>
                    <a:lumOff val="40000"/>
                  </a:schemeClr>
                </a:gs>
                <a:gs pos="100000">
                  <a:schemeClr val="accent1"/>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椭圆 8"/>
          <p:cNvSpPr/>
          <p:nvPr>
            <p:custDataLst>
              <p:tags r:id="rId13"/>
            </p:custDataLst>
          </p:nvPr>
        </p:nvSpPr>
        <p:spPr>
          <a:xfrm>
            <a:off x="1599565" y="1776730"/>
            <a:ext cx="107950" cy="107950"/>
          </a:xfrm>
          <a:prstGeom prst="ellipse">
            <a:avLst/>
          </a:prstGeom>
          <a:noFill/>
          <a:ln w="15875">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弧形 9"/>
          <p:cNvSpPr/>
          <p:nvPr>
            <p:custDataLst>
              <p:tags r:id="rId14"/>
            </p:custDataLst>
          </p:nvPr>
        </p:nvSpPr>
        <p:spPr>
          <a:xfrm>
            <a:off x="1576070" y="1581150"/>
            <a:ext cx="179705" cy="248285"/>
          </a:xfrm>
          <a:prstGeom prst="arc">
            <a:avLst>
              <a:gd name="adj1" fmla="val 4272007"/>
              <a:gd name="adj2" fmla="val 0"/>
            </a:avLst>
          </a:prstGeom>
          <a:noFill/>
          <a:ln w="44450">
            <a:gradFill flip="none" rotWithShape="1">
              <a:gsLst>
                <a:gs pos="0">
                  <a:schemeClr val="accent1">
                    <a:lumMod val="60000"/>
                    <a:lumOff val="40000"/>
                  </a:schemeClr>
                </a:gs>
                <a:gs pos="100000">
                  <a:schemeClr val="accent1"/>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椭圆 11"/>
          <p:cNvSpPr/>
          <p:nvPr>
            <p:custDataLst>
              <p:tags r:id="rId15"/>
            </p:custDataLst>
          </p:nvPr>
        </p:nvSpPr>
        <p:spPr>
          <a:xfrm>
            <a:off x="2202180" y="1776730"/>
            <a:ext cx="107950" cy="107950"/>
          </a:xfrm>
          <a:prstGeom prst="ellipse">
            <a:avLst/>
          </a:prstGeom>
          <a:noFill/>
          <a:ln w="15875">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弧形 18"/>
          <p:cNvSpPr/>
          <p:nvPr>
            <p:custDataLst>
              <p:tags r:id="rId16"/>
            </p:custDataLst>
          </p:nvPr>
        </p:nvSpPr>
        <p:spPr>
          <a:xfrm>
            <a:off x="2179320" y="1581150"/>
            <a:ext cx="179705" cy="248285"/>
          </a:xfrm>
          <a:prstGeom prst="arc">
            <a:avLst>
              <a:gd name="adj1" fmla="val 4272007"/>
              <a:gd name="adj2" fmla="val 0"/>
            </a:avLst>
          </a:prstGeom>
          <a:noFill/>
          <a:ln w="44450">
            <a:gradFill flip="none" rotWithShape="1">
              <a:gsLst>
                <a:gs pos="0">
                  <a:schemeClr val="accent1">
                    <a:lumMod val="60000"/>
                    <a:lumOff val="40000"/>
                  </a:schemeClr>
                </a:gs>
                <a:gs pos="100000">
                  <a:schemeClr val="accent1"/>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椭圆 19"/>
          <p:cNvSpPr/>
          <p:nvPr>
            <p:custDataLst>
              <p:tags r:id="rId17"/>
            </p:custDataLst>
          </p:nvPr>
        </p:nvSpPr>
        <p:spPr>
          <a:xfrm>
            <a:off x="2804795" y="1776730"/>
            <a:ext cx="107950" cy="107950"/>
          </a:xfrm>
          <a:prstGeom prst="ellipse">
            <a:avLst/>
          </a:prstGeom>
          <a:noFill/>
          <a:ln w="15875">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弧形 20"/>
          <p:cNvSpPr/>
          <p:nvPr>
            <p:custDataLst>
              <p:tags r:id="rId18"/>
            </p:custDataLst>
          </p:nvPr>
        </p:nvSpPr>
        <p:spPr>
          <a:xfrm>
            <a:off x="2780665" y="1581150"/>
            <a:ext cx="179705" cy="248285"/>
          </a:xfrm>
          <a:prstGeom prst="arc">
            <a:avLst>
              <a:gd name="adj1" fmla="val 4272007"/>
              <a:gd name="adj2" fmla="val 0"/>
            </a:avLst>
          </a:prstGeom>
          <a:noFill/>
          <a:ln w="44450">
            <a:gradFill flip="none" rotWithShape="1">
              <a:gsLst>
                <a:gs pos="0">
                  <a:schemeClr val="accent1">
                    <a:lumMod val="60000"/>
                    <a:lumOff val="40000"/>
                  </a:schemeClr>
                </a:gs>
                <a:gs pos="100000">
                  <a:schemeClr val="accent1"/>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p:cNvSpPr txBox="1"/>
          <p:nvPr>
            <p:custDataLst>
              <p:tags r:id="rId19"/>
            </p:custDataLst>
          </p:nvPr>
        </p:nvSpPr>
        <p:spPr>
          <a:xfrm>
            <a:off x="358140" y="2233930"/>
            <a:ext cx="11137900" cy="970280"/>
          </a:xfrm>
          <a:prstGeom prst="rect">
            <a:avLst/>
          </a:prstGeom>
          <a:noFill/>
        </p:spPr>
        <p:txBody>
          <a:bodyPr wrap="square" rtlCol="0" anchor="ctr" anchorCtr="0">
            <a:noAutofit/>
          </a:bodyPr>
          <a:lstStyle/>
          <a:p>
            <a:pPr marL="0" indent="0" algn="just" fontAlgn="auto">
              <a:lnSpc>
                <a:spcPct val="150000"/>
              </a:lnSpc>
              <a:spcBef>
                <a:spcPts val="0"/>
              </a:spcBef>
              <a:spcAft>
                <a:spcPts val="0"/>
              </a:spcAft>
              <a:buNone/>
            </a:pP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a:t>
            </a:r>
            <a:endParaRPr lang="en-US" altLang="zh-CN" sz="2400" b="1">
              <a:solidFill>
                <a:schemeClr val="tx1"/>
              </a:solidFill>
              <a:latin typeface="微软雅黑" panose="020B0503020204020204" charset="-122"/>
              <a:ea typeface="微软雅黑" panose="020B0503020204020204" charset="-122"/>
              <a:cs typeface="微软雅黑" panose="020B0503020204020204" charset="-122"/>
            </a:endParaRPr>
          </a:p>
          <a:p>
            <a:pPr marL="0" indent="0" algn="just" fontAlgn="auto">
              <a:lnSpc>
                <a:spcPct val="150000"/>
              </a:lnSpc>
              <a:spcBef>
                <a:spcPts val="0"/>
              </a:spcBef>
              <a:spcAft>
                <a:spcPts val="0"/>
              </a:spcAft>
              <a:buNone/>
            </a:pP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a:t>
            </a:r>
            <a:endParaRPr lang="en-US" altLang="zh-CN" sz="2400" b="1">
              <a:solidFill>
                <a:schemeClr val="tx1"/>
              </a:solidFill>
              <a:latin typeface="微软雅黑" panose="020B0503020204020204" charset="-122"/>
              <a:ea typeface="微软雅黑" panose="020B0503020204020204" charset="-122"/>
              <a:cs typeface="微软雅黑" panose="020B0503020204020204" charset="-122"/>
            </a:endParaRPr>
          </a:p>
          <a:p>
            <a:pPr marL="0" indent="0" algn="just" fontAlgn="auto">
              <a:lnSpc>
                <a:spcPct val="150000"/>
              </a:lnSpc>
              <a:spcBef>
                <a:spcPts val="0"/>
              </a:spcBef>
              <a:spcAft>
                <a:spcPts val="0"/>
              </a:spcAft>
              <a:buNone/>
            </a:pP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依法服兵役义务作为公民的基本义务，具有法律性质，即不履行服兵役义务要承担法律责任。</a:t>
            </a: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a:p>
            <a:pPr marL="0" indent="0" algn="just" fontAlgn="auto">
              <a:lnSpc>
                <a:spcPct val="150000"/>
              </a:lnSpc>
              <a:spcBef>
                <a:spcPts val="0"/>
              </a:spcBef>
              <a:spcAft>
                <a:spcPts val="0"/>
              </a:spcAft>
              <a:buNone/>
            </a:pP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a:p>
            <a:pPr marL="0" indent="0" algn="just" fontAlgn="auto">
              <a:lnSpc>
                <a:spcPct val="150000"/>
              </a:lnSpc>
              <a:spcBef>
                <a:spcPts val="0"/>
              </a:spcBef>
              <a:spcAft>
                <a:spcPts val="0"/>
              </a:spcAft>
              <a:buNone/>
            </a:pP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p:txBody>
      </p:sp>
      <p:pic>
        <p:nvPicPr>
          <p:cNvPr id="395272" name="图片 2" descr="7aec54e736d12f2ea38cc7e8631e35678735688a"/>
          <p:cNvPicPr>
            <a:picLocks noChangeAspect="1"/>
          </p:cNvPicPr>
          <p:nvPr/>
        </p:nvPicPr>
        <p:blipFill>
          <a:blip r:embed="rId20"/>
          <a:stretch>
            <a:fillRect/>
          </a:stretch>
        </p:blipFill>
        <p:spPr>
          <a:xfrm>
            <a:off x="6963410" y="3223895"/>
            <a:ext cx="4621530" cy="3528060"/>
          </a:xfrm>
          <a:prstGeom prst="rect">
            <a:avLst/>
          </a:prstGeom>
          <a:noFill/>
          <a:ln w="9525">
            <a:noFill/>
          </a:ln>
        </p:spPr>
      </p:pic>
      <p:pic>
        <p:nvPicPr>
          <p:cNvPr id="394248" name="图片 1" descr="ac4bd11373f0820210463ecc60271be8a9641b4a"/>
          <p:cNvPicPr>
            <a:picLocks noChangeAspect="1"/>
          </p:cNvPicPr>
          <p:nvPr/>
        </p:nvPicPr>
        <p:blipFill>
          <a:blip r:embed="rId21"/>
          <a:stretch>
            <a:fillRect/>
          </a:stretch>
        </p:blipFill>
        <p:spPr>
          <a:xfrm>
            <a:off x="358140" y="3629343"/>
            <a:ext cx="4191000" cy="3143250"/>
          </a:xfrm>
          <a:prstGeom prst="rect">
            <a:avLst/>
          </a:prstGeom>
          <a:noFill/>
          <a:ln w="9525">
            <a:noFill/>
          </a:ln>
        </p:spPr>
      </p:pic>
    </p:spTree>
    <p:custDataLst>
      <p:tags r:id="rId22"/>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227965" y="2105025"/>
            <a:ext cx="3209925" cy="2195830"/>
          </a:xfrm>
        </p:spPr>
        <p:txBody>
          <a:bodyPr anchor="b" anchorCtr="0">
            <a:normAutofit fontScale="90000"/>
          </a:bodyPr>
          <a:lstStyle/>
          <a:p>
            <a:pPr algn="ctr"/>
            <a:r>
              <a:rPr lang="en-US" altLang="zh-CN" b="0">
                <a:latin typeface="微软雅黑" panose="020B0503020204020204" charset="-122"/>
                <a:ea typeface="微软雅黑" panose="020B0503020204020204" charset="-122"/>
                <a:cs typeface="微软雅黑" panose="020B0503020204020204" charset="-122"/>
              </a:rPr>
              <a:t>  </a:t>
            </a:r>
            <a:r>
              <a:rPr lang="zh-CN" altLang="en-US">
                <a:latin typeface="微软雅黑" panose="020B0503020204020204" charset="-122"/>
                <a:ea typeface="微软雅黑" panose="020B0503020204020204" charset="-122"/>
                <a:cs typeface="微软雅黑" panose="020B0503020204020204" charset="-122"/>
              </a:rPr>
              <a:t>海南大学生拒服兵役被重罚：终身记录在案，永远不得录为公务员</a:t>
            </a:r>
            <a:r>
              <a:rPr lang="en-US" altLang="zh-CN">
                <a:latin typeface="微软雅黑" panose="020B0503020204020204" charset="-122"/>
                <a:ea typeface="微软雅黑" panose="020B0503020204020204" charset="-122"/>
                <a:cs typeface="微软雅黑" panose="020B0503020204020204" charset="-122"/>
              </a:rPr>
              <a:t>1</a:t>
            </a:r>
            <a:endParaRPr lang="en-US" altLang="zh-CN">
              <a:latin typeface="微软雅黑" panose="020B0503020204020204" charset="-122"/>
              <a:ea typeface="微软雅黑" panose="020B0503020204020204" charset="-122"/>
              <a:cs typeface="微软雅黑" panose="020B0503020204020204" charset="-122"/>
            </a:endParaRPr>
          </a:p>
        </p:txBody>
      </p:sp>
      <p:sp>
        <p:nvSpPr>
          <p:cNvPr id="3" name="矩形 2"/>
          <p:cNvSpPr/>
          <p:nvPr>
            <p:custDataLst>
              <p:tags r:id="rId2"/>
            </p:custDataLst>
          </p:nvPr>
        </p:nvSpPr>
        <p:spPr>
          <a:xfrm>
            <a:off x="754380"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1804670" y="945198"/>
            <a:ext cx="8893175" cy="4967605"/>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4" name="文本框 3"/>
          <p:cNvSpPr txBox="1"/>
          <p:nvPr>
            <p:custDataLst>
              <p:tags r:id="rId4"/>
            </p:custDataLst>
          </p:nvPr>
        </p:nvSpPr>
        <p:spPr>
          <a:xfrm>
            <a:off x="3627120" y="945515"/>
            <a:ext cx="6621145" cy="4967605"/>
          </a:xfrm>
          <a:prstGeom prst="rect">
            <a:avLst/>
          </a:prstGeom>
          <a:noFill/>
        </p:spPr>
        <p:txBody>
          <a:bodyPr wrap="square" rtlCol="0" anchor="ctr" anchorCtr="0">
            <a:noAutofit/>
          </a:bodyPr>
          <a:lstStyle/>
          <a:p>
            <a:pPr marL="0" lvl="0" indent="0" fontAlgn="auto">
              <a:lnSpc>
                <a:spcPct val="150000"/>
              </a:lnSpc>
            </a:pPr>
            <a:endParaRPr lang="zh-CN" altLang="en-US" sz="2400">
              <a:solidFill>
                <a:schemeClr val="tx1"/>
              </a:solidFill>
            </a:endParaRPr>
          </a:p>
          <a:p>
            <a:pPr marL="0" lvl="0" indent="0" fontAlgn="auto">
              <a:lnSpc>
                <a:spcPct val="150000"/>
              </a:lnSpc>
            </a:pPr>
            <a:r>
              <a:rPr lang="en-US" altLang="zh-CN" sz="2400">
                <a:solidFill>
                  <a:schemeClr val="tx1"/>
                </a:solidFill>
              </a:rPr>
              <a:t>       </a:t>
            </a:r>
            <a:r>
              <a:rPr lang="zh-CN" altLang="en-US" sz="2400">
                <a:solidFill>
                  <a:schemeClr val="tx1"/>
                </a:solidFill>
              </a:rPr>
              <a:t>张某康是一名大学生，本应该在国防和军队现代化建设中起模范带头作用，然而令人失望的是，他到部队之后，由于害怕吃苦、不适应部队生活，所以想要离队拒服兵役。</a:t>
            </a:r>
            <a:endParaRPr lang="zh-CN" altLang="en-US" sz="2400">
              <a:solidFill>
                <a:schemeClr val="tx1"/>
              </a:solidFill>
            </a:endParaRPr>
          </a:p>
          <a:p>
            <a:pPr marL="0" lvl="0" indent="0" fontAlgn="auto">
              <a:lnSpc>
                <a:spcPct val="150000"/>
              </a:lnSpc>
            </a:pPr>
            <a:r>
              <a:rPr lang="en-US" altLang="zh-CN" sz="2400">
                <a:solidFill>
                  <a:schemeClr val="tx1"/>
                </a:solidFill>
              </a:rPr>
              <a:t>       </a:t>
            </a:r>
            <a:r>
              <a:rPr lang="zh-CN" altLang="en-US" sz="2400">
                <a:solidFill>
                  <a:schemeClr val="tx1"/>
                </a:solidFill>
              </a:rPr>
              <a:t>张某康所在部队对其作出除名处理决定，由于他个人原因拒服兵役，浪费国家和社会资源，性质极其恶劣、影响十分坏，因此对他作出了一系列惩处。</a:t>
            </a:r>
            <a:endParaRPr lang="zh-CN" altLang="en-US" sz="2400">
              <a:solidFill>
                <a:schemeClr val="tx1"/>
              </a:solidFill>
            </a:endParaRPr>
          </a:p>
          <a:p>
            <a:pPr marL="0" lvl="0" indent="0" fontAlgn="auto">
              <a:lnSpc>
                <a:spcPct val="150000"/>
              </a:lnSpc>
            </a:pPr>
            <a:endParaRPr lang="zh-CN" altLang="en-US" sz="2400">
              <a:solidFill>
                <a:schemeClr val="tx1"/>
              </a:solidFill>
            </a:endParaRPr>
          </a:p>
        </p:txBody>
      </p:sp>
    </p:spTree>
    <p:custDataLst>
      <p:tags r:id="rId5"/>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227965" y="2105025"/>
            <a:ext cx="3209925" cy="2195830"/>
          </a:xfrm>
        </p:spPr>
        <p:txBody>
          <a:bodyPr anchor="b" anchorCtr="0">
            <a:normAutofit fontScale="90000"/>
          </a:bodyPr>
          <a:lstStyle/>
          <a:p>
            <a:pPr algn="ctr"/>
            <a:r>
              <a:rPr lang="en-US" altLang="zh-CN" b="0">
                <a:latin typeface="微软雅黑" panose="020B0503020204020204" charset="-122"/>
                <a:ea typeface="微软雅黑" panose="020B0503020204020204" charset="-122"/>
                <a:cs typeface="微软雅黑" panose="020B0503020204020204" charset="-122"/>
              </a:rPr>
              <a:t>  </a:t>
            </a:r>
            <a:r>
              <a:rPr lang="zh-CN" altLang="en-US">
                <a:latin typeface="微软雅黑" panose="020B0503020204020204" charset="-122"/>
                <a:ea typeface="微软雅黑" panose="020B0503020204020204" charset="-122"/>
                <a:cs typeface="微软雅黑" panose="020B0503020204020204" charset="-122"/>
              </a:rPr>
              <a:t>海南大学生拒服兵役被重罚：终身记录在案，永远不得录为公务员</a:t>
            </a:r>
            <a:r>
              <a:rPr lang="en-US" altLang="zh-CN">
                <a:latin typeface="微软雅黑" panose="020B0503020204020204" charset="-122"/>
                <a:ea typeface="微软雅黑" panose="020B0503020204020204" charset="-122"/>
                <a:cs typeface="微软雅黑" panose="020B0503020204020204" charset="-122"/>
              </a:rPr>
              <a:t>2</a:t>
            </a:r>
            <a:endParaRPr lang="en-US" altLang="zh-CN">
              <a:latin typeface="微软雅黑" panose="020B0503020204020204" charset="-122"/>
              <a:ea typeface="微软雅黑" panose="020B0503020204020204" charset="-122"/>
              <a:cs typeface="微软雅黑" panose="020B0503020204020204" charset="-122"/>
            </a:endParaRPr>
          </a:p>
        </p:txBody>
      </p:sp>
      <p:sp>
        <p:nvSpPr>
          <p:cNvPr id="3" name="矩形 2"/>
          <p:cNvSpPr/>
          <p:nvPr>
            <p:custDataLst>
              <p:tags r:id="rId2"/>
            </p:custDataLst>
          </p:nvPr>
        </p:nvSpPr>
        <p:spPr>
          <a:xfrm>
            <a:off x="754380"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1804670" y="945198"/>
            <a:ext cx="8893175" cy="4967605"/>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4" name="文本框 3"/>
          <p:cNvSpPr txBox="1"/>
          <p:nvPr>
            <p:custDataLst>
              <p:tags r:id="rId4"/>
            </p:custDataLst>
          </p:nvPr>
        </p:nvSpPr>
        <p:spPr>
          <a:xfrm>
            <a:off x="3627120" y="945515"/>
            <a:ext cx="6621145" cy="4967605"/>
          </a:xfrm>
          <a:prstGeom prst="rect">
            <a:avLst/>
          </a:prstGeom>
          <a:noFill/>
        </p:spPr>
        <p:txBody>
          <a:bodyPr wrap="square" rtlCol="0" anchor="ctr" anchorCtr="0">
            <a:noAutofit/>
          </a:bodyPr>
          <a:lstStyle/>
          <a:p>
            <a:pPr marL="0" lvl="0" indent="0" fontAlgn="auto">
              <a:lnSpc>
                <a:spcPct val="150000"/>
              </a:lnSpc>
            </a:pPr>
            <a:r>
              <a:rPr lang="en-US" altLang="zh-CN" sz="2400">
                <a:solidFill>
                  <a:schemeClr val="tx1"/>
                </a:solidFill>
              </a:rPr>
              <a:t>       </a:t>
            </a:r>
            <a:r>
              <a:rPr lang="zh-CN" altLang="en-US" sz="2400">
                <a:solidFill>
                  <a:schemeClr val="tx1"/>
                </a:solidFill>
              </a:rPr>
              <a:t>第一，纳入履行国防义务严重失信主体名单实施联合惩戒，终身记录在案，两年之内限制出国、购买不动产、坐飞机、坐长途汽车和汽车等。第二，终身不得录用为公务员和参照公务员法管理的工作人员，政府机关及企业不得录用临时工作人员。第三、户籍信息系统</a:t>
            </a:r>
            <a:r>
              <a:rPr lang="en-US" altLang="zh-CN" sz="2400">
                <a:solidFill>
                  <a:schemeClr val="tx1"/>
                </a:solidFill>
              </a:rPr>
              <a:t>“</a:t>
            </a:r>
            <a:r>
              <a:rPr lang="zh-CN" altLang="en-US" sz="2400">
                <a:solidFill>
                  <a:schemeClr val="tx1"/>
                </a:solidFill>
              </a:rPr>
              <a:t>兵役状况</a:t>
            </a:r>
            <a:r>
              <a:rPr lang="en-US" altLang="zh-CN" sz="2400">
                <a:solidFill>
                  <a:schemeClr val="tx1"/>
                </a:solidFill>
              </a:rPr>
              <a:t>”</a:t>
            </a:r>
            <a:r>
              <a:rPr lang="zh-CN" altLang="en-US" sz="2400">
                <a:solidFill>
                  <a:schemeClr val="tx1"/>
                </a:solidFill>
              </a:rPr>
              <a:t>一栏标明为：拒服兵役。第四，两年内不得升学、复学。第五，罚款</a:t>
            </a:r>
            <a:r>
              <a:rPr lang="en-US" altLang="zh-CN" sz="2400">
                <a:solidFill>
                  <a:schemeClr val="tx1"/>
                </a:solidFill>
              </a:rPr>
              <a:t>28000</a:t>
            </a:r>
            <a:r>
              <a:rPr lang="zh-CN" altLang="en-US" sz="2400">
                <a:solidFill>
                  <a:schemeClr val="tx1"/>
                </a:solidFill>
              </a:rPr>
              <a:t>元，赔偿</a:t>
            </a:r>
            <a:r>
              <a:rPr lang="en-US" altLang="zh-CN" sz="2400">
                <a:solidFill>
                  <a:schemeClr val="tx1"/>
                </a:solidFill>
              </a:rPr>
              <a:t>26000</a:t>
            </a:r>
            <a:r>
              <a:rPr lang="zh-CN" altLang="en-US" sz="2400">
                <a:solidFill>
                  <a:schemeClr val="tx1"/>
                </a:solidFill>
              </a:rPr>
              <a:t>元，共计</a:t>
            </a:r>
            <a:r>
              <a:rPr lang="en-US" altLang="zh-CN" sz="2400">
                <a:solidFill>
                  <a:schemeClr val="tx1"/>
                </a:solidFill>
              </a:rPr>
              <a:t>54000</a:t>
            </a:r>
            <a:r>
              <a:rPr lang="zh-CN" altLang="en-US" sz="2400">
                <a:solidFill>
                  <a:schemeClr val="tx1"/>
                </a:solidFill>
              </a:rPr>
              <a:t>元等。</a:t>
            </a:r>
            <a:endParaRPr lang="zh-CN" altLang="en-US" sz="2400">
              <a:solidFill>
                <a:schemeClr val="tx1"/>
              </a:solidFill>
            </a:endParaRPr>
          </a:p>
        </p:txBody>
      </p:sp>
    </p:spTree>
    <p:custDataLst>
      <p:tags r:id="rId5"/>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695960" y="348615"/>
            <a:ext cx="10800080" cy="731520"/>
          </a:xfrm>
        </p:spPr>
        <p:txBody>
          <a:bodyPr>
            <a:normAutofit/>
          </a:bodyPr>
          <a:lstStyle/>
          <a:p>
            <a:r>
              <a:rPr lang="zh-CN" altLang="en-US" dirty="0">
                <a:latin typeface="+mn-ea"/>
                <a:ea typeface="+mn-ea"/>
                <a:cs typeface="+mn-cs"/>
              </a:rPr>
              <a:t>六、依法纳税的义务</a:t>
            </a:r>
            <a:endParaRPr lang="zh-CN" altLang="en-US" dirty="0">
              <a:latin typeface="+mn-ea"/>
              <a:ea typeface="+mn-ea"/>
              <a:cs typeface="+mn-cs"/>
            </a:endParaRPr>
          </a:p>
        </p:txBody>
      </p:sp>
      <p:sp>
        <p:nvSpPr>
          <p:cNvPr id="3" name="圆角矩形 1"/>
          <p:cNvSpPr/>
          <p:nvPr>
            <p:custDataLst>
              <p:tags r:id="rId2"/>
            </p:custDataLst>
          </p:nvPr>
        </p:nvSpPr>
        <p:spPr>
          <a:xfrm>
            <a:off x="696595" y="2061318"/>
            <a:ext cx="596865" cy="596865"/>
          </a:xfrm>
          <a:prstGeom prst="roundRect">
            <a:avLst/>
          </a:prstGeom>
          <a:gradFill>
            <a:gsLst>
              <a:gs pos="0">
                <a:schemeClr val="accent1">
                  <a:lumMod val="60000"/>
                  <a:lumOff val="40000"/>
                  <a:alpha val="76000"/>
                </a:schemeClr>
              </a:gs>
              <a:gs pos="100000">
                <a:schemeClr val="accent1">
                  <a:alpha val="100000"/>
                </a:schemeClr>
              </a:gs>
            </a:gsLst>
            <a:lin ang="2700000" scaled="0"/>
          </a:gradFill>
          <a:ln>
            <a:noFill/>
          </a:ln>
          <a:effectLst>
            <a:outerShdw blurRad="177800" dist="38100" dir="2700000" algn="tl" rotWithShape="0">
              <a:schemeClr val="accent1">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mn-ea"/>
            </a:endParaRPr>
          </a:p>
        </p:txBody>
      </p:sp>
      <p:sp>
        <p:nvSpPr>
          <p:cNvPr id="20" name="矩形 19"/>
          <p:cNvSpPr/>
          <p:nvPr>
            <p:custDataLst>
              <p:tags r:id="rId3"/>
            </p:custDataLst>
          </p:nvPr>
        </p:nvSpPr>
        <p:spPr>
          <a:xfrm>
            <a:off x="1664913" y="1435245"/>
            <a:ext cx="9821602" cy="1847741"/>
          </a:xfrm>
          <a:prstGeom prst="rect">
            <a:avLst/>
          </a:prstGeom>
          <a:noFill/>
        </p:spPr>
        <p:txBody>
          <a:bodyPr wrap="square" lIns="0" tIns="0" rIns="0" bIns="0" rtlCol="0" anchor="ctr" anchorCtr="0">
            <a:noAutofit/>
          </a:bodyPr>
          <a:p>
            <a:pPr indent="0" fontAlgn="auto">
              <a:lnSpc>
                <a:spcPct val="150000"/>
              </a:lnSpc>
              <a:spcBef>
                <a:spcPct val="0"/>
              </a:spcBef>
              <a:spcAft>
                <a:spcPct val="0"/>
              </a:spcAft>
            </a:pPr>
            <a:r>
              <a:rPr lang="zh-CN" altLang="en-US" sz="2400" kern="0" dirty="0">
                <a:ln>
                  <a:noFill/>
                  <a:prstDash val="sysDot"/>
                </a:ln>
                <a:solidFill>
                  <a:schemeClr val="tx1">
                    <a:lumMod val="85000"/>
                    <a:lumOff val="15000"/>
                  </a:schemeClr>
                </a:solidFill>
                <a:latin typeface="+mn-ea"/>
              </a:rPr>
              <a:t>在现代社会中，税收是国家财政收入的主要来源，纳税是公民应该履行的一项基本义务。因此，各国宪法普遍规定公民的纳税义务。</a:t>
            </a:r>
            <a:r>
              <a:rPr lang="zh-CN" altLang="en-US" sz="2400" b="1" kern="0" dirty="0">
                <a:ln>
                  <a:noFill/>
                  <a:prstDash val="sysDot"/>
                </a:ln>
                <a:solidFill>
                  <a:schemeClr val="tx1">
                    <a:lumMod val="85000"/>
                    <a:lumOff val="15000"/>
                  </a:schemeClr>
                </a:solidFill>
                <a:latin typeface="+mn-ea"/>
              </a:rPr>
              <a:t>纳税义务的履行是纳税者享受权利的基础与条件。</a:t>
            </a:r>
            <a:endParaRPr lang="zh-CN" altLang="en-US" sz="2400" b="1" kern="0" dirty="0">
              <a:ln>
                <a:noFill/>
                <a:prstDash val="sysDot"/>
              </a:ln>
              <a:solidFill>
                <a:schemeClr val="tx1">
                  <a:lumMod val="85000"/>
                  <a:lumOff val="15000"/>
                </a:schemeClr>
              </a:solidFill>
              <a:latin typeface="+mn-ea"/>
            </a:endParaRPr>
          </a:p>
        </p:txBody>
      </p:sp>
      <p:cxnSp>
        <p:nvCxnSpPr>
          <p:cNvPr id="11" name="直接连接符 10"/>
          <p:cNvCxnSpPr/>
          <p:nvPr>
            <p:custDataLst>
              <p:tags r:id="rId4"/>
            </p:custDataLst>
          </p:nvPr>
        </p:nvCxnSpPr>
        <p:spPr>
          <a:xfrm>
            <a:off x="723898" y="3907155"/>
            <a:ext cx="10772142" cy="1270"/>
          </a:xfrm>
          <a:prstGeom prst="line">
            <a:avLst/>
          </a:prstGeom>
          <a:ln>
            <a:solidFill>
              <a:schemeClr val="accent2">
                <a:alpha val="20000"/>
              </a:schemeClr>
            </a:solidFill>
          </a:ln>
        </p:spPr>
        <p:style>
          <a:lnRef idx="2">
            <a:schemeClr val="accent1"/>
          </a:lnRef>
          <a:fillRef idx="0">
            <a:srgbClr val="FFFFFF"/>
          </a:fillRef>
          <a:effectRef idx="0">
            <a:srgbClr val="FFFFFF"/>
          </a:effectRef>
          <a:fontRef idx="minor">
            <a:schemeClr val="tx1"/>
          </a:fontRef>
        </p:style>
      </p:cxnSp>
      <p:sp>
        <p:nvSpPr>
          <p:cNvPr id="6" name="矩形 5"/>
          <p:cNvSpPr/>
          <p:nvPr>
            <p:custDataLst>
              <p:tags r:id="rId5"/>
            </p:custDataLst>
          </p:nvPr>
        </p:nvSpPr>
        <p:spPr>
          <a:xfrm>
            <a:off x="1664278" y="4532593"/>
            <a:ext cx="9821602" cy="1835042"/>
          </a:xfrm>
          <a:prstGeom prst="rect">
            <a:avLst/>
          </a:prstGeom>
          <a:noFill/>
        </p:spPr>
        <p:txBody>
          <a:bodyPr wrap="square" lIns="0" tIns="0" rIns="0" bIns="0" rtlCol="0" anchor="ctr" anchorCtr="0">
            <a:noAutofit/>
          </a:bodyPr>
          <a:p>
            <a:pPr indent="0" fontAlgn="auto">
              <a:lnSpc>
                <a:spcPct val="150000"/>
              </a:lnSpc>
              <a:spcBef>
                <a:spcPct val="0"/>
              </a:spcBef>
              <a:spcAft>
                <a:spcPct val="0"/>
              </a:spcAft>
            </a:pPr>
            <a:r>
              <a:rPr lang="zh-CN" altLang="en-US" sz="2400" b="1" kern="0" dirty="0">
                <a:ln>
                  <a:noFill/>
                  <a:prstDash val="sysDot"/>
                </a:ln>
                <a:solidFill>
                  <a:schemeClr val="tx1">
                    <a:lumMod val="85000"/>
                    <a:lumOff val="15000"/>
                  </a:schemeClr>
                </a:solidFill>
                <a:latin typeface="+mn-ea"/>
              </a:rPr>
              <a:t>纳税义务具有双重性，</a:t>
            </a:r>
            <a:r>
              <a:rPr lang="zh-CN" altLang="en-US" sz="2400" kern="0" dirty="0">
                <a:ln>
                  <a:noFill/>
                  <a:prstDash val="sysDot"/>
                </a:ln>
                <a:solidFill>
                  <a:schemeClr val="tx1">
                    <a:lumMod val="85000"/>
                    <a:lumOff val="15000"/>
                  </a:schemeClr>
                </a:solidFill>
                <a:latin typeface="+mn-ea"/>
              </a:rPr>
              <a:t>即</a:t>
            </a:r>
            <a:r>
              <a:rPr lang="en-US" altLang="zh-CN" sz="2400" kern="0" dirty="0">
                <a:ln>
                  <a:noFill/>
                  <a:prstDash val="sysDot"/>
                </a:ln>
                <a:solidFill>
                  <a:schemeClr val="tx1">
                    <a:lumMod val="85000"/>
                    <a:lumOff val="15000"/>
                  </a:schemeClr>
                </a:solidFill>
                <a:latin typeface="+mn-ea"/>
              </a:rPr>
              <a:t>:</a:t>
            </a:r>
            <a:r>
              <a:rPr lang="zh-CN" altLang="en-US" sz="2400" kern="0" dirty="0">
                <a:ln>
                  <a:noFill/>
                  <a:prstDash val="sysDot"/>
                </a:ln>
                <a:solidFill>
                  <a:schemeClr val="tx1">
                    <a:lumMod val="85000"/>
                    <a:lumOff val="15000"/>
                  </a:schemeClr>
                </a:solidFill>
                <a:latin typeface="+mn-ea"/>
              </a:rPr>
              <a:t>一方面，纳税是国家财政的重要来源，</a:t>
            </a:r>
            <a:r>
              <a:rPr lang="zh-CN" altLang="en-US" sz="2400" b="1" kern="0" dirty="0">
                <a:ln>
                  <a:noFill/>
                  <a:prstDash val="sysDot"/>
                </a:ln>
                <a:solidFill>
                  <a:schemeClr val="tx1">
                    <a:lumMod val="85000"/>
                    <a:lumOff val="15000"/>
                  </a:schemeClr>
                </a:solidFill>
                <a:latin typeface="+mn-ea"/>
              </a:rPr>
              <a:t>具有形成国家财力的属性；</a:t>
            </a:r>
            <a:r>
              <a:rPr lang="zh-CN" altLang="en-US" sz="2400" kern="0" dirty="0">
                <a:ln>
                  <a:noFill/>
                  <a:prstDash val="sysDot"/>
                </a:ln>
                <a:solidFill>
                  <a:schemeClr val="tx1">
                    <a:lumMod val="85000"/>
                    <a:lumOff val="15000"/>
                  </a:schemeClr>
                </a:solidFill>
                <a:latin typeface="+mn-ea"/>
              </a:rPr>
              <a:t>另一方面，主体履行纳税义务</a:t>
            </a:r>
            <a:r>
              <a:rPr lang="zh-CN" altLang="en-US" sz="2400" b="1" kern="0" dirty="0">
                <a:ln>
                  <a:noFill/>
                  <a:prstDash val="sysDot"/>
                </a:ln>
                <a:solidFill>
                  <a:schemeClr val="tx1">
                    <a:lumMod val="85000"/>
                    <a:lumOff val="15000"/>
                  </a:schemeClr>
                </a:solidFill>
                <a:latin typeface="+mn-ea"/>
              </a:rPr>
              <a:t>具有防止国家权力侵犯其财产权的属性。</a:t>
            </a:r>
            <a:endParaRPr lang="zh-CN" altLang="en-US" sz="2400" b="1" kern="0" dirty="0">
              <a:ln>
                <a:noFill/>
                <a:prstDash val="sysDot"/>
              </a:ln>
              <a:solidFill>
                <a:schemeClr val="tx1">
                  <a:lumMod val="85000"/>
                  <a:lumOff val="15000"/>
                </a:schemeClr>
              </a:solidFill>
              <a:latin typeface="+mn-ea"/>
            </a:endParaRPr>
          </a:p>
        </p:txBody>
      </p:sp>
      <p:sp>
        <p:nvSpPr>
          <p:cNvPr id="8" name="圆角矩形 7"/>
          <p:cNvSpPr/>
          <p:nvPr>
            <p:custDataLst>
              <p:tags r:id="rId6"/>
            </p:custDataLst>
          </p:nvPr>
        </p:nvSpPr>
        <p:spPr>
          <a:xfrm>
            <a:off x="695960" y="5151681"/>
            <a:ext cx="596865" cy="596865"/>
          </a:xfrm>
          <a:prstGeom prst="roundRect">
            <a:avLst/>
          </a:prstGeom>
          <a:gradFill>
            <a:gsLst>
              <a:gs pos="0">
                <a:schemeClr val="accent2">
                  <a:lumMod val="60000"/>
                  <a:lumOff val="40000"/>
                  <a:alpha val="76000"/>
                </a:schemeClr>
              </a:gs>
              <a:gs pos="100000">
                <a:schemeClr val="accent2">
                  <a:alpha val="100000"/>
                </a:schemeClr>
              </a:gs>
            </a:gsLst>
            <a:lin ang="2700000" scaled="0"/>
          </a:gradFill>
          <a:ln>
            <a:noFill/>
          </a:ln>
          <a:effectLst>
            <a:outerShdw blurRad="177800" dist="38100" dir="2700000" algn="tl" rotWithShape="0">
              <a:schemeClr val="accent2">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mn-ea"/>
            </a:endParaRPr>
          </a:p>
        </p:txBody>
      </p:sp>
      <p:pic>
        <p:nvPicPr>
          <p:cNvPr id="13" name="图片 12" descr="343439383331313b343532303031393bd2b5bca8b9dcc0ed"/>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836287" y="2201010"/>
            <a:ext cx="317481" cy="317481"/>
          </a:xfrm>
          <a:prstGeom prst="rect">
            <a:avLst/>
          </a:prstGeom>
        </p:spPr>
      </p:pic>
      <p:pic>
        <p:nvPicPr>
          <p:cNvPr id="24" name="图片 23" descr="343439383331313b343532303032303bb8f6c8cbd0c5cfa2"/>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837557" y="5293278"/>
            <a:ext cx="313672" cy="313672"/>
          </a:xfrm>
          <a:prstGeom prst="rect">
            <a:avLst/>
          </a:prstGeom>
        </p:spPr>
      </p:pic>
    </p:spTree>
    <p:custDataLst>
      <p:tags r:id="rId13"/>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normAutofit/>
          </a:bodyPr>
          <a:lstStyle/>
          <a:p>
            <a:r>
              <a:rPr lang="zh-CN" altLang="en-US"/>
              <a:t>七、宪法规定的公民其他义务</a:t>
            </a:r>
            <a:endParaRPr lang="zh-CN" altLang="en-US"/>
          </a:p>
        </p:txBody>
      </p:sp>
      <p:sp>
        <p:nvSpPr>
          <p:cNvPr id="2" name="圆角矩形 5"/>
          <p:cNvSpPr/>
          <p:nvPr>
            <p:custDataLst>
              <p:tags r:id="rId2"/>
            </p:custDataLst>
          </p:nvPr>
        </p:nvSpPr>
        <p:spPr>
          <a:xfrm>
            <a:off x="695325" y="1495601"/>
            <a:ext cx="10801350" cy="2171828"/>
          </a:xfrm>
          <a:prstGeom prst="roundRect">
            <a:avLst>
              <a:gd name="adj" fmla="val 10446"/>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zh-CN" altLang="en-US" sz="2400" kern="0" dirty="0">
                <a:ln>
                  <a:noFill/>
                  <a:prstDash val="sysDot"/>
                </a:ln>
                <a:solidFill>
                  <a:schemeClr val="tx1">
                    <a:lumMod val="85000"/>
                    <a:lumOff val="15000"/>
                  </a:schemeClr>
                </a:solidFill>
                <a:uFillTx/>
                <a:latin typeface="+mn-ea"/>
                <a:sym typeface="+mn-ea"/>
              </a:rPr>
              <a:t>除上述基本义务之外，宪法还规定了劳动的义务、受教育的义务、夫妻双方计划生育的义务、父母抚养教育未成年子女的义务、成年子女赡养扶助父母的义务。</a:t>
            </a:r>
            <a:endParaRPr lang="zh-CN" altLang="en-US" sz="2400" kern="0" dirty="0">
              <a:ln>
                <a:noFill/>
                <a:prstDash val="sysDot"/>
              </a:ln>
              <a:solidFill>
                <a:schemeClr val="tx1">
                  <a:lumMod val="85000"/>
                  <a:lumOff val="15000"/>
                </a:schemeClr>
              </a:solidFill>
              <a:uFillTx/>
              <a:latin typeface="+mn-ea"/>
              <a:sym typeface="+mn-ea"/>
            </a:endParaRPr>
          </a:p>
        </p:txBody>
      </p:sp>
      <p:sp>
        <p:nvSpPr>
          <p:cNvPr id="4" name="圆角矩形 6"/>
          <p:cNvSpPr/>
          <p:nvPr>
            <p:custDataLst>
              <p:tags r:id="rId3"/>
            </p:custDataLst>
          </p:nvPr>
        </p:nvSpPr>
        <p:spPr>
          <a:xfrm>
            <a:off x="695325" y="4194510"/>
            <a:ext cx="10801350" cy="2171828"/>
          </a:xfrm>
          <a:prstGeom prst="roundRect">
            <a:avLst>
              <a:gd name="adj" fmla="val 10446"/>
            </a:avLst>
          </a:prstGeom>
          <a:solidFill>
            <a:schemeClr val="accent2">
              <a:lumMod val="60000"/>
              <a:lumOff val="40000"/>
              <a:alpha val="12000"/>
            </a:schemeClr>
          </a:solidFill>
          <a:ln w="9525">
            <a:gradFill>
              <a:gsLst>
                <a:gs pos="100000">
                  <a:schemeClr val="accent2">
                    <a:alpha val="15000"/>
                  </a:schemeClr>
                </a:gs>
                <a:gs pos="0">
                  <a:schemeClr val="accent2">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zh-CN" altLang="en-US" sz="2400" kern="0" dirty="0">
                <a:ln>
                  <a:noFill/>
                  <a:prstDash val="sysDot"/>
                </a:ln>
                <a:solidFill>
                  <a:schemeClr val="tx1">
                    <a:lumMod val="85000"/>
                    <a:lumOff val="15000"/>
                  </a:schemeClr>
                </a:solidFill>
                <a:uFillTx/>
                <a:latin typeface="+mn-ea"/>
                <a:sym typeface="+mn-ea"/>
              </a:rPr>
              <a:t>其中，</a:t>
            </a:r>
            <a:r>
              <a:rPr lang="zh-CN" altLang="en-US" sz="2400" b="1" kern="0" dirty="0">
                <a:ln>
                  <a:noFill/>
                  <a:prstDash val="sysDot"/>
                </a:ln>
                <a:solidFill>
                  <a:schemeClr val="tx1">
                    <a:lumMod val="85000"/>
                    <a:lumOff val="15000"/>
                  </a:schemeClr>
                </a:solidFill>
                <a:uFillTx/>
                <a:latin typeface="+mn-ea"/>
                <a:sym typeface="+mn-ea"/>
              </a:rPr>
              <a:t>劳动和受教育是同时作为一项基本权利被宪法所确认的；</a:t>
            </a:r>
            <a:r>
              <a:rPr lang="zh-CN" altLang="en-US" sz="2400" kern="0" dirty="0">
                <a:ln>
                  <a:noFill/>
                  <a:prstDash val="sysDot"/>
                </a:ln>
                <a:solidFill>
                  <a:schemeClr val="tx1">
                    <a:lumMod val="85000"/>
                    <a:lumOff val="15000"/>
                  </a:schemeClr>
                </a:solidFill>
                <a:uFillTx/>
                <a:latin typeface="+mn-ea"/>
                <a:sym typeface="+mn-ea"/>
              </a:rPr>
              <a:t>其余三项与婚姻、家庭生活相关的义务是在现行宪法第</a:t>
            </a:r>
            <a:r>
              <a:rPr lang="en-US" altLang="zh-CN" sz="2400" kern="0" dirty="0">
                <a:ln>
                  <a:noFill/>
                  <a:prstDash val="sysDot"/>
                </a:ln>
                <a:solidFill>
                  <a:schemeClr val="tx1">
                    <a:lumMod val="85000"/>
                    <a:lumOff val="15000"/>
                  </a:schemeClr>
                </a:solidFill>
                <a:uFillTx/>
                <a:latin typeface="+mn-ea"/>
                <a:sym typeface="+mn-ea"/>
              </a:rPr>
              <a:t>49</a:t>
            </a:r>
            <a:r>
              <a:rPr lang="zh-CN" altLang="en-US" sz="2400" kern="0" dirty="0">
                <a:ln>
                  <a:noFill/>
                  <a:prstDash val="sysDot"/>
                </a:ln>
                <a:solidFill>
                  <a:schemeClr val="tx1">
                    <a:lumMod val="85000"/>
                    <a:lumOff val="15000"/>
                  </a:schemeClr>
                </a:solidFill>
                <a:uFillTx/>
                <a:latin typeface="+mn-ea"/>
                <a:sym typeface="+mn-ea"/>
              </a:rPr>
              <a:t>条第</a:t>
            </a:r>
            <a:r>
              <a:rPr lang="en-US" altLang="zh-CN" sz="2400" kern="0" dirty="0">
                <a:ln>
                  <a:noFill/>
                  <a:prstDash val="sysDot"/>
                </a:ln>
                <a:solidFill>
                  <a:schemeClr val="tx1">
                    <a:lumMod val="85000"/>
                    <a:lumOff val="15000"/>
                  </a:schemeClr>
                </a:solidFill>
                <a:uFillTx/>
                <a:latin typeface="+mn-ea"/>
                <a:sym typeface="+mn-ea"/>
              </a:rPr>
              <a:t>1</a:t>
            </a:r>
            <a:r>
              <a:rPr lang="zh-CN" altLang="en-US" sz="2400" kern="0" dirty="0">
                <a:ln>
                  <a:noFill/>
                  <a:prstDash val="sysDot"/>
                </a:ln>
                <a:solidFill>
                  <a:schemeClr val="tx1">
                    <a:lumMod val="85000"/>
                    <a:lumOff val="15000"/>
                  </a:schemeClr>
                </a:solidFill>
                <a:uFillTx/>
                <a:latin typeface="+mn-ea"/>
                <a:sym typeface="+mn-ea"/>
              </a:rPr>
              <a:t>款</a:t>
            </a:r>
            <a:r>
              <a:rPr lang="en-US" altLang="zh-CN" sz="2400" kern="0" dirty="0">
                <a:ln>
                  <a:noFill/>
                  <a:prstDash val="sysDot"/>
                </a:ln>
                <a:solidFill>
                  <a:schemeClr val="tx1">
                    <a:lumMod val="85000"/>
                    <a:lumOff val="15000"/>
                  </a:schemeClr>
                </a:solidFill>
                <a:uFillTx/>
                <a:latin typeface="+mn-ea"/>
                <a:sym typeface="+mn-ea"/>
              </a:rPr>
              <a:t>“</a:t>
            </a:r>
            <a:r>
              <a:rPr lang="zh-CN" altLang="en-US" sz="2400" kern="0" dirty="0">
                <a:ln>
                  <a:noFill/>
                  <a:prstDash val="sysDot"/>
                </a:ln>
                <a:solidFill>
                  <a:schemeClr val="tx1">
                    <a:lumMod val="85000"/>
                    <a:lumOff val="15000"/>
                  </a:schemeClr>
                </a:solidFill>
                <a:uFillTx/>
                <a:latin typeface="+mn-ea"/>
                <a:sym typeface="+mn-ea"/>
              </a:rPr>
              <a:t>婚姻、家庭、母亲和儿童受国家的保护</a:t>
            </a:r>
            <a:r>
              <a:rPr lang="en-US" altLang="zh-CN" sz="2400" kern="0" dirty="0">
                <a:ln>
                  <a:noFill/>
                  <a:prstDash val="sysDot"/>
                </a:ln>
                <a:solidFill>
                  <a:schemeClr val="tx1">
                    <a:lumMod val="85000"/>
                    <a:lumOff val="15000"/>
                  </a:schemeClr>
                </a:solidFill>
                <a:uFillTx/>
                <a:latin typeface="+mn-ea"/>
                <a:sym typeface="+mn-ea"/>
              </a:rPr>
              <a:t>”</a:t>
            </a:r>
            <a:r>
              <a:rPr lang="zh-CN" altLang="en-US" sz="2400" kern="0" dirty="0">
                <a:ln>
                  <a:noFill/>
                  <a:prstDash val="sysDot"/>
                </a:ln>
                <a:solidFill>
                  <a:schemeClr val="tx1">
                    <a:lumMod val="85000"/>
                    <a:lumOff val="15000"/>
                  </a:schemeClr>
                </a:solidFill>
                <a:uFillTx/>
                <a:latin typeface="+mn-ea"/>
                <a:sym typeface="+mn-ea"/>
              </a:rPr>
              <a:t>之后的第</a:t>
            </a:r>
            <a:r>
              <a:rPr lang="en-US" altLang="zh-CN" sz="2400" kern="0" dirty="0">
                <a:ln>
                  <a:noFill/>
                  <a:prstDash val="sysDot"/>
                </a:ln>
                <a:solidFill>
                  <a:schemeClr val="tx1">
                    <a:lumMod val="85000"/>
                    <a:lumOff val="15000"/>
                  </a:schemeClr>
                </a:solidFill>
                <a:uFillTx/>
                <a:latin typeface="+mn-ea"/>
                <a:sym typeface="+mn-ea"/>
              </a:rPr>
              <a:t>2</a:t>
            </a:r>
            <a:r>
              <a:rPr lang="zh-CN" altLang="en-US" sz="2400" kern="0" dirty="0">
                <a:ln>
                  <a:noFill/>
                  <a:prstDash val="sysDot"/>
                </a:ln>
                <a:solidFill>
                  <a:schemeClr val="tx1">
                    <a:lumMod val="85000"/>
                    <a:lumOff val="15000"/>
                  </a:schemeClr>
                </a:solidFill>
                <a:uFillTx/>
                <a:latin typeface="+mn-ea"/>
                <a:sym typeface="+mn-ea"/>
              </a:rPr>
              <a:t>款和第</a:t>
            </a:r>
            <a:r>
              <a:rPr lang="en-US" altLang="zh-CN" sz="2400" kern="0" dirty="0">
                <a:ln>
                  <a:noFill/>
                  <a:prstDash val="sysDot"/>
                </a:ln>
                <a:solidFill>
                  <a:schemeClr val="tx1">
                    <a:lumMod val="85000"/>
                    <a:lumOff val="15000"/>
                  </a:schemeClr>
                </a:solidFill>
                <a:uFillTx/>
                <a:latin typeface="+mn-ea"/>
                <a:sym typeface="+mn-ea"/>
              </a:rPr>
              <a:t>3</a:t>
            </a:r>
            <a:r>
              <a:rPr lang="zh-CN" altLang="en-US" sz="2400" kern="0" dirty="0">
                <a:ln>
                  <a:noFill/>
                  <a:prstDash val="sysDot"/>
                </a:ln>
                <a:solidFill>
                  <a:schemeClr val="tx1">
                    <a:lumMod val="85000"/>
                    <a:lumOff val="15000"/>
                  </a:schemeClr>
                </a:solidFill>
                <a:uFillTx/>
                <a:latin typeface="+mn-ea"/>
                <a:sym typeface="+mn-ea"/>
              </a:rPr>
              <a:t>款规定的义务。</a:t>
            </a:r>
            <a:endParaRPr lang="zh-CN" altLang="en-US" sz="2400" kern="0" dirty="0">
              <a:ln>
                <a:noFill/>
                <a:prstDash val="sysDot"/>
              </a:ln>
              <a:solidFill>
                <a:schemeClr val="tx1">
                  <a:lumMod val="85000"/>
                  <a:lumOff val="15000"/>
                </a:schemeClr>
              </a:solidFill>
              <a:uFillTx/>
              <a:latin typeface="+mn-ea"/>
              <a:sym typeface="+mn-ea"/>
            </a:endParaRPr>
          </a:p>
        </p:txBody>
      </p:sp>
      <p:sp>
        <p:nvSpPr>
          <p:cNvPr id="5" name="圆角矩形 10"/>
          <p:cNvSpPr/>
          <p:nvPr>
            <p:custDataLst>
              <p:tags r:id="rId4"/>
            </p:custDataLst>
          </p:nvPr>
        </p:nvSpPr>
        <p:spPr>
          <a:xfrm>
            <a:off x="922033" y="1432732"/>
            <a:ext cx="729023" cy="90175"/>
          </a:xfrm>
          <a:prstGeom prst="roundRect">
            <a:avLst>
              <a:gd name="adj" fmla="val 50000"/>
            </a:avLst>
          </a:prstGeom>
          <a:gradFill>
            <a:gsLst>
              <a:gs pos="100000">
                <a:schemeClr val="accent1">
                  <a:lumMod val="60000"/>
                  <a:lumOff val="40000"/>
                  <a:alpha val="71000"/>
                </a:schemeClr>
              </a:gs>
              <a:gs pos="0">
                <a:schemeClr val="accent1">
                  <a:alpha val="100000"/>
                </a:schemeClr>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8" name="圆角矩形 11"/>
          <p:cNvSpPr/>
          <p:nvPr>
            <p:custDataLst>
              <p:tags r:id="rId5"/>
            </p:custDataLst>
          </p:nvPr>
        </p:nvSpPr>
        <p:spPr>
          <a:xfrm>
            <a:off x="922033" y="4139262"/>
            <a:ext cx="729023" cy="90175"/>
          </a:xfrm>
          <a:prstGeom prst="roundRect">
            <a:avLst>
              <a:gd name="adj" fmla="val 50000"/>
            </a:avLst>
          </a:prstGeom>
          <a:gradFill>
            <a:gsLst>
              <a:gs pos="100000">
                <a:schemeClr val="accent2">
                  <a:lumMod val="60000"/>
                  <a:lumOff val="40000"/>
                  <a:alpha val="71000"/>
                </a:schemeClr>
              </a:gs>
              <a:gs pos="0">
                <a:schemeClr val="accent2">
                  <a:alpha val="100000"/>
                </a:schemeClr>
              </a:gs>
            </a:gsLst>
            <a:lin ang="0"/>
          </a:gradFill>
          <a:ln>
            <a:noFill/>
          </a:ln>
          <a:effectLst>
            <a:outerShdw blurRad="50800" dist="38100" dir="2700000" algn="tl" rotWithShape="0">
              <a:schemeClr val="accent2">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Tree>
    <p:custDataLst>
      <p:tags r:id="rId6"/>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custDataLst>
              <p:tags r:id="rId1"/>
            </p:custDataLst>
          </p:nvPr>
        </p:nvSpPr>
        <p:spPr>
          <a:xfrm>
            <a:off x="0" y="981075"/>
            <a:ext cx="11716385" cy="555625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任意多边形: 形状 12"/>
          <p:cNvSpPr/>
          <p:nvPr>
            <p:custDataLst>
              <p:tags r:id="rId2"/>
            </p:custDataLst>
          </p:nvPr>
        </p:nvSpPr>
        <p:spPr>
          <a:xfrm>
            <a:off x="0" y="0"/>
            <a:ext cx="12192000" cy="3704590"/>
          </a:xfrm>
          <a:custGeom>
            <a:avLst/>
            <a:gdLst>
              <a:gd name="connsiteX0" fmla="*/ 0 w 12191999"/>
              <a:gd name="connsiteY0" fmla="*/ 0 h 3704539"/>
              <a:gd name="connsiteX1" fmla="*/ 0 w 12191999"/>
              <a:gd name="connsiteY1" fmla="*/ 1703984 h 3704539"/>
              <a:gd name="connsiteX2" fmla="*/ 76581 w 12191999"/>
              <a:gd name="connsiteY2" fmla="*/ 1634643 h 3704539"/>
              <a:gd name="connsiteX3" fmla="*/ 364084 w 12191999"/>
              <a:gd name="connsiteY3" fmla="*/ 1663294 h 3704539"/>
              <a:gd name="connsiteX4" fmla="*/ 384658 w 12191999"/>
              <a:gd name="connsiteY4" fmla="*/ 1668628 h 3704539"/>
              <a:gd name="connsiteX5" fmla="*/ 808025 w 12191999"/>
              <a:gd name="connsiteY5" fmla="*/ 1823923 h 3704539"/>
              <a:gd name="connsiteX6" fmla="*/ 1103909 w 12191999"/>
              <a:gd name="connsiteY6" fmla="*/ 1733474 h 3704539"/>
              <a:gd name="connsiteX7" fmla="*/ 1146353 w 12191999"/>
              <a:gd name="connsiteY7" fmla="*/ 1731112 h 3704539"/>
              <a:gd name="connsiteX8" fmla="*/ 1334567 w 12191999"/>
              <a:gd name="connsiteY8" fmla="*/ 1780108 h 3704539"/>
              <a:gd name="connsiteX9" fmla="*/ 1364818 w 12191999"/>
              <a:gd name="connsiteY9" fmla="*/ 1781175 h 3704539"/>
              <a:gd name="connsiteX10" fmla="*/ 1647292 w 12191999"/>
              <a:gd name="connsiteY10" fmla="*/ 1728902 h 3704539"/>
              <a:gd name="connsiteX11" fmla="*/ 1684096 w 12191999"/>
              <a:gd name="connsiteY11" fmla="*/ 1732026 h 3704539"/>
              <a:gd name="connsiteX12" fmla="*/ 1914068 w 12191999"/>
              <a:gd name="connsiteY12" fmla="*/ 1816989 h 3704539"/>
              <a:gd name="connsiteX13" fmla="*/ 1952092 w 12191999"/>
              <a:gd name="connsiteY13" fmla="*/ 1819885 h 3704539"/>
              <a:gd name="connsiteX14" fmla="*/ 2389556 w 12191999"/>
              <a:gd name="connsiteY14" fmla="*/ 1730731 h 3704539"/>
              <a:gd name="connsiteX15" fmla="*/ 2438934 w 12191999"/>
              <a:gd name="connsiteY15" fmla="*/ 1739036 h 3704539"/>
              <a:gd name="connsiteX16" fmla="*/ 2557272 w 12191999"/>
              <a:gd name="connsiteY16" fmla="*/ 1808988 h 3704539"/>
              <a:gd name="connsiteX17" fmla="*/ 2610764 w 12191999"/>
              <a:gd name="connsiteY17" fmla="*/ 1816303 h 3704539"/>
              <a:gd name="connsiteX18" fmla="*/ 2763393 w 12191999"/>
              <a:gd name="connsiteY18" fmla="*/ 1775384 h 3704539"/>
              <a:gd name="connsiteX19" fmla="*/ 2815438 w 12191999"/>
              <a:gd name="connsiteY19" fmla="*/ 1781861 h 3704539"/>
              <a:gd name="connsiteX20" fmla="*/ 2855748 w 12191999"/>
              <a:gd name="connsiteY20" fmla="*/ 1804416 h 3704539"/>
              <a:gd name="connsiteX21" fmla="*/ 2925166 w 12191999"/>
              <a:gd name="connsiteY21" fmla="*/ 1803578 h 3704539"/>
              <a:gd name="connsiteX22" fmla="*/ 3022702 w 12191999"/>
              <a:gd name="connsiteY22" fmla="*/ 1745894 h 3704539"/>
              <a:gd name="connsiteX23" fmla="*/ 3092272 w 12191999"/>
              <a:gd name="connsiteY23" fmla="*/ 1745133 h 3704539"/>
              <a:gd name="connsiteX24" fmla="*/ 3207639 w 12191999"/>
              <a:gd name="connsiteY24" fmla="*/ 1810055 h 3704539"/>
              <a:gd name="connsiteX25" fmla="*/ 3259379 w 12191999"/>
              <a:gd name="connsiteY25" fmla="*/ 1816760 h 3704539"/>
              <a:gd name="connsiteX26" fmla="*/ 3391891 w 12191999"/>
              <a:gd name="connsiteY26" fmla="*/ 1782166 h 3704539"/>
              <a:gd name="connsiteX27" fmla="*/ 3437687 w 12191999"/>
              <a:gd name="connsiteY27" fmla="*/ 1785823 h 3704539"/>
              <a:gd name="connsiteX28" fmla="*/ 3491789 w 12191999"/>
              <a:gd name="connsiteY28" fmla="*/ 1809750 h 3704539"/>
              <a:gd name="connsiteX29" fmla="*/ 3554121 w 12191999"/>
              <a:gd name="connsiteY29" fmla="*/ 1806778 h 3704539"/>
              <a:gd name="connsiteX30" fmla="*/ 3677946 w 12191999"/>
              <a:gd name="connsiteY30" fmla="*/ 1737131 h 3704539"/>
              <a:gd name="connsiteX31" fmla="*/ 3722218 w 12191999"/>
              <a:gd name="connsiteY31" fmla="*/ 1728902 h 3704539"/>
              <a:gd name="connsiteX32" fmla="*/ 3983965 w 12191999"/>
              <a:gd name="connsiteY32" fmla="*/ 1767154 h 3704539"/>
              <a:gd name="connsiteX33" fmla="*/ 3996614 w 12191999"/>
              <a:gd name="connsiteY33" fmla="*/ 1767840 h 3704539"/>
              <a:gd name="connsiteX34" fmla="*/ 4188790 w 12191999"/>
              <a:gd name="connsiteY34" fmla="*/ 1760753 h 3704539"/>
              <a:gd name="connsiteX35" fmla="*/ 4222928 w 12191999"/>
              <a:gd name="connsiteY35" fmla="*/ 1768297 h 3704539"/>
              <a:gd name="connsiteX36" fmla="*/ 4446042 w 12191999"/>
              <a:gd name="connsiteY36" fmla="*/ 1881835 h 3704539"/>
              <a:gd name="connsiteX37" fmla="*/ 4502049 w 12191999"/>
              <a:gd name="connsiteY37" fmla="*/ 1884959 h 3704539"/>
              <a:gd name="connsiteX38" fmla="*/ 4653077 w 12191999"/>
              <a:gd name="connsiteY38" fmla="*/ 1828343 h 3704539"/>
              <a:gd name="connsiteX39" fmla="*/ 4677537 w 12191999"/>
              <a:gd name="connsiteY39" fmla="*/ 1823923 h 3704539"/>
              <a:gd name="connsiteX40" fmla="*/ 4811497 w 12191999"/>
              <a:gd name="connsiteY40" fmla="*/ 1823923 h 3704539"/>
              <a:gd name="connsiteX41" fmla="*/ 4848454 w 12191999"/>
              <a:gd name="connsiteY41" fmla="*/ 1813331 h 3704539"/>
              <a:gd name="connsiteX42" fmla="*/ 4898060 w 12191999"/>
              <a:gd name="connsiteY42" fmla="*/ 1782318 h 3704539"/>
              <a:gd name="connsiteX43" fmla="*/ 4966564 w 12191999"/>
              <a:gd name="connsiteY43" fmla="*/ 1779270 h 3704539"/>
              <a:gd name="connsiteX44" fmla="*/ 5005959 w 12191999"/>
              <a:gd name="connsiteY44" fmla="*/ 1799311 h 3704539"/>
              <a:gd name="connsiteX45" fmla="*/ 5042307 w 12191999"/>
              <a:gd name="connsiteY45" fmla="*/ 1806702 h 3704539"/>
              <a:gd name="connsiteX46" fmla="*/ 5107229 w 12191999"/>
              <a:gd name="connsiteY46" fmla="*/ 1802283 h 3704539"/>
              <a:gd name="connsiteX47" fmla="*/ 5162322 w 12191999"/>
              <a:gd name="connsiteY47" fmla="*/ 1823618 h 3704539"/>
              <a:gd name="connsiteX48" fmla="*/ 5220158 w 12191999"/>
              <a:gd name="connsiteY48" fmla="*/ 1884045 h 3704539"/>
              <a:gd name="connsiteX49" fmla="*/ 5246675 w 12191999"/>
              <a:gd name="connsiteY49" fmla="*/ 1901343 h 3704539"/>
              <a:gd name="connsiteX50" fmla="*/ 5466207 w 12191999"/>
              <a:gd name="connsiteY50" fmla="*/ 1981124 h 3704539"/>
              <a:gd name="connsiteX51" fmla="*/ 5478933 w 12191999"/>
              <a:gd name="connsiteY51" fmla="*/ 1987296 h 3704539"/>
              <a:gd name="connsiteX52" fmla="*/ 5831129 w 12191999"/>
              <a:gd name="connsiteY52" fmla="*/ 2183054 h 3704539"/>
              <a:gd name="connsiteX53" fmla="*/ 6024144 w 12191999"/>
              <a:gd name="connsiteY53" fmla="*/ 2187321 h 3704539"/>
              <a:gd name="connsiteX54" fmla="*/ 6078779 w 12191999"/>
              <a:gd name="connsiteY54" fmla="*/ 2205000 h 3704539"/>
              <a:gd name="connsiteX55" fmla="*/ 6355995 w 12191999"/>
              <a:gd name="connsiteY55" fmla="*/ 2334692 h 3704539"/>
              <a:gd name="connsiteX56" fmla="*/ 6851219 w 12191999"/>
              <a:gd name="connsiteY56" fmla="*/ 2254606 h 3704539"/>
              <a:gd name="connsiteX57" fmla="*/ 6906616 w 12191999"/>
              <a:gd name="connsiteY57" fmla="*/ 2264055 h 3704539"/>
              <a:gd name="connsiteX58" fmla="*/ 6981063 w 12191999"/>
              <a:gd name="connsiteY58" fmla="*/ 2313356 h 3704539"/>
              <a:gd name="connsiteX59" fmla="*/ 7049719 w 12191999"/>
              <a:gd name="connsiteY59" fmla="*/ 2318004 h 3704539"/>
              <a:gd name="connsiteX60" fmla="*/ 7372274 w 12191999"/>
              <a:gd name="connsiteY60" fmla="*/ 2159203 h 3704539"/>
              <a:gd name="connsiteX61" fmla="*/ 7479030 w 12191999"/>
              <a:gd name="connsiteY61" fmla="*/ 2186559 h 3704539"/>
              <a:gd name="connsiteX62" fmla="*/ 7520940 w 12191999"/>
              <a:gd name="connsiteY62" fmla="*/ 2197760 h 3704539"/>
              <a:gd name="connsiteX63" fmla="*/ 7774000 w 12191999"/>
              <a:gd name="connsiteY63" fmla="*/ 2183511 h 3704539"/>
              <a:gd name="connsiteX64" fmla="*/ 7786726 w 12191999"/>
              <a:gd name="connsiteY64" fmla="*/ 2183968 h 3704539"/>
              <a:gd name="connsiteX65" fmla="*/ 7886091 w 12191999"/>
              <a:gd name="connsiteY65" fmla="*/ 2196617 h 3704539"/>
              <a:gd name="connsiteX66" fmla="*/ 7923048 w 12191999"/>
              <a:gd name="connsiteY66" fmla="*/ 2191207 h 3704539"/>
              <a:gd name="connsiteX67" fmla="*/ 7976769 w 12191999"/>
              <a:gd name="connsiteY67" fmla="*/ 2167433 h 3704539"/>
              <a:gd name="connsiteX68" fmla="*/ 8046111 w 12191999"/>
              <a:gd name="connsiteY68" fmla="*/ 2174977 h 3704539"/>
              <a:gd name="connsiteX69" fmla="*/ 8116214 w 12191999"/>
              <a:gd name="connsiteY69" fmla="*/ 2226335 h 3704539"/>
              <a:gd name="connsiteX70" fmla="*/ 8195691 w 12191999"/>
              <a:gd name="connsiteY70" fmla="*/ 2228317 h 3704539"/>
              <a:gd name="connsiteX71" fmla="*/ 8395869 w 12191999"/>
              <a:gd name="connsiteY71" fmla="*/ 2096567 h 3704539"/>
              <a:gd name="connsiteX72" fmla="*/ 8451952 w 12191999"/>
              <a:gd name="connsiteY72" fmla="*/ 2087423 h 3704539"/>
              <a:gd name="connsiteX73" fmla="*/ 8650757 w 12191999"/>
              <a:gd name="connsiteY73" fmla="*/ 2139925 h 3704539"/>
              <a:gd name="connsiteX74" fmla="*/ 8676513 w 12191999"/>
              <a:gd name="connsiteY74" fmla="*/ 2141754 h 3704539"/>
              <a:gd name="connsiteX75" fmla="*/ 8849715 w 12191999"/>
              <a:gd name="connsiteY75" fmla="*/ 2121865 h 3704539"/>
              <a:gd name="connsiteX76" fmla="*/ 8891092 w 12191999"/>
              <a:gd name="connsiteY76" fmla="*/ 2129942 h 3704539"/>
              <a:gd name="connsiteX77" fmla="*/ 8967292 w 12191999"/>
              <a:gd name="connsiteY77" fmla="*/ 2171624 h 3704539"/>
              <a:gd name="connsiteX78" fmla="*/ 9012022 w 12191999"/>
              <a:gd name="connsiteY78" fmla="*/ 2179244 h 3704539"/>
              <a:gd name="connsiteX79" fmla="*/ 9266454 w 12191999"/>
              <a:gd name="connsiteY79" fmla="*/ 2137486 h 3704539"/>
              <a:gd name="connsiteX80" fmla="*/ 9293200 w 12191999"/>
              <a:gd name="connsiteY80" fmla="*/ 2138325 h 3704539"/>
              <a:gd name="connsiteX81" fmla="*/ 9446133 w 12191999"/>
              <a:gd name="connsiteY81" fmla="*/ 2173224 h 3704539"/>
              <a:gd name="connsiteX82" fmla="*/ 9463736 w 12191999"/>
              <a:gd name="connsiteY82" fmla="*/ 2174900 h 3704539"/>
              <a:gd name="connsiteX83" fmla="*/ 9704527 w 12191999"/>
              <a:gd name="connsiteY83" fmla="*/ 2167662 h 3704539"/>
              <a:gd name="connsiteX84" fmla="*/ 9736684 w 12191999"/>
              <a:gd name="connsiteY84" fmla="*/ 2174443 h 3704539"/>
              <a:gd name="connsiteX85" fmla="*/ 9831781 w 12191999"/>
              <a:gd name="connsiteY85" fmla="*/ 2219935 h 3704539"/>
              <a:gd name="connsiteX86" fmla="*/ 9844812 w 12191999"/>
              <a:gd name="connsiteY86" fmla="*/ 2224659 h 3704539"/>
              <a:gd name="connsiteX87" fmla="*/ 9986391 w 12191999"/>
              <a:gd name="connsiteY87" fmla="*/ 2260321 h 3704539"/>
              <a:gd name="connsiteX88" fmla="*/ 10006584 w 12191999"/>
              <a:gd name="connsiteY88" fmla="*/ 2262378 h 3704539"/>
              <a:gd name="connsiteX89" fmla="*/ 10171252 w 12191999"/>
              <a:gd name="connsiteY89" fmla="*/ 2254834 h 3704539"/>
              <a:gd name="connsiteX90" fmla="*/ 10324796 w 12191999"/>
              <a:gd name="connsiteY90" fmla="*/ 2243938 h 3704539"/>
              <a:gd name="connsiteX91" fmla="*/ 10399318 w 12191999"/>
              <a:gd name="connsiteY91" fmla="*/ 2310308 h 3704539"/>
              <a:gd name="connsiteX92" fmla="*/ 10461269 w 12191999"/>
              <a:gd name="connsiteY92" fmla="*/ 3704539 h 3704539"/>
              <a:gd name="connsiteX93" fmla="*/ 12192000 w 12191999"/>
              <a:gd name="connsiteY93" fmla="*/ 3704539 h 3704539"/>
              <a:gd name="connsiteX94" fmla="*/ 12192000 w 12191999"/>
              <a:gd name="connsiteY94" fmla="*/ 0 h 3704539"/>
              <a:gd name="connsiteX95" fmla="*/ 0 w 12191999"/>
              <a:gd name="connsiteY95" fmla="*/ 0 h 3704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2191999" h="3704539">
                <a:moveTo>
                  <a:pt x="0" y="0"/>
                </a:moveTo>
                <a:lnTo>
                  <a:pt x="0" y="1703984"/>
                </a:lnTo>
                <a:cubicBezTo>
                  <a:pt x="0" y="1662760"/>
                  <a:pt x="35585" y="1630604"/>
                  <a:pt x="76581" y="1634643"/>
                </a:cubicBezTo>
                <a:lnTo>
                  <a:pt x="364084" y="1663294"/>
                </a:lnTo>
                <a:cubicBezTo>
                  <a:pt x="371170" y="1663979"/>
                  <a:pt x="378104" y="1665808"/>
                  <a:pt x="384658" y="1668628"/>
                </a:cubicBezTo>
                <a:cubicBezTo>
                  <a:pt x="443332" y="1693926"/>
                  <a:pt x="747903" y="1823923"/>
                  <a:pt x="808025" y="1823923"/>
                </a:cubicBezTo>
                <a:cubicBezTo>
                  <a:pt x="862965" y="1823923"/>
                  <a:pt x="1042645" y="1756943"/>
                  <a:pt x="1103909" y="1733474"/>
                </a:cubicBezTo>
                <a:cubicBezTo>
                  <a:pt x="1117473" y="1728292"/>
                  <a:pt x="1132256" y="1727454"/>
                  <a:pt x="1146353" y="1731112"/>
                </a:cubicBezTo>
                <a:lnTo>
                  <a:pt x="1334567" y="1780108"/>
                </a:lnTo>
                <a:cubicBezTo>
                  <a:pt x="1344473" y="1782699"/>
                  <a:pt x="1354760" y="1783080"/>
                  <a:pt x="1364818" y="1781175"/>
                </a:cubicBezTo>
                <a:lnTo>
                  <a:pt x="1647292" y="1728902"/>
                </a:lnTo>
                <a:cubicBezTo>
                  <a:pt x="1659636" y="1726616"/>
                  <a:pt x="1672361" y="1727683"/>
                  <a:pt x="1684096" y="1732026"/>
                </a:cubicBezTo>
                <a:lnTo>
                  <a:pt x="1914068" y="1816989"/>
                </a:lnTo>
                <a:cubicBezTo>
                  <a:pt x="1926260" y="1821485"/>
                  <a:pt x="1939442" y="1822475"/>
                  <a:pt x="1952092" y="1819885"/>
                </a:cubicBezTo>
                <a:lnTo>
                  <a:pt x="2389556" y="1730731"/>
                </a:lnTo>
                <a:cubicBezTo>
                  <a:pt x="2406472" y="1727302"/>
                  <a:pt x="2424074" y="1730273"/>
                  <a:pt x="2438934" y="1739036"/>
                </a:cubicBezTo>
                <a:lnTo>
                  <a:pt x="2557272" y="1808988"/>
                </a:lnTo>
                <a:cubicBezTo>
                  <a:pt x="2573426" y="1818513"/>
                  <a:pt x="2592705" y="1821180"/>
                  <a:pt x="2610764" y="1816303"/>
                </a:cubicBezTo>
                <a:lnTo>
                  <a:pt x="2763393" y="1775384"/>
                </a:lnTo>
                <a:cubicBezTo>
                  <a:pt x="2780919" y="1770659"/>
                  <a:pt x="2799588" y="1773022"/>
                  <a:pt x="2815438" y="1781861"/>
                </a:cubicBezTo>
                <a:lnTo>
                  <a:pt x="2855748" y="1804416"/>
                </a:lnTo>
                <a:cubicBezTo>
                  <a:pt x="2877388" y="1816532"/>
                  <a:pt x="2903830" y="1816151"/>
                  <a:pt x="2925166" y="1803578"/>
                </a:cubicBezTo>
                <a:lnTo>
                  <a:pt x="3022702" y="1745894"/>
                </a:lnTo>
                <a:cubicBezTo>
                  <a:pt x="3044114" y="1733245"/>
                  <a:pt x="3070631" y="1732940"/>
                  <a:pt x="3092272" y="1745133"/>
                </a:cubicBezTo>
                <a:lnTo>
                  <a:pt x="3207639" y="1810055"/>
                </a:lnTo>
                <a:cubicBezTo>
                  <a:pt x="3223413" y="1818894"/>
                  <a:pt x="3241929" y="1821333"/>
                  <a:pt x="3259379" y="1816760"/>
                </a:cubicBezTo>
                <a:lnTo>
                  <a:pt x="3391891" y="1782166"/>
                </a:lnTo>
                <a:cubicBezTo>
                  <a:pt x="3407131" y="1778203"/>
                  <a:pt x="3423285" y="1779499"/>
                  <a:pt x="3437687" y="1785823"/>
                </a:cubicBezTo>
                <a:lnTo>
                  <a:pt x="3491789" y="1809750"/>
                </a:lnTo>
                <a:cubicBezTo>
                  <a:pt x="3511906" y="1818665"/>
                  <a:pt x="3534994" y="1817523"/>
                  <a:pt x="3554121" y="1806778"/>
                </a:cubicBezTo>
                <a:lnTo>
                  <a:pt x="3677946" y="1737131"/>
                </a:lnTo>
                <a:cubicBezTo>
                  <a:pt x="3691357" y="1729588"/>
                  <a:pt x="3706901" y="1726692"/>
                  <a:pt x="3722218" y="1728902"/>
                </a:cubicBezTo>
                <a:lnTo>
                  <a:pt x="3983965" y="1767154"/>
                </a:lnTo>
                <a:cubicBezTo>
                  <a:pt x="3988156" y="1767764"/>
                  <a:pt x="3992347" y="1767993"/>
                  <a:pt x="3996614" y="1767840"/>
                </a:cubicBezTo>
                <a:lnTo>
                  <a:pt x="4188790" y="1760753"/>
                </a:lnTo>
                <a:cubicBezTo>
                  <a:pt x="4200601" y="1760296"/>
                  <a:pt x="4212413" y="1762887"/>
                  <a:pt x="4222928" y="1768297"/>
                </a:cubicBezTo>
                <a:lnTo>
                  <a:pt x="4446042" y="1881835"/>
                </a:lnTo>
                <a:cubicBezTo>
                  <a:pt x="4463415" y="1890674"/>
                  <a:pt x="4483761" y="1891818"/>
                  <a:pt x="4502049" y="1884959"/>
                </a:cubicBezTo>
                <a:lnTo>
                  <a:pt x="4653077" y="1828343"/>
                </a:lnTo>
                <a:cubicBezTo>
                  <a:pt x="4660926" y="1825447"/>
                  <a:pt x="4669155" y="1823923"/>
                  <a:pt x="4677537" y="1823923"/>
                </a:cubicBezTo>
                <a:lnTo>
                  <a:pt x="4811497" y="1823923"/>
                </a:lnTo>
                <a:cubicBezTo>
                  <a:pt x="4824527" y="1823923"/>
                  <a:pt x="4837405" y="1820266"/>
                  <a:pt x="4848454" y="1813331"/>
                </a:cubicBezTo>
                <a:lnTo>
                  <a:pt x="4898060" y="1782318"/>
                </a:lnTo>
                <a:cubicBezTo>
                  <a:pt x="4918786" y="1769364"/>
                  <a:pt x="4944771" y="1768221"/>
                  <a:pt x="4966564" y="1779270"/>
                </a:cubicBezTo>
                <a:lnTo>
                  <a:pt x="5005959" y="1799311"/>
                </a:lnTo>
                <a:cubicBezTo>
                  <a:pt x="5017161" y="1805026"/>
                  <a:pt x="5029734" y="1807540"/>
                  <a:pt x="5042307" y="1806702"/>
                </a:cubicBezTo>
                <a:lnTo>
                  <a:pt x="5107229" y="1802283"/>
                </a:lnTo>
                <a:cubicBezTo>
                  <a:pt x="5127879" y="1800835"/>
                  <a:pt x="5147996" y="1808683"/>
                  <a:pt x="5162322" y="1823618"/>
                </a:cubicBezTo>
                <a:lnTo>
                  <a:pt x="5220158" y="1884045"/>
                </a:lnTo>
                <a:cubicBezTo>
                  <a:pt x="5227549" y="1891741"/>
                  <a:pt x="5236617" y="1897685"/>
                  <a:pt x="5246675" y="1901343"/>
                </a:cubicBezTo>
                <a:lnTo>
                  <a:pt x="5466207" y="1981124"/>
                </a:lnTo>
                <a:cubicBezTo>
                  <a:pt x="5470627" y="1982724"/>
                  <a:pt x="5474894" y="1984781"/>
                  <a:pt x="5478933" y="1987296"/>
                </a:cubicBezTo>
                <a:cubicBezTo>
                  <a:pt x="5520233" y="2012747"/>
                  <a:pt x="5762625" y="2161185"/>
                  <a:pt x="5831129" y="2183054"/>
                </a:cubicBezTo>
                <a:cubicBezTo>
                  <a:pt x="5884545" y="2200123"/>
                  <a:pt x="5975909" y="2192884"/>
                  <a:pt x="6024144" y="2187321"/>
                </a:cubicBezTo>
                <a:cubicBezTo>
                  <a:pt x="6044032" y="2185035"/>
                  <a:pt x="6063844" y="2191588"/>
                  <a:pt x="6078779" y="2205000"/>
                </a:cubicBezTo>
                <a:cubicBezTo>
                  <a:pt x="6123661" y="2245538"/>
                  <a:pt x="6230341" y="2328672"/>
                  <a:pt x="6355995" y="2334692"/>
                </a:cubicBezTo>
                <a:cubicBezTo>
                  <a:pt x="6493612" y="2341245"/>
                  <a:pt x="6762064" y="2277085"/>
                  <a:pt x="6851219" y="2254606"/>
                </a:cubicBezTo>
                <a:cubicBezTo>
                  <a:pt x="6870192" y="2249805"/>
                  <a:pt x="6890309" y="2253234"/>
                  <a:pt x="6906616" y="2264055"/>
                </a:cubicBezTo>
                <a:lnTo>
                  <a:pt x="6981063" y="2313356"/>
                </a:lnTo>
                <a:cubicBezTo>
                  <a:pt x="7001561" y="2326920"/>
                  <a:pt x="7027621" y="2328672"/>
                  <a:pt x="7049719" y="2318004"/>
                </a:cubicBezTo>
                <a:cubicBezTo>
                  <a:pt x="7133692" y="2277542"/>
                  <a:pt x="7339203" y="2178177"/>
                  <a:pt x="7372274" y="2159203"/>
                </a:cubicBezTo>
                <a:cubicBezTo>
                  <a:pt x="7401764" y="2142287"/>
                  <a:pt x="7452208" y="2169338"/>
                  <a:pt x="7479030" y="2186559"/>
                </a:cubicBezTo>
                <a:cubicBezTo>
                  <a:pt x="7491527" y="2194560"/>
                  <a:pt x="7506158" y="2198599"/>
                  <a:pt x="7520940" y="2197760"/>
                </a:cubicBezTo>
                <a:lnTo>
                  <a:pt x="7774000" y="2183511"/>
                </a:lnTo>
                <a:cubicBezTo>
                  <a:pt x="7778268" y="2183282"/>
                  <a:pt x="7782535" y="2183435"/>
                  <a:pt x="7786726" y="2183968"/>
                </a:cubicBezTo>
                <a:lnTo>
                  <a:pt x="7886091" y="2196617"/>
                </a:lnTo>
                <a:cubicBezTo>
                  <a:pt x="7898664" y="2198218"/>
                  <a:pt x="7911465" y="2196389"/>
                  <a:pt x="7923048" y="2191207"/>
                </a:cubicBezTo>
                <a:lnTo>
                  <a:pt x="7976769" y="2167433"/>
                </a:lnTo>
                <a:cubicBezTo>
                  <a:pt x="7999553" y="2157375"/>
                  <a:pt x="8025994" y="2160194"/>
                  <a:pt x="8046111" y="2174977"/>
                </a:cubicBezTo>
                <a:lnTo>
                  <a:pt x="8116214" y="2226335"/>
                </a:lnTo>
                <a:cubicBezTo>
                  <a:pt x="8139685" y="2243557"/>
                  <a:pt x="8171383" y="2244319"/>
                  <a:pt x="8195691" y="2228317"/>
                </a:cubicBezTo>
                <a:lnTo>
                  <a:pt x="8395869" y="2096567"/>
                </a:lnTo>
                <a:cubicBezTo>
                  <a:pt x="8412403" y="2085670"/>
                  <a:pt x="8432825" y="2082317"/>
                  <a:pt x="8451952" y="2087423"/>
                </a:cubicBezTo>
                <a:lnTo>
                  <a:pt x="8650757" y="2139925"/>
                </a:lnTo>
                <a:cubicBezTo>
                  <a:pt x="8659139" y="2142135"/>
                  <a:pt x="8667902" y="2142744"/>
                  <a:pt x="8676513" y="2141754"/>
                </a:cubicBezTo>
                <a:lnTo>
                  <a:pt x="8849715" y="2121865"/>
                </a:lnTo>
                <a:cubicBezTo>
                  <a:pt x="8864041" y="2120189"/>
                  <a:pt x="8878443" y="2123085"/>
                  <a:pt x="8891092" y="2129942"/>
                </a:cubicBezTo>
                <a:lnTo>
                  <a:pt x="8967292" y="2171624"/>
                </a:lnTo>
                <a:cubicBezTo>
                  <a:pt x="8980932" y="2179092"/>
                  <a:pt x="8996705" y="2181759"/>
                  <a:pt x="9012022" y="2179244"/>
                </a:cubicBezTo>
                <a:lnTo>
                  <a:pt x="9266454" y="2137486"/>
                </a:lnTo>
                <a:cubicBezTo>
                  <a:pt x="9275368" y="2136039"/>
                  <a:pt x="9284437" y="2136343"/>
                  <a:pt x="9293200" y="2138325"/>
                </a:cubicBezTo>
                <a:lnTo>
                  <a:pt x="9446133" y="2173224"/>
                </a:lnTo>
                <a:cubicBezTo>
                  <a:pt x="9451924" y="2174520"/>
                  <a:pt x="9457792" y="2175129"/>
                  <a:pt x="9463736" y="2174900"/>
                </a:cubicBezTo>
                <a:lnTo>
                  <a:pt x="9704527" y="2167662"/>
                </a:lnTo>
                <a:cubicBezTo>
                  <a:pt x="9715652" y="2167357"/>
                  <a:pt x="9726702" y="2169643"/>
                  <a:pt x="9736684" y="2174443"/>
                </a:cubicBezTo>
                <a:lnTo>
                  <a:pt x="9831781" y="2219935"/>
                </a:lnTo>
                <a:cubicBezTo>
                  <a:pt x="9835972" y="2221916"/>
                  <a:pt x="9840315" y="2223516"/>
                  <a:pt x="9844812" y="2224659"/>
                </a:cubicBezTo>
                <a:lnTo>
                  <a:pt x="9986391" y="2260321"/>
                </a:lnTo>
                <a:cubicBezTo>
                  <a:pt x="9993020" y="2261997"/>
                  <a:pt x="9999802" y="2262683"/>
                  <a:pt x="10006584" y="2262378"/>
                </a:cubicBezTo>
                <a:lnTo>
                  <a:pt x="10171252" y="2254834"/>
                </a:lnTo>
                <a:lnTo>
                  <a:pt x="10324796" y="2243938"/>
                </a:lnTo>
                <a:cubicBezTo>
                  <a:pt x="10363886" y="2241195"/>
                  <a:pt x="10397566" y="2271141"/>
                  <a:pt x="10399318" y="2310308"/>
                </a:cubicBezTo>
                <a:lnTo>
                  <a:pt x="10461269" y="3704539"/>
                </a:lnTo>
                <a:lnTo>
                  <a:pt x="12192000" y="3704539"/>
                </a:lnTo>
                <a:lnTo>
                  <a:pt x="12192000" y="0"/>
                </a:lnTo>
                <a:lnTo>
                  <a:pt x="0" y="0"/>
                </a:lnTo>
                <a:close/>
              </a:path>
            </a:pathLst>
          </a:custGeom>
          <a:gradFill>
            <a:gsLst>
              <a:gs pos="100000">
                <a:schemeClr val="bg1"/>
              </a:gs>
              <a:gs pos="0">
                <a:schemeClr val="bg1">
                  <a:lumMod val="85000"/>
                  <a:lumOff val="15000"/>
                </a:schemeClr>
              </a:gs>
            </a:gsLst>
            <a:lin ang="0" scaled="0"/>
          </a:gradFill>
          <a:ln w="7620" cap="flat">
            <a:noFill/>
            <a:prstDash val="solid"/>
            <a:miter/>
          </a:ln>
          <a:effectLst>
            <a:outerShdw blurRad="279400" dist="38100" dir="5400000" algn="t" rotWithShape="0">
              <a:schemeClr val="accent1">
                <a:lumMod val="50000"/>
                <a:alpha val="8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 name="任意多边形: 形状 13"/>
          <p:cNvSpPr/>
          <p:nvPr>
            <p:custDataLst>
              <p:tags r:id="rId3"/>
            </p:custDataLst>
          </p:nvPr>
        </p:nvSpPr>
        <p:spPr>
          <a:xfrm>
            <a:off x="0" y="3704590"/>
            <a:ext cx="12192000" cy="3153410"/>
          </a:xfrm>
          <a:custGeom>
            <a:avLst/>
            <a:gdLst>
              <a:gd name="connsiteX0" fmla="*/ 10461269 w 12191999"/>
              <a:gd name="connsiteY0" fmla="*/ 0 h 3153308"/>
              <a:gd name="connsiteX1" fmla="*/ 10526192 w 12191999"/>
              <a:gd name="connsiteY1" fmla="*/ 1461059 h 3153308"/>
              <a:gd name="connsiteX2" fmla="*/ 10456621 w 12191999"/>
              <a:gd name="connsiteY2" fmla="*/ 1533830 h 3153308"/>
              <a:gd name="connsiteX3" fmla="*/ 10162565 w 12191999"/>
              <a:gd name="connsiteY3" fmla="*/ 1533830 h 3153308"/>
              <a:gd name="connsiteX4" fmla="*/ 10131552 w 12191999"/>
              <a:gd name="connsiteY4" fmla="*/ 1526591 h 3153308"/>
              <a:gd name="connsiteX5" fmla="*/ 9962084 w 12191999"/>
              <a:gd name="connsiteY5" fmla="*/ 1442466 h 3153308"/>
              <a:gd name="connsiteX6" fmla="*/ 9886340 w 12191999"/>
              <a:gd name="connsiteY6" fmla="*/ 1451458 h 3153308"/>
              <a:gd name="connsiteX7" fmla="*/ 9829648 w 12191999"/>
              <a:gd name="connsiteY7" fmla="*/ 1498930 h 3153308"/>
              <a:gd name="connsiteX8" fmla="*/ 9743998 w 12191999"/>
              <a:gd name="connsiteY8" fmla="*/ 1501902 h 3153308"/>
              <a:gd name="connsiteX9" fmla="*/ 9581312 w 12191999"/>
              <a:gd name="connsiteY9" fmla="*/ 1383716 h 3153308"/>
              <a:gd name="connsiteX10" fmla="*/ 9508083 w 12191999"/>
              <a:gd name="connsiteY10" fmla="*/ 1378305 h 3153308"/>
              <a:gd name="connsiteX11" fmla="*/ 9290913 w 12191999"/>
              <a:gd name="connsiteY11" fmla="*/ 1491767 h 3153308"/>
              <a:gd name="connsiteX12" fmla="*/ 9249614 w 12191999"/>
              <a:gd name="connsiteY12" fmla="*/ 1499083 h 3153308"/>
              <a:gd name="connsiteX13" fmla="*/ 9096603 w 12191999"/>
              <a:gd name="connsiteY13" fmla="*/ 1479118 h 3153308"/>
              <a:gd name="connsiteX14" fmla="*/ 9079611 w 12191999"/>
              <a:gd name="connsiteY14" fmla="*/ 1478966 h 3153308"/>
              <a:gd name="connsiteX15" fmla="*/ 8915628 w 12191999"/>
              <a:gd name="connsiteY15" fmla="*/ 1497787 h 3153308"/>
              <a:gd name="connsiteX16" fmla="*/ 8855735 w 12191999"/>
              <a:gd name="connsiteY16" fmla="*/ 1475003 h 3153308"/>
              <a:gd name="connsiteX17" fmla="*/ 8855735 w 12191999"/>
              <a:gd name="connsiteY17" fmla="*/ 1475003 h 3153308"/>
              <a:gd name="connsiteX18" fmla="*/ 8791498 w 12191999"/>
              <a:gd name="connsiteY18" fmla="*/ 1452906 h 3153308"/>
              <a:gd name="connsiteX19" fmla="*/ 8579434 w 12191999"/>
              <a:gd name="connsiteY19" fmla="*/ 1491006 h 3153308"/>
              <a:gd name="connsiteX20" fmla="*/ 8547430 w 12191999"/>
              <a:gd name="connsiteY20" fmla="*/ 1489253 h 3153308"/>
              <a:gd name="connsiteX21" fmla="*/ 8367141 w 12191999"/>
              <a:gd name="connsiteY21" fmla="*/ 1436141 h 3153308"/>
              <a:gd name="connsiteX22" fmla="*/ 8326298 w 12191999"/>
              <a:gd name="connsiteY22" fmla="*/ 1436599 h 3153308"/>
              <a:gd name="connsiteX23" fmla="*/ 8147837 w 12191999"/>
              <a:gd name="connsiteY23" fmla="*/ 1493596 h 3153308"/>
              <a:gd name="connsiteX24" fmla="*/ 8108290 w 12191999"/>
              <a:gd name="connsiteY24" fmla="*/ 1525829 h 3153308"/>
              <a:gd name="connsiteX25" fmla="*/ 8022107 w 12191999"/>
              <a:gd name="connsiteY25" fmla="*/ 1679067 h 3153308"/>
              <a:gd name="connsiteX26" fmla="*/ 7970672 w 12191999"/>
              <a:gd name="connsiteY26" fmla="*/ 1713967 h 3153308"/>
              <a:gd name="connsiteX27" fmla="*/ 7593178 w 12191999"/>
              <a:gd name="connsiteY27" fmla="*/ 1764563 h 3153308"/>
              <a:gd name="connsiteX28" fmla="*/ 7583957 w 12191999"/>
              <a:gd name="connsiteY28" fmla="*/ 1765173 h 3153308"/>
              <a:gd name="connsiteX29" fmla="*/ 7446645 w 12191999"/>
              <a:gd name="connsiteY29" fmla="*/ 1765173 h 3153308"/>
              <a:gd name="connsiteX30" fmla="*/ 7403211 w 12191999"/>
              <a:gd name="connsiteY30" fmla="*/ 1749933 h 3153308"/>
              <a:gd name="connsiteX31" fmla="*/ 7215454 w 12191999"/>
              <a:gd name="connsiteY31" fmla="*/ 1600048 h 3153308"/>
              <a:gd name="connsiteX32" fmla="*/ 7129044 w 12191999"/>
              <a:gd name="connsiteY32" fmla="*/ 1599667 h 3153308"/>
              <a:gd name="connsiteX33" fmla="*/ 7008038 w 12191999"/>
              <a:gd name="connsiteY33" fmla="*/ 1694459 h 3153308"/>
              <a:gd name="connsiteX34" fmla="*/ 6965061 w 12191999"/>
              <a:gd name="connsiteY34" fmla="*/ 1709318 h 3153308"/>
              <a:gd name="connsiteX35" fmla="*/ 6780962 w 12191999"/>
              <a:gd name="connsiteY35" fmla="*/ 1709318 h 3153308"/>
              <a:gd name="connsiteX36" fmla="*/ 6764350 w 12191999"/>
              <a:gd name="connsiteY36" fmla="*/ 1707337 h 3153308"/>
              <a:gd name="connsiteX37" fmla="*/ 6449797 w 12191999"/>
              <a:gd name="connsiteY37" fmla="*/ 1630071 h 3153308"/>
              <a:gd name="connsiteX38" fmla="*/ 6445606 w 12191999"/>
              <a:gd name="connsiteY38" fmla="*/ 1628927 h 3153308"/>
              <a:gd name="connsiteX39" fmla="*/ 6044337 w 12191999"/>
              <a:gd name="connsiteY39" fmla="*/ 1503426 h 3153308"/>
              <a:gd name="connsiteX40" fmla="*/ 6034507 w 12191999"/>
              <a:gd name="connsiteY40" fmla="*/ 1501140 h 3153308"/>
              <a:gd name="connsiteX41" fmla="*/ 5925922 w 12191999"/>
              <a:gd name="connsiteY41" fmla="*/ 1483843 h 3153308"/>
              <a:gd name="connsiteX42" fmla="*/ 5864276 w 12191999"/>
              <a:gd name="connsiteY42" fmla="*/ 1504874 h 3153308"/>
              <a:gd name="connsiteX43" fmla="*/ 5601919 w 12191999"/>
              <a:gd name="connsiteY43" fmla="*/ 1783232 h 3153308"/>
              <a:gd name="connsiteX44" fmla="*/ 5551247 w 12191999"/>
              <a:gd name="connsiteY44" fmla="*/ 1805102 h 3153308"/>
              <a:gd name="connsiteX45" fmla="*/ 5424069 w 12191999"/>
              <a:gd name="connsiteY45" fmla="*/ 1805102 h 3153308"/>
              <a:gd name="connsiteX46" fmla="*/ 5378425 w 12191999"/>
              <a:gd name="connsiteY46" fmla="*/ 1788109 h 3153308"/>
              <a:gd name="connsiteX47" fmla="*/ 5269688 w 12191999"/>
              <a:gd name="connsiteY47" fmla="*/ 1693850 h 3153308"/>
              <a:gd name="connsiteX48" fmla="*/ 5177409 w 12191999"/>
              <a:gd name="connsiteY48" fmla="*/ 1694764 h 3153308"/>
              <a:gd name="connsiteX49" fmla="*/ 4956582 w 12191999"/>
              <a:gd name="connsiteY49" fmla="*/ 1893799 h 3153308"/>
              <a:gd name="connsiteX50" fmla="*/ 4917491 w 12191999"/>
              <a:gd name="connsiteY50" fmla="*/ 1911325 h 3153308"/>
              <a:gd name="connsiteX51" fmla="*/ 4652087 w 12191999"/>
              <a:gd name="connsiteY51" fmla="*/ 1940357 h 3153308"/>
              <a:gd name="connsiteX52" fmla="*/ 4644542 w 12191999"/>
              <a:gd name="connsiteY52" fmla="*/ 1940738 h 3153308"/>
              <a:gd name="connsiteX53" fmla="*/ 4443679 w 12191999"/>
              <a:gd name="connsiteY53" fmla="*/ 1940738 h 3153308"/>
              <a:gd name="connsiteX54" fmla="*/ 4420515 w 12191999"/>
              <a:gd name="connsiteY54" fmla="*/ 1936776 h 3153308"/>
              <a:gd name="connsiteX55" fmla="*/ 4286479 w 12191999"/>
              <a:gd name="connsiteY55" fmla="*/ 1889455 h 3153308"/>
              <a:gd name="connsiteX56" fmla="*/ 4259809 w 12191999"/>
              <a:gd name="connsiteY56" fmla="*/ 1885569 h 3153308"/>
              <a:gd name="connsiteX57" fmla="*/ 4115181 w 12191999"/>
              <a:gd name="connsiteY57" fmla="*/ 1892732 h 3153308"/>
              <a:gd name="connsiteX58" fmla="*/ 3902278 w 12191999"/>
              <a:gd name="connsiteY58" fmla="*/ 1892732 h 3153308"/>
              <a:gd name="connsiteX59" fmla="*/ 3864788 w 12191999"/>
              <a:gd name="connsiteY59" fmla="*/ 1881759 h 3153308"/>
              <a:gd name="connsiteX60" fmla="*/ 3831031 w 12191999"/>
              <a:gd name="connsiteY60" fmla="*/ 1860194 h 3153308"/>
              <a:gd name="connsiteX61" fmla="*/ 3779063 w 12191999"/>
              <a:gd name="connsiteY61" fmla="*/ 1850745 h 3153308"/>
              <a:gd name="connsiteX62" fmla="*/ 3357143 w 12191999"/>
              <a:gd name="connsiteY62" fmla="*/ 1940509 h 3153308"/>
              <a:gd name="connsiteX63" fmla="*/ 2940634 w 12191999"/>
              <a:gd name="connsiteY63" fmla="*/ 2012290 h 3153308"/>
              <a:gd name="connsiteX64" fmla="*/ 2629205 w 12191999"/>
              <a:gd name="connsiteY64" fmla="*/ 2059381 h 3153308"/>
              <a:gd name="connsiteX65" fmla="*/ 2619147 w 12191999"/>
              <a:gd name="connsiteY65" fmla="*/ 2061667 h 3153308"/>
              <a:gd name="connsiteX66" fmla="*/ 2396414 w 12191999"/>
              <a:gd name="connsiteY66" fmla="*/ 2130247 h 3153308"/>
              <a:gd name="connsiteX67" fmla="*/ 2385060 w 12191999"/>
              <a:gd name="connsiteY67" fmla="*/ 2132762 h 3153308"/>
              <a:gd name="connsiteX68" fmla="*/ 2159356 w 12191999"/>
              <a:gd name="connsiteY68" fmla="*/ 2162556 h 3153308"/>
              <a:gd name="connsiteX69" fmla="*/ 2139925 w 12191999"/>
              <a:gd name="connsiteY69" fmla="*/ 2168042 h 3153308"/>
              <a:gd name="connsiteX70" fmla="*/ 1896237 w 12191999"/>
              <a:gd name="connsiteY70" fmla="*/ 2277389 h 3153308"/>
              <a:gd name="connsiteX71" fmla="*/ 1867738 w 12191999"/>
              <a:gd name="connsiteY71" fmla="*/ 2283486 h 3153308"/>
              <a:gd name="connsiteX72" fmla="*/ 1575740 w 12191999"/>
              <a:gd name="connsiteY72" fmla="*/ 2283486 h 3153308"/>
              <a:gd name="connsiteX73" fmla="*/ 1556842 w 12191999"/>
              <a:gd name="connsiteY73" fmla="*/ 2286076 h 3153308"/>
              <a:gd name="connsiteX74" fmla="*/ 1427378 w 12191999"/>
              <a:gd name="connsiteY74" fmla="*/ 2322576 h 3153308"/>
              <a:gd name="connsiteX75" fmla="*/ 1421740 w 12191999"/>
              <a:gd name="connsiteY75" fmla="*/ 2324405 h 3153308"/>
              <a:gd name="connsiteX76" fmla="*/ 1203122 w 12191999"/>
              <a:gd name="connsiteY76" fmla="*/ 2406625 h 3153308"/>
              <a:gd name="connsiteX77" fmla="*/ 1178585 w 12191999"/>
              <a:gd name="connsiteY77" fmla="*/ 2411121 h 3153308"/>
              <a:gd name="connsiteX78" fmla="*/ 1090803 w 12191999"/>
              <a:gd name="connsiteY78" fmla="*/ 2411121 h 3153308"/>
              <a:gd name="connsiteX79" fmla="*/ 1075335 w 12191999"/>
              <a:gd name="connsiteY79" fmla="*/ 2409368 h 3153308"/>
              <a:gd name="connsiteX80" fmla="*/ 940156 w 12191999"/>
              <a:gd name="connsiteY80" fmla="*/ 2378583 h 3153308"/>
              <a:gd name="connsiteX81" fmla="*/ 882015 w 12191999"/>
              <a:gd name="connsiteY81" fmla="*/ 2391461 h 3153308"/>
              <a:gd name="connsiteX82" fmla="*/ 758190 w 12191999"/>
              <a:gd name="connsiteY82" fmla="*/ 2487473 h 3153308"/>
              <a:gd name="connsiteX83" fmla="*/ 702031 w 12191999"/>
              <a:gd name="connsiteY83" fmla="*/ 2500732 h 3153308"/>
              <a:gd name="connsiteX84" fmla="*/ 469925 w 12191999"/>
              <a:gd name="connsiteY84" fmla="*/ 2454936 h 3153308"/>
              <a:gd name="connsiteX85" fmla="*/ 430911 w 12191999"/>
              <a:gd name="connsiteY85" fmla="*/ 2458441 h 3153308"/>
              <a:gd name="connsiteX86" fmla="*/ 325831 w 12191999"/>
              <a:gd name="connsiteY86" fmla="*/ 2499893 h 3153308"/>
              <a:gd name="connsiteX87" fmla="*/ 289560 w 12191999"/>
              <a:gd name="connsiteY87" fmla="*/ 2503932 h 3153308"/>
              <a:gd name="connsiteX88" fmla="*/ 58979 w 12191999"/>
              <a:gd name="connsiteY88" fmla="*/ 2468118 h 3153308"/>
              <a:gd name="connsiteX89" fmla="*/ 0 w 12191999"/>
              <a:gd name="connsiteY89" fmla="*/ 2399309 h 3153308"/>
              <a:gd name="connsiteX90" fmla="*/ 0 w 12191999"/>
              <a:gd name="connsiteY90" fmla="*/ 3153308 h 3153308"/>
              <a:gd name="connsiteX91" fmla="*/ 12192000 w 12191999"/>
              <a:gd name="connsiteY91" fmla="*/ 3153308 h 3153308"/>
              <a:gd name="connsiteX92" fmla="*/ 12192000 w 12191999"/>
              <a:gd name="connsiteY92" fmla="*/ 0 h 3153308"/>
              <a:gd name="connsiteX93" fmla="*/ 10461269 w 12191999"/>
              <a:gd name="connsiteY93" fmla="*/ 0 h 3153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12191999" h="3153308">
                <a:moveTo>
                  <a:pt x="10461269" y="0"/>
                </a:moveTo>
                <a:lnTo>
                  <a:pt x="10526192" y="1461059"/>
                </a:lnTo>
                <a:cubicBezTo>
                  <a:pt x="10527944" y="1500683"/>
                  <a:pt x="10496322" y="1533830"/>
                  <a:pt x="10456621" y="1533830"/>
                </a:cubicBezTo>
                <a:lnTo>
                  <a:pt x="10162565" y="1533830"/>
                </a:lnTo>
                <a:cubicBezTo>
                  <a:pt x="10151821" y="1533830"/>
                  <a:pt x="10141229" y="1531315"/>
                  <a:pt x="10131552" y="1526591"/>
                </a:cubicBezTo>
                <a:lnTo>
                  <a:pt x="9962084" y="1442466"/>
                </a:lnTo>
                <a:cubicBezTo>
                  <a:pt x="9937319" y="1430122"/>
                  <a:pt x="9907600" y="1433703"/>
                  <a:pt x="9886340" y="1451458"/>
                </a:cubicBezTo>
                <a:lnTo>
                  <a:pt x="9829648" y="1498930"/>
                </a:lnTo>
                <a:cubicBezTo>
                  <a:pt x="9805187" y="1519428"/>
                  <a:pt x="9769830" y="1520647"/>
                  <a:pt x="9743998" y="1501902"/>
                </a:cubicBezTo>
                <a:lnTo>
                  <a:pt x="9581312" y="1383716"/>
                </a:lnTo>
                <a:cubicBezTo>
                  <a:pt x="9559900" y="1368171"/>
                  <a:pt x="9531554" y="1366114"/>
                  <a:pt x="9508083" y="1378305"/>
                </a:cubicBezTo>
                <a:lnTo>
                  <a:pt x="9290913" y="1491767"/>
                </a:lnTo>
                <a:cubicBezTo>
                  <a:pt x="9278264" y="1498397"/>
                  <a:pt x="9263787" y="1500988"/>
                  <a:pt x="9249614" y="1499083"/>
                </a:cubicBezTo>
                <a:lnTo>
                  <a:pt x="9096603" y="1479118"/>
                </a:lnTo>
                <a:cubicBezTo>
                  <a:pt x="9090965" y="1478356"/>
                  <a:pt x="9085250" y="1478356"/>
                  <a:pt x="9079611" y="1478966"/>
                </a:cubicBezTo>
                <a:lnTo>
                  <a:pt x="8915628" y="1497787"/>
                </a:lnTo>
                <a:cubicBezTo>
                  <a:pt x="8893150" y="1500378"/>
                  <a:pt x="8870823" y="1491920"/>
                  <a:pt x="8855735" y="1475003"/>
                </a:cubicBezTo>
                <a:lnTo>
                  <a:pt x="8855735" y="1475003"/>
                </a:lnTo>
                <a:cubicBezTo>
                  <a:pt x="8839581" y="1457020"/>
                  <a:pt x="8815274" y="1448638"/>
                  <a:pt x="8791498" y="1452906"/>
                </a:cubicBezTo>
                <a:lnTo>
                  <a:pt x="8579434" y="1491006"/>
                </a:lnTo>
                <a:cubicBezTo>
                  <a:pt x="8568766" y="1492911"/>
                  <a:pt x="8557794" y="1492301"/>
                  <a:pt x="8547430" y="1489253"/>
                </a:cubicBezTo>
                <a:lnTo>
                  <a:pt x="8367141" y="1436141"/>
                </a:lnTo>
                <a:cubicBezTo>
                  <a:pt x="8353806" y="1432179"/>
                  <a:pt x="8339557" y="1432331"/>
                  <a:pt x="8326298" y="1436599"/>
                </a:cubicBezTo>
                <a:lnTo>
                  <a:pt x="8147837" y="1493596"/>
                </a:lnTo>
                <a:cubicBezTo>
                  <a:pt x="8131074" y="1498930"/>
                  <a:pt x="8116901" y="1510436"/>
                  <a:pt x="8108290" y="1525829"/>
                </a:cubicBezTo>
                <a:lnTo>
                  <a:pt x="8022107" y="1679067"/>
                </a:lnTo>
                <a:cubicBezTo>
                  <a:pt x="8011364" y="1698117"/>
                  <a:pt x="7992314" y="1711071"/>
                  <a:pt x="7970672" y="1713967"/>
                </a:cubicBezTo>
                <a:lnTo>
                  <a:pt x="7593178" y="1764563"/>
                </a:lnTo>
                <a:cubicBezTo>
                  <a:pt x="7590130" y="1764944"/>
                  <a:pt x="7587006" y="1765173"/>
                  <a:pt x="7583957" y="1765173"/>
                </a:cubicBezTo>
                <a:lnTo>
                  <a:pt x="7446645" y="1765173"/>
                </a:lnTo>
                <a:cubicBezTo>
                  <a:pt x="7430872" y="1765173"/>
                  <a:pt x="7415556" y="1759839"/>
                  <a:pt x="7403211" y="1749933"/>
                </a:cubicBezTo>
                <a:lnTo>
                  <a:pt x="7215454" y="1600048"/>
                </a:lnTo>
                <a:cubicBezTo>
                  <a:pt x="7190232" y="1579931"/>
                  <a:pt x="7154418" y="1579778"/>
                  <a:pt x="7129044" y="1599667"/>
                </a:cubicBezTo>
                <a:lnTo>
                  <a:pt x="7008038" y="1694459"/>
                </a:lnTo>
                <a:cubicBezTo>
                  <a:pt x="6995770" y="1704060"/>
                  <a:pt x="6980682" y="1709318"/>
                  <a:pt x="6965061" y="1709318"/>
                </a:cubicBezTo>
                <a:lnTo>
                  <a:pt x="6780962" y="1709318"/>
                </a:lnTo>
                <a:cubicBezTo>
                  <a:pt x="6775399" y="1709318"/>
                  <a:pt x="6769761" y="1708633"/>
                  <a:pt x="6764350" y="1707337"/>
                </a:cubicBezTo>
                <a:lnTo>
                  <a:pt x="6449797" y="1630071"/>
                </a:lnTo>
                <a:cubicBezTo>
                  <a:pt x="6448425" y="1629689"/>
                  <a:pt x="6446978" y="1629308"/>
                  <a:pt x="6445606" y="1628927"/>
                </a:cubicBezTo>
                <a:lnTo>
                  <a:pt x="6044337" y="1503426"/>
                </a:lnTo>
                <a:cubicBezTo>
                  <a:pt x="6041136" y="1502436"/>
                  <a:pt x="6037860" y="1501673"/>
                  <a:pt x="6034507" y="1501140"/>
                </a:cubicBezTo>
                <a:lnTo>
                  <a:pt x="5925922" y="1483843"/>
                </a:lnTo>
                <a:cubicBezTo>
                  <a:pt x="5903138" y="1480185"/>
                  <a:pt x="5880049" y="1488110"/>
                  <a:pt x="5864276" y="1504874"/>
                </a:cubicBezTo>
                <a:lnTo>
                  <a:pt x="5601919" y="1783232"/>
                </a:lnTo>
                <a:cubicBezTo>
                  <a:pt x="5588737" y="1797177"/>
                  <a:pt x="5570449" y="1805102"/>
                  <a:pt x="5551247" y="1805102"/>
                </a:cubicBezTo>
                <a:lnTo>
                  <a:pt x="5424069" y="1805102"/>
                </a:lnTo>
                <a:cubicBezTo>
                  <a:pt x="5407305" y="1805102"/>
                  <a:pt x="5391150" y="1799082"/>
                  <a:pt x="5378425" y="1788109"/>
                </a:cubicBezTo>
                <a:lnTo>
                  <a:pt x="5269688" y="1693850"/>
                </a:lnTo>
                <a:cubicBezTo>
                  <a:pt x="5243094" y="1670837"/>
                  <a:pt x="5203546" y="1671218"/>
                  <a:pt x="5177409" y="1694764"/>
                </a:cubicBezTo>
                <a:lnTo>
                  <a:pt x="4956582" y="1893799"/>
                </a:lnTo>
                <a:cubicBezTo>
                  <a:pt x="4945685" y="1903552"/>
                  <a:pt x="4932045" y="1909724"/>
                  <a:pt x="4917491" y="1911325"/>
                </a:cubicBezTo>
                <a:lnTo>
                  <a:pt x="4652087" y="1940357"/>
                </a:lnTo>
                <a:cubicBezTo>
                  <a:pt x="4649572" y="1940662"/>
                  <a:pt x="4647057" y="1940738"/>
                  <a:pt x="4644542" y="1940738"/>
                </a:cubicBezTo>
                <a:lnTo>
                  <a:pt x="4443679" y="1940738"/>
                </a:lnTo>
                <a:cubicBezTo>
                  <a:pt x="4435755" y="1940738"/>
                  <a:pt x="4427982" y="1939366"/>
                  <a:pt x="4420515" y="1936776"/>
                </a:cubicBezTo>
                <a:lnTo>
                  <a:pt x="4286479" y="1889455"/>
                </a:lnTo>
                <a:cubicBezTo>
                  <a:pt x="4277944" y="1886407"/>
                  <a:pt x="4268877" y="1885112"/>
                  <a:pt x="4259809" y="1885569"/>
                </a:cubicBezTo>
                <a:lnTo>
                  <a:pt x="4115181" y="1892732"/>
                </a:lnTo>
                <a:lnTo>
                  <a:pt x="3902278" y="1892732"/>
                </a:lnTo>
                <a:cubicBezTo>
                  <a:pt x="3889020" y="1892732"/>
                  <a:pt x="3875989" y="1888922"/>
                  <a:pt x="3864788" y="1881759"/>
                </a:cubicBezTo>
                <a:lnTo>
                  <a:pt x="3831031" y="1860194"/>
                </a:lnTo>
                <a:cubicBezTo>
                  <a:pt x="3815639" y="1850365"/>
                  <a:pt x="3796970" y="1846935"/>
                  <a:pt x="3779063" y="1850745"/>
                </a:cubicBezTo>
                <a:lnTo>
                  <a:pt x="3357143" y="1940509"/>
                </a:lnTo>
                <a:lnTo>
                  <a:pt x="2940634" y="2012290"/>
                </a:lnTo>
                <a:lnTo>
                  <a:pt x="2629205" y="2059381"/>
                </a:lnTo>
                <a:cubicBezTo>
                  <a:pt x="2625776" y="2059915"/>
                  <a:pt x="2622423" y="2060677"/>
                  <a:pt x="2619147" y="2061667"/>
                </a:cubicBezTo>
                <a:lnTo>
                  <a:pt x="2396414" y="2130247"/>
                </a:lnTo>
                <a:cubicBezTo>
                  <a:pt x="2392680" y="2131390"/>
                  <a:pt x="2388870" y="2132228"/>
                  <a:pt x="2385060" y="2132762"/>
                </a:cubicBezTo>
                <a:lnTo>
                  <a:pt x="2159356" y="2162556"/>
                </a:lnTo>
                <a:cubicBezTo>
                  <a:pt x="2152650" y="2163471"/>
                  <a:pt x="2146097" y="2165299"/>
                  <a:pt x="2139925" y="2168042"/>
                </a:cubicBezTo>
                <a:lnTo>
                  <a:pt x="1896237" y="2277389"/>
                </a:lnTo>
                <a:cubicBezTo>
                  <a:pt x="1887245" y="2281428"/>
                  <a:pt x="1877568" y="2283486"/>
                  <a:pt x="1867738" y="2283486"/>
                </a:cubicBezTo>
                <a:lnTo>
                  <a:pt x="1575740" y="2283486"/>
                </a:lnTo>
                <a:cubicBezTo>
                  <a:pt x="1569339" y="2283486"/>
                  <a:pt x="1563015" y="2284400"/>
                  <a:pt x="1556842" y="2286076"/>
                </a:cubicBezTo>
                <a:lnTo>
                  <a:pt x="1427378" y="2322576"/>
                </a:lnTo>
                <a:cubicBezTo>
                  <a:pt x="1425473" y="2323109"/>
                  <a:pt x="1423568" y="2323719"/>
                  <a:pt x="1421740" y="2324405"/>
                </a:cubicBezTo>
                <a:lnTo>
                  <a:pt x="1203122" y="2406625"/>
                </a:lnTo>
                <a:cubicBezTo>
                  <a:pt x="1195273" y="2409597"/>
                  <a:pt x="1186967" y="2411121"/>
                  <a:pt x="1178585" y="2411121"/>
                </a:cubicBezTo>
                <a:lnTo>
                  <a:pt x="1090803" y="2411121"/>
                </a:lnTo>
                <a:cubicBezTo>
                  <a:pt x="1085621" y="2411121"/>
                  <a:pt x="1080364" y="2410511"/>
                  <a:pt x="1075335" y="2409368"/>
                </a:cubicBezTo>
                <a:lnTo>
                  <a:pt x="940156" y="2378583"/>
                </a:lnTo>
                <a:cubicBezTo>
                  <a:pt x="919810" y="2373935"/>
                  <a:pt x="898474" y="2378659"/>
                  <a:pt x="882015" y="2391461"/>
                </a:cubicBezTo>
                <a:lnTo>
                  <a:pt x="758190" y="2487473"/>
                </a:lnTo>
                <a:cubicBezTo>
                  <a:pt x="742264" y="2499817"/>
                  <a:pt x="721766" y="2504694"/>
                  <a:pt x="702031" y="2500732"/>
                </a:cubicBezTo>
                <a:lnTo>
                  <a:pt x="469925" y="2454936"/>
                </a:lnTo>
                <a:cubicBezTo>
                  <a:pt x="456819" y="2452345"/>
                  <a:pt x="443332" y="2453564"/>
                  <a:pt x="430911" y="2458441"/>
                </a:cubicBezTo>
                <a:lnTo>
                  <a:pt x="325831" y="2499893"/>
                </a:lnTo>
                <a:cubicBezTo>
                  <a:pt x="314325" y="2504466"/>
                  <a:pt x="301828" y="2505837"/>
                  <a:pt x="289560" y="2503932"/>
                </a:cubicBezTo>
                <a:lnTo>
                  <a:pt x="58979" y="2468118"/>
                </a:lnTo>
                <a:cubicBezTo>
                  <a:pt x="25070" y="2462860"/>
                  <a:pt x="0" y="2433599"/>
                  <a:pt x="0" y="2399309"/>
                </a:cubicBezTo>
                <a:lnTo>
                  <a:pt x="0" y="3153308"/>
                </a:lnTo>
                <a:lnTo>
                  <a:pt x="12192000" y="3153308"/>
                </a:lnTo>
                <a:lnTo>
                  <a:pt x="12192000" y="0"/>
                </a:lnTo>
                <a:lnTo>
                  <a:pt x="10461269" y="0"/>
                </a:lnTo>
                <a:close/>
              </a:path>
            </a:pathLst>
          </a:custGeom>
          <a:gradFill>
            <a:gsLst>
              <a:gs pos="100000">
                <a:schemeClr val="bg1"/>
              </a:gs>
              <a:gs pos="0">
                <a:schemeClr val="bg1">
                  <a:lumMod val="85000"/>
                  <a:lumOff val="15000"/>
                </a:schemeClr>
              </a:gs>
            </a:gsLst>
            <a:lin ang="0" scaled="0"/>
          </a:gradFill>
          <a:ln w="7620" cap="flat">
            <a:noFill/>
            <a:prstDash val="solid"/>
            <a:miter/>
          </a:ln>
          <a:effectLst>
            <a:outerShdw blurRad="279400" dist="38100" dir="14280000" algn="t" rotWithShape="0">
              <a:schemeClr val="accent1">
                <a:lumMod val="50000"/>
                <a:alpha val="8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5" name="任意多边形: 形状 14"/>
          <p:cNvSpPr/>
          <p:nvPr>
            <p:custDataLst>
              <p:tags r:id="rId4"/>
            </p:custDataLst>
          </p:nvPr>
        </p:nvSpPr>
        <p:spPr>
          <a:xfrm>
            <a:off x="10502900" y="2438400"/>
            <a:ext cx="1689100" cy="2286635"/>
          </a:xfrm>
          <a:custGeom>
            <a:avLst/>
            <a:gdLst>
              <a:gd name="connsiteX0" fmla="*/ 0 w 1689201"/>
              <a:gd name="connsiteY0" fmla="*/ 0 h 6858000"/>
              <a:gd name="connsiteX1" fmla="*/ 1689202 w 1689201"/>
              <a:gd name="connsiteY1" fmla="*/ 0 h 6858000"/>
              <a:gd name="connsiteX2" fmla="*/ 1689202 w 1689201"/>
              <a:gd name="connsiteY2" fmla="*/ 6858000 h 6858000"/>
              <a:gd name="connsiteX3" fmla="*/ 0 w 16892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689201" h="6858000">
                <a:moveTo>
                  <a:pt x="0" y="0"/>
                </a:moveTo>
                <a:lnTo>
                  <a:pt x="1689202" y="0"/>
                </a:lnTo>
                <a:lnTo>
                  <a:pt x="1689202" y="6858000"/>
                </a:lnTo>
                <a:lnTo>
                  <a:pt x="0" y="6858000"/>
                </a:lnTo>
                <a:close/>
              </a:path>
            </a:pathLst>
          </a:custGeom>
          <a:gradFill>
            <a:gsLst>
              <a:gs pos="56000">
                <a:schemeClr val="bg1"/>
              </a:gs>
              <a:gs pos="0">
                <a:schemeClr val="bg1">
                  <a:lumMod val="85000"/>
                  <a:lumOff val="15000"/>
                </a:schemeClr>
              </a:gs>
            </a:gsLst>
            <a:lin ang="0" scaled="0"/>
          </a:gra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6" name="任意多边形: 形状 15"/>
          <p:cNvSpPr/>
          <p:nvPr>
            <p:custDataLst>
              <p:tags r:id="rId5"/>
            </p:custDataLst>
          </p:nvPr>
        </p:nvSpPr>
        <p:spPr>
          <a:xfrm>
            <a:off x="10346055" y="954405"/>
            <a:ext cx="1332230" cy="672465"/>
          </a:xfrm>
          <a:custGeom>
            <a:avLst/>
            <a:gdLst>
              <a:gd name="connsiteX0" fmla="*/ 75 w 1332280"/>
              <a:gd name="connsiteY0" fmla="*/ 135712 h 672617"/>
              <a:gd name="connsiteX1" fmla="*/ 183566 w 1332280"/>
              <a:gd name="connsiteY1" fmla="*/ 231419 h 672617"/>
              <a:gd name="connsiteX2" fmla="*/ 287274 w 1332280"/>
              <a:gd name="connsiteY2" fmla="*/ 135712 h 672617"/>
              <a:gd name="connsiteX3" fmla="*/ 406907 w 1332280"/>
              <a:gd name="connsiteY3" fmla="*/ 181966 h 672617"/>
              <a:gd name="connsiteX4" fmla="*/ 550469 w 1332280"/>
              <a:gd name="connsiteY4" fmla="*/ 132512 h 672617"/>
              <a:gd name="connsiteX5" fmla="*/ 674141 w 1332280"/>
              <a:gd name="connsiteY5" fmla="*/ 132512 h 672617"/>
              <a:gd name="connsiteX6" fmla="*/ 765276 w 1332280"/>
              <a:gd name="connsiteY6" fmla="*/ 73609 h 672617"/>
              <a:gd name="connsiteX7" fmla="*/ 845667 w 1332280"/>
              <a:gd name="connsiteY7" fmla="*/ 139598 h 672617"/>
              <a:gd name="connsiteX8" fmla="*/ 981303 w 1332280"/>
              <a:gd name="connsiteY8" fmla="*/ 47854 h 672617"/>
              <a:gd name="connsiteX9" fmla="*/ 1204646 w 1332280"/>
              <a:gd name="connsiteY9" fmla="*/ 0 h 672617"/>
              <a:gd name="connsiteX10" fmla="*/ 1300352 w 1332280"/>
              <a:gd name="connsiteY10" fmla="*/ 115672 h 672617"/>
              <a:gd name="connsiteX11" fmla="*/ 1332281 w 1332280"/>
              <a:gd name="connsiteY11" fmla="*/ 566395 h 672617"/>
              <a:gd name="connsiteX12" fmla="*/ 63856 w 1332280"/>
              <a:gd name="connsiteY12" fmla="*/ 672617 h 672617"/>
              <a:gd name="connsiteX13" fmla="*/ 0 w 1332280"/>
              <a:gd name="connsiteY13" fmla="*/ 502539 h 672617"/>
              <a:gd name="connsiteX14" fmla="*/ 0 w 1332280"/>
              <a:gd name="connsiteY14" fmla="*/ 135712 h 672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32280" h="672617">
                <a:moveTo>
                  <a:pt x="75" y="135712"/>
                </a:moveTo>
                <a:lnTo>
                  <a:pt x="183566" y="231419"/>
                </a:lnTo>
                <a:cubicBezTo>
                  <a:pt x="183566" y="231419"/>
                  <a:pt x="263347" y="111785"/>
                  <a:pt x="287274" y="135712"/>
                </a:cubicBezTo>
                <a:cubicBezTo>
                  <a:pt x="311201" y="159639"/>
                  <a:pt x="359054" y="196367"/>
                  <a:pt x="406907" y="181966"/>
                </a:cubicBezTo>
                <a:cubicBezTo>
                  <a:pt x="454761" y="167564"/>
                  <a:pt x="518617" y="145313"/>
                  <a:pt x="550469" y="132512"/>
                </a:cubicBezTo>
                <a:cubicBezTo>
                  <a:pt x="582396" y="119710"/>
                  <a:pt x="674141" y="132512"/>
                  <a:pt x="674141" y="132512"/>
                </a:cubicBezTo>
                <a:lnTo>
                  <a:pt x="765276" y="73609"/>
                </a:lnTo>
                <a:lnTo>
                  <a:pt x="845667" y="139598"/>
                </a:lnTo>
                <a:lnTo>
                  <a:pt x="981303" y="47854"/>
                </a:lnTo>
                <a:lnTo>
                  <a:pt x="1204646" y="0"/>
                </a:lnTo>
                <a:lnTo>
                  <a:pt x="1300352" y="115672"/>
                </a:lnTo>
                <a:lnTo>
                  <a:pt x="1332281" y="566395"/>
                </a:lnTo>
                <a:lnTo>
                  <a:pt x="63856" y="672617"/>
                </a:lnTo>
                <a:lnTo>
                  <a:pt x="0" y="502539"/>
                </a:lnTo>
                <a:lnTo>
                  <a:pt x="0" y="135712"/>
                </a:lnTo>
                <a:close/>
              </a:path>
            </a:pathLst>
          </a:custGeom>
          <a:solidFill>
            <a:srgbClr val="DCDCDC"/>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7" name="任意多边形: 形状 16"/>
          <p:cNvSpPr/>
          <p:nvPr>
            <p:custDataLst>
              <p:tags r:id="rId6"/>
            </p:custDataLst>
          </p:nvPr>
        </p:nvSpPr>
        <p:spPr>
          <a:xfrm>
            <a:off x="10346055" y="1330325"/>
            <a:ext cx="1332230" cy="1108075"/>
          </a:xfrm>
          <a:custGeom>
            <a:avLst/>
            <a:gdLst>
              <a:gd name="connsiteX0" fmla="*/ 0 w 1332205"/>
              <a:gd name="connsiteY0" fmla="*/ 126797 h 1108024"/>
              <a:gd name="connsiteX1" fmla="*/ 111709 w 1332205"/>
              <a:gd name="connsiteY1" fmla="*/ 126797 h 1108024"/>
              <a:gd name="connsiteX2" fmla="*/ 223419 w 1332205"/>
              <a:gd name="connsiteY2" fmla="*/ 166649 h 1108024"/>
              <a:gd name="connsiteX3" fmla="*/ 422835 w 1332205"/>
              <a:gd name="connsiteY3" fmla="*/ 7087 h 1108024"/>
              <a:gd name="connsiteX4" fmla="*/ 710032 w 1332205"/>
              <a:gd name="connsiteY4" fmla="*/ 7087 h 1108024"/>
              <a:gd name="connsiteX5" fmla="*/ 957301 w 1332205"/>
              <a:gd name="connsiteY5" fmla="*/ 0 h 1108024"/>
              <a:gd name="connsiteX6" fmla="*/ 1124789 w 1332205"/>
              <a:gd name="connsiteY6" fmla="*/ 83287 h 1108024"/>
              <a:gd name="connsiteX7" fmla="*/ 1276350 w 1332205"/>
              <a:gd name="connsiteY7" fmla="*/ 0 h 1108024"/>
              <a:gd name="connsiteX8" fmla="*/ 1332205 w 1332205"/>
              <a:gd name="connsiteY8" fmla="*/ 47015 h 1108024"/>
              <a:gd name="connsiteX9" fmla="*/ 1332205 w 1332205"/>
              <a:gd name="connsiteY9" fmla="*/ 1052170 h 1108024"/>
              <a:gd name="connsiteX10" fmla="*/ 39853 w 1332205"/>
              <a:gd name="connsiteY10" fmla="*/ 1108024 h 1108024"/>
              <a:gd name="connsiteX11" fmla="*/ 0 w 1332205"/>
              <a:gd name="connsiteY11" fmla="*/ 126797 h 110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2205" h="1108024">
                <a:moveTo>
                  <a:pt x="0" y="126797"/>
                </a:moveTo>
                <a:lnTo>
                  <a:pt x="111709" y="126797"/>
                </a:lnTo>
                <a:lnTo>
                  <a:pt x="223419" y="166649"/>
                </a:lnTo>
                <a:cubicBezTo>
                  <a:pt x="223419" y="166649"/>
                  <a:pt x="351054" y="23089"/>
                  <a:pt x="422835" y="7087"/>
                </a:cubicBezTo>
                <a:cubicBezTo>
                  <a:pt x="494614" y="-8839"/>
                  <a:pt x="710032" y="7087"/>
                  <a:pt x="710032" y="7087"/>
                </a:cubicBezTo>
                <a:lnTo>
                  <a:pt x="957301" y="0"/>
                </a:lnTo>
                <a:lnTo>
                  <a:pt x="1124789" y="83287"/>
                </a:lnTo>
                <a:lnTo>
                  <a:pt x="1276350" y="0"/>
                </a:lnTo>
                <a:lnTo>
                  <a:pt x="1332205" y="47015"/>
                </a:lnTo>
                <a:lnTo>
                  <a:pt x="1332205" y="1052170"/>
                </a:lnTo>
                <a:lnTo>
                  <a:pt x="39853" y="1108024"/>
                </a:lnTo>
                <a:lnTo>
                  <a:pt x="0" y="126797"/>
                </a:lnTo>
                <a:close/>
              </a:path>
            </a:pathLst>
          </a:custGeom>
          <a:gradFill>
            <a:gsLst>
              <a:gs pos="5870">
                <a:schemeClr val="accent2"/>
              </a:gs>
              <a:gs pos="39110">
                <a:schemeClr val="lt1"/>
              </a:gs>
              <a:gs pos="100000">
                <a:schemeClr val="accent3"/>
              </a:gs>
            </a:gsLst>
            <a:lin ang="20990744" scaled="1"/>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 name="任意多边形: 形状 17"/>
          <p:cNvSpPr/>
          <p:nvPr>
            <p:custDataLst>
              <p:tags r:id="rId7"/>
            </p:custDataLst>
          </p:nvPr>
        </p:nvSpPr>
        <p:spPr>
          <a:xfrm>
            <a:off x="10181590" y="1696085"/>
            <a:ext cx="1663700" cy="4096385"/>
          </a:xfrm>
          <a:custGeom>
            <a:avLst/>
            <a:gdLst>
              <a:gd name="connsiteX0" fmla="*/ 0 w 1663826"/>
              <a:gd name="connsiteY0" fmla="*/ 343357 h 4096435"/>
              <a:gd name="connsiteX1" fmla="*/ 140208 w 1663826"/>
              <a:gd name="connsiteY1" fmla="*/ 351053 h 4096435"/>
              <a:gd name="connsiteX2" fmla="*/ 275844 w 1663826"/>
              <a:gd name="connsiteY2" fmla="*/ 299237 h 4096435"/>
              <a:gd name="connsiteX3" fmla="*/ 379552 w 1663826"/>
              <a:gd name="connsiteY3" fmla="*/ 351053 h 4096435"/>
              <a:gd name="connsiteX4" fmla="*/ 499186 w 1663826"/>
              <a:gd name="connsiteY4" fmla="*/ 247345 h 4096435"/>
              <a:gd name="connsiteX5" fmla="*/ 722528 w 1663826"/>
              <a:gd name="connsiteY5" fmla="*/ 247345 h 4096435"/>
              <a:gd name="connsiteX6" fmla="*/ 762380 w 1663826"/>
              <a:gd name="connsiteY6" fmla="*/ 167564 h 4096435"/>
              <a:gd name="connsiteX7" fmla="*/ 838200 w 1663826"/>
              <a:gd name="connsiteY7" fmla="*/ 187985 h 4096435"/>
              <a:gd name="connsiteX8" fmla="*/ 898017 w 1663826"/>
              <a:gd name="connsiteY8" fmla="*/ 259308 h 4096435"/>
              <a:gd name="connsiteX9" fmla="*/ 993724 w 1663826"/>
              <a:gd name="connsiteY9" fmla="*/ 167564 h 4096435"/>
              <a:gd name="connsiteX10" fmla="*/ 1089431 w 1663826"/>
              <a:gd name="connsiteY10" fmla="*/ 79781 h 4096435"/>
              <a:gd name="connsiteX11" fmla="*/ 1193139 w 1663826"/>
              <a:gd name="connsiteY11" fmla="*/ 0 h 4096435"/>
              <a:gd name="connsiteX12" fmla="*/ 1304849 w 1663826"/>
              <a:gd name="connsiteY12" fmla="*/ 0 h 4096435"/>
              <a:gd name="connsiteX13" fmla="*/ 1360703 w 1663826"/>
              <a:gd name="connsiteY13" fmla="*/ 0 h 4096435"/>
              <a:gd name="connsiteX14" fmla="*/ 1408557 w 1663826"/>
              <a:gd name="connsiteY14" fmla="*/ 55855 h 4096435"/>
              <a:gd name="connsiteX15" fmla="*/ 1480338 w 1663826"/>
              <a:gd name="connsiteY15" fmla="*/ 0 h 4096435"/>
              <a:gd name="connsiteX16" fmla="*/ 1504265 w 1663826"/>
              <a:gd name="connsiteY16" fmla="*/ 127635 h 4096435"/>
              <a:gd name="connsiteX17" fmla="*/ 1663827 w 1663826"/>
              <a:gd name="connsiteY17" fmla="*/ 3845128 h 4096435"/>
              <a:gd name="connsiteX18" fmla="*/ 1536192 w 1663826"/>
              <a:gd name="connsiteY18" fmla="*/ 3845128 h 4096435"/>
              <a:gd name="connsiteX19" fmla="*/ 1432484 w 1663826"/>
              <a:gd name="connsiteY19" fmla="*/ 3924910 h 4096435"/>
              <a:gd name="connsiteX20" fmla="*/ 1288923 w 1663826"/>
              <a:gd name="connsiteY20" fmla="*/ 3965600 h 4096435"/>
              <a:gd name="connsiteX21" fmla="*/ 1193216 w 1663826"/>
              <a:gd name="connsiteY21" fmla="*/ 4020693 h 4096435"/>
              <a:gd name="connsiteX22" fmla="*/ 1025728 w 1663826"/>
              <a:gd name="connsiteY22" fmla="*/ 4076548 h 4096435"/>
              <a:gd name="connsiteX23" fmla="*/ 770458 w 1663826"/>
              <a:gd name="connsiteY23" fmla="*/ 4076548 h 4096435"/>
              <a:gd name="connsiteX24" fmla="*/ 687400 w 1663826"/>
              <a:gd name="connsiteY24" fmla="*/ 4096436 h 4096435"/>
              <a:gd name="connsiteX25" fmla="*/ 626821 w 1663826"/>
              <a:gd name="connsiteY25" fmla="*/ 4020769 h 4096435"/>
              <a:gd name="connsiteX26" fmla="*/ 499186 w 1663826"/>
              <a:gd name="connsiteY26" fmla="*/ 4012768 h 4096435"/>
              <a:gd name="connsiteX27" fmla="*/ 347624 w 1663826"/>
              <a:gd name="connsiteY27" fmla="*/ 3965677 h 4096435"/>
              <a:gd name="connsiteX28" fmla="*/ 242392 w 1663826"/>
              <a:gd name="connsiteY28" fmla="*/ 3907308 h 4096435"/>
              <a:gd name="connsiteX29" fmla="*/ 0 w 1663826"/>
              <a:gd name="connsiteY29" fmla="*/ 343357 h 409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63826" h="4096435">
                <a:moveTo>
                  <a:pt x="0" y="343357"/>
                </a:moveTo>
                <a:lnTo>
                  <a:pt x="140208" y="351053"/>
                </a:lnTo>
                <a:lnTo>
                  <a:pt x="275844" y="299237"/>
                </a:lnTo>
                <a:lnTo>
                  <a:pt x="379552" y="351053"/>
                </a:lnTo>
                <a:cubicBezTo>
                  <a:pt x="379552" y="351053"/>
                  <a:pt x="459334" y="255346"/>
                  <a:pt x="499186" y="247345"/>
                </a:cubicBezTo>
                <a:cubicBezTo>
                  <a:pt x="539039" y="239344"/>
                  <a:pt x="722528" y="247345"/>
                  <a:pt x="722528" y="247345"/>
                </a:cubicBezTo>
                <a:lnTo>
                  <a:pt x="762380" y="167564"/>
                </a:lnTo>
                <a:lnTo>
                  <a:pt x="838200" y="187985"/>
                </a:lnTo>
                <a:lnTo>
                  <a:pt x="898017" y="259308"/>
                </a:lnTo>
                <a:lnTo>
                  <a:pt x="993724" y="167564"/>
                </a:lnTo>
                <a:lnTo>
                  <a:pt x="1089431" y="79781"/>
                </a:lnTo>
                <a:lnTo>
                  <a:pt x="1193139" y="0"/>
                </a:lnTo>
                <a:lnTo>
                  <a:pt x="1304849" y="0"/>
                </a:lnTo>
                <a:lnTo>
                  <a:pt x="1360703" y="0"/>
                </a:lnTo>
                <a:lnTo>
                  <a:pt x="1408557" y="55855"/>
                </a:lnTo>
                <a:lnTo>
                  <a:pt x="1480338" y="0"/>
                </a:lnTo>
                <a:lnTo>
                  <a:pt x="1504265" y="127635"/>
                </a:lnTo>
                <a:lnTo>
                  <a:pt x="1663827" y="3845128"/>
                </a:lnTo>
                <a:lnTo>
                  <a:pt x="1536192" y="3845128"/>
                </a:lnTo>
                <a:lnTo>
                  <a:pt x="1432484" y="3924910"/>
                </a:lnTo>
                <a:lnTo>
                  <a:pt x="1288923" y="3965600"/>
                </a:lnTo>
                <a:lnTo>
                  <a:pt x="1193216" y="4020693"/>
                </a:lnTo>
                <a:lnTo>
                  <a:pt x="1025728" y="4076548"/>
                </a:lnTo>
                <a:lnTo>
                  <a:pt x="770458" y="4076548"/>
                </a:lnTo>
                <a:lnTo>
                  <a:pt x="687400" y="4096436"/>
                </a:lnTo>
                <a:lnTo>
                  <a:pt x="626821" y="4020769"/>
                </a:lnTo>
                <a:lnTo>
                  <a:pt x="499186" y="4012768"/>
                </a:lnTo>
                <a:lnTo>
                  <a:pt x="347624" y="3965677"/>
                </a:lnTo>
                <a:lnTo>
                  <a:pt x="242392" y="3907308"/>
                </a:lnTo>
                <a:lnTo>
                  <a:pt x="0" y="343357"/>
                </a:lnTo>
                <a:close/>
              </a:path>
            </a:pathLst>
          </a:custGeom>
          <a:solidFill>
            <a:srgbClr val="DCDCDC"/>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 name="任意多边形: 形状 18"/>
          <p:cNvSpPr/>
          <p:nvPr>
            <p:custDataLst>
              <p:tags r:id="rId8"/>
            </p:custDataLst>
          </p:nvPr>
        </p:nvSpPr>
        <p:spPr>
          <a:xfrm>
            <a:off x="10194290" y="1823720"/>
            <a:ext cx="1651635" cy="3837940"/>
          </a:xfrm>
          <a:custGeom>
            <a:avLst/>
            <a:gdLst>
              <a:gd name="connsiteX0" fmla="*/ 0 w 1651329"/>
              <a:gd name="connsiteY0" fmla="*/ 295199 h 3837911"/>
              <a:gd name="connsiteX1" fmla="*/ 103708 w 1651329"/>
              <a:gd name="connsiteY1" fmla="*/ 335051 h 3837911"/>
              <a:gd name="connsiteX2" fmla="*/ 263270 w 1651329"/>
              <a:gd name="connsiteY2" fmla="*/ 295199 h 3837911"/>
              <a:gd name="connsiteX3" fmla="*/ 422834 w 1651329"/>
              <a:gd name="connsiteY3" fmla="*/ 295199 h 3837911"/>
              <a:gd name="connsiteX4" fmla="*/ 749884 w 1651329"/>
              <a:gd name="connsiteY4" fmla="*/ 207416 h 3837911"/>
              <a:gd name="connsiteX5" fmla="*/ 941374 w 1651329"/>
              <a:gd name="connsiteY5" fmla="*/ 271272 h 3837911"/>
              <a:gd name="connsiteX6" fmla="*/ 1061009 w 1651329"/>
              <a:gd name="connsiteY6" fmla="*/ 167564 h 3837911"/>
              <a:gd name="connsiteX7" fmla="*/ 1212571 w 1651329"/>
              <a:gd name="connsiteY7" fmla="*/ 167564 h 3837911"/>
              <a:gd name="connsiteX8" fmla="*/ 1324279 w 1651329"/>
              <a:gd name="connsiteY8" fmla="*/ 87782 h 3837911"/>
              <a:gd name="connsiteX9" fmla="*/ 1491767 w 1651329"/>
              <a:gd name="connsiteY9" fmla="*/ 0 h 3837911"/>
              <a:gd name="connsiteX10" fmla="*/ 1651330 w 1651329"/>
              <a:gd name="connsiteY10" fmla="*/ 3494075 h 3837911"/>
              <a:gd name="connsiteX11" fmla="*/ 1531696 w 1651329"/>
              <a:gd name="connsiteY11" fmla="*/ 3629711 h 3837911"/>
              <a:gd name="connsiteX12" fmla="*/ 1380134 w 1651329"/>
              <a:gd name="connsiteY12" fmla="*/ 3677564 h 3837911"/>
              <a:gd name="connsiteX13" fmla="*/ 1140790 w 1651329"/>
              <a:gd name="connsiteY13" fmla="*/ 3781273 h 3837911"/>
              <a:gd name="connsiteX14" fmla="*/ 909447 w 1651329"/>
              <a:gd name="connsiteY14" fmla="*/ 3837127 h 3837911"/>
              <a:gd name="connsiteX15" fmla="*/ 494614 w 1651329"/>
              <a:gd name="connsiteY15" fmla="*/ 3789274 h 3837911"/>
              <a:gd name="connsiteX16" fmla="*/ 231343 w 1651329"/>
              <a:gd name="connsiteY16" fmla="*/ 3693567 h 3837911"/>
              <a:gd name="connsiteX17" fmla="*/ 0 w 1651329"/>
              <a:gd name="connsiteY17" fmla="*/ 295199 h 383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51329" h="3837911">
                <a:moveTo>
                  <a:pt x="0" y="295199"/>
                </a:moveTo>
                <a:lnTo>
                  <a:pt x="103708" y="335051"/>
                </a:lnTo>
                <a:lnTo>
                  <a:pt x="263270" y="295199"/>
                </a:lnTo>
                <a:lnTo>
                  <a:pt x="422834" y="295199"/>
                </a:lnTo>
                <a:lnTo>
                  <a:pt x="749884" y="207416"/>
                </a:lnTo>
                <a:lnTo>
                  <a:pt x="941374" y="271272"/>
                </a:lnTo>
                <a:lnTo>
                  <a:pt x="1061009" y="167564"/>
                </a:lnTo>
                <a:lnTo>
                  <a:pt x="1212571" y="167564"/>
                </a:lnTo>
                <a:lnTo>
                  <a:pt x="1324279" y="87782"/>
                </a:lnTo>
                <a:lnTo>
                  <a:pt x="1491767" y="0"/>
                </a:lnTo>
                <a:lnTo>
                  <a:pt x="1651330" y="3494075"/>
                </a:lnTo>
                <a:cubicBezTo>
                  <a:pt x="1651330" y="3494075"/>
                  <a:pt x="1563547" y="3629711"/>
                  <a:pt x="1531696" y="3629711"/>
                </a:cubicBezTo>
                <a:cubicBezTo>
                  <a:pt x="1499768" y="3629711"/>
                  <a:pt x="1380134" y="3677564"/>
                  <a:pt x="1380134" y="3677564"/>
                </a:cubicBezTo>
                <a:cubicBezTo>
                  <a:pt x="1380134" y="3677564"/>
                  <a:pt x="1204646" y="3749345"/>
                  <a:pt x="1140790" y="3781273"/>
                </a:cubicBezTo>
                <a:cubicBezTo>
                  <a:pt x="1076934" y="3813200"/>
                  <a:pt x="973302" y="3829126"/>
                  <a:pt x="909447" y="3837127"/>
                </a:cubicBezTo>
                <a:cubicBezTo>
                  <a:pt x="845591" y="3845128"/>
                  <a:pt x="542467" y="3789274"/>
                  <a:pt x="494614" y="3789274"/>
                </a:cubicBezTo>
                <a:cubicBezTo>
                  <a:pt x="446761" y="3789274"/>
                  <a:pt x="303123" y="3813200"/>
                  <a:pt x="231343" y="3693567"/>
                </a:cubicBezTo>
                <a:lnTo>
                  <a:pt x="0" y="295199"/>
                </a:lnTo>
                <a:close/>
              </a:path>
            </a:pathLst>
          </a:custGeom>
          <a:gradFill>
            <a:gsLst>
              <a:gs pos="5870">
                <a:schemeClr val="accent2"/>
              </a:gs>
              <a:gs pos="39110">
                <a:schemeClr val="lt1"/>
              </a:gs>
              <a:gs pos="100000">
                <a:schemeClr val="accent3"/>
              </a:gs>
            </a:gsLst>
            <a:lin ang="0" scaled="1"/>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 name="标题 6"/>
          <p:cNvSpPr>
            <a:spLocks noGrp="1"/>
          </p:cNvSpPr>
          <p:nvPr>
            <p:ph type="title"/>
            <p:custDataLst>
              <p:tags r:id="rId9"/>
            </p:custDataLst>
          </p:nvPr>
        </p:nvSpPr>
        <p:spPr>
          <a:xfrm>
            <a:off x="1019175" y="2294255"/>
            <a:ext cx="8693150" cy="883285"/>
          </a:xfrm>
        </p:spPr>
        <p:txBody>
          <a:bodyPr anchor="b" anchorCtr="0">
            <a:normAutofit fontScale="90000"/>
          </a:bodyPr>
          <a:lstStyle/>
          <a:p>
            <a:pPr marL="0" indent="0" fontAlgn="auto">
              <a:lnSpc>
                <a:spcPct val="150000"/>
              </a:lnSpc>
            </a:pPr>
            <a:r>
              <a:rPr lang="zh-CN" altLang="en-US" sz="4445" i="1" spc="300">
                <a:solidFill>
                  <a:srgbClr val="FFFFFF"/>
                </a:solidFill>
                <a:uFillTx/>
                <a:latin typeface="+mj-ea"/>
                <a:sym typeface="+mn-ea"/>
              </a:rPr>
              <a:t>课后预习任务：</a:t>
            </a:r>
            <a:endParaRPr lang="zh-CN" altLang="en-US" sz="4445" i="1" spc="300">
              <a:solidFill>
                <a:srgbClr val="FFFFFF"/>
              </a:solidFill>
              <a:uFillTx/>
              <a:latin typeface="+mj-ea"/>
              <a:sym typeface="+mn-ea"/>
            </a:endParaRPr>
          </a:p>
        </p:txBody>
      </p:sp>
      <p:sp>
        <p:nvSpPr>
          <p:cNvPr id="40" name="文本框 39"/>
          <p:cNvSpPr txBox="1"/>
          <p:nvPr>
            <p:custDataLst>
              <p:tags r:id="rId10"/>
            </p:custDataLst>
          </p:nvPr>
        </p:nvSpPr>
        <p:spPr>
          <a:xfrm>
            <a:off x="1019175" y="3266440"/>
            <a:ext cx="8693785" cy="1616710"/>
          </a:xfrm>
          <a:prstGeom prst="rect">
            <a:avLst/>
          </a:prstGeom>
          <a:noFill/>
        </p:spPr>
        <p:txBody>
          <a:bodyPr wrap="square" lIns="0">
            <a:normAutofit fontScale="77500"/>
            <a:scene3d>
              <a:camera prst="orthographicFront"/>
              <a:lightRig rig="threePt" dir="t"/>
            </a:scene3d>
            <a:sp3d extrusionH="381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Aft>
                <a:spcPts val="800"/>
              </a:spcAft>
            </a:pPr>
            <a:r>
              <a:rPr lang="zh-CN" altLang="en-US" sz="8000" b="1" i="1" spc="150" dirty="0">
                <a:ln>
                  <a:noFill/>
                </a:ln>
                <a:solidFill>
                  <a:schemeClr val="tx1"/>
                </a:solidFill>
                <a:uFillTx/>
                <a:sym typeface="+mn-ea"/>
              </a:rPr>
              <a:t>国家机构的基本原理</a:t>
            </a:r>
            <a:endParaRPr lang="zh-CN" altLang="en-US" sz="8000" b="1" i="1" spc="150" dirty="0">
              <a:ln>
                <a:noFill/>
              </a:ln>
              <a:solidFill>
                <a:schemeClr val="tx1"/>
              </a:solidFill>
              <a:uFillTx/>
              <a:sym typeface="+mn-ea"/>
            </a:endParaRPr>
          </a:p>
        </p:txBody>
      </p:sp>
    </p:spTree>
    <p:custDataLst>
      <p:tags r:id="rId11"/>
    </p:custDataLst>
  </p:cSld>
  <p:clrMapOvr>
    <a:masterClrMapping/>
  </p:clrMapOvr>
</p:sld>
</file>

<file path=ppt/tags/tag1.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TYPE" val="i"/>
  <p:tag name="KSO_WM_UNIT_INDEX" val="10"/>
  <p:tag name="KSO_WM_BEAUTIFY_FLAG" val="#wm#"/>
  <p:tag name="KSO_WM_TAG_VERSION" val="3.0"/>
  <p:tag name="KSO_WM_UNIT_ID" val="_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i"/>
  <p:tag name="KSO_WM_UNIT_INDEX" val="11"/>
  <p:tag name="KSO_WM_BEAUTIFY_FLAG" val="#wm#"/>
  <p:tag name="KSO_WM_TAG_VERSION" val="3.0"/>
  <p:tag name="KSO_WM_UNIT_ID" val="_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TYPE" val="a"/>
  <p:tag name="KSO_WM_UNIT_INDEX" val="1"/>
  <p:tag name="KSO_WM_BEAUTIFY_FLAG" val="#wm#"/>
  <p:tag name="KSO_WM_TAG_VERSION" val="3.0"/>
  <p:tag name="KSO_WM_UNIT_PRESET_TEXT" val="单击此处&#13;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3.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名"/>
  <p:tag name="KSO_WM_UNIT_ID" val="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TYPE" val="i"/>
  <p:tag name="KSO_WM_UNIT_INDEX" val="6"/>
  <p:tag name="KSO_WM_BEAUTIFY_FLAG" val="#wm#"/>
  <p:tag name="KSO_WM_TAG_VERSION" val="3.0"/>
  <p:tag name="KSO_WM_UNIT_ID" val="_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p="http://schemas.openxmlformats.org/presentationml/2006/main">
  <p:tag name="KSO_WM_UNIT_TYPE" val="i"/>
  <p:tag name="KSO_WM_UNIT_INDEX" val="7"/>
  <p:tag name="KSO_WM_BEAUTIFY_FLAG" val="#wm#"/>
  <p:tag name="KSO_WM_TAG_VERSION" val="3.0"/>
  <p:tag name="KSO_WM_UNIT_ID" val="_3*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xml><?xml version="1.0" encoding="utf-8"?>
<p:tagLst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xml><?xml version="1.0" encoding="utf-8"?>
<p:tagLst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3.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2"/>
</p:tagLst>
</file>

<file path=ppt/tags/tag34.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i"/>
  <p:tag name="KSO_WM_UNIT_INDEX" val="11"/>
  <p:tag name="KSO_WM_BEAUTIFY_FLAG" val="#wm#"/>
  <p:tag name="KSO_WM_TAG_VERSION" val="3.0"/>
  <p:tag name="KSO_WM_UNIT_ID" val="_4*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p="http://schemas.openxmlformats.org/presentationml/2006/main">
  <p:tag name="KSO_WM_UNIT_TYPE" val="i"/>
  <p:tag name="KSO_WM_UNIT_INDEX" val="7"/>
  <p:tag name="KSO_WM_BEAUTIFY_FLAG" val="#wm#"/>
  <p:tag name="KSO_WM_TAG_VERSION" val="3.0"/>
  <p:tag name="KSO_WM_UNIT_ID" val="_4*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TYPE" val="i"/>
  <p:tag name="KSO_WM_UNIT_INDEX" val="12"/>
  <p:tag name="KSO_WM_BEAUTIFY_FLAG" val="#wm#"/>
  <p:tag name="KSO_WM_TAG_VERSION" val="3.0"/>
  <p:tag name="KSO_WM_UNIT_ID" val="_4*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TYPE" val="i"/>
  <p:tag name="KSO_WM_UNIT_INDEX" val="9"/>
  <p:tag name="KSO_WM_BEAUTIFY_FLAG" val="#wm#"/>
  <p:tag name="KSO_WM_TAG_VERSION" val="3.0"/>
  <p:tag name="KSO_WM_UNIT_ID" val="_4*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0.xml><?xml version="1.0" encoding="utf-8"?>
<p:tagLst xmlns:p="http://schemas.openxmlformats.org/presentationml/2006/main">
  <p:tag name="KSO_WM_UNIT_TYPE" val="i"/>
  <p:tag name="KSO_WM_UNIT_INDEX" val="10"/>
  <p:tag name="KSO_WM_BEAUTIFY_FLAG" val="#wm#"/>
  <p:tag name="KSO_WM_TAG_VERSION" val="3.0"/>
  <p:tag name="KSO_WM_UNIT_ID" val="_4*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p="http://schemas.openxmlformats.org/presentationml/2006/main">
  <p:tag name="KSO_WM_UNIT_TYPE" val="i"/>
  <p:tag name="KSO_WM_UNIT_INDEX" val="8"/>
  <p:tag name="KSO_WM_BEAUTIFY_FLAG" val="#wm#"/>
  <p:tag name="KSO_WM_TAG_VERSION" val="3.0"/>
  <p:tag name="KSO_WM_UNIT_ID" val="_4*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5.xml><?xml version="1.0" encoding="utf-8"?>
<p:tagLst xmlns:p="http://schemas.openxmlformats.org/presentationml/2006/main">
  <p:tag name="KSO_WM_UNIT_TYPE" val="i"/>
  <p:tag name="KSO_WM_UNIT_INDEX" val="6"/>
  <p:tag name="KSO_WM_BEAUTIFY_FLAG" val="#wm#"/>
  <p:tag name="KSO_WM_TAG_VERSION" val="3.0"/>
  <p:tag name="KSO_WM_UNIT_ID" val="_4*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6.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7.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50.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2.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3;第二级&#13;第三级&#13;第四级&#13;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3.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4.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5.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57.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文本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58.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3;第二级&#13;第三级&#13;第四级&#13;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59.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文本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60.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3;第二级&#13;第三级&#13;第四级&#13;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61.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2.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3.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6.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1.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3.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77.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81.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2.xml><?xml version="1.0" encoding="utf-8"?>
<p:tagLst xmlns:p="http://schemas.openxmlformats.org/presentationml/2006/main">
  <p:tag name="KSO_WM_UNIT_TYPE" val="i"/>
  <p:tag name="KSO_WM_UNIT_INDEX" val="9"/>
  <p:tag name="KSO_WM_BEAUTIFY_FLAG" val="#wm#"/>
  <p:tag name="KSO_WM_TAG_VERSION" val="3.0"/>
  <p:tag name="KSO_WM_UNIT_ID" val="_1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3.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4.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5.xml><?xml version="1.0" encoding="utf-8"?>
<p:tagLst xmlns:p="http://schemas.openxmlformats.org/presentationml/2006/main">
  <p:tag name="KSO_WM_UNIT_TYPE" val="i"/>
  <p:tag name="KSO_WM_UNIT_INDEX" val="8"/>
  <p:tag name="KSO_WM_BEAUTIFY_FLAG" val="#wm#"/>
  <p:tag name="KSO_WM_TAG_VERSION" val="3.0"/>
  <p:tag name="KSO_WM_UNIT_ID" val="_1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6.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7.xml><?xml version="1.0" encoding="utf-8"?>
<p:tagLst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8.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9.xml><?xml version="1.0" encoding="utf-8"?>
<p:tagLst xmlns:p="http://schemas.openxmlformats.org/presentationml/2006/main">
  <p:tag name="KSO_WM_UNIT_TYPE" val="i"/>
  <p:tag name="KSO_WM_UNIT_INDEX" val="10"/>
  <p:tag name="KSO_WM_BEAUTIFY_FLAG" val="#wm#"/>
  <p:tag name="KSO_WM_TAG_VERSION" val="3.0"/>
  <p:tag name="KSO_WM_UNIT_ID" val="_1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p="http://schemas.openxmlformats.org/presentationml/2006/main">
  <p:tag name="KSO_WM_UNIT_TYPE" val="i"/>
  <p:tag name="KSO_WM_UNIT_INDEX" val="11"/>
  <p:tag name="KSO_WM_BEAUTIFY_FLAG" val="#wm#"/>
  <p:tag name="KSO_WM_TAG_VERSION" val="3.0"/>
  <p:tag name="KSO_WM_UNIT_ID" val="_1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1.xml><?xml version="1.0" encoding="utf-8"?>
<p:tagLst xmlns:p="http://schemas.openxmlformats.org/presentationml/2006/main">
  <p:tag name="KSO_WM_UNIT_TYPE" val="i"/>
  <p:tag name="KSO_WM_UNIT_INDEX" val="12"/>
  <p:tag name="KSO_WM_BEAUTIFY_FLAG" val="#wm#"/>
  <p:tag name="KSO_WM_TAG_VERSION" val="3.0"/>
  <p:tag name="KSO_WM_UNIT_ID" val="_1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2.xml><?xml version="1.0" encoding="utf-8"?>
<p:tagLst xmlns:p="http://schemas.openxmlformats.org/presentationml/2006/main">
  <p:tag name="KSO_WM_UNIT_TYPE" val="i"/>
  <p:tag name="KSO_WM_UNIT_INDEX" val="7"/>
  <p:tag name="KSO_WM_BEAUTIFY_FLAG" val="#wm#"/>
  <p:tag name="KSO_WM_TAG_VERSION" val="3.0"/>
  <p:tag name="KSO_WM_UNIT_ID" val="_1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3.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4.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5.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97.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名"/>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8.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9.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0.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1.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2.xml><?xml version="1.0" encoding="utf-8"?>
<p:tagLst xmlns:p="http://schemas.openxmlformats.org/presentationml/2006/main">
  <p:tag name="KSO_WM_UNIT_TYPE" val="i"/>
  <p:tag name="KSO_WM_UNIT_INDEX" val="4"/>
  <p:tag name="KSO_WM_BEAUTIFY_FLAG" val="#wm#"/>
  <p:tag name="KSO_WM_TAG_VERSION" val="3.0"/>
  <p:tag name="KSO_WM_UNIT_ID" val="_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3.xml><?xml version="1.0" encoding="utf-8"?>
<p:tagLst xmlns:p="http://schemas.openxmlformats.org/presentationml/2006/main">
  <p:tag name="KSO_WM_UNIT_TYPE" val="i"/>
  <p:tag name="KSO_WM_UNIT_INDEX" val="5"/>
  <p:tag name="KSO_WM_BEAUTIFY_FLAG" val="#wm#"/>
  <p:tag name="KSO_WM_TAG_VERSION" val="3.0"/>
  <p:tag name="KSO_WM_UNIT_ID" val="_0*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4.xml><?xml version="1.0" encoding="utf-8"?>
<p:tagLst xmlns:p="http://schemas.openxmlformats.org/presentationml/2006/main">
  <p:tag name="KSO_WM_UNIT_TYPE" val="i"/>
  <p:tag name="KSO_WM_UNIT_INDEX" val="6"/>
  <p:tag name="KSO_WM_BEAUTIFY_FLAG" val="#wm#"/>
  <p:tag name="KSO_WM_TAG_VERSION" val="3.0"/>
  <p:tag name="KSO_WM_UNIT_ID" val="_0*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5.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6.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7.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8.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5919"/>
</p:tagLst>
</file>

<file path=ppt/tags/tag10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5919"/>
</p:tagLst>
</file>

<file path=ppt/tags/tag110.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5919"/>
  <p:tag name="KSO_WM_TEMPLATE_CATEGORY" val="custom"/>
  <p:tag name="KSO_WM_TEMPLATE_MASTER_TYPE" val="0"/>
  <p:tag name="KSO_WM_TEMPLATE_COLORSEQUENCE" val="1,2,3,1,2,3"/>
</p:tagLst>
</file>

<file path=ppt/tags/tag111.xml><?xml version="1.0" encoding="utf-8"?>
<p:tagLst xmlns:p="http://schemas.openxmlformats.org/presentationml/2006/main">
  <p:tag name="KSO_WM_UNIT_TYPE" val="a"/>
  <p:tag name="KSO_WM_UNIT_INDEX" val="1"/>
  <p:tag name="KSO_WM_BEAUTIFY_FLAG" val="#wm#"/>
  <p:tag name="KSO_WM_TAG_VERSION" val="3.0"/>
  <p:tag name="KSO_WM_UNIT_PRESET_TEXT" val="单击此处&#13;添加文档标题内容"/>
  <p:tag name="KSO_WM_UNIT_ID" val="custom20235919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ISCONTENTSTITLE" val="0"/>
  <p:tag name="KSO_WM_UNIT_TEXT_TYPE" val="1"/>
</p:tagLst>
</file>

<file path=ppt/tags/tag112.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VALUE" val="11"/>
  <p:tag name="KSO_WM_UNIT_PRESET_TEXT" val="署名"/>
</p:tagLst>
</file>

<file path=ppt/tags/tag113.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5919"/>
  <p:tag name="KSO_WM_TEMPLATE_CATEGORY" val="custom"/>
  <p:tag name="KSO_WM_SLIDE_INDEX" val="1"/>
  <p:tag name="KSO_WM_SLIDE_ID" val="custom20235919_1"/>
  <p:tag name="KSO_WM_TEMPLATE_MASTER_TYPE" val="0"/>
  <p:tag name="KSO_WM_SLIDE_LAYOUT" val="a_f"/>
  <p:tag name="KSO_WM_SLIDE_LAYOUT_CNT" val="1_2"/>
  <p:tag name="KSO_WM_TEMPLATE_COLORSEQUENCE" val="1,2,3,1,2,3"/>
  <p:tag name="KSO_WM_SLIDE_THEME_ID" val="3327404"/>
  <p:tag name="KSO_WM_SLIDE_THEME_NAME" val="蓝色职场办公简约风主题"/>
</p:tagLst>
</file>

<file path=ppt/tags/tag11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15.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6.xml><?xml version="1.0" encoding="utf-8"?>
<p:tagLst xmlns:p="http://schemas.openxmlformats.org/presentationml/2006/main">
  <p:tag name="KSO_WM_BEAUTIFY_FLAG" val="#wm#"/>
  <p:tag name="KSO_WM_TEMPLATE_CATEGORY" val="custom"/>
  <p:tag name="KSO_WM_TEMPLATE_INDEX" val="20235919"/>
</p:tagLst>
</file>

<file path=ppt/tags/tag117.xml><?xml version="1.0" encoding="utf-8"?>
<p:tagLst xmlns:p="http://schemas.openxmlformats.org/presentationml/2006/main">
  <p:tag name="KSO_WM_UNIT_INDEX" val="1"/>
  <p:tag name="KSO_WM_UNIT_TYPE" val="a"/>
  <p:tag name="KSO_WM_BEAUTIFY_FLAG" val="#wm#"/>
  <p:tag name="KSO_WM_TAG_VERSION" val="3.0"/>
  <p:tag name="KSO_WM_UNIT_PRESET_TEXT" val="单击此处&#13;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18.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9.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5919"/>
  <p:tag name="KSO_WM_TEMPLATE_CATEGORY" val="custom"/>
  <p:tag name="KSO_WM_SLIDE_INDEX" val="8"/>
  <p:tag name="KSO_WM_SLIDE_ID" val="custom20235919_8"/>
  <p:tag name="KSO_WM_TEMPLATE_MASTER_TYPE" val="0"/>
  <p:tag name="KSO_WM_SLIDE_LAYOUT" val="a_f"/>
  <p:tag name="KSO_WM_SLIDE_LAYOUT_CNT" val="1_1"/>
  <p:tag name="KSO_WM_SLIDE_SIZE" val="850*457"/>
  <p:tag name="KSO_WM_SLIDE_POSITION" val="54*28"/>
  <p:tag name="KSO_WM_TEMPLATE_COLORSEQUENCE" val="1,2,3,1,2,3"/>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11*a*1"/>
  <p:tag name="KSO_WM_TEMPLATE_CATEGORY" val="diagram"/>
  <p:tag name="KSO_WM_TEMPLATE_INDEX" val="20235156"/>
  <p:tag name="KSO_WM_UNIT_LAYERLEVEL" val="1"/>
  <p:tag name="KSO_WM_TAG_VERSION" val="3.0"/>
  <p:tag name="KSO_WM_BEAUTIFY_FLAG" val="#wm#"/>
  <p:tag name="KSO_WM_UNIT_ISCONTENTSTITLE" val="0"/>
  <p:tag name="KSO_WM_UNIT_ISNUMDGMTITLE" val="0"/>
  <p:tag name="KSO_WM_UNIT_NOCLEAR" val="0"/>
  <p:tag name="KSO_WM_UNIT_VALUE" val="30"/>
  <p:tag name="KSO_WM_UNIT_TYPE" val="a"/>
  <p:tag name="KSO_WM_UNIT_INDEX" val="1"/>
  <p:tag name="KSO_WM_UNIT_TEXT_TYPE" val="1"/>
  <p:tag name="KSO_WM_DIAGRAM_GROUP_CODE" val="m1-1"/>
  <p:tag name="KSO_WM_UNIT_PRESET_TEXT" val="单击此处添加标题"/>
  <p:tag name="KSO_WM_UNIT_TEXT_FILL_FORE_SCHEMECOLOR_INDEX" val="15"/>
  <p:tag name="KSO_WM_UNIT_TEXT_FILL_TYPE" val="1"/>
  <p:tag name="KSO_WM_UNIT_USESOURCEFORMAT_APPLY" val="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6*m_h_f*1_2_1"/>
  <p:tag name="KSO_WM_TEMPLATE_CATEGORY" val="diagram"/>
  <p:tag name="KSO_WM_TEMPLATE_INDEX" val="20235156"/>
  <p:tag name="KSO_WM_UNIT_LAYERLEVEL" val="1_1_1"/>
  <p:tag name="KSO_WM_TAG_VERSION" val="3.0"/>
  <p:tag name="KSO_WM_BEAUTIFY_FLAG" val="#wm#"/>
  <p:tag name="KSO_WM_UNIT_SUBTYPE" val="a"/>
  <p:tag name="KSO_WM_UNIT_TEXT_LAYER_COUNT" val="1"/>
  <p:tag name="KSO_WM_UNIT_NOCLEAR" val="0"/>
  <p:tag name="KSO_WM_UNIT_TYPE" val="m_h_f"/>
  <p:tag name="KSO_WM_UNIT_INDEX" val="1_2_1"/>
  <p:tag name="KSO_WM_DIAGRAM_GROUP_CODE" val="m1-1"/>
  <p:tag name="KSO_WM_DIAGRAM_VERSION" val="3"/>
  <p:tag name="KSO_WM_DIAGRAM_COLOR_TRICK" val="1"/>
  <p:tag name="KSO_WM_DIAGRAM_COLOR_TEXT_CAN_REMOVE" val="n"/>
  <p:tag name="KSO_WM_UNIT_TEXT_TYPE" val="1"/>
  <p:tag name="KSO_WM_UNIT_PRESET_TEXT" val="单击此处添加文本内容"/>
  <p:tag name="KSO_WM_UNIT_FILL_TYPE" val="1"/>
  <p:tag name="KSO_WM_UNIT_FILL_FORE_SCHEMECOLOR_INDEX" val="5"/>
  <p:tag name="KSO_WM_UNIT_FILL_FORE_SCHEMECOLOR_INDEX_BRIGHTNESS" val="0.3"/>
  <p:tag name="KSO_WM_DIAGRAM_MAX_ITEMCNT" val="12"/>
  <p:tag name="KSO_WM_DIAGRAM_MIN_ITEMCNT" val="2"/>
  <p:tag name="KSO_WM_DIAGRAM_VIRTUALLY_FRAME" val="{&quot;height&quot;:357.95,&quot;left&quot;:50.153149606299124,&quot;top&quot;:129.1,&quot;width&quot;:855.9468503937009}"/>
  <p:tag name="KSO_WM_DIAGRAM_COLOR_MATCH_VALUE" val="{&quot;shape&quot;:{&quot;fill&quot;:{&quot;solid&quot;:{&quot;brightness&quot;:0.30000001192092896,&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6*m_i*1_1"/>
  <p:tag name="KSO_WM_TEMPLATE_CATEGORY" val="diagram"/>
  <p:tag name="KSO_WM_TEMPLATE_INDEX" val="20235156"/>
  <p:tag name="KSO_WM_UNIT_LAYERLEVEL" val="1_1"/>
  <p:tag name="KSO_WM_TAG_VERSION" val="3.0"/>
  <p:tag name="KSO_WM_UNIT_TYPE" val="m_i"/>
  <p:tag name="KSO_WM_UNIT_INDEX" val="1_1"/>
  <p:tag name="KSO_WM_DIAGRAM_MAX_ITEMCNT" val="12"/>
  <p:tag name="KSO_WM_DIAGRAM_MIN_ITEMCNT" val="2"/>
  <p:tag name="KSO_WM_DIAGRAM_VIRTUALLY_FRAME" val="{&quot;height&quot;:357.95,&quot;left&quot;:50.153149606299124,&quot;top&quot;:129.1,&quot;width&quot;:855.9468503937009}"/>
  <p:tag name="KSO_WM_DIAGRAM_COLOR_MATCH_VALUE" val="{&quot;shape&quot;:{&quot;fill&quot;:{&quot;type&quot;:0},&quot;glow&quot;:{&quot;colorType&quot;:0},&quot;line&quot;:{&quot;gradient&quot;:[{&quot;brightness&quot;:0,&quot;colorType&quot;:1,&quot;foreColorIndex&quot;:5,&quot;pos&quot;:0,&quot;transparency&quot;:0},{&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GROUP_CODE" val="m1-1"/>
  <p:tag name="KSO_WM_DIAGRAM_VERSION" val="3"/>
  <p:tag name="KSO_WM_DIAGRAM_COLOR_TRICK" val="1"/>
  <p:tag name="KSO_WM_DIAGRAM_COLOR_TEXT_CAN_REMOVE" val="n"/>
  <p:tag name="KSO_WM_UNIT_LINE_FORE_SCHEMECOLOR_INDEX" val="5"/>
  <p:tag name="KSO_WM_UNIT_USESOURCEFORMAT_APPLY"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6*m_h_f*1_4_1"/>
  <p:tag name="KSO_WM_TEMPLATE_CATEGORY" val="diagram"/>
  <p:tag name="KSO_WM_TEMPLATE_INDEX" val="20235156"/>
  <p:tag name="KSO_WM_UNIT_LAYERLEVEL" val="1_1_1"/>
  <p:tag name="KSO_WM_TAG_VERSION" val="3.0"/>
  <p:tag name="KSO_WM_BEAUTIFY_FLAG" val="#wm#"/>
  <p:tag name="KSO_WM_UNIT_SUBTYPE" val="a"/>
  <p:tag name="KSO_WM_UNIT_TEXT_LAYER_COUNT" val="1"/>
  <p:tag name="KSO_WM_UNIT_NOCLEAR" val="0"/>
  <p:tag name="KSO_WM_UNIT_TYPE" val="m_h_f"/>
  <p:tag name="KSO_WM_UNIT_INDEX" val="1_4_1"/>
  <p:tag name="KSO_WM_DIAGRAM_GROUP_CODE" val="m1-1"/>
  <p:tag name="KSO_WM_DIAGRAM_VERSION" val="3"/>
  <p:tag name="KSO_WM_DIAGRAM_COLOR_TRICK" val="1"/>
  <p:tag name="KSO_WM_DIAGRAM_COLOR_TEXT_CAN_REMOVE" val="n"/>
  <p:tag name="KSO_WM_UNIT_TEXT_TYPE" val="1"/>
  <p:tag name="KSO_WM_UNIT_PRESET_TEXT" val="单击此处添加文本内容"/>
  <p:tag name="KSO_WM_UNIT_FILL_TYPE" val="1"/>
  <p:tag name="KSO_WM_UNIT_FILL_FORE_SCHEMECOLOR_INDEX" val="5"/>
  <p:tag name="KSO_WM_UNIT_FILL_FORE_SCHEMECOLOR_INDEX_BRIGHTNESS" val="-0.25"/>
  <p:tag name="KSO_WM_DIAGRAM_MAX_ITEMCNT" val="12"/>
  <p:tag name="KSO_WM_DIAGRAM_MIN_ITEMCNT" val="2"/>
  <p:tag name="KSO_WM_DIAGRAM_VIRTUALLY_FRAME" val="{&quot;height&quot;:357.95,&quot;left&quot;:50.153149606299124,&quot;top&quot;:129.1,&quot;width&quot;:855.9468503937009}"/>
  <p:tag name="KSO_WM_DIAGRAM_COLOR_MATCH_VALUE" val="{&quot;shape&quot;:{&quot;fill&quot;:{&quot;solid&quot;:{&quot;brightness&quot;:-0.2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6*m_h_f*1_6_1"/>
  <p:tag name="KSO_WM_TEMPLATE_CATEGORY" val="diagram"/>
  <p:tag name="KSO_WM_TEMPLATE_INDEX" val="20235156"/>
  <p:tag name="KSO_WM_UNIT_LAYERLEVEL" val="1_1_1"/>
  <p:tag name="KSO_WM_TAG_VERSION" val="3.0"/>
  <p:tag name="KSO_WM_BEAUTIFY_FLAG" val="#wm#"/>
  <p:tag name="KSO_WM_UNIT_SUBTYPE" val="a"/>
  <p:tag name="KSO_WM_UNIT_TEXT_LAYER_COUNT" val="1"/>
  <p:tag name="KSO_WM_UNIT_NOCLEAR" val="0"/>
  <p:tag name="KSO_WM_UNIT_TYPE" val="m_h_f"/>
  <p:tag name="KSO_WM_UNIT_INDEX" val="1_6_1"/>
  <p:tag name="KSO_WM_DIAGRAM_GROUP_CODE" val="m1-1"/>
  <p:tag name="KSO_WM_DIAGRAM_VERSION" val="3"/>
  <p:tag name="KSO_WM_DIAGRAM_COLOR_TRICK" val="1"/>
  <p:tag name="KSO_WM_DIAGRAM_COLOR_TEXT_CAN_REMOVE" val="n"/>
  <p:tag name="KSO_WM_UNIT_TEXT_TYPE" val="1"/>
  <p:tag name="KSO_WM_UNIT_PRESET_TEXT" val="单击此处添加文本内容"/>
  <p:tag name="KSO_WM_UNIT_FILL_TYPE" val="1"/>
  <p:tag name="KSO_WM_UNIT_FILL_FORE_SCHEMECOLOR_INDEX" val="5"/>
  <p:tag name="KSO_WM_UNIT_FILL_FORE_SCHEMECOLOR_INDEX_BRIGHTNESS" val="0.1"/>
  <p:tag name="KSO_WM_DIAGRAM_MAX_ITEMCNT" val="12"/>
  <p:tag name="KSO_WM_DIAGRAM_MIN_ITEMCNT" val="2"/>
  <p:tag name="KSO_WM_DIAGRAM_VIRTUALLY_FRAME" val="{&quot;height&quot;:357.95,&quot;left&quot;:50.153149606299124,&quot;top&quot;:129.1,&quot;width&quot;:855.9468503937009}"/>
  <p:tag name="KSO_WM_DIAGRAM_COLOR_MATCH_VALUE" val="{&quot;shape&quot;:{&quot;fill&quot;:{&quot;solid&quot;:{&quot;brightness&quot;:0.10000000149011612,&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6*m_h_i*1_2_1"/>
  <p:tag name="KSO_WM_TEMPLATE_CATEGORY" val="diagram"/>
  <p:tag name="KSO_WM_TEMPLATE_INDEX" val="20235156"/>
  <p:tag name="KSO_WM_UNIT_LAYERLEVEL" val="1_1_1"/>
  <p:tag name="KSO_WM_TAG_VERSION" val="3.0"/>
  <p:tag name="KSO_WM_UNIT_TYPE" val="m_h_i"/>
  <p:tag name="KSO_WM_UNIT_INDEX" val="1_2_1"/>
  <p:tag name="KSO_WM_DIAGRAM_MAX_ITEMCNT" val="12"/>
  <p:tag name="KSO_WM_DIAGRAM_MIN_ITEMCNT" val="2"/>
  <p:tag name="KSO_WM_DIAGRAM_VIRTUALLY_FRAME" val="{&quot;height&quot;:357.95,&quot;left&quot;:50.153149606299124,&quot;top&quot;:129.1,&quot;width&quot;:855.9468503937009}"/>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GROUP_CODE" val="m1-1"/>
  <p:tag name="KSO_WM_DIAGRAM_VERSION" val="3"/>
  <p:tag name="KSO_WM_DIAGRAM_COLOR_TRICK" val="1"/>
  <p:tag name="KSO_WM_DIAGRAM_COLOR_TEXT_CAN_REMOVE" val="n"/>
  <p:tag name="KSO_WM_UNIT_LINE_FORE_SCHEMECOLOR_INDEX" val="6"/>
  <p:tag name="KSO_WM_UNIT_LINE_FILL_TYPE" val="2"/>
  <p:tag name="KSO_WM_UNIT_USESOURCEFORMAT_APPLY"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6*m_h_i*1_6_1"/>
  <p:tag name="KSO_WM_TEMPLATE_CATEGORY" val="diagram"/>
  <p:tag name="KSO_WM_TEMPLATE_INDEX" val="20235156"/>
  <p:tag name="KSO_WM_UNIT_LAYERLEVEL" val="1_1_1"/>
  <p:tag name="KSO_WM_TAG_VERSION" val="3.0"/>
  <p:tag name="KSO_WM_UNIT_TYPE" val="m_h_i"/>
  <p:tag name="KSO_WM_UNIT_INDEX" val="1_6_1"/>
  <p:tag name="KSO_WM_DIAGRAM_MAX_ITEMCNT" val="12"/>
  <p:tag name="KSO_WM_DIAGRAM_MIN_ITEMCNT" val="2"/>
  <p:tag name="KSO_WM_DIAGRAM_VIRTUALLY_FRAME" val="{&quot;height&quot;:357.95,&quot;left&quot;:50.153149606299124,&quot;top&quot;:129.1,&quot;width&quot;:855.9468503937009}"/>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GROUP_CODE" val="m1-1"/>
  <p:tag name="KSO_WM_DIAGRAM_VERSION" val="3"/>
  <p:tag name="KSO_WM_DIAGRAM_COLOR_TRICK" val="1"/>
  <p:tag name="KSO_WM_DIAGRAM_COLOR_TEXT_CAN_REMOVE" val="n"/>
  <p:tag name="KSO_WM_UNIT_LINE_FORE_SCHEMECOLOR_INDEX" val="10"/>
  <p:tag name="KSO_WM_UNIT_LINE_FILL_TYPE" val="2"/>
  <p:tag name="KSO_WM_UNIT_USESOURCEFORMAT_APPLY"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6*m_h_i*1_4_1"/>
  <p:tag name="KSO_WM_TEMPLATE_CATEGORY" val="diagram"/>
  <p:tag name="KSO_WM_TEMPLATE_INDEX" val="20235156"/>
  <p:tag name="KSO_WM_UNIT_LAYERLEVEL" val="1_1_1"/>
  <p:tag name="KSO_WM_TAG_VERSION" val="3.0"/>
  <p:tag name="KSO_WM_UNIT_TYPE" val="m_h_i"/>
  <p:tag name="KSO_WM_UNIT_INDEX" val="1_4_1"/>
  <p:tag name="KSO_WM_DIAGRAM_MAX_ITEMCNT" val="12"/>
  <p:tag name="KSO_WM_DIAGRAM_MIN_ITEMCNT" val="2"/>
  <p:tag name="KSO_WM_DIAGRAM_VIRTUALLY_FRAME" val="{&quot;height&quot;:357.95,&quot;left&quot;:50.153149606299124,&quot;top&quot;:129.1,&quot;width&quot;:855.9468503937009}"/>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GROUP_CODE" val="m1-1"/>
  <p:tag name="KSO_WM_DIAGRAM_VERSION" val="3"/>
  <p:tag name="KSO_WM_DIAGRAM_COLOR_TRICK" val="1"/>
  <p:tag name="KSO_WM_DIAGRAM_COLOR_TEXT_CAN_REMOVE" val="n"/>
  <p:tag name="KSO_WM_UNIT_LINE_FORE_SCHEMECOLOR_INDEX" val="8"/>
  <p:tag name="KSO_WM_UNIT_LINE_FILL_TYPE" val="2"/>
  <p:tag name="KSO_WM_UNIT_USESOURCEFORMAT_APPLY" val="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6*m_h_i*1_3_1"/>
  <p:tag name="KSO_WM_TEMPLATE_CATEGORY" val="diagram"/>
  <p:tag name="KSO_WM_TEMPLATE_INDEX" val="20235156"/>
  <p:tag name="KSO_WM_UNIT_LAYERLEVEL" val="1_1_1"/>
  <p:tag name="KSO_WM_TAG_VERSION" val="3.0"/>
  <p:tag name="KSO_WM_UNIT_TYPE" val="m_h_i"/>
  <p:tag name="KSO_WM_UNIT_INDEX" val="1_3_1"/>
  <p:tag name="KSO_WM_DIAGRAM_MAX_ITEMCNT" val="12"/>
  <p:tag name="KSO_WM_DIAGRAM_MIN_ITEMCNT" val="2"/>
  <p:tag name="KSO_WM_DIAGRAM_VIRTUALLY_FRAME" val="{&quot;height&quot;:357.95,&quot;left&quot;:50.153149606299124,&quot;top&quot;:129.1,&quot;width&quot;:855.9468503937009}"/>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GROUP_CODE" val="m1-1"/>
  <p:tag name="KSO_WM_DIAGRAM_VERSION" val="3"/>
  <p:tag name="KSO_WM_DIAGRAM_COLOR_TRICK" val="1"/>
  <p:tag name="KSO_WM_DIAGRAM_COLOR_TEXT_CAN_REMOVE" val="n"/>
  <p:tag name="KSO_WM_UNIT_LINE_FORE_SCHEMECOLOR_INDEX" val="7"/>
  <p:tag name="KSO_WM_UNIT_LINE_FILL_TYPE" val="2"/>
  <p:tag name="KSO_WM_UNIT_USESOURCEFORMAT_APPLY"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6*m_h_i*1_7_1"/>
  <p:tag name="KSO_WM_TEMPLATE_CATEGORY" val="diagram"/>
  <p:tag name="KSO_WM_TEMPLATE_INDEX" val="20235156"/>
  <p:tag name="KSO_WM_UNIT_LAYERLEVEL" val="1_1_1"/>
  <p:tag name="KSO_WM_TAG_VERSION" val="3.0"/>
  <p:tag name="KSO_WM_UNIT_TYPE" val="m_h_i"/>
  <p:tag name="KSO_WM_UNIT_INDEX" val="1_7_1"/>
  <p:tag name="KSO_WM_DIAGRAM_MAX_ITEMCNT" val="12"/>
  <p:tag name="KSO_WM_DIAGRAM_MIN_ITEMCNT" val="2"/>
  <p:tag name="KSO_WM_DIAGRAM_VIRTUALLY_FRAME" val="{&quot;height&quot;:357.95,&quot;left&quot;:50.153149606299124,&quot;top&quot;:129.1,&quot;width&quot;:855.9468503937009}"/>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GROUP_CODE" val="m1-1"/>
  <p:tag name="KSO_WM_DIAGRAM_VERSION" val="3"/>
  <p:tag name="KSO_WM_DIAGRAM_COLOR_TRICK" val="1"/>
  <p:tag name="KSO_WM_DIAGRAM_COLOR_TEXT_CAN_REMOVE" val="n"/>
  <p:tag name="KSO_WM_UNIT_LINE_FORE_SCHEMECOLOR_INDEX" val="5"/>
  <p:tag name="KSO_WM_UNIT_LINE_FILL_TYPE" val="2"/>
  <p:tag name="KSO_WM_UNIT_USESOURCEFORMAT_APPLY"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6*m_h_f*1_3_1"/>
  <p:tag name="KSO_WM_TEMPLATE_CATEGORY" val="diagram"/>
  <p:tag name="KSO_WM_TEMPLATE_INDEX" val="20235156"/>
  <p:tag name="KSO_WM_UNIT_LAYERLEVEL" val="1_1_1"/>
  <p:tag name="KSO_WM_TAG_VERSION" val="3.0"/>
  <p:tag name="KSO_WM_BEAUTIFY_FLAG" val="#wm#"/>
  <p:tag name="KSO_WM_UNIT_SUBTYPE" val="a"/>
  <p:tag name="KSO_WM_UNIT_TEXT_LAYER_COUNT" val="1"/>
  <p:tag name="KSO_WM_UNIT_NOCLEAR" val="0"/>
  <p:tag name="KSO_WM_UNIT_TYPE" val="m_h_f"/>
  <p:tag name="KSO_WM_UNIT_INDEX" val="1_3_1"/>
  <p:tag name="KSO_WM_DIAGRAM_GROUP_CODE" val="m1-1"/>
  <p:tag name="KSO_WM_DIAGRAM_VERSION" val="3"/>
  <p:tag name="KSO_WM_DIAGRAM_COLOR_TRICK" val="1"/>
  <p:tag name="KSO_WM_DIAGRAM_COLOR_TEXT_CAN_REMOVE" val="n"/>
  <p:tag name="KSO_WM_UNIT_TEXT_TYPE" val="1"/>
  <p:tag name="KSO_WM_UNIT_PRESET_TEXT" val="单击此处添加文本内容"/>
  <p:tag name="KSO_WM_UNIT_FILL_TYPE" val="1"/>
  <p:tag name="KSO_WM_UNIT_FILL_FORE_SCHEMECOLOR_INDEX" val="5"/>
  <p:tag name="KSO_WM_UNIT_FILL_FORE_SCHEMECOLOR_INDEX_BRIGHTNESS" val="0.16"/>
  <p:tag name="KSO_WM_DIAGRAM_MAX_ITEMCNT" val="12"/>
  <p:tag name="KSO_WM_DIAGRAM_MIN_ITEMCNT" val="2"/>
  <p:tag name="KSO_WM_DIAGRAM_VIRTUALLY_FRAME" val="{&quot;height&quot;:357.95,&quot;left&quot;:50.153149606299124,&quot;top&quot;:129.1,&quot;width&quot;:855.9468503937009}"/>
  <p:tag name="KSO_WM_DIAGRAM_COLOR_MATCH_VALUE" val="{&quot;shape&quot;:{&quot;fill&quot;:{&quot;solid&quot;:{&quot;brightness&quot;:0.1599999964237213,&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6*m_h_f*1_7_1"/>
  <p:tag name="KSO_WM_TEMPLATE_CATEGORY" val="diagram"/>
  <p:tag name="KSO_WM_TEMPLATE_INDEX" val="20235156"/>
  <p:tag name="KSO_WM_UNIT_LAYERLEVEL" val="1_1_1"/>
  <p:tag name="KSO_WM_TAG_VERSION" val="3.0"/>
  <p:tag name="KSO_WM_BEAUTIFY_FLAG" val="#wm#"/>
  <p:tag name="KSO_WM_UNIT_SUBTYPE" val="a"/>
  <p:tag name="KSO_WM_UNIT_TEXT_LAYER_COUNT" val="1"/>
  <p:tag name="KSO_WM_UNIT_NOCLEAR" val="0"/>
  <p:tag name="KSO_WM_UNIT_TYPE" val="m_h_f"/>
  <p:tag name="KSO_WM_UNIT_INDEX" val="1_7_1"/>
  <p:tag name="KSO_WM_DIAGRAM_GROUP_CODE" val="m1-1"/>
  <p:tag name="KSO_WM_DIAGRAM_VERSION" val="3"/>
  <p:tag name="KSO_WM_DIAGRAM_COLOR_TRICK" val="1"/>
  <p:tag name="KSO_WM_DIAGRAM_COLOR_TEXT_CAN_REMOVE" val="n"/>
  <p:tag name="KSO_WM_UNIT_TEXT_TYPE" val="1"/>
  <p:tag name="KSO_WM_UNIT_PRESET_TEXT" val="单击此处添加文本内容"/>
  <p:tag name="KSO_WM_UNIT_FILL_TYPE" val="1"/>
  <p:tag name="KSO_WM_UNIT_FILL_FORE_SCHEMECOLOR_INDEX" val="5"/>
  <p:tag name="KSO_WM_UNIT_FILL_FORE_SCHEMECOLOR_INDEX_BRIGHTNESS" val="-0.1"/>
  <p:tag name="KSO_WM_DIAGRAM_MAX_ITEMCNT" val="12"/>
  <p:tag name="KSO_WM_DIAGRAM_MIN_ITEMCNT" val="2"/>
  <p:tag name="KSO_WM_DIAGRAM_VIRTUALLY_FRAME" val="{&quot;height&quot;:357.95,&quot;left&quot;:50.153149606299124,&quot;top&quot;:129.1,&quot;width&quot;:855.9468503937009}"/>
  <p:tag name="KSO_WM_DIAGRAM_COLOR_MATCH_VALUE" val="{&quot;shape&quot;:{&quot;fill&quot;:{&quot;solid&quot;:{&quot;brightness&quot;:-0.10000000149011612,&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6*m_h_i*1_1_1"/>
  <p:tag name="KSO_WM_TEMPLATE_CATEGORY" val="diagram"/>
  <p:tag name="KSO_WM_TEMPLATE_INDEX" val="20235156"/>
  <p:tag name="KSO_WM_UNIT_LAYERLEVEL" val="1_1_1"/>
  <p:tag name="KSO_WM_TAG_VERSION" val="3.0"/>
  <p:tag name="KSO_WM_UNIT_TYPE" val="m_h_i"/>
  <p:tag name="KSO_WM_UNIT_INDEX" val="1_1_1"/>
  <p:tag name="KSO_WM_DIAGRAM_MAX_ITEMCNT" val="12"/>
  <p:tag name="KSO_WM_DIAGRAM_MIN_ITEMCNT" val="2"/>
  <p:tag name="KSO_WM_DIAGRAM_VIRTUALLY_FRAME" val="{&quot;height&quot;:357.95,&quot;left&quot;:50.153149606299124,&quot;top&quot;:129.1,&quot;width&quot;:855.9468503937009}"/>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GROUP_CODE" val="m1-1"/>
  <p:tag name="KSO_WM_DIAGRAM_VERSION" val="3"/>
  <p:tag name="KSO_WM_DIAGRAM_COLOR_TRICK" val="1"/>
  <p:tag name="KSO_WM_DIAGRAM_COLOR_TEXT_CAN_REMOVE" val="n"/>
  <p:tag name="KSO_WM_UNIT_LINE_FORE_SCHEMECOLOR_INDEX" val="5"/>
  <p:tag name="KSO_WM_UNIT_LINE_FILL_TYPE" val="2"/>
  <p:tag name="KSO_WM_UNIT_USESOURCEFORMAT_APPLY"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6*m_h_i*1_5_1"/>
  <p:tag name="KSO_WM_TEMPLATE_CATEGORY" val="diagram"/>
  <p:tag name="KSO_WM_TEMPLATE_INDEX" val="20235156"/>
  <p:tag name="KSO_WM_UNIT_LAYERLEVEL" val="1_1_1"/>
  <p:tag name="KSO_WM_TAG_VERSION" val="3.0"/>
  <p:tag name="KSO_WM_UNIT_TYPE" val="m_h_i"/>
  <p:tag name="KSO_WM_UNIT_INDEX" val="1_5_1"/>
  <p:tag name="KSO_WM_DIAGRAM_MAX_ITEMCNT" val="12"/>
  <p:tag name="KSO_WM_DIAGRAM_MIN_ITEMCNT" val="2"/>
  <p:tag name="KSO_WM_DIAGRAM_VIRTUALLY_FRAME" val="{&quot;height&quot;:357.95,&quot;left&quot;:50.153149606299124,&quot;top&quot;:129.1,&quot;width&quot;:855.9468503937009}"/>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GROUP_CODE" val="m1-1"/>
  <p:tag name="KSO_WM_DIAGRAM_VERSION" val="3"/>
  <p:tag name="KSO_WM_DIAGRAM_COLOR_TRICK" val="1"/>
  <p:tag name="KSO_WM_DIAGRAM_COLOR_TEXT_CAN_REMOVE" val="n"/>
  <p:tag name="KSO_WM_UNIT_LINE_FORE_SCHEMECOLOR_INDEX" val="9"/>
  <p:tag name="KSO_WM_UNIT_LINE_FILL_TYPE" val="2"/>
  <p:tag name="KSO_WM_UNIT_USESOURCEFORMAT_APPLY"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6*m_h_f*1_1_1"/>
  <p:tag name="KSO_WM_TEMPLATE_CATEGORY" val="diagram"/>
  <p:tag name="KSO_WM_TEMPLATE_INDEX" val="20235156"/>
  <p:tag name="KSO_WM_UNIT_LAYERLEVEL" val="1_1_1"/>
  <p:tag name="KSO_WM_TAG_VERSION" val="3.0"/>
  <p:tag name="KSO_WM_BEAUTIFY_FLAG" val="#wm#"/>
  <p:tag name="KSO_WM_UNIT_SUBTYPE" val="a"/>
  <p:tag name="KSO_WM_UNIT_TEXT_LAYER_COUNT" val="1"/>
  <p:tag name="KSO_WM_UNIT_NOCLEAR" val="0"/>
  <p:tag name="KSO_WM_UNIT_TYPE" val="m_h_f"/>
  <p:tag name="KSO_WM_UNIT_INDEX" val="1_1_1"/>
  <p:tag name="KSO_WM_DIAGRAM_GROUP_CODE" val="m1-1"/>
  <p:tag name="KSO_WM_DIAGRAM_VERSION" val="3"/>
  <p:tag name="KSO_WM_DIAGRAM_COLOR_TRICK" val="1"/>
  <p:tag name="KSO_WM_DIAGRAM_COLOR_TEXT_CAN_REMOVE" val="n"/>
  <p:tag name="KSO_WM_UNIT_TEXT_TYPE" val="1"/>
  <p:tag name="KSO_WM_UNIT_PRESET_TEXT" val="单击此处添加文本内容"/>
  <p:tag name="KSO_WM_UNIT_FILL_TYPE" val="1"/>
  <p:tag name="KSO_WM_UNIT_FILL_FORE_SCHEMECOLOR_INDEX" val="5"/>
  <p:tag name="KSO_WM_UNIT_FILL_FORE_SCHEMECOLOR_INDEX_BRIGHTNESS" val="-0.25"/>
  <p:tag name="KSO_WM_DIAGRAM_MAX_ITEMCNT" val="12"/>
  <p:tag name="KSO_WM_DIAGRAM_MIN_ITEMCNT" val="2"/>
  <p:tag name="KSO_WM_DIAGRAM_VIRTUALLY_FRAME" val="{&quot;height&quot;:357.95,&quot;left&quot;:50.153149606299124,&quot;top&quot;:129.1,&quot;width&quot;:855.9468503937009}"/>
  <p:tag name="KSO_WM_DIAGRAM_COLOR_MATCH_VALUE" val="{&quot;shape&quot;:{&quot;fill&quot;:{&quot;solid&quot;:{&quot;brightness&quot;:-0.2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6*m_h_f*1_5_1"/>
  <p:tag name="KSO_WM_TEMPLATE_CATEGORY" val="diagram"/>
  <p:tag name="KSO_WM_TEMPLATE_INDEX" val="20235156"/>
  <p:tag name="KSO_WM_UNIT_LAYERLEVEL" val="1_1_1"/>
  <p:tag name="KSO_WM_TAG_VERSION" val="3.0"/>
  <p:tag name="KSO_WM_BEAUTIFY_FLAG" val="#wm#"/>
  <p:tag name="KSO_WM_UNIT_SUBTYPE" val="a"/>
  <p:tag name="KSO_WM_UNIT_TEXT_LAYER_COUNT" val="1"/>
  <p:tag name="KSO_WM_UNIT_NOCLEAR" val="0"/>
  <p:tag name="KSO_WM_UNIT_TYPE" val="m_h_f"/>
  <p:tag name="KSO_WM_UNIT_INDEX" val="1_5_1"/>
  <p:tag name="KSO_WM_DIAGRAM_GROUP_CODE" val="m1-1"/>
  <p:tag name="KSO_WM_DIAGRAM_VERSION" val="3"/>
  <p:tag name="KSO_WM_DIAGRAM_COLOR_TRICK" val="1"/>
  <p:tag name="KSO_WM_DIAGRAM_COLOR_TEXT_CAN_REMOVE" val="n"/>
  <p:tag name="KSO_WM_UNIT_TEXT_TYPE" val="1"/>
  <p:tag name="KSO_WM_UNIT_PRESET_TEXT" val="单击此处添加文本内容"/>
  <p:tag name="KSO_WM_UNIT_FILL_TYPE" val="1"/>
  <p:tag name="KSO_WM_UNIT_FILL_FORE_SCHEMECOLOR_INDEX" val="5"/>
  <p:tag name="KSO_WM_UNIT_FILL_FORE_SCHEMECOLOR_INDEX_BRIGHTNESS" val="0"/>
  <p:tag name="KSO_WM_DIAGRAM_MAX_ITEMCNT" val="12"/>
  <p:tag name="KSO_WM_DIAGRAM_MIN_ITEMCNT" val="2"/>
  <p:tag name="KSO_WM_DIAGRAM_VIRTUALLY_FRAME" val="{&quot;height&quot;:357.95,&quot;left&quot;:50.153149606299124,&quot;top&quot;:129.1,&quot;width&quot;:855.9468503937009}"/>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36.xml><?xml version="1.0" encoding="utf-8"?>
<p:tagLst xmlns:p="http://schemas.openxmlformats.org/presentationml/2006/main">
  <p:tag name="KSO_WM_SLIDE_ID" val="diagram20235156_11"/>
  <p:tag name="KSO_WM_TEMPLATE_SUBCATEGORY" val="0"/>
  <p:tag name="KSO_WM_TEMPLATE_MASTER_TYPE" val="0"/>
  <p:tag name="KSO_WM_TEMPLATE_COLOR_TYPE" val="0"/>
  <p:tag name="KSO_WM_SLIDE_ITEM_CNT" val="12"/>
  <p:tag name="KSO_WM_SLIDE_INDEX" val="11"/>
  <p:tag name="KSO_WM_TAG_VERSION" val="3.0"/>
  <p:tag name="KSO_WM_BEAUTIFY_FLAG" val="#wm#"/>
  <p:tag name="KSO_WM_TEMPLATE_CATEGORY" val="diagram"/>
  <p:tag name="KSO_WM_TEMPLATE_INDEX" val="20235156"/>
  <p:tag name="KSO_WM_SLIDE_TYPE" val="text"/>
  <p:tag name="KSO_WM_SLIDE_SUBTYPE" val="diag"/>
  <p:tag name="KSO_WM_SLIDE_SIZE" val="850.394*325.1"/>
  <p:tag name="KSO_WM_SLIDE_POSITION" val="54.8032*134.65"/>
  <p:tag name="KSO_WM_SLIDE_LAYOUT" val="a_m"/>
  <p:tag name="KSO_WM_SLIDE_LAYOUT_CNT" val="1_1"/>
  <p:tag name="KSO_WM_SPECIAL_SOURCE" val="bdnull"/>
  <p:tag name="KSO_WM_DIAGRAM_GROUP_CODE" val="m1-1"/>
  <p:tag name="KSO_WM_SLIDE_DIAGTYPE" val="m"/>
</p:tagLst>
</file>

<file path=ppt/tags/tag13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61_1*l_h_i*1_1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01.82712696338604,&quot;left&quot;:54.8,&quot;top&quot;:112.72287303661396,&quot;width&quot;:474.45}"/>
  <p:tag name="KSO_WM_DIAGRAM_COLOR_MATCH_VALUE" val="{&quot;shape&quot;:{&quot;fill&quot;:{&quot;gradient&quot;:[{&quot;brightness&quot;:0.4000000059604645,&quot;colorType&quot;:1,&quot;foreColorIndex&quot;:5,&quot;pos&quot;:0,&quot;transparency&quot;:0.23999999463558197},{&quot;brightness&quot;:0,&quot;colorType&quot;:1,&quot;foreColorIndex&quot;:5,&quot;pos&quot;:1,&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13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5161_1*l_h_f*1_1_1"/>
  <p:tag name="KSO_WM_TEMPLATE_CATEGORY" val="diagram"/>
  <p:tag name="KSO_WM_TEMPLATE_INDEX" val="20235161"/>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401.82712696338604,&quot;left&quot;:54.8,&quot;top&quot;:112.72287303661396,&quot;width&quot;:474.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TEXT_FILL_FORE_SCHEMECOLOR_INDEX" val="1"/>
  <p:tag name="KSO_WM_UNIT_TEXT_FILL_TYPE" val="1"/>
  <p:tag name="KSO_WM_UNIT_USESOURCEFORMAT_APPLY" val="1"/>
</p:tagLst>
</file>

<file path=ppt/tags/tag140.xml><?xml version="1.0" encoding="utf-8"?>
<p:tagLst xmlns:p="http://schemas.openxmlformats.org/presentationml/2006/main">
  <p:tag name="KSO_WM_UNIT_VALUE" val="88*88"/>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5161_1*l_h_x*1_1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401.82712696338604,&quot;left&quot;:54.8,&quot;top&quot;:112.72287303661396,&quot;width&quot;:474.4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141.xml><?xml version="1.0" encoding="utf-8"?>
<p:tagLst xmlns:p="http://schemas.openxmlformats.org/presentationml/2006/main">
  <p:tag name="KSO_WM_UNIT_VALUE" val="87*87"/>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5161_1*l_h_x*1_2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401.82712696338604,&quot;left&quot;:54.8,&quot;top&quot;:112.72287303661396,&quot;width&quot;:474.4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142.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143.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4431_1*l_h_i*1_1_2"/>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418.75,&quot;left&quot;:27.923543307086618,&quot;top&quot;:46.75,&quot;width&quot;:877.3126771653544}"/>
  <p:tag name="KSO_WM_DIAGRAM_COLOR_MATCH_VALUE" val="{&quot;shape&quot;:{&quot;fill&quot;:{&quot;gradient&quot;:[{&quot;brightness&quot;:0,&quot;colorType&quot;:1,&quot;foreColorIndex&quot;:5,&quot;pos&quot;:0.44999998807907104,&quot;transparency&quot;:0},{&quot;brightness&quot;:0,&quot;colorType&quot;:1,&quot;foreColorIndex&quot;:5,&quot;pos&quot;:0,&quot;transparency&quot;:1}],&quot;type&quot;:3},&quot;glow&quot;:{&quot;colorType&quot;:0},&quot;line&quot;:{&quot;gradient&quot;:[{&quot;brightness&quot;:-0.25,&quot;colorType&quot;:1,&quot;foreColorIndex&quot;:5,&quot;pos&quot;:0.4699999988079071,&quot;transparency&quot;:0},{&quot;brightness&quot;:0,&quot;colorType&quot;:1,&quot;foreColorIndex&quot;:14,&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4431_1*l_h_i*1_2_2"/>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418.75,&quot;left&quot;:27.923543307086618,&quot;top&quot;:46.75,&quot;width&quot;:877.3126771653544}"/>
  <p:tag name="KSO_WM_DIAGRAM_COLOR_MATCH_VALUE" val="{&quot;shape&quot;:{&quot;fill&quot;:{&quot;gradient&quot;:[{&quot;brightness&quot;:0,&quot;colorType&quot;:1,&quot;foreColorIndex&quot;:5,&quot;pos&quot;:0.5600000023841858,&quot;transparency&quot;:0},{&quot;brightness&quot;:-0.05000000074505806,&quot;colorType&quot;:1,&quot;foreColorIndex&quot;:5,&quot;pos&quot;:1,&quot;transparency&quot;:1}],&quot;type&quot;:3},&quot;glow&quot;:{&quot;colorType&quot;:0},&quot;line&quot;:{&quot;gradient&quot;:[{&quot;brightness&quot;:-0.25,&quot;colorType&quot;:1,&quot;foreColorIndex&quot;:5,&quot;pos&quot;:0.5699999928474426,&quot;transparency&quot;:0},{&quot;brightness&quot;:0,&quot;colorType&quot;:1,&quot;foreColorIndex&quot;:14,&quot;pos&quot;:0,&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46.xml><?xml version="1.0" encoding="utf-8"?>
<p:tagLst xmlns:p="http://schemas.openxmlformats.org/presentationml/2006/main">
  <p:tag name="KSO_WM_UNIT_SUBTYPE" val="a"/>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4431_1*l_h_f*1_2_1"/>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418.75,&quot;left&quot;:27.923543307086618,&quot;top&quot;:46.75,&quot;width&quot;:877.31267716535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请&#10;言简意赅的阐述观点"/>
  <p:tag name="KSO_WM_UNIT_TEXT_TYPE" val="1"/>
  <p:tag name="KSO_WM_DIAGRAM_USE_COLOR_VALUE" val="{&quot;color_scheme&quot;:1,&quot;color_type&quot;:1,&quot;theme_color_indexes&quot;:[5,6,5,6,5,6]}"/>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4431_1*l_h_i*1_1_1"/>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418.75,&quot;left&quot;:27.923543307086618,&quot;top&quot;:46.75,&quot;width&quot;:877.3126771653544}"/>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4431_1*l_h_i*1_2_1"/>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418.75,&quot;left&quot;:27.923543307086618,&quot;top&quot;:46.75,&quot;width&quot;:877.3126771653544}"/>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49.xml><?xml version="1.0" encoding="utf-8"?>
<p:tagLst xmlns:p="http://schemas.openxmlformats.org/presentationml/2006/main">
  <p:tag name="KSO_WM_UNIT_VALUE" val="87*87"/>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4431_1*l_h_x*1_1_1"/>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418.75,&quot;left&quot;:27.923543307086618,&quot;top&quot;:46.75,&quot;width&quot;:877.312677165354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MH_SHAPE_GUID" val="13"/>
  <p:tag name="KSO_WM_DIAGRAM_USE_COLOR_VALUE" val="{&quot;color_scheme&quot;:1,&quot;color_type&quot;:1,&quot;theme_color_indexes&quot;:[5,6,5,6,5,6]}"/>
</p:tagLst>
</file>

<file path=ppt/tags/tag150.xml><?xml version="1.0" encoding="utf-8"?>
<p:tagLst xmlns:p="http://schemas.openxmlformats.org/presentationml/2006/main">
  <p:tag name="KSO_WM_UNIT_VALUE" val="87*87"/>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4431_1*l_h_x*1_2_1"/>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418.75,&quot;left&quot;:27.923543307086618,&quot;top&quot;:46.75,&quot;width&quot;:877.312677165354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MH_SHAPE_GUID" val="24"/>
  <p:tag name="KSO_WM_DIAGRAM_USE_COLOR_VALUE" val="{&quot;color_scheme&quot;:1,&quot;color_type&quot;:1,&quot;theme_color_indexes&quot;:[5,6,5,6,5,6]}"/>
</p:tagLst>
</file>

<file path=ppt/tags/tag151.xml><?xml version="1.0" encoding="utf-8"?>
<p:tagLst xmlns:p="http://schemas.openxmlformats.org/presentationml/2006/main">
  <p:tag name="KSO_WM_UNIT_SUBTYPE" val="a"/>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4431_1*l_h_f*1_2_1"/>
  <p:tag name="KSO_WM_TEMPLATE_CATEGORY" val="diagram"/>
  <p:tag name="KSO_WM_TEMPLATE_INDEX" val="20234431"/>
  <p:tag name="KSO_WM_UNIT_LAYERLEVEL" val="1_1_1"/>
  <p:tag name="KSO_WM_TAG_VERSION" val="3.0"/>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527.95,&quot;left&quot;:54.77354330708662,&quot;top&quot;:-13.4,&quot;width&quot;:850.46267716535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请&#10;言简意赅的阐述观点"/>
  <p:tag name="KSO_WM_UNIT_TEXT_TYPE" val="1"/>
  <p:tag name="KSO_WM_DIAGRAM_USE_COLOR_VALUE" val="{&quot;color_scheme&quot;:1,&quot;color_type&quot;:1,&quot;theme_color_indexes&quot;:[5,6,5,6,5,6]}"/>
</p:tagLst>
</file>

<file path=ppt/tags/tag152.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 name="resource_record_key" val="{&quot;65&quot;:[20235919],&quot;70&quot;:[3327011]}"/>
</p:tagLst>
</file>

<file path=ppt/tags/tag153.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4875_1*a*1"/>
  <p:tag name="KSO_WM_TEMPLATE_CATEGORY" val="diagram"/>
  <p:tag name="KSO_WM_TEMPLATE_INDEX" val="20234875"/>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5"/>
  <p:tag name="KSO_WM_TEMPLATE_CATEGORY" val="diagram"/>
  <p:tag name="KSO_WM_TEMPLATE_INDEX" val="20234875"/>
  <p:tag name="KSO_WM_UNIT_LAYERLEVEL" val="1_1_1"/>
  <p:tag name="KSO_WM_TAG_VERSION" val="3.0"/>
  <p:tag name="KSO_WM_UNIT_TYPE" val="l_h_i"/>
  <p:tag name="KSO_WM_UNIT_INDEX" val="1_2_2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UNIT_TEXT_FILL_FORE_SCHEMECOLOR_INDEX" val="13"/>
  <p:tag name="KSO_WM_UNIT_TEXT_FILL_TYPE" val="1"/>
  <p:tag name="KSO_WM_UNIT_USESOURCEFORMAT_APPLY" val="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6"/>
  <p:tag name="KSO_WM_TEMPLATE_CATEGORY" val="diagram"/>
  <p:tag name="KSO_WM_TEMPLATE_INDEX" val="20234875"/>
  <p:tag name="KSO_WM_UNIT_LAYERLEVEL" val="1_1_1"/>
  <p:tag name="KSO_WM_TAG_VERSION" val="3.0"/>
  <p:tag name="KSO_WM_UNIT_TYPE" val="l_h_i"/>
  <p:tag name="KSO_WM_UNIT_INDEX" val="1_2_2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05000000074505806,&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13"/>
  <p:tag name="KSO_WM_UNIT_LINE_FILL_TYPE" val="2"/>
  <p:tag name="KSO_WM_UNIT_TEXT_FILL_FORE_SCHEMECOLOR_INDEX" val="14"/>
  <p:tag name="KSO_WM_UNIT_TEXT_FILL_TYPE" val="1"/>
  <p:tag name="KSO_WM_UNIT_USESOURCEFORMAT_APPLY" val="1"/>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
  <p:tag name="KSO_WM_TEMPLATE_CATEGORY" val="diagram"/>
  <p:tag name="KSO_WM_TEMPLATE_INDEX" val="20234875"/>
  <p:tag name="KSO_WM_UNIT_LAYERLEVEL" val="1_1_1"/>
  <p:tag name="KSO_WM_TAG_VERSION" val="3.0"/>
  <p:tag name="KSO_WM_UNIT_TYPE" val="l_h_i"/>
  <p:tag name="KSO_WM_UNIT_INDEX" val="1_2_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4"/>
  <p:tag name="KSO_WM_TEMPLATE_CATEGORY" val="diagram"/>
  <p:tag name="KSO_WM_TEMPLATE_INDEX" val="20234875"/>
  <p:tag name="KSO_WM_UNIT_LAYERLEVEL" val="1_1_1"/>
  <p:tag name="KSO_WM_TAG_VERSION" val="3.0"/>
  <p:tag name="KSO_WM_UNIT_TYPE" val="l_h_i"/>
  <p:tag name="KSO_WM_UNIT_INDEX" val="1_2_2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4"/>
  <p:tag name="KSO_WM_TEMPLATE_CATEGORY" val="diagram"/>
  <p:tag name="KSO_WM_TEMPLATE_INDEX" val="20234875"/>
  <p:tag name="KSO_WM_UNIT_LAYERLEVEL" val="1_1_1"/>
  <p:tag name="KSO_WM_TAG_VERSION" val="3.0"/>
  <p:tag name="KSO_WM_UNIT_TYPE" val="l_h_i"/>
  <p:tag name="KSO_WM_UNIT_INDEX" val="1_2_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8"/>
  <p:tag name="KSO_WM_TEMPLATE_CATEGORY" val="diagram"/>
  <p:tag name="KSO_WM_TEMPLATE_INDEX" val="20234875"/>
  <p:tag name="KSO_WM_UNIT_LAYERLEVEL" val="1_1_1"/>
  <p:tag name="KSO_WM_TAG_VERSION" val="3.0"/>
  <p:tag name="KSO_WM_UNIT_TYPE" val="l_h_i"/>
  <p:tag name="KSO_WM_UNIT_INDEX" val="1_2_18"/>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8"/>
  <p:tag name="KSO_WM_TEMPLATE_CATEGORY" val="diagram"/>
  <p:tag name="KSO_WM_TEMPLATE_INDEX" val="20234875"/>
  <p:tag name="KSO_WM_UNIT_LAYERLEVEL" val="1_1_1"/>
  <p:tag name="KSO_WM_TAG_VERSION" val="3.0"/>
  <p:tag name="KSO_WM_UNIT_TYPE" val="l_h_i"/>
  <p:tag name="KSO_WM_UNIT_INDEX" val="1_2_8"/>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5"/>
  <p:tag name="KSO_WM_TEMPLATE_CATEGORY" val="diagram"/>
  <p:tag name="KSO_WM_TEMPLATE_INDEX" val="20234875"/>
  <p:tag name="KSO_WM_UNIT_LAYERLEVEL" val="1_1_1"/>
  <p:tag name="KSO_WM_TAG_VERSION" val="3.0"/>
  <p:tag name="KSO_WM_UNIT_TYPE" val="l_h_i"/>
  <p:tag name="KSO_WM_UNIT_INDEX" val="1_2_1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0"/>
  <p:tag name="KSO_WM_TEMPLATE_CATEGORY" val="diagram"/>
  <p:tag name="KSO_WM_TEMPLATE_INDEX" val="20234875"/>
  <p:tag name="KSO_WM_UNIT_LAYERLEVEL" val="1_1_1"/>
  <p:tag name="KSO_WM_TAG_VERSION" val="3.0"/>
  <p:tag name="KSO_WM_UNIT_TYPE" val="l_h_i"/>
  <p:tag name="KSO_WM_UNIT_INDEX" val="1_2_10"/>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0"/>
  <p:tag name="KSO_WM_TEMPLATE_CATEGORY" val="diagram"/>
  <p:tag name="KSO_WM_TEMPLATE_INDEX" val="20234875"/>
  <p:tag name="KSO_WM_UNIT_LAYERLEVEL" val="1_1_1"/>
  <p:tag name="KSO_WM_TAG_VERSION" val="3.0"/>
  <p:tag name="KSO_WM_UNIT_TYPE" val="l_h_i"/>
  <p:tag name="KSO_WM_UNIT_INDEX" val="1_2_20"/>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3"/>
  <p:tag name="KSO_WM_TEMPLATE_CATEGORY" val="diagram"/>
  <p:tag name="KSO_WM_TEMPLATE_INDEX" val="20234875"/>
  <p:tag name="KSO_WM_UNIT_LAYERLEVEL" val="1_1_1"/>
  <p:tag name="KSO_WM_TAG_VERSION" val="3.0"/>
  <p:tag name="KSO_WM_UNIT_TYPE" val="l_h_i"/>
  <p:tag name="KSO_WM_UNIT_INDEX" val="1_2_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3"/>
  <p:tag name="KSO_WM_TEMPLATE_CATEGORY" val="diagram"/>
  <p:tag name="KSO_WM_TEMPLATE_INDEX" val="20234875"/>
  <p:tag name="KSO_WM_UNIT_LAYERLEVEL" val="1_1_1"/>
  <p:tag name="KSO_WM_TAG_VERSION" val="3.0"/>
  <p:tag name="KSO_WM_UNIT_TYPE" val="l_h_i"/>
  <p:tag name="KSO_WM_UNIT_INDEX" val="1_2_2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6"/>
  <p:tag name="KSO_WM_TEMPLATE_CATEGORY" val="diagram"/>
  <p:tag name="KSO_WM_TEMPLATE_INDEX" val="20234875"/>
  <p:tag name="KSO_WM_UNIT_LAYERLEVEL" val="1_1_1"/>
  <p:tag name="KSO_WM_TAG_VERSION" val="3.0"/>
  <p:tag name="KSO_WM_UNIT_TYPE" val="l_h_i"/>
  <p:tag name="KSO_WM_UNIT_INDEX" val="1_2_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9"/>
  <p:tag name="KSO_WM_TEMPLATE_CATEGORY" val="diagram"/>
  <p:tag name="KSO_WM_TEMPLATE_INDEX" val="20234875"/>
  <p:tag name="KSO_WM_UNIT_LAYERLEVEL" val="1_1_1"/>
  <p:tag name="KSO_WM_TAG_VERSION" val="3.0"/>
  <p:tag name="KSO_WM_UNIT_TYPE" val="l_h_i"/>
  <p:tag name="KSO_WM_UNIT_INDEX" val="1_2_19"/>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7"/>
  <p:tag name="KSO_WM_TEMPLATE_CATEGORY" val="diagram"/>
  <p:tag name="KSO_WM_TEMPLATE_INDEX" val="20234875"/>
  <p:tag name="KSO_WM_UNIT_LAYERLEVEL" val="1_1_1"/>
  <p:tag name="KSO_WM_TAG_VERSION" val="3.0"/>
  <p:tag name="KSO_WM_UNIT_TYPE" val="l_h_i"/>
  <p:tag name="KSO_WM_UNIT_INDEX" val="1_2_7"/>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6"/>
  <p:tag name="KSO_WM_TEMPLATE_CATEGORY" val="diagram"/>
  <p:tag name="KSO_WM_TEMPLATE_INDEX" val="20234875"/>
  <p:tag name="KSO_WM_UNIT_LAYERLEVEL" val="1_1_1"/>
  <p:tag name="KSO_WM_TAG_VERSION" val="3.0"/>
  <p:tag name="KSO_WM_UNIT_TYPE" val="l_h_i"/>
  <p:tag name="KSO_WM_UNIT_INDEX" val="1_2_1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2"/>
  <p:tag name="KSO_WM_TEMPLATE_CATEGORY" val="diagram"/>
  <p:tag name="KSO_WM_TEMPLATE_INDEX" val="20234875"/>
  <p:tag name="KSO_WM_UNIT_LAYERLEVEL" val="1_1_1"/>
  <p:tag name="KSO_WM_TAG_VERSION" val="3.0"/>
  <p:tag name="KSO_WM_UNIT_TYPE" val="l_h_i"/>
  <p:tag name="KSO_WM_UNIT_INDEX" val="1_2_1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2"/>
  <p:tag name="KSO_WM_TEMPLATE_CATEGORY" val="diagram"/>
  <p:tag name="KSO_WM_TEMPLATE_INDEX" val="20234875"/>
  <p:tag name="KSO_WM_UNIT_LAYERLEVEL" val="1_1_1"/>
  <p:tag name="KSO_WM_TAG_VERSION" val="3.0"/>
  <p:tag name="KSO_WM_UNIT_TYPE" val="l_h_i"/>
  <p:tag name="KSO_WM_UNIT_INDEX" val="1_2_2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5"/>
  <p:tag name="KSO_WM_TEMPLATE_CATEGORY" val="diagram"/>
  <p:tag name="KSO_WM_TEMPLATE_INDEX" val="20234875"/>
  <p:tag name="KSO_WM_UNIT_LAYERLEVEL" val="1_1_1"/>
  <p:tag name="KSO_WM_TAG_VERSION" val="3.0"/>
  <p:tag name="KSO_WM_UNIT_TYPE" val="l_h_i"/>
  <p:tag name="KSO_WM_UNIT_INDEX" val="1_2_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7"/>
  <p:tag name="KSO_WM_TEMPLATE_CATEGORY" val="diagram"/>
  <p:tag name="KSO_WM_TEMPLATE_INDEX" val="20234875"/>
  <p:tag name="KSO_WM_UNIT_LAYERLEVEL" val="1_1_1"/>
  <p:tag name="KSO_WM_TAG_VERSION" val="3.0"/>
  <p:tag name="KSO_WM_UNIT_TYPE" val="l_h_i"/>
  <p:tag name="KSO_WM_UNIT_INDEX" val="1_2_17"/>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9"/>
  <p:tag name="KSO_WM_TEMPLATE_CATEGORY" val="diagram"/>
  <p:tag name="KSO_WM_TEMPLATE_INDEX" val="20234875"/>
  <p:tag name="KSO_WM_UNIT_LAYERLEVEL" val="1_1_1"/>
  <p:tag name="KSO_WM_TAG_VERSION" val="3.0"/>
  <p:tag name="KSO_WM_UNIT_TYPE" val="l_h_i"/>
  <p:tag name="KSO_WM_UNIT_INDEX" val="1_2_9"/>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4"/>
  <p:tag name="KSO_WM_TEMPLATE_CATEGORY" val="diagram"/>
  <p:tag name="KSO_WM_TEMPLATE_INDEX" val="20234875"/>
  <p:tag name="KSO_WM_UNIT_LAYERLEVEL" val="1_1_1"/>
  <p:tag name="KSO_WM_TAG_VERSION" val="3.0"/>
  <p:tag name="KSO_WM_UNIT_TYPE" val="l_h_i"/>
  <p:tag name="KSO_WM_UNIT_INDEX" val="1_2_1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1"/>
  <p:tag name="KSO_WM_TEMPLATE_CATEGORY" val="diagram"/>
  <p:tag name="KSO_WM_TEMPLATE_INDEX" val="20234875"/>
  <p:tag name="KSO_WM_UNIT_LAYERLEVEL" val="1_1_1"/>
  <p:tag name="KSO_WM_TAG_VERSION" val="3.0"/>
  <p:tag name="KSO_WM_UNIT_TYPE" val="l_h_i"/>
  <p:tag name="KSO_WM_UNIT_INDEX" val="1_2_11"/>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1"/>
  <p:tag name="KSO_WM_TEMPLATE_CATEGORY" val="diagram"/>
  <p:tag name="KSO_WM_TEMPLATE_INDEX" val="20234875"/>
  <p:tag name="KSO_WM_UNIT_LAYERLEVEL" val="1_1_1"/>
  <p:tag name="KSO_WM_TAG_VERSION" val="3.0"/>
  <p:tag name="KSO_WM_UNIT_TYPE" val="l_h_i"/>
  <p:tag name="KSO_WM_UNIT_INDEX" val="1_2_21"/>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5"/>
  <p:tag name="KSO_WM_TEMPLATE_CATEGORY" val="diagram"/>
  <p:tag name="KSO_WM_TEMPLATE_INDEX" val="20234875"/>
  <p:tag name="KSO_WM_UNIT_LAYERLEVEL" val="1_1_1"/>
  <p:tag name="KSO_WM_TAG_VERSION" val="3.0"/>
  <p:tag name="KSO_WM_UNIT_TYPE" val="l_h_i"/>
  <p:tag name="KSO_WM_UNIT_INDEX" val="1_1_2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UNIT_TEXT_FILL_FORE_SCHEMECOLOR_INDEX" val="13"/>
  <p:tag name="KSO_WM_UNIT_TEXT_FILL_TYPE" val="1"/>
  <p:tag name="KSO_WM_UNIT_USESOURCEFORMAT_APPLY" val="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6"/>
  <p:tag name="KSO_WM_TEMPLATE_CATEGORY" val="diagram"/>
  <p:tag name="KSO_WM_TEMPLATE_INDEX" val="20234875"/>
  <p:tag name="KSO_WM_UNIT_LAYERLEVEL" val="1_1_1"/>
  <p:tag name="KSO_WM_TAG_VERSION" val="3.0"/>
  <p:tag name="KSO_WM_UNIT_TYPE" val="l_h_i"/>
  <p:tag name="KSO_WM_UNIT_INDEX" val="1_1_2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13"/>
  <p:tag name="KSO_WM_UNIT_LINE_FILL_TYPE" val="2"/>
  <p:tag name="KSO_WM_UNIT_TEXT_FILL_FORE_SCHEMECOLOR_INDEX" val="13"/>
  <p:tag name="KSO_WM_UNIT_TEXT_FILL_TYPE" val="1"/>
  <p:tag name="KSO_WM_UNIT_USESOURCEFORMAT_APPLY"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
  <p:tag name="KSO_WM_TEMPLATE_CATEGORY" val="diagram"/>
  <p:tag name="KSO_WM_TEMPLATE_INDEX" val="20234875"/>
  <p:tag name="KSO_WM_UNIT_LAYERLEVEL" val="1_1_1"/>
  <p:tag name="KSO_WM_TAG_VERSION" val="3.0"/>
  <p:tag name="KSO_WM_UNIT_TYPE" val="l_h_i"/>
  <p:tag name="KSO_WM_UNIT_INDEX" val="1_1_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4"/>
  <p:tag name="KSO_WM_TEMPLATE_CATEGORY" val="diagram"/>
  <p:tag name="KSO_WM_TEMPLATE_INDEX" val="20234875"/>
  <p:tag name="KSO_WM_UNIT_LAYERLEVEL" val="1_1_1"/>
  <p:tag name="KSO_WM_TAG_VERSION" val="3.0"/>
  <p:tag name="KSO_WM_UNIT_TYPE" val="l_h_i"/>
  <p:tag name="KSO_WM_UNIT_INDEX" val="1_1_2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4"/>
  <p:tag name="KSO_WM_TEMPLATE_CATEGORY" val="diagram"/>
  <p:tag name="KSO_WM_TEMPLATE_INDEX" val="20234875"/>
  <p:tag name="KSO_WM_UNIT_LAYERLEVEL" val="1_1_1"/>
  <p:tag name="KSO_WM_TAG_VERSION" val="3.0"/>
  <p:tag name="KSO_WM_UNIT_TYPE" val="l_h_i"/>
  <p:tag name="KSO_WM_UNIT_INDEX" val="1_1_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8"/>
  <p:tag name="KSO_WM_TEMPLATE_CATEGORY" val="diagram"/>
  <p:tag name="KSO_WM_TEMPLATE_INDEX" val="20234875"/>
  <p:tag name="KSO_WM_UNIT_LAYERLEVEL" val="1_1_1"/>
  <p:tag name="KSO_WM_TAG_VERSION" val="3.0"/>
  <p:tag name="KSO_WM_UNIT_TYPE" val="l_h_i"/>
  <p:tag name="KSO_WM_UNIT_INDEX" val="1_1_18"/>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8"/>
  <p:tag name="KSO_WM_TEMPLATE_CATEGORY" val="diagram"/>
  <p:tag name="KSO_WM_TEMPLATE_INDEX" val="20234875"/>
  <p:tag name="KSO_WM_UNIT_LAYERLEVEL" val="1_1_1"/>
  <p:tag name="KSO_WM_TAG_VERSION" val="3.0"/>
  <p:tag name="KSO_WM_UNIT_TYPE" val="l_h_i"/>
  <p:tag name="KSO_WM_UNIT_INDEX" val="1_1_8"/>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5"/>
  <p:tag name="KSO_WM_TEMPLATE_CATEGORY" val="diagram"/>
  <p:tag name="KSO_WM_TEMPLATE_INDEX" val="20234875"/>
  <p:tag name="KSO_WM_UNIT_LAYERLEVEL" val="1_1_1"/>
  <p:tag name="KSO_WM_TAG_VERSION" val="3.0"/>
  <p:tag name="KSO_WM_UNIT_TYPE" val="l_h_i"/>
  <p:tag name="KSO_WM_UNIT_INDEX" val="1_1_1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0"/>
  <p:tag name="KSO_WM_TEMPLATE_CATEGORY" val="diagram"/>
  <p:tag name="KSO_WM_TEMPLATE_INDEX" val="20234875"/>
  <p:tag name="KSO_WM_UNIT_LAYERLEVEL" val="1_1_1"/>
  <p:tag name="KSO_WM_TAG_VERSION" val="3.0"/>
  <p:tag name="KSO_WM_UNIT_TYPE" val="l_h_i"/>
  <p:tag name="KSO_WM_UNIT_INDEX" val="1_1_10"/>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0"/>
  <p:tag name="KSO_WM_TEMPLATE_CATEGORY" val="diagram"/>
  <p:tag name="KSO_WM_TEMPLATE_INDEX" val="20234875"/>
  <p:tag name="KSO_WM_UNIT_LAYERLEVEL" val="1_1_1"/>
  <p:tag name="KSO_WM_TAG_VERSION" val="3.0"/>
  <p:tag name="KSO_WM_UNIT_TYPE" val="l_h_i"/>
  <p:tag name="KSO_WM_UNIT_INDEX" val="1_1_20"/>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3"/>
  <p:tag name="KSO_WM_TEMPLATE_CATEGORY" val="diagram"/>
  <p:tag name="KSO_WM_TEMPLATE_INDEX" val="20234875"/>
  <p:tag name="KSO_WM_UNIT_LAYERLEVEL" val="1_1_1"/>
  <p:tag name="KSO_WM_TAG_VERSION" val="3.0"/>
  <p:tag name="KSO_WM_UNIT_TYPE" val="l_h_i"/>
  <p:tag name="KSO_WM_UNIT_INDEX" val="1_1_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3"/>
  <p:tag name="KSO_WM_TEMPLATE_CATEGORY" val="diagram"/>
  <p:tag name="KSO_WM_TEMPLATE_INDEX" val="20234875"/>
  <p:tag name="KSO_WM_UNIT_LAYERLEVEL" val="1_1_1"/>
  <p:tag name="KSO_WM_TAG_VERSION" val="3.0"/>
  <p:tag name="KSO_WM_UNIT_TYPE" val="l_h_i"/>
  <p:tag name="KSO_WM_UNIT_INDEX" val="1_1_2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6"/>
  <p:tag name="KSO_WM_TEMPLATE_CATEGORY" val="diagram"/>
  <p:tag name="KSO_WM_TEMPLATE_INDEX" val="20234875"/>
  <p:tag name="KSO_WM_UNIT_LAYERLEVEL" val="1_1_1"/>
  <p:tag name="KSO_WM_TAG_VERSION" val="3.0"/>
  <p:tag name="KSO_WM_UNIT_TYPE" val="l_h_i"/>
  <p:tag name="KSO_WM_UNIT_INDEX" val="1_1_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9"/>
  <p:tag name="KSO_WM_TEMPLATE_CATEGORY" val="diagram"/>
  <p:tag name="KSO_WM_TEMPLATE_INDEX" val="20234875"/>
  <p:tag name="KSO_WM_UNIT_LAYERLEVEL" val="1_1_1"/>
  <p:tag name="KSO_WM_TAG_VERSION" val="3.0"/>
  <p:tag name="KSO_WM_UNIT_TYPE" val="l_h_i"/>
  <p:tag name="KSO_WM_UNIT_INDEX" val="1_1_19"/>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7"/>
  <p:tag name="KSO_WM_TEMPLATE_CATEGORY" val="diagram"/>
  <p:tag name="KSO_WM_TEMPLATE_INDEX" val="20234875"/>
  <p:tag name="KSO_WM_UNIT_LAYERLEVEL" val="1_1_1"/>
  <p:tag name="KSO_WM_TAG_VERSION" val="3.0"/>
  <p:tag name="KSO_WM_UNIT_TYPE" val="l_h_i"/>
  <p:tag name="KSO_WM_UNIT_INDEX" val="1_1_7"/>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6"/>
  <p:tag name="KSO_WM_TEMPLATE_CATEGORY" val="diagram"/>
  <p:tag name="KSO_WM_TEMPLATE_INDEX" val="20234875"/>
  <p:tag name="KSO_WM_UNIT_LAYERLEVEL" val="1_1_1"/>
  <p:tag name="KSO_WM_TAG_VERSION" val="3.0"/>
  <p:tag name="KSO_WM_UNIT_TYPE" val="l_h_i"/>
  <p:tag name="KSO_WM_UNIT_INDEX" val="1_1_1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2"/>
  <p:tag name="KSO_WM_TEMPLATE_CATEGORY" val="diagram"/>
  <p:tag name="KSO_WM_TEMPLATE_INDEX" val="20234875"/>
  <p:tag name="KSO_WM_UNIT_LAYERLEVEL" val="1_1_1"/>
  <p:tag name="KSO_WM_TAG_VERSION" val="3.0"/>
  <p:tag name="KSO_WM_UNIT_TYPE" val="l_h_i"/>
  <p:tag name="KSO_WM_UNIT_INDEX" val="1_1_1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2"/>
  <p:tag name="KSO_WM_TEMPLATE_CATEGORY" val="diagram"/>
  <p:tag name="KSO_WM_TEMPLATE_INDEX" val="20234875"/>
  <p:tag name="KSO_WM_UNIT_LAYERLEVEL" val="1_1_1"/>
  <p:tag name="KSO_WM_TAG_VERSION" val="3.0"/>
  <p:tag name="KSO_WM_UNIT_TYPE" val="l_h_i"/>
  <p:tag name="KSO_WM_UNIT_INDEX" val="1_1_2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5"/>
  <p:tag name="KSO_WM_TEMPLATE_CATEGORY" val="diagram"/>
  <p:tag name="KSO_WM_TEMPLATE_INDEX" val="20234875"/>
  <p:tag name="KSO_WM_UNIT_LAYERLEVEL" val="1_1_1"/>
  <p:tag name="KSO_WM_TAG_VERSION" val="3.0"/>
  <p:tag name="KSO_WM_UNIT_TYPE" val="l_h_i"/>
  <p:tag name="KSO_WM_UNIT_INDEX" val="1_1_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7"/>
  <p:tag name="KSO_WM_TEMPLATE_CATEGORY" val="diagram"/>
  <p:tag name="KSO_WM_TEMPLATE_INDEX" val="20234875"/>
  <p:tag name="KSO_WM_UNIT_LAYERLEVEL" val="1_1_1"/>
  <p:tag name="KSO_WM_TAG_VERSION" val="3.0"/>
  <p:tag name="KSO_WM_UNIT_TYPE" val="l_h_i"/>
  <p:tag name="KSO_WM_UNIT_INDEX" val="1_1_17"/>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9"/>
  <p:tag name="KSO_WM_TEMPLATE_CATEGORY" val="diagram"/>
  <p:tag name="KSO_WM_TEMPLATE_INDEX" val="20234875"/>
  <p:tag name="KSO_WM_UNIT_LAYERLEVEL" val="1_1_1"/>
  <p:tag name="KSO_WM_TAG_VERSION" val="3.0"/>
  <p:tag name="KSO_WM_UNIT_TYPE" val="l_h_i"/>
  <p:tag name="KSO_WM_UNIT_INDEX" val="1_1_9"/>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4"/>
  <p:tag name="KSO_WM_TEMPLATE_CATEGORY" val="diagram"/>
  <p:tag name="KSO_WM_TEMPLATE_INDEX" val="20234875"/>
  <p:tag name="KSO_WM_UNIT_LAYERLEVEL" val="1_1_1"/>
  <p:tag name="KSO_WM_TAG_VERSION" val="3.0"/>
  <p:tag name="KSO_WM_UNIT_TYPE" val="l_h_i"/>
  <p:tag name="KSO_WM_UNIT_INDEX" val="1_1_1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1"/>
  <p:tag name="KSO_WM_TEMPLATE_CATEGORY" val="diagram"/>
  <p:tag name="KSO_WM_TEMPLATE_INDEX" val="20234875"/>
  <p:tag name="KSO_WM_UNIT_LAYERLEVEL" val="1_1_1"/>
  <p:tag name="KSO_WM_TAG_VERSION" val="3.0"/>
  <p:tag name="KSO_WM_UNIT_TYPE" val="l_h_i"/>
  <p:tag name="KSO_WM_UNIT_INDEX" val="1_1_11"/>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1"/>
  <p:tag name="KSO_WM_TEMPLATE_CATEGORY" val="diagram"/>
  <p:tag name="KSO_WM_TEMPLATE_INDEX" val="20234875"/>
  <p:tag name="KSO_WM_UNIT_LAYERLEVEL" val="1_1_1"/>
  <p:tag name="KSO_WM_TAG_VERSION" val="3.0"/>
  <p:tag name="KSO_WM_UNIT_TYPE" val="l_h_i"/>
  <p:tag name="KSO_WM_UNIT_INDEX" val="1_1_21"/>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20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4875_1*l_h_f*1_1_1"/>
  <p:tag name="KSO_WM_TEMPLATE_CATEGORY" val="diagram"/>
  <p:tag name="KSO_WM_TEMPLATE_INDEX" val="20234875"/>
  <p:tag name="KSO_WM_UNIT_LAYERLEVEL" val="1_1_1"/>
  <p:tag name="KSO_WM_TAG_VERSION" val="3.0"/>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FILL_TYPE" val="1"/>
  <p:tag name="KSO_WM_DIAGRAM_GROUP_CODE" val="l1-1"/>
  <p:tag name="KSO_WM_DIAGRAM_COLOR_TRICK" val="1"/>
  <p:tag name="KSO_WM_DIAGRAM_COLOR_TEXT_CAN_REMOVE" val="n"/>
  <p:tag name="KSO_WM_DIAGRAM_VERSION" val="3"/>
  <p:tag name="KSO_WM_UNIT_TEXT_TYPE" val="1"/>
  <p:tag name="KSO_WM_UNIT_TEXT_LAYER_COUNT" val="1"/>
  <p:tag name="KSO_WM_BEAUTIFY_FLAG" val="#wm#"/>
  <p:tag name="KSO_WM_UNIT_PRESET_TEXT" val="单击此处添加你的文本具体内容，简明扼要地阐述您的观点。根据需要可酌情增减文字，以便观者准确地理解您传达的思想。单击此处添加你的文本具体内容，简明扼要地阐述您的观点。根据需要可酌情增减文字，以便观者准确地理解您传达的思想。单击此处添加文本具体内容，简明扼要地阐述您的观点。单击此处添加文本具体内容"/>
  <p:tag name="KSO_WM_UNIT_USESOURCEFORMAT_APPLY" val="1"/>
</p:tagLst>
</file>

<file path=ppt/tags/tag20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4875_1*l_h_f*1_2_1"/>
  <p:tag name="KSO_WM_TEMPLATE_CATEGORY" val="diagram"/>
  <p:tag name="KSO_WM_TEMPLATE_INDEX" val="20234875"/>
  <p:tag name="KSO_WM_UNIT_LAYERLEVEL" val="1_1_1"/>
  <p:tag name="KSO_WM_TAG_VERSION" val="3.0"/>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FILL_TYPE" val="1"/>
  <p:tag name="KSO_WM_DIAGRAM_GROUP_CODE" val="l1-1"/>
  <p:tag name="KSO_WM_DIAGRAM_COLOR_TRICK" val="1"/>
  <p:tag name="KSO_WM_DIAGRAM_COLOR_TEXT_CAN_REMOVE" val="n"/>
  <p:tag name="KSO_WM_DIAGRAM_VERSION" val="3"/>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可酌情增减文字，以便观者准确地理解您传达的思想。单击此处添加文本具体内容，简明扼要地阐述您的观点。单击此处添加文本具体内容"/>
  <p:tag name="KSO_WM_UNIT_USESOURCEFORMAT_APPLY" val="1"/>
</p:tagLst>
</file>

<file path=ppt/tags/tag20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i"/>
  <p:tag name="KSO_WM_UNIT_INDEX" val="1_1_1"/>
  <p:tag name="KSO_WM_UNIT_ID" val="diagram20234875_1*l_h_i*1_1_1"/>
  <p:tag name="KSO_WM_TEMPLATE_CATEGORY" val="diagram"/>
  <p:tag name="KSO_WM_TEMPLATE_INDEX" val="20234875"/>
  <p:tag name="KSO_WM_UNIT_LAYERLEVEL" val="1_1_1"/>
  <p:tag name="KSO_WM_TAG_VERSION" val="3.0"/>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TYPE" val="1"/>
  <p:tag name="KSO_WM_DIAGRAM_GROUP_CODE" val="l1-1"/>
  <p:tag name="KSO_WM_DIAGRAM_COLOR_TRICK" val="1"/>
  <p:tag name="KSO_WM_DIAGRAM_COLOR_TEXT_CAN_REMOVE" val="n"/>
  <p:tag name="KSO_WM_DIAGRAM_VERSION" val="3"/>
  <p:tag name="KSO_WM_BEAUTIFY_FLAG" val="#wm#"/>
  <p:tag name="KSO_WM_UNIT_USESOURCEFORMAT_APPLY" val="1"/>
</p:tagLst>
</file>

<file path=ppt/tags/tag20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i"/>
  <p:tag name="KSO_WM_UNIT_INDEX" val="1_2_1"/>
  <p:tag name="KSO_WM_UNIT_ID" val="diagram20234875_1*l_h_i*1_2_1"/>
  <p:tag name="KSO_WM_TEMPLATE_CATEGORY" val="diagram"/>
  <p:tag name="KSO_WM_TEMPLATE_INDEX" val="20234875"/>
  <p:tag name="KSO_WM_UNIT_LAYERLEVEL" val="1_1_1"/>
  <p:tag name="KSO_WM_TAG_VERSION" val="3.0"/>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TYPE" val="1"/>
  <p:tag name="KSO_WM_DIAGRAM_GROUP_CODE" val="l1-1"/>
  <p:tag name="KSO_WM_DIAGRAM_COLOR_TRICK" val="1"/>
  <p:tag name="KSO_WM_DIAGRAM_COLOR_TEXT_CAN_REMOVE" val="n"/>
  <p:tag name="KSO_WM_DIAGRAM_VERSION" val="3"/>
  <p:tag name="KSO_WM_BEAUTIFY_FLAG" val="#wm#"/>
  <p:tag name="KSO_WM_UNIT_USESOURCEFORMAT_APPLY" val="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3"/>
  <p:tag name="KSO_WM_TEMPLATE_CATEGORY" val="diagram"/>
  <p:tag name="KSO_WM_TEMPLATE_INDEX" val="20234875"/>
  <p:tag name="KSO_WM_UNIT_LAYERLEVEL" val="1_1_1"/>
  <p:tag name="KSO_WM_TAG_VERSION" val="3.0"/>
  <p:tag name="KSO_WM_UNIT_TYPE" val="l_h_i"/>
  <p:tag name="KSO_WM_UNIT_INDEX" val="1_1_1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2"/>
  <p:tag name="KSO_WM_UNIT_TEXT_FILL_TYPE" val="1"/>
  <p:tag name="KSO_WM_UNIT_USESOURCEFORMAT_APPLY" val="1"/>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3"/>
  <p:tag name="KSO_WM_TEMPLATE_CATEGORY" val="diagram"/>
  <p:tag name="KSO_WM_TEMPLATE_INDEX" val="20234875"/>
  <p:tag name="KSO_WM_UNIT_LAYERLEVEL" val="1_1_1"/>
  <p:tag name="KSO_WM_TAG_VERSION" val="3.0"/>
  <p:tag name="KSO_WM_UNIT_TYPE" val="l_h_i"/>
  <p:tag name="KSO_WM_UNIT_INDEX" val="1_2_1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68.7000235517829,&quot;left&quot;:14.7,&quot;top&quot;:73.09998822410853,&quot;width&quot;:926.8250393700788}"/>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2"/>
  <p:tag name="KSO_WM_UNIT_TEXT_FILL_TYPE" val="1"/>
  <p:tag name="KSO_WM_UNIT_USESOURCEFORMAT_APPLY" val="1"/>
</p:tagLst>
</file>

<file path=ppt/tags/tag208.xml><?xml version="1.0" encoding="utf-8"?>
<p:tagLst xmlns:p="http://schemas.openxmlformats.org/presentationml/2006/main">
  <p:tag name="KSO_WM_SLIDE_ID" val="diagram20234875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4875"/>
  <p:tag name="KSO_WM_SLIDE_TYPE" val="text"/>
  <p:tag name="KSO_WM_SLIDE_SUBTYPE" val="diag"/>
  <p:tag name="KSO_WM_SLIDE_SIZE" val="862.85*400.95"/>
  <p:tag name="KSO_WM_SLIDE_POSITION" val="48.05*112.05"/>
  <p:tag name="KSO_WM_SLIDE_LAYOUT" val="a_l"/>
  <p:tag name="KSO_WM_SLIDE_LAYOUT_CNT" val="1_1"/>
  <p:tag name="KSO_WM_SPECIAL_SOURCE" val="bdnull"/>
  <p:tag name="KSO_WM_DIAGRAM_GROUP_CODE" val="l1-1"/>
  <p:tag name="KSO_WM_SLIDE_DIAGTYPE" val="l"/>
</p:tagLst>
</file>

<file path=ppt/tags/tag209.xml><?xml version="1.0" encoding="utf-8"?>
<p:tagLst xmlns:p="http://schemas.openxmlformats.org/presentationml/2006/main">
  <p:tag name="KSO_WM_SLIDE_ID" val="diagram20230320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0320"/>
  <p:tag name="KSO_WM_SLIDE_TYPE" val="text"/>
  <p:tag name="KSO_WM_SLIDE_SUBTYPE" val="diag"/>
  <p:tag name="KSO_WM_SLIDE_SIZE" val="833.9*335.3"/>
  <p:tag name="KSO_WM_SLIDE_POSITION" val="64.65*136"/>
  <p:tag name="KSO_WM_SLIDE_LAYOUT" val="a_q"/>
  <p:tag name="KSO_WM_SLIDE_LAYOUT_CNT" val="1_1"/>
  <p:tag name="KSO_WM_SPECIAL_SOURCE" val="bdnull"/>
  <p:tag name="KSO_WM_DIAGRAM_GROUP_CODE" val="q1-1"/>
  <p:tag name="KSO_WM_SLIDE_DIAGTYPE" val="q"/>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8_1*i*1"/>
  <p:tag name="KSO_WM_TEMPLATE_CATEGORY" val="custom"/>
  <p:tag name="KSO_WM_TEMPLATE_INDEX" val="20234968"/>
  <p:tag name="KSO_WM_UNIT_LAYERLEVEL" val="1"/>
  <p:tag name="KSO_WM_TAG_VERSION" val="3.0"/>
  <p:tag name="KSO_WM_BEAUTIFY_FLAG" val="#wm#"/>
</p:tagLst>
</file>

<file path=ppt/tags/tag21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8_1*a*1"/>
  <p:tag name="KSO_WM_TEMPLATE_CATEGORY" val="custom"/>
  <p:tag name="KSO_WM_TEMPLATE_INDEX" val="20234968"/>
  <p:tag name="KSO_WM_UNIT_LAYERLEVEL" val="1"/>
  <p:tag name="KSO_WM_TAG_VERSION" val="3.0"/>
  <p:tag name="KSO_WM_BEAUTIFY_FLAG" val="#wm#"/>
  <p:tag name="KSO_WM_UNIT_TEXT_TYPE" val="1"/>
  <p:tag name="KSO_WM_UNIT_PRESET_TEXT" val="单击此处添加标题"/>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custom20234968_1*i*16"/>
  <p:tag name="KSO_WM_TEMPLATE_CATEGORY" val="custom"/>
  <p:tag name="KSO_WM_TEMPLATE_INDEX" val="20234968"/>
  <p:tag name="KSO_WM_UNIT_LAYERLEVEL" val="1"/>
  <p:tag name="KSO_WM_TAG_VERSION" val="3.0"/>
  <p:tag name="KSO_WM_BEAUTIFY_FLAG" val="#wm#"/>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4968_1*i*5"/>
  <p:tag name="KSO_WM_TEMPLATE_CATEGORY" val="custom"/>
  <p:tag name="KSO_WM_TEMPLATE_INDEX" val="20234968"/>
  <p:tag name="KSO_WM_UNIT_LAYERLEVEL" val="1"/>
  <p:tag name="KSO_WM_TAG_VERSION" val="3.0"/>
  <p:tag name="KSO_WM_BEAUTIFY_FLAG" val="#wm#"/>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8_1*i*2"/>
  <p:tag name="KSO_WM_TEMPLATE_CATEGORY" val="custom"/>
  <p:tag name="KSO_WM_TEMPLATE_INDEX" val="20234968"/>
  <p:tag name="KSO_WM_UNIT_LAYERLEVEL" val="1"/>
  <p:tag name="KSO_WM_TAG_VERSION" val="3.0"/>
  <p:tag name="KSO_WM_BEAUTIFY_FLAG" val="#wm#"/>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custom20234968_1*i*17"/>
  <p:tag name="KSO_WM_TEMPLATE_CATEGORY" val="custom"/>
  <p:tag name="KSO_WM_TEMPLATE_INDEX" val="20234968"/>
  <p:tag name="KSO_WM_UNIT_LAYERLEVEL" val="1"/>
  <p:tag name="KSO_WM_TAG_VERSION" val="3.0"/>
  <p:tag name="KSO_WM_BEAUTIFY_FLAG" val="#wm#"/>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8_1*i*10"/>
  <p:tag name="KSO_WM_TEMPLATE_CATEGORY" val="custom"/>
  <p:tag name="KSO_WM_TEMPLATE_INDEX" val="20234968"/>
  <p:tag name="KSO_WM_UNIT_LAYERLEVEL" val="1"/>
  <p:tag name="KSO_WM_TAG_VERSION" val="3.0"/>
  <p:tag name="KSO_WM_BEAUTIFY_FLAG" val="#wm#"/>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custom20234968_1*i*11"/>
  <p:tag name="KSO_WM_TEMPLATE_CATEGORY" val="custom"/>
  <p:tag name="KSO_WM_TEMPLATE_INDEX" val="20234968"/>
  <p:tag name="KSO_WM_UNIT_LAYERLEVEL" val="1"/>
  <p:tag name="KSO_WM_TAG_VERSION" val="3.0"/>
  <p:tag name="KSO_WM_BEAUTIFY_FLAG" val="#wm#"/>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custom20234968_1*i*12"/>
  <p:tag name="KSO_WM_TEMPLATE_CATEGORY" val="custom"/>
  <p:tag name="KSO_WM_TEMPLATE_INDEX" val="20234968"/>
  <p:tag name="KSO_WM_UNIT_LAYERLEVEL" val="1"/>
  <p:tag name="KSO_WM_TAG_VERSION" val="3.0"/>
  <p:tag name="KSO_WM_BEAUTIFY_FLAG" val="#wm#"/>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custom20234968_1*i*13"/>
  <p:tag name="KSO_WM_TEMPLATE_CATEGORY" val="custom"/>
  <p:tag name="KSO_WM_TEMPLATE_INDEX" val="20234968"/>
  <p:tag name="KSO_WM_UNIT_LAYERLEVEL" val="1"/>
  <p:tag name="KSO_WM_TAG_VERSION" val="3.0"/>
  <p:tag name="KSO_WM_BEAUTIFY_FLAG" val="#wm#"/>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custom20234968_1*i*14"/>
  <p:tag name="KSO_WM_TEMPLATE_CATEGORY" val="custom"/>
  <p:tag name="KSO_WM_TEMPLATE_INDEX" val="20234968"/>
  <p:tag name="KSO_WM_UNIT_LAYERLEVEL" val="1"/>
  <p:tag name="KSO_WM_TAG_VERSION" val="3.0"/>
  <p:tag name="KSO_WM_BEAUTIFY_FLAG" val="#wm#"/>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custom20234968_1*i*15"/>
  <p:tag name="KSO_WM_TEMPLATE_CATEGORY" val="custom"/>
  <p:tag name="KSO_WM_TEMPLATE_INDEX" val="20234968"/>
  <p:tag name="KSO_WM_UNIT_LAYERLEVEL" val="1"/>
  <p:tag name="KSO_WM_TAG_VERSION" val="3.0"/>
  <p:tag name="KSO_WM_BEAUTIFY_FLAG" val="#wm#"/>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8_1*i*3"/>
  <p:tag name="KSO_WM_TEMPLATE_CATEGORY" val="custom"/>
  <p:tag name="KSO_WM_TEMPLATE_INDEX" val="20234968"/>
  <p:tag name="KSO_WM_UNIT_LAYERLEVEL" val="1"/>
  <p:tag name="KSO_WM_TAG_VERSION" val="3.0"/>
  <p:tag name="KSO_WM_BEAUTIFY_FLAG" val="#wm#"/>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8_1*i*4"/>
  <p:tag name="KSO_WM_TEMPLATE_CATEGORY" val="custom"/>
  <p:tag name="KSO_WM_TEMPLATE_INDEX" val="20234968"/>
  <p:tag name="KSO_WM_UNIT_LAYERLEVEL" val="1"/>
  <p:tag name="KSO_WM_TAG_VERSION" val="3.0"/>
  <p:tag name="KSO_WM_BEAUTIFY_FLAG" val="#wm#"/>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34968_1*i*6"/>
  <p:tag name="KSO_WM_TEMPLATE_CATEGORY" val="custom"/>
  <p:tag name="KSO_WM_TEMPLATE_INDEX" val="20234968"/>
  <p:tag name="KSO_WM_UNIT_LAYERLEVEL" val="1"/>
  <p:tag name="KSO_WM_TAG_VERSION" val="3.0"/>
  <p:tag name="KSO_WM_BEAUTIFY_FLAG" val="#wm#"/>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20234968_1*i*7"/>
  <p:tag name="KSO_WM_TEMPLATE_CATEGORY" val="custom"/>
  <p:tag name="KSO_WM_TEMPLATE_INDEX" val="20234968"/>
  <p:tag name="KSO_WM_UNIT_LAYERLEVEL" val="1"/>
  <p:tag name="KSO_WM_TAG_VERSION" val="3.0"/>
  <p:tag name="KSO_WM_BEAUTIFY_FLAG" val="#wm#"/>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custom20234968_1*i*8"/>
  <p:tag name="KSO_WM_TEMPLATE_CATEGORY" val="custom"/>
  <p:tag name="KSO_WM_TEMPLATE_INDEX" val="20234968"/>
  <p:tag name="KSO_WM_UNIT_LAYERLEVEL" val="1"/>
  <p:tag name="KSO_WM_TAG_VERSION" val="3.0"/>
  <p:tag name="KSO_WM_BEAUTIFY_FLAG" val="#wm#"/>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custom20234968_1*i*9"/>
  <p:tag name="KSO_WM_TEMPLATE_CATEGORY" val="custom"/>
  <p:tag name="KSO_WM_TEMPLATE_INDEX" val="20234968"/>
  <p:tag name="KSO_WM_UNIT_LAYERLEVEL" val="1"/>
  <p:tag name="KSO_WM_TAG_VERSION" val="3.0"/>
  <p:tag name="KSO_WM_BEAUTIFY_FLAG" val="#wm#"/>
</p:tagLst>
</file>

<file path=ppt/tags/tag228.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968_1*f*1"/>
  <p:tag name="KSO_WM_TEMPLATE_CATEGORY" val="custom"/>
  <p:tag name="KSO_WM_TEMPLATE_INDEX" val="20234968"/>
  <p:tag name="KSO_WM_UNIT_LAYERLEVEL" val="1"/>
  <p:tag name="KSO_WM_TAG_VERSION" val="3.0"/>
  <p:tag name="KSO_WM_BEAUTIFY_FLAG" val="#wm#"/>
  <p:tag name="KSO_WM_UNIT_VALUE" val="360"/>
  <p:tag name="KSO_WM_UNIT_TEXT_TYPE" val="1"/>
  <p:tag name="KSO_WM_UNIT_PRESET_TEXT" val="单击添加文本具体内容，简明扼要地阐述您的观点。根据需要可酌情增减文字，以便观者准确地理解您传达的思想。单击添加文本具体内容，简明扼要地阐述您的观点。根据需要可酌情增减文字，以便观者准确地理解您传达的思想。单击添加文本具体内容，简明扼要地阐述您的观点。根据需要可酌情增减文字，以便观者准确地理解您传达的思想。单击添加文本具体内容，简明扼要地阐述您的观点。单击添加文本具体内容，简明扼要地阐述您的观点。根据需要可酌情增减文字，以便观者准确地理解您传达的思想。"/>
</p:tagLst>
</file>

<file path=ppt/tags/tag229.xml><?xml version="1.0" encoding="utf-8"?>
<p:tagLst xmlns:p="http://schemas.openxmlformats.org/presentationml/2006/main">
  <p:tag name="KSO_WM_SLIDE_ID" val="custom2023496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4968"/>
  <p:tag name="KSO_WM_SLIDE_TYPE" val="text"/>
  <p:tag name="KSO_WM_SLIDE_SUBTYPE" val="picTxt"/>
  <p:tag name="KSO_WM_SLIDE_SIZE" val="860*468"/>
  <p:tag name="KSO_WM_SLIDE_POSITION" val="52*28"/>
  <p:tag name="KSO_WM_SLIDE_LAYOUT" val="a_f"/>
  <p:tag name="KSO_WM_SLIDE_LAYOUT_CNT" val="1_1"/>
  <p:tag name="KSO_WM_SPECIAL_SOURCE" val="bdnull"/>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42_3*a*1"/>
  <p:tag name="KSO_WM_TEMPLATE_CATEGORY" val="diagram"/>
  <p:tag name="KSO_WM_TEMPLATE_INDEX" val="20235142"/>
  <p:tag name="KSO_WM_UNIT_LAYERLEVEL" val="1"/>
  <p:tag name="KSO_WM_TAG_VERSION" val="3.0"/>
  <p:tag name="KSO_WM_BEAUTIFY_FLAG" val="#wm#"/>
  <p:tag name="KSO_WM_UNIT_ISCONTENTSTITLE" val="0"/>
  <p:tag name="KSO_WM_UNIT_ISNUMDGMTITLE" val="0"/>
  <p:tag name="KSO_WM_UNIT_NOCLEAR" val="0"/>
  <p:tag name="KSO_WM_DIAGRAM_GROUP_CODE" val="l1-1"/>
  <p:tag name="KSO_WM_UNIT_TYPE" val="a"/>
  <p:tag name="KSO_WM_UNIT_INDEX" val="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40492946_1*l_h_i*1_1_1"/>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2"/>
  <p:tag name="KSO_WM_DIAGRAM_MIN_ITEMCNT" val="2"/>
  <p:tag name="KSO_WM_DIAGRAM_VIRTUALLY_FRAME" val="{&quot;height&quot;:414.6,&quot;left&quot;:39.2,&quot;top&quot;:95.25,&quot;width&quot;:887.75}"/>
  <p:tag name="KSO_WM_DIAGRAM_COLOR_MATCH_VALUE" val="{&quot;shape&quot;:{&quot;fill&quot;:{&quot;solid&quot;:{&quot;brightness&quot;:0.6000000238418579,&quot;colorType&quot;:1,&quot;foreColorIndex&quot;:6,&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40492946_1*l_h_i*1_1_2"/>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2"/>
  <p:tag name="KSO_WM_DIAGRAM_MIN_ITEMCNT" val="2"/>
  <p:tag name="KSO_WM_DIAGRAM_VIRTUALLY_FRAME" val="{&quot;height&quot;:414.6,&quot;left&quot;:39.2,&quot;top&quot;:95.25,&quot;width&quot;:887.75}"/>
  <p:tag name="KSO_WM_DIAGRAM_COLOR_MATCH_VALUE" val="{&quot;shape&quot;:{&quot;fill&quot;:{&quot;gradient&quot;:[{&quot;brightness&quot;:0,&quot;colorType&quot;:1,&quot;foreColorIndex&quot;:6,&quot;pos&quot;:0.07000000029802322,&quot;transparency&quot;:0},{&quot;brightness&quot;:0,&quot;colorType&quot;:1,&quot;foreColorIndex&quot;:6,&quot;pos&quot;:1,&quot;transparency&quot;:0.400000005960464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40492946_1*l_h_i*1_2_1"/>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2"/>
  <p:tag name="KSO_WM_DIAGRAM_MIN_ITEMCNT" val="2"/>
  <p:tag name="KSO_WM_DIAGRAM_VIRTUALLY_FRAME" val="{&quot;height&quot;:414.6,&quot;left&quot;:39.2,&quot;top&quot;:95.25,&quot;width&quot;:887.75}"/>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brightness&quot;:-0.25,&quot;colorType&quot;:1,&quot;foreColorIndex&quot;:5,&quot;transparency&quot;:0.9300000071525574},&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40492946_1*l_h_i*1_2_2"/>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2"/>
  <p:tag name="KSO_WM_DIAGRAM_MIN_ITEMCNT" val="2"/>
  <p:tag name="KSO_WM_DIAGRAM_VIRTUALLY_FRAME" val="{&quot;height&quot;:414.6,&quot;left&quot;:39.2,&quot;top&quot;:95.25,&quot;width&quot;:887.75}"/>
  <p:tag name="KSO_WM_DIAGRAM_COLOR_MATCH_VALUE" val="{&quot;shape&quot;:{&quot;fill&quot;:{&quot;gradient&quot;:[{&quot;brightness&quot;:0,&quot;colorType&quot;:1,&quot;foreColorIndex&quot;:5,&quot;pos&quot;:0.07000000029802322,&quot;transparency&quot;:0},{&quot;brightness&quot;:0,&quot;colorType&quot;:1,&quot;foreColorIndex&quot;:5,&quot;pos&quot;:1,&quot;transparency&quot;:0.400000005960464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5.xml><?xml version="1.0" encoding="utf-8"?>
<p:tagLst xmlns:p="http://schemas.openxmlformats.org/presentationml/2006/main">
  <p:tag name="KSO_WM_UNIT_VALUE" val="100*100"/>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40492946_1*l_h_x*1_1_1"/>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2"/>
  <p:tag name="KSO_WM_DIAGRAM_MIN_ITEMCNT" val="2"/>
  <p:tag name="KSO_WM_DIAGRAM_VIRTUALLY_FRAME" val="{&quot;height&quot;:414.6,&quot;left&quot;:39.2,&quot;top&quot;:95.25,&quot;width&quot;:887.7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MH_SHAPE_GUID" val="329"/>
  <p:tag name="KSO_WM_DIAGRAM_USE_COLOR_VALUE" val="{&quot;color_scheme&quot;:1,&quot;color_type&quot;:1,&quot;theme_color_indexes&quot;:[5,6,5,6,5,6]}"/>
</p:tagLst>
</file>

<file path=ppt/tags/tag236.xml><?xml version="1.0" encoding="utf-8"?>
<p:tagLst xmlns:p="http://schemas.openxmlformats.org/presentationml/2006/mai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946_1*l_h_f*1_1_1"/>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UNIT_VALUE" val="56"/>
  <p:tag name="KSO_WM_UNIT_PRESET_TEXT" val="单击此处添加文本，简明扼要地阐述您的观点。根据需要可酌情增减文字，以便观者准确地理解您传达的思想"/>
  <p:tag name="KSO_WM_UNIT_TEXT_TYPE" val="1"/>
  <p:tag name="KSO_WM_DIAGRAM_MAX_ITEMCNT" val="2"/>
  <p:tag name="KSO_WM_DIAGRAM_MIN_ITEMCNT" val="2"/>
  <p:tag name="KSO_WM_DIAGRAM_VIRTUALLY_FRAME" val="{&quot;height&quot;:414.6,&quot;left&quot;:39.2,&quot;top&quot;:95.25,&quot;width&quot;:887.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7.xml><?xml version="1.0" encoding="utf-8"?>
<p:tagLst xmlns:p="http://schemas.openxmlformats.org/presentationml/2006/mai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40492946_1*l_h_f*1_2_1"/>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UNIT_VALUE" val="56"/>
  <p:tag name="KSO_WM_UNIT_PRESET_TEXT" val="单击此处添加文本具体内容，简明扼要地阐述您的观点。根据需要可酌情增减文字，以便观者准确地理解您传达的思想"/>
  <p:tag name="KSO_WM_UNIT_TEXT_TYPE" val="1"/>
  <p:tag name="KSO_WM_DIAGRAM_MAX_ITEMCNT" val="2"/>
  <p:tag name="KSO_WM_DIAGRAM_MIN_ITEMCNT" val="2"/>
  <p:tag name="KSO_WM_DIAGRAM_VIRTUALLY_FRAME" val="{&quot;height&quot;:414.6,&quot;left&quot;:39.2,&quot;top&quot;:95.25,&quot;width&quot;:887.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8.xml><?xml version="1.0" encoding="utf-8"?>
<p:tagLst xmlns:p="http://schemas.openxmlformats.org/presentationml/2006/main">
  <p:tag name="KSO_WM_SLIDE_ID" val="diagram20235142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42"/>
  <p:tag name="KSO_WM_SLIDE_TYPE" val="text"/>
  <p:tag name="KSO_WM_SLIDE_SUBTYPE" val="diag"/>
  <p:tag name="KSO_WM_SLIDE_SIZE" val="860.25*373.2"/>
  <p:tag name="KSO_WM_SLIDE_POSITION" val="50.9*118.55"/>
  <p:tag name="KSO_WM_DIAGRAM_GROUP_CODE" val="l1-1"/>
  <p:tag name="KSO_WM_SLIDE_DIAGTYPE" val="l"/>
  <p:tag name="KSO_WM_SLIDE_LAYOUT" val="a_l"/>
  <p:tag name="KSO_WM_SLIDE_LAYOUT_CNT" val="1_1"/>
  <p:tag name="resource_record_key" val="{&quot;65&quot;:[20235919],&quot;70&quot;:[3405959,3428599]}"/>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1"/>
  <p:tag name="KSO_WM_TEMPLATE_CATEGORY" val="custom"/>
  <p:tag name="KSO_WM_TEMPLATE_INDEX" val="20235208"/>
  <p:tag name="KSO_WM_UNIT_LAYERLEVEL" val="1"/>
  <p:tag name="KSO_WM_TAG_VERSION" val="3.0"/>
  <p:tag name="KSO_WM_BEAUTIFY_FLAG" val="#wm#"/>
  <p:tag name="KSO_WM_UNIT_TYPE" val="i"/>
  <p:tag name="KSO_WM_UNIT_INDEX" val="1"/>
</p:tagLst>
</file>

<file path=ppt/tags/tag240.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custom20235208_1*a*1"/>
  <p:tag name="KSO_WM_TEMPLATE_CATEGORY" val="custom"/>
  <p:tag name="KSO_WM_TEMPLATE_INDEX" val="20235208"/>
  <p:tag name="KSO_WM_UNIT_LAYERLEVEL" val="1"/>
  <p:tag name="KSO_WM_TAG_VERSION" val="3.0"/>
  <p:tag name="KSO_WM_BEAUTIFY_FLAG" val="#wm#"/>
  <p:tag name="KSO_WM_UNIT_TEXT_TYPE" val="1"/>
  <p:tag name="KSO_WM_UNIT_PRESET_TEXT" val="单击此处添加标题"/>
</p:tagLst>
</file>

<file path=ppt/tags/tag241.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208_1*f*1"/>
  <p:tag name="KSO_WM_TEMPLATE_CATEGORY" val="custom"/>
  <p:tag name="KSO_WM_TEMPLATE_INDEX" val="20235208"/>
  <p:tag name="KSO_WM_UNIT_LAYERLEVEL" val="1"/>
  <p:tag name="KSO_WM_TAG_VERSION" val="3.0"/>
  <p:tag name="KSO_WM_BEAUTIFY_FLAG" val="#wm#"/>
  <p:tag name="KSO_WM_UNIT_VALUE" val="30"/>
  <p:tag name="KSO_WM_UNIT_PRESET_TEXT" val="单击此处添加文本，简明扼要的阐述您的观点。"/>
  <p:tag name="KSO_WM_UNIT_TEXT_TYPE" val="1"/>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2"/>
  <p:tag name="KSO_WM_TEMPLATE_CATEGORY" val="custom"/>
  <p:tag name="KSO_WM_TEMPLATE_INDEX" val="20235208"/>
  <p:tag name="KSO_WM_UNIT_LAYERLEVEL" val="1"/>
  <p:tag name="KSO_WM_TAG_VERSION" val="3.0"/>
  <p:tag name="KSO_WM_BEAUTIFY_FLAG" val="#wm#"/>
  <p:tag name="KSO_WM_UNIT_TYPE" val="i"/>
  <p:tag name="KSO_WM_UNIT_INDEX" val="2"/>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3"/>
  <p:tag name="KSO_WM_TEMPLATE_CATEGORY" val="custom"/>
  <p:tag name="KSO_WM_TEMPLATE_INDEX" val="20235208"/>
  <p:tag name="KSO_WM_UNIT_LAYERLEVEL" val="1"/>
  <p:tag name="KSO_WM_TAG_VERSION" val="3.0"/>
  <p:tag name="KSO_WM_BEAUTIFY_FLAG" val="#wm#"/>
  <p:tag name="KSO_WM_UNIT_TYPE" val="i"/>
  <p:tag name="KSO_WM_UNIT_INDEX" val="3"/>
</p:tagLst>
</file>

<file path=ppt/tags/tag244.xml><?xml version="1.0" encoding="utf-8"?>
<p:tagLst xmlns:p="http://schemas.openxmlformats.org/presentationml/2006/main">
  <p:tag name="KSO_WM_SLIDE_ID" val="custom2023520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208"/>
  <p:tag name="KSO_WM_SLIDE_TYPE" val="text"/>
  <p:tag name="KSO_WM_SLIDE_SUBTYPE" val="picTxt"/>
  <p:tag name="KSO_WM_SLIDE_SIZE" val="960*504"/>
  <p:tag name="KSO_WM_SLIDE_POSITION" val="0*0"/>
  <p:tag name="KSO_WM_SLIDE_LAYOUT" val="a_f"/>
  <p:tag name="KSO_WM_SLIDE_LAYOUT_CNT" val="1_1"/>
  <p:tag name="KSO_WM_SPECIAL_SOURCE" val="bdnull"/>
  <p:tag name="RESOURCE_RECORD_KEY" val="{&quot;10&quot;:[50040074,50015948,50024367,50034520],&quot;65&quot;:[3]}"/>
</p:tagLst>
</file>

<file path=ppt/tags/tag24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61_1*l_h_i*1_1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9542539267721,&quot;left&quot;:54.8,&quot;top&quot;:112.72287303661396,&quot;width&quot;:861.3}"/>
  <p:tag name="KSO_WM_DIAGRAM_COLOR_MATCH_VALUE" val="{&quot;shape&quot;:{&quot;fill&quot;:{&quot;gradient&quot;:[{&quot;brightness&quot;:0.4000000059604645,&quot;colorType&quot;:1,&quot;foreColorIndex&quot;:5,&quot;pos&quot;:0,&quot;transparency&quot;:0.23999999463558197},{&quot;brightness&quot;:0,&quot;colorType&quot;:1,&quot;foreColorIndex&quot;:5,&quot;pos&quot;:1,&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24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5161_1*l_h_f*1_1_1"/>
  <p:tag name="KSO_WM_TEMPLATE_CATEGORY" val="diagram"/>
  <p:tag name="KSO_WM_TEMPLATE_INDEX" val="20235161"/>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388.9542539267721,&quot;left&quot;:54.8,&quot;top&quot;:112.72287303661396,&quot;width&quot;:86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TEXT_FILL_FORE_SCHEMECOLOR_INDEX" val="1"/>
  <p:tag name="KSO_WM_UNIT_TEXT_FILL_TYPE" val="1"/>
  <p:tag name="KSO_WM_UNIT_USESOURCEFORMAT_APPLY" val="1"/>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5161_1*l_h_i*1_2_2"/>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UNIT_LINE_FORE_SCHEMECOLOR_INDEX" val="6"/>
  <p:tag name="KSO_WM_DIAGRAM_MAX_ITEMCNT" val="4"/>
  <p:tag name="KSO_WM_DIAGRAM_MIN_ITEMCNT" val="2"/>
  <p:tag name="KSO_WM_DIAGRAM_VIRTUALLY_FRAME" val="{&quot;height&quot;:388.9542539267721,&quot;left&quot;:54.8,&quot;top&quot;:112.72287303661396,&quot;width&quot;:861.3}"/>
  <p:tag name="KSO_WM_DIAGRAM_COLOR_MATCH_VALUE" val="{&quot;shape&quot;:{&quot;fill&quot;:{&quot;type&quot;:0},&quot;glow&quot;:{&quot;colorType&quot;:0},&quot;line&quot;:{&quot;solidLine&quot;:{&quot;brightness&quot;:0,&quot;colorType&quot;:1,&quot;foreColorIndex&quot;:5,&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ILL_TYPE" val="2"/>
  <p:tag name="KSO_WM_UNIT_USESOURCEFORMAT_APPLY" val="1"/>
</p:tagLst>
</file>

<file path=ppt/tags/tag24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5161_1*l_h_f*1_2_1"/>
  <p:tag name="KSO_WM_TEMPLATE_CATEGORY" val="diagram"/>
  <p:tag name="KSO_WM_TEMPLATE_INDEX" val="20235161"/>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388.9542539267721,&quot;left&quot;:54.8,&quot;top&quot;:112.72287303661396,&quot;width&quot;:86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TEXT_FILL_FORE_SCHEMECOLOR_INDEX" val="1"/>
  <p:tag name="KSO_WM_UNIT_TEXT_FILL_TYPE" val="1"/>
  <p:tag name="KSO_WM_UNIT_USESOURCEFORMAT_APPLY" val="1"/>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61_1*l_h_i*1_2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9542539267721,&quot;left&quot;:54.8,&quot;top&quot;:112.72287303661396,&quot;width&quot;:861.3}"/>
  <p:tag name="KSO_WM_DIAGRAM_COLOR_MATCH_VALUE" val="{&quot;shape&quot;:{&quot;fill&quot;:{&quot;gradient&quot;:[{&quot;brightness&quot;:0.4000000059604645,&quot;colorType&quot;:1,&quot;foreColorIndex&quot;:5,&quot;pos&quot;:0,&quot;transparency&quot;:0.23999999463558197},{&quot;brightness&quot;:0,&quot;colorType&quot;:1,&quot;foreColorIndex&quot;:5,&quot;pos&quot;:1,&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2"/>
  <p:tag name="KSO_WM_UNIT_TEXT_FILL_TYPE" val="1"/>
  <p:tag name="KSO_WM_UNIT_USESOURCEFORMAT_APPLY" val="1"/>
</p:tagLst>
</file>

<file path=ppt/tags/tag251.xml><?xml version="1.0" encoding="utf-8"?>
<p:tagLst xmlns:p="http://schemas.openxmlformats.org/presentationml/2006/main">
  <p:tag name="KSO_WM_UNIT_VALUE" val="88*88"/>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5161_1*l_h_x*1_1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388.9542539267721,&quot;left&quot;:54.8,&quot;top&quot;:112.72287303661396,&quot;width&quot;:861.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52.xml><?xml version="1.0" encoding="utf-8"?>
<p:tagLst xmlns:p="http://schemas.openxmlformats.org/presentationml/2006/main">
  <p:tag name="KSO_WM_UNIT_VALUE" val="87*87"/>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5161_1*l_h_x*1_2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388.9542539267721,&quot;left&quot;:54.8,&quot;top&quot;:112.72287303661396,&quot;width&quot;:861.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53.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25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257.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258.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3_1*i*1"/>
  <p:tag name="KSO_WM_TEMPLATE_CATEGORY" val="custom"/>
  <p:tag name="KSO_WM_TEMPLATE_INDEX" val="20235633"/>
  <p:tag name="KSO_WM_UNIT_LAYERLEVEL" val="1"/>
  <p:tag name="KSO_WM_TAG_VERSION" val="3.0"/>
  <p:tag name="KSO_WM_BEAUTIFY_FLAG" val="#wm#"/>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3_1*i*2"/>
  <p:tag name="KSO_WM_TEMPLATE_CATEGORY" val="custom"/>
  <p:tag name="KSO_WM_TEMPLATE_INDEX" val="20235633"/>
  <p:tag name="KSO_WM_UNIT_LAYERLEVEL" val="1"/>
  <p:tag name="KSO_WM_TAG_VERSION" val="3.0"/>
  <p:tag name="KSO_WM_BEAUTIFY_FLAG" val="#wm#"/>
</p:tagLst>
</file>

<file path=ppt/tags/tag26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3_1*a*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添加标题内容"/>
</p:tagLst>
</file>

<file path=ppt/tags/tag262.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3_1*f*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输入你的正文，文字是您思想的提炼，为了最终演示发布的良好效果，请尽量言简意赅的阐述观点。根据需要可酌情增减文字。&#10;单击此处输入你的正文，文字是您思想的提炼，为了最终演示发布的良好效果，请尽量言简意赅的阐述观点。&#10;单击此处输入你的正文，文字是您思想的提炼，为了最终演示发布的良好效果，请尽量言简意赅的阐述观点。根据需要可酌情增减文字，以便观者可以准确理解您所传达的信息。单击此处输入你的正文。"/>
</p:tagLst>
</file>

<file path=ppt/tags/tag263.xml><?xml version="1.0" encoding="utf-8"?>
<p:tagLst xmlns:p="http://schemas.openxmlformats.org/presentationml/2006/main">
  <p:tag name="KSO_WM_SLIDE_ID" val="custom2023563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59*539"/>
  <p:tag name="KSO_WM_SLIDE_POSITION" val="0*0"/>
  <p:tag name="KSO_WM_TAG_VERSION" val="3.0"/>
  <p:tag name="KSO_WM_BEAUTIFY_FLAG" val="#wm#"/>
  <p:tag name="KSO_WM_TEMPLATE_CATEGORY" val="custom"/>
  <p:tag name="KSO_WM_TEMPLATE_INDEX" val="20235633"/>
  <p:tag name="KSO_WM_SLIDE_LAYOUT" val="a_f"/>
  <p:tag name="KSO_WM_SLIDE_LAYOUT_CNT" val="1_1"/>
</p:tagLst>
</file>

<file path=ppt/tags/tag264.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438_3*a*1"/>
  <p:tag name="KSO_WM_TEMPLATE_CATEGORY" val="diagram"/>
  <p:tag name="KSO_WM_TEMPLATE_INDEX" val="20231438"/>
  <p:tag name="KSO_WM_UNIT_LAYERLEVEL" val="1"/>
  <p:tag name="KSO_WM_TAG_VERSION" val="3.0"/>
  <p:tag name="KSO_WM_BEAUTIFY_FLAG" val="#wm#"/>
  <p:tag name="KSO_WM_UNIT_TEXT_TYPE" val="1"/>
  <p:tag name="KSO_WM_UNIT_PRESET_TEXT" val="单击此处添加标题"/>
  <p:tag name="KSO_WM_UNIT_TEXT_FILL_FORE_SCHEMECOLOR_INDEX" val="15"/>
  <p:tag name="KSO_WM_UNIT_TEXT_FILL_TYPE" val="1"/>
  <p:tag name="KSO_WM_UNIT_USESOURCEFORMAT_APPLY" val="1"/>
</p:tagLst>
</file>

<file path=ppt/tags/tag265.xml><?xml version="1.0" encoding="utf-8"?>
<p:tagLst xmlns:p="http://schemas.openxmlformats.org/presentationml/2006/main">
  <p:tag name="KSO_WM_UNIT_COMPATIBLE" val="0"/>
  <p:tag name="KSO_WM_UNIT_DIAGRAM_ISREFERUNIT" val="0"/>
  <p:tag name="KSO_WM_TEMPLATE_INDEX" val="20231438"/>
  <p:tag name="KSO_WM_TAG_VERSION" val="3.0"/>
  <p:tag name="KSO_WM_DIAGRAM_MAX_ITEMCNT" val="6"/>
  <p:tag name="KSO_WM_DIAGRAM_VIRTUALLY_FRAME" val="{&quot;height&quot;:330.05652666510474,&quot;left&quot;:54.39999999999998,&quot;top&quot;:127.24426073647005,&quot;width&quot;:851}"/>
  <p:tag name="KSO_WM_DIAGRAM_VERSION" val="3"/>
  <p:tag name="KSO_WM_DIAGRAM_COLOR_TEXT_CAN_REMOVE" val="n"/>
  <p:tag name="KSO_WM_UNIT_NOCLEAR" val="0"/>
  <p:tag name="KSO_WM_UNIT_HIGHLIGHT" val="0"/>
  <p:tag name="KSO_WM_UNIT_DIAGRAM_ISNUMVISUAL" val="0"/>
  <p:tag name="KSO_WM_UNIT_TYPE" val="l_h_i"/>
  <p:tag name="KSO_WM_UNIT_INDEX" val="1_1_1"/>
  <p:tag name="KSO_WM_UNIT_ID" val="diagram20231438_1*l_h_i*1_1_1"/>
  <p:tag name="KSO_WM_TEMPLATE_CATEGORY" val="diagram"/>
  <p:tag name="KSO_WM_UNIT_LAYERLEVEL" val="1_1_1"/>
  <p:tag name="KSO_WM_DIAGRAM_GROUP_CODE" val="l1-1"/>
  <p:tag name="KSO_WM_DIAGRAM_MIN_ITEMCNT" val="2"/>
  <p:tag name="KSO_WM_DIAGRAM_COLOR_TRICK" val="2"/>
  <p:tag name="KSO_WM_DIAGRAM_COLOR_MATCH_VALUE" val="{&quot;shape&quot;:{&quot;fill&quot;:{&quot;solid&quot;:{&quot;brightness&quot;:0,&quot;colorType&quot;:2,&quot;rgb&quot;:&quot;#ffffff&quot;,&quot;transparency&quot;:0.949999988079071},&quot;type&quot;:1},&quot;glow&quot;:{&quot;colorType&quot;:0},&quot;line&quot;:{&quot;type&quot;:0},&quot;shadow&quot;:{&quot;brightness&quot;:0,&quot;colorType&quot;:1,&quot;foreColorIndex&quot;:5,&quot;transparency&quot;:0.9200000166893005},&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LINE_FILL_TYPE" val="2"/>
  <p:tag name="KSO_WM_UNIT_TEXT_FILL_FORE_SCHEMECOLOR_INDEX" val="1"/>
  <p:tag name="KSO_WM_UNIT_TEXT_FILL_TYPE" val="1"/>
  <p:tag name="KSO_WM_UNIT_TEXT_TYPE" val="1"/>
  <p:tag name="KSO_WM_UNIT_TEXT_LAYER_COUNT" val="1"/>
  <p:tag name="KSO_WM_BEAUTIFY_FLAG" val="#wm#"/>
  <p:tag name="KSO_WM_UNIT_SHADOW_SCHEMECOLOR_INDEX" val="5"/>
  <p:tag name="KSO_WM_UNIT_USESOURCEFORMAT_APPLY" val="1"/>
</p:tagLst>
</file>

<file path=ppt/tags/tag266.xml><?xml version="1.0" encoding="utf-8"?>
<p:tagLst xmlns:p="http://schemas.openxmlformats.org/presentationml/2006/main">
  <p:tag name="KSO_WM_UNIT_COMPATIBLE" val="0"/>
  <p:tag name="KSO_WM_UNIT_DIAGRAM_ISREFERUNIT" val="0"/>
  <p:tag name="KSO_WM_TEMPLATE_INDEX" val="20231438"/>
  <p:tag name="KSO_WM_TAG_VERSION" val="3.0"/>
  <p:tag name="KSO_WM_DIAGRAM_MAX_ITEMCNT" val="6"/>
  <p:tag name="KSO_WM_DIAGRAM_VIRTUALLY_FRAME" val="{&quot;height&quot;:330.05652666510474,&quot;left&quot;:54.39999999999998,&quot;top&quot;:127.24426073647005,&quot;width&quot;:851}"/>
  <p:tag name="KSO_WM_DIAGRAM_VERSION" val="3"/>
  <p:tag name="KSO_WM_DIAGRAM_COLOR_TEXT_CAN_REMOVE" val="n"/>
  <p:tag name="KSO_WM_UNIT_NOCLEAR" val="0"/>
  <p:tag name="KSO_WM_UNIT_HIGHLIGHT" val="0"/>
  <p:tag name="KSO_WM_UNIT_DIAGRAM_ISNUMVISUAL" val="0"/>
  <p:tag name="KSO_WM_UNIT_TYPE" val="l_h_i"/>
  <p:tag name="KSO_WM_UNIT_INDEX" val="1_2_1"/>
  <p:tag name="KSO_WM_UNIT_ID" val="diagram20231438_1*l_h_i*1_2_1"/>
  <p:tag name="KSO_WM_TEMPLATE_CATEGORY" val="diagram"/>
  <p:tag name="KSO_WM_UNIT_LAYERLEVEL" val="1_1_1"/>
  <p:tag name="KSO_WM_DIAGRAM_GROUP_CODE" val="l1-1"/>
  <p:tag name="KSO_WM_DIAGRAM_MIN_ITEMCNT" val="2"/>
  <p:tag name="KSO_WM_DIAGRAM_COLOR_TRICK" val="2"/>
  <p:tag name="KSO_WM_DIAGRAM_COLOR_MATCH_VALUE" val="{&quot;shape&quot;:{&quot;fill&quot;:{&quot;solid&quot;:{&quot;brightness&quot;:0,&quot;colorType&quot;:2,&quot;rgb&quot;:&quot;#ffffff&quot;,&quot;transparency&quot;:0.949999988079071},&quot;type&quot;:1},&quot;glow&quot;:{&quot;colorType&quot;:0},&quot;line&quot;:{&quot;type&quot;:0},&quot;shadow&quot;:{&quot;brightness&quot;:0,&quot;colorType&quot;:1,&quot;foreColorIndex&quot;:8,&quot;transparency&quot;:0.9200000166893005},&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LINE_FILL_TYPE" val="2"/>
  <p:tag name="KSO_WM_UNIT_TEXT_FILL_FORE_SCHEMECOLOR_INDEX" val="1"/>
  <p:tag name="KSO_WM_UNIT_TEXT_FILL_TYPE" val="1"/>
  <p:tag name="KSO_WM_UNIT_TEXT_TYPE" val="1"/>
  <p:tag name="KSO_WM_UNIT_TEXT_LAYER_COUNT" val="1"/>
  <p:tag name="KSO_WM_BEAUTIFY_FLAG" val="#wm#"/>
  <p:tag name="KSO_WM_UNIT_SHADOW_SCHEMECOLOR_INDEX" val="6"/>
  <p:tag name="KSO_WM_UNIT_USESOURCEFORMAT_APPLY" val="1"/>
</p:tagLst>
</file>

<file path=ppt/tags/tag267.xml><?xml version="1.0" encoding="utf-8"?>
<p:tagLst xmlns:p="http://schemas.openxmlformats.org/presentationml/2006/main">
  <p:tag name="KSO_WM_UNIT_COMPATIBLE" val="0"/>
  <p:tag name="KSO_WM_UNIT_DIAGRAM_ISREFERUNIT" val="0"/>
  <p:tag name="KSO_WM_TEMPLATE_INDEX" val="20231438"/>
  <p:tag name="KSO_WM_TAG_VERSION" val="3.0"/>
  <p:tag name="KSO_WM_DIAGRAM_MAX_ITEMCNT" val="6"/>
  <p:tag name="KSO_WM_DIAGRAM_VIRTUALLY_FRAME" val="{&quot;height&quot;:330.05652666510474,&quot;left&quot;:54.39999999999998,&quot;top&quot;:127.24426073647005,&quot;width&quot;:851}"/>
  <p:tag name="KSO_WM_DIAGRAM_VERSION" val="3"/>
  <p:tag name="KSO_WM_DIAGRAM_COLOR_TEXT_CAN_REMOVE" val="n"/>
  <p:tag name="KSO_WM_UNIT_SUBTYPE" val="a"/>
  <p:tag name="KSO_WM_UNIT_NOCLEAR" val="0"/>
  <p:tag name="KSO_WM_UNIT_VALUE" val="60"/>
  <p:tag name="KSO_WM_UNIT_HIGHLIGHT" val="0"/>
  <p:tag name="KSO_WM_UNIT_DIAGRAM_ISNUMVISUAL" val="0"/>
  <p:tag name="KSO_WM_UNIT_TYPE" val="l_h_f"/>
  <p:tag name="KSO_WM_UNIT_INDEX" val="1_1_1"/>
  <p:tag name="KSO_WM_UNIT_ID" val="diagram20231438_1*l_h_f*1_1_1"/>
  <p:tag name="KSO_WM_TEMPLATE_CATEGORY" val="diagram"/>
  <p:tag name="KSO_WM_UNIT_LAYERLEVEL" val="1_1_1"/>
  <p:tag name="KSO_WM_DIAGRAM_GROUP_CODE" val="l1-1"/>
  <p:tag name="KSO_WM_DIAGRAM_MIN_ITEMCNT" val="2"/>
  <p:tag name="KSO_WM_DIAGRAM_COLOR_TRICK" val="2"/>
  <p:tag name="KSO_WM_DIAGRAM_COLOR_MATCH_VALUE" val="{&quot;shape&quot;:{&quot;fill&quot;:{&quot;gradient&quot;:[{&quot;brightness&quot;:0.800000011920929,&quot;colorType&quot;:1,&quot;foreColorIndex&quot;:5,&quot;pos&quot;:0,&quot;transparency&quot;:0.800000011920929},{&quot;brightness&quot;:0,&quot;colorType&quot;:1,&quot;foreColorIndex&quot;:14,&quot;pos&quot;:1,&quot;transparency&quot;:1}],&quot;type&quot;:3},&quot;glow&quot;:{&quot;colorType&quot;:0},&quot;line&quot;:{&quot;solidLine&quot;:{&quot;brightness&quot;:0.6000000238418579,&quot;colorType&quot;:1,&quot;foreColorIndex&quot;:5,&quot;transparency&quot;:0.4000000059604645},&quot;type&quot;:1},&quot;shadow&quot;:{&quot;brightness&quot;:0,&quot;colorType&quot;:1,&quot;foreColorIndex&quot;:5,&quot;transparency&quot;:0.9200000166893005},&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LINE_FILL_TYPE" val="2"/>
  <p:tag name="KSO_WM_UNIT_TEXT_TYPE" val="1"/>
  <p:tag name="KSO_WM_UNIT_TEXT_LAYER_COUNT" val="1"/>
  <p:tag name="KSO_WM_BEAUTIFY_FLAG" val="#wm#"/>
  <p:tag name="KSO_WM_UNIT_PRESET_TEXT" val="单击此处输入你的项正文，文字是您思想的提炼，请尽量言简意赅的阐述观点。单击此处输入你的项正文，文字是您思想的提炼，请尽量言简意赅的阐述观点。单击此处输入你的项正文，文字是您思想的提炼，请尽量言简意赅的阐述观点。"/>
  <p:tag name="KSO_WM_UNIT_FILL_TYPE" val="3"/>
  <p:tag name="KSO_WM_UNIT_LINE_FORE_SCHEMECOLOR_INDEX" val="5"/>
  <p:tag name="KSO_WM_UNIT_TEXT_FILL_FORE_SCHEMECOLOR_INDEX" val="1"/>
  <p:tag name="KSO_WM_UNIT_TEXT_FILL_TYPE" val="1"/>
  <p:tag name="KSO_WM_UNIT_SHADOW_SCHEMECOLOR_INDEX" val="5"/>
  <p:tag name="KSO_WM_UNIT_USESOURCEFORMAT_APPLY" val="1"/>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DIAGRAM_MAX_ITEMCNT" val="6"/>
  <p:tag name="KSO_WM_DIAGRAM_MIN_ITEMCNT" val="2"/>
  <p:tag name="KSO_WM_DIAGRAM_VIRTUALLY_FRAME" val="{&quot;height&quot;:330.05652666510474,&quot;left&quot;:54.39999999999998,&quot;top&quot;:127.24426073647005,&quot;width&quot;:851}"/>
  <p:tag name="KSO_WM_DIAGRAM_COLOR_MATCH_VALUE" val="{&quot;shape&quot;:{&quot;fill&quot;:{&quot;gradient&quot;:[{&quot;brightness&quot;:0.6000000238418579,&quot;colorType&quot;:1,&quot;foreColorIndex&quot;:5,&quot;pos&quot;:0,&quot;transparency&quot;:0},{&quot;brightness&quot;:0,&quot;colorType&quot;:1,&quot;foreColorIndex&quot;:5,&quot;pos&quot;:0.6899999976158142,&quot;transparency&quot;:0},{&quot;brightness&quot;:0,&quot;colorType&quot;:1,&quot;foreColorIndex&quot;:5,&quot;pos&quot;:1,&quot;transparency&quot;:0}],&quot;type&quot;:3},&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NOCLEAR" val="0"/>
  <p:tag name="KSO_WM_UNIT_VALUE" val="10"/>
  <p:tag name="KSO_WM_UNIT_TYPE" val="l_h_a"/>
  <p:tag name="KSO_WM_UNIT_INDEX" val="1_1_1"/>
  <p:tag name="KSO_WM_UNIT_ID" val="diagram20231438_1*l_h_a*1_1_1"/>
  <p:tag name="KSO_WM_TEMPLATE_CATEGORY" val="diagram"/>
  <p:tag name="KSO_WM_TEMPLATE_INDEX" val="20231438"/>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UNIT_TEXT_FILL_TYPE" val="1"/>
  <p:tag name="KSO_WM_UNIT_TEXT_TYPE" val="1"/>
  <p:tag name="KSO_WM_BEAUTIFY_FLAG" val="#wm#"/>
  <p:tag name="KSO_WM_UNIT_PRESET_TEXT" val="添加标题"/>
  <p:tag name="KSO_WM_UNIT_FILL_TYPE" val="3"/>
  <p:tag name="KSO_WM_UNIT_SHADOW_SCHEMECOLOR_INDEX" val="5"/>
  <p:tag name="KSO_WM_UNIT_USESOURCEFORMAT_APPLY" val="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1438_1*l_h_i*1_1_3"/>
  <p:tag name="KSO_WM_TEMPLATE_CATEGORY" val="diagram"/>
  <p:tag name="KSO_WM_TEMPLATE_INDEX" val="20231438"/>
  <p:tag name="KSO_WM_UNIT_LAYERLEVEL" val="1_1_1"/>
  <p:tag name="KSO_WM_TAG_VERSION" val="3.0"/>
  <p:tag name="KSO_WM_DIAGRAM_MAX_ITEMCNT" val="6"/>
  <p:tag name="KSO_WM_DIAGRAM_MIN_ITEMCNT" val="2"/>
  <p:tag name="KSO_WM_DIAGRAM_VIRTUALLY_FRAME" val="{&quot;height&quot;:330.05652666510474,&quot;left&quot;:54.39999999999998,&quot;top&quot;:127.24426073647005,&quot;width&quot;:851}"/>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BEAUTIFY_FLAG" val="#wm#"/>
  <p:tag name="KSO_WM_UNIT_FILL_TYPE" val="1"/>
  <p:tag name="KSO_WM_UNIT_FILL_FORE_SCHEMECOLOR_INDEX" val="5"/>
  <p:tag name="KSO_WM_UNIT_FILL_FORE_SCHEMECOLOR_INDEX_BRIGHTNESS" val="-0.5"/>
  <p:tag name="KSO_WM_UNIT_TEXT_FILL_FORE_SCHEMECOLOR_INDEX" val="2"/>
  <p:tag name="KSO_WM_UNIT_TEXT_FILL_TYPE" val="1"/>
  <p:tag name="KSO_WM_UNIT_USESOURCEFORMAT_APPLY" val="1"/>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438_1*l_h_i*1_1_2"/>
  <p:tag name="KSO_WM_TEMPLATE_CATEGORY" val="diagram"/>
  <p:tag name="KSO_WM_TEMPLATE_INDEX" val="20231438"/>
  <p:tag name="KSO_WM_UNIT_LAYERLEVEL" val="1_1_1"/>
  <p:tag name="KSO_WM_TAG_VERSION" val="3.0"/>
  <p:tag name="KSO_WM_DIAGRAM_MAX_ITEMCNT" val="6"/>
  <p:tag name="KSO_WM_DIAGRAM_MIN_ITEMCNT" val="2"/>
  <p:tag name="KSO_WM_DIAGRAM_VIRTUALLY_FRAME" val="{&quot;height&quot;:330.05652666510474,&quot;left&quot;:54.39999999999998,&quot;top&quot;:127.24426073647005,&quot;width&quot;:851}"/>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BEAUTIFY_FLAG" val="#wm#"/>
  <p:tag name="KSO_WM_UNIT_FILL_TYPE" val="1"/>
  <p:tag name="KSO_WM_UNIT_FILL_FORE_SCHEMECOLOR_INDEX" val="5"/>
  <p:tag name="KSO_WM_UNIT_FILL_FORE_SCHEMECOLOR_INDEX_BRIGHTNESS" val="-0.5"/>
  <p:tag name="KSO_WM_UNIT_TEXT_FILL_FORE_SCHEMECOLOR_INDEX" val="2"/>
  <p:tag name="KSO_WM_UNIT_TEXT_FILL_TYPE" val="1"/>
  <p:tag name="KSO_WM_UNIT_USESOURCEFORMAT_APPLY" val="1"/>
</p:tagLst>
</file>

<file path=ppt/tags/tag271.xml><?xml version="1.0" encoding="utf-8"?>
<p:tagLst xmlns:p="http://schemas.openxmlformats.org/presentationml/2006/main">
  <p:tag name="KSO_WM_UNIT_COMPATIBLE" val="0"/>
  <p:tag name="KSO_WM_UNIT_DIAGRAM_ISREFERUNIT" val="0"/>
  <p:tag name="KSO_WM_TEMPLATE_INDEX" val="20231438"/>
  <p:tag name="KSO_WM_TAG_VERSION" val="3.0"/>
  <p:tag name="KSO_WM_DIAGRAM_MAX_ITEMCNT" val="6"/>
  <p:tag name="KSO_WM_DIAGRAM_VIRTUALLY_FRAME" val="{&quot;height&quot;:330.05652666510474,&quot;left&quot;:54.39999999999998,&quot;top&quot;:127.24426073647005,&quot;width&quot;:851}"/>
  <p:tag name="KSO_WM_DIAGRAM_VERSION" val="3"/>
  <p:tag name="KSO_WM_DIAGRAM_COLOR_TEXT_CAN_REMOVE" val="n"/>
  <p:tag name="KSO_WM_UNIT_SUBTYPE" val="a"/>
  <p:tag name="KSO_WM_UNIT_NOCLEAR" val="0"/>
  <p:tag name="KSO_WM_UNIT_VALUE" val="60"/>
  <p:tag name="KSO_WM_UNIT_HIGHLIGHT" val="0"/>
  <p:tag name="KSO_WM_UNIT_DIAGRAM_ISNUMVISUAL" val="0"/>
  <p:tag name="KSO_WM_UNIT_TYPE" val="l_h_f"/>
  <p:tag name="KSO_WM_UNIT_INDEX" val="1_2_1"/>
  <p:tag name="KSO_WM_UNIT_ID" val="diagram20231438_1*l_h_f*1_2_1"/>
  <p:tag name="KSO_WM_TEMPLATE_CATEGORY" val="diagram"/>
  <p:tag name="KSO_WM_UNIT_LAYERLEVEL" val="1_1_1"/>
  <p:tag name="KSO_WM_DIAGRAM_GROUP_CODE" val="l1-1"/>
  <p:tag name="KSO_WM_DIAGRAM_MIN_ITEMCNT" val="2"/>
  <p:tag name="KSO_WM_DIAGRAM_COLOR_TRICK" val="2"/>
  <p:tag name="KSO_WM_DIAGRAM_COLOR_MATCH_VALUE" val="{&quot;shape&quot;:{&quot;fill&quot;:{&quot;gradient&quot;:[{&quot;brightness&quot;:0.800000011920929,&quot;colorType&quot;:1,&quot;foreColorIndex&quot;:8,&quot;pos&quot;:0,&quot;transparency&quot;:0.800000011920929},{&quot;brightness&quot;:0,&quot;colorType&quot;:1,&quot;foreColorIndex&quot;:14,&quot;pos&quot;:1,&quot;transparency&quot;:1}],&quot;type&quot;:3},&quot;glow&quot;:{&quot;colorType&quot;:0},&quot;line&quot;:{&quot;solidLine&quot;:{&quot;brightness&quot;:0.6000000238418579,&quot;colorType&quot;:1,&quot;foreColorIndex&quot;:8,&quot;transparency&quot;:0.4000000059604645},&quot;type&quot;:1},&quot;shadow&quot;:{&quot;brightness&quot;:0,&quot;colorType&quot;:1,&quot;foreColorIndex&quot;:8,&quot;transparency&quot;:0.9200000166893005},&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LINE_FILL_TYPE" val="2"/>
  <p:tag name="KSO_WM_UNIT_TEXT_TYPE" val="1"/>
  <p:tag name="KSO_WM_UNIT_TEXT_LAYER_COUNT" val="1"/>
  <p:tag name="KSO_WM_BEAUTIFY_FLAG" val="#wm#"/>
  <p:tag name="KSO_WM_UNIT_PRESET_TEXT" val="单击此处输入你的项正文，文字是您思想的提炼，请言简意赅的阐述观点。单击此处输入你的项正文，文字是您思想的提炼请言简意赅的阐述观点。单击此处输入你的项正文，文字是您思想的提炼，请尽量言简意赅的阐述观点。"/>
  <p:tag name="KSO_WM_UNIT_FILL_TYPE" val="3"/>
  <p:tag name="KSO_WM_UNIT_LINE_FORE_SCHEMECOLOR_INDEX" val="8"/>
  <p:tag name="KSO_WM_UNIT_TEXT_FILL_FORE_SCHEMECOLOR_INDEX" val="1"/>
  <p:tag name="KSO_WM_UNIT_TEXT_FILL_TYPE" val="1"/>
  <p:tag name="KSO_WM_UNIT_SHADOW_SCHEMECOLOR_INDEX" val="6"/>
  <p:tag name="KSO_WM_UNIT_USESOURCEFORMAT_APPLY" val="1"/>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DIAGRAM_MAX_ITEMCNT" val="6"/>
  <p:tag name="KSO_WM_DIAGRAM_MIN_ITEMCNT" val="2"/>
  <p:tag name="KSO_WM_DIAGRAM_VIRTUALLY_FRAME" val="{&quot;height&quot;:330.05652666510474,&quot;left&quot;:54.39999999999998,&quot;top&quot;:127.24426073647005,&quot;width&quot;:851}"/>
  <p:tag name="KSO_WM_DIAGRAM_COLOR_MATCH_VALUE" val="{&quot;shape&quot;:{&quot;fill&quot;:{&quot;gradient&quot;:[{&quot;brightness&quot;:0.4000000059604645,&quot;colorType&quot;:1,&quot;foreColorIndex&quot;:8,&quot;pos&quot;:0,&quot;transparency&quot;:0},{&quot;brightness&quot;:0,&quot;colorType&quot;:1,&quot;foreColorIndex&quot;:8,&quot;pos&quot;:0.6644999980926514,&quot;transparency&quot;:0},{&quot;brightness&quot;:0,&quot;colorType&quot;:1,&quot;foreColorIndex&quot;:8,&quot;pos&quot;:1,&quot;transparency&quot;:0}],&quot;type&quot;:3},&quot;glow&quot;:{&quot;colorType&quot;:0},&quot;line&quot;:{&quot;type&quot;:0},&quot;shadow&quot;:{&quot;brightness&quot;:0,&quot;colorType&quot;:1,&quot;foreColorIndex&quot;:8,&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NOCLEAR" val="0"/>
  <p:tag name="KSO_WM_UNIT_VALUE" val="10"/>
  <p:tag name="KSO_WM_UNIT_TYPE" val="l_h_a"/>
  <p:tag name="KSO_WM_UNIT_INDEX" val="1_2_1"/>
  <p:tag name="KSO_WM_UNIT_ID" val="diagram20231438_1*l_h_a*1_2_1"/>
  <p:tag name="KSO_WM_TEMPLATE_CATEGORY" val="diagram"/>
  <p:tag name="KSO_WM_TEMPLATE_INDEX" val="20231438"/>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UNIT_TEXT_FILL_TYPE" val="1"/>
  <p:tag name="KSO_WM_UNIT_TEXT_TYPE" val="1"/>
  <p:tag name="KSO_WM_BEAUTIFY_FLAG" val="#wm#"/>
  <p:tag name="KSO_WM_UNIT_PRESET_TEXT" val="添加标题"/>
  <p:tag name="KSO_WM_UNIT_FILL_TYPE" val="3"/>
  <p:tag name="KSO_WM_UNIT_SHADOW_SCHEMECOLOR_INDEX" val="6"/>
  <p:tag name="KSO_WM_UNIT_USESOURCEFORMAT_APPLY" val="1"/>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1438_1*l_h_i*1_2_3"/>
  <p:tag name="KSO_WM_TEMPLATE_CATEGORY" val="diagram"/>
  <p:tag name="KSO_WM_TEMPLATE_INDEX" val="20231438"/>
  <p:tag name="KSO_WM_UNIT_LAYERLEVEL" val="1_1_1"/>
  <p:tag name="KSO_WM_TAG_VERSION" val="3.0"/>
  <p:tag name="KSO_WM_DIAGRAM_MAX_ITEMCNT" val="6"/>
  <p:tag name="KSO_WM_DIAGRAM_MIN_ITEMCNT" val="2"/>
  <p:tag name="KSO_WM_DIAGRAM_VIRTUALLY_FRAME" val="{&quot;height&quot;:330.05652666510474,&quot;left&quot;:54.39999999999998,&quot;top&quot;:127.24426073647005,&quot;width&quot;:851}"/>
  <p:tag name="KSO_WM_DIAGRAM_COLOR_MATCH_VALUE" val="{&quot;shape&quot;:{&quot;fill&quot;:{&quot;solid&quot;:{&quot;brightness&quot;:-0.5,&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BEAUTIFY_FLAG" val="#wm#"/>
  <p:tag name="KSO_WM_UNIT_FILL_TYPE" val="1"/>
  <p:tag name="KSO_WM_UNIT_FILL_FORE_SCHEMECOLOR_INDEX" val="8"/>
  <p:tag name="KSO_WM_UNIT_FILL_FORE_SCHEMECOLOR_INDEX_BRIGHTNESS" val="-0.5"/>
  <p:tag name="KSO_WM_UNIT_TEXT_FILL_FORE_SCHEMECOLOR_INDEX" val="2"/>
  <p:tag name="KSO_WM_UNIT_TEXT_FILL_TYPE" val="1"/>
  <p:tag name="KSO_WM_UNIT_USESOURCEFORMAT_APPLY" val="1"/>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438_1*l_h_i*1_2_2"/>
  <p:tag name="KSO_WM_TEMPLATE_CATEGORY" val="diagram"/>
  <p:tag name="KSO_WM_TEMPLATE_INDEX" val="20231438"/>
  <p:tag name="KSO_WM_UNIT_LAYERLEVEL" val="1_1_1"/>
  <p:tag name="KSO_WM_TAG_VERSION" val="3.0"/>
  <p:tag name="KSO_WM_DIAGRAM_MAX_ITEMCNT" val="6"/>
  <p:tag name="KSO_WM_DIAGRAM_MIN_ITEMCNT" val="2"/>
  <p:tag name="KSO_WM_DIAGRAM_VIRTUALLY_FRAME" val="{&quot;height&quot;:330.05652666510474,&quot;left&quot;:54.39999999999998,&quot;top&quot;:127.24426073647005,&quot;width&quot;:851}"/>
  <p:tag name="KSO_WM_DIAGRAM_COLOR_MATCH_VALUE" val="{&quot;shape&quot;:{&quot;fill&quot;:{&quot;solid&quot;:{&quot;brightness&quot;:-0.5,&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BEAUTIFY_FLAG" val="#wm#"/>
  <p:tag name="KSO_WM_UNIT_FILL_TYPE" val="1"/>
  <p:tag name="KSO_WM_UNIT_FILL_FORE_SCHEMECOLOR_INDEX" val="8"/>
  <p:tag name="KSO_WM_UNIT_FILL_FORE_SCHEMECOLOR_INDEX_BRIGHTNESS" val="-0.5"/>
  <p:tag name="KSO_WM_UNIT_TEXT_FILL_FORE_SCHEMECOLOR_INDEX" val="2"/>
  <p:tag name="KSO_WM_UNIT_TEXT_FILL_TYPE" val="1"/>
  <p:tag name="KSO_WM_UNIT_USESOURCEFORMAT_APPLY" val="1"/>
</p:tagLst>
</file>

<file path=ppt/tags/tag275.xml><?xml version="1.0" encoding="utf-8"?>
<p:tagLst xmlns:p="http://schemas.openxmlformats.org/presentationml/2006/main">
  <p:tag name="KSO_WM_SLIDE_ID" val="diagram20231438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1438"/>
  <p:tag name="KSO_WM_SLIDE_TYPE" val="text"/>
  <p:tag name="KSO_WM_SLIDE_SUBTYPE" val="diag"/>
  <p:tag name="KSO_WM_SLIDE_SIZE" val="851*330.078"/>
  <p:tag name="KSO_WM_SLIDE_POSITION" val="54.4*127.212"/>
  <p:tag name="KSO_WM_SLIDE_LAYOUT" val="a_l"/>
  <p:tag name="KSO_WM_SLIDE_LAYOUT_CNT" val="1_1"/>
  <p:tag name="KSO_WM_SPECIAL_SOURCE" val="bdnull"/>
  <p:tag name="KSO_WM_DIAGRAM_GROUP_CODE" val="l1-1"/>
  <p:tag name="KSO_WM_SLIDE_DIAGTYPE" val="l"/>
</p:tagLst>
</file>

<file path=ppt/tags/tag27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6_1*a*1"/>
  <p:tag name="KSO_WM_TEMPLATE_CATEGORY" val="custom"/>
  <p:tag name="KSO_WM_TEMPLATE_INDEX" val="20233376"/>
  <p:tag name="KSO_WM_UNIT_LAYERLEVEL" val="1"/>
  <p:tag name="KSO_WM_TAG_VERSION" val="3.0"/>
  <p:tag name="KSO_WM_BEAUTIFY_FLAG" val="#wm#"/>
  <p:tag name="KSO_WM_UNIT_PRESET_TEXT" val="单击此处添加标题"/>
  <p:tag name="KSO_WM_UNIT_TEXT_TYPE" val="1"/>
</p:tagLst>
</file>

<file path=ppt/tags/tag277.xml><?xml version="1.0" encoding="utf-8"?>
<p:tagLst xmlns:p="http://schemas.openxmlformats.org/presentationml/2006/main">
  <p:tag name="KSO_WM_SLIDE_ID" val="diagram20230320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0320"/>
  <p:tag name="KSO_WM_SLIDE_TYPE" val="text"/>
  <p:tag name="KSO_WM_SLIDE_SUBTYPE" val="diag"/>
  <p:tag name="KSO_WM_SLIDE_SIZE" val="833.9*335.3"/>
  <p:tag name="KSO_WM_SLIDE_POSITION" val="64.65*136"/>
  <p:tag name="KSO_WM_SLIDE_LAYOUT" val="a_q"/>
  <p:tag name="KSO_WM_SLIDE_LAYOUT_CNT" val="1_1"/>
  <p:tag name="KSO_WM_SPECIAL_SOURCE" val="bdnull"/>
  <p:tag name="KSO_WM_DIAGRAM_GROUP_CODE" val="q1-1"/>
  <p:tag name="KSO_WM_SLIDE_DIAGTYPE" val="q"/>
</p:tagLst>
</file>

<file path=ppt/tags/tag27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3376_1*f*1"/>
  <p:tag name="KSO_WM_TEMPLATE_CATEGORY" val="custom"/>
  <p:tag name="KSO_WM_TEMPLATE_INDEX" val="20233376"/>
  <p:tag name="KSO_WM_UNIT_LAYERLEVEL" val="1"/>
  <p:tag name="KSO_WM_TAG_VERSION" val="3.0"/>
  <p:tag name="KSO_WM_UNIT_TEXT_FILL_FORE_SCHEMECOLOR_INDEX_BRIGHTNESS" val="0.35"/>
  <p:tag name="KSO_WM_DIAGRAM_VERSION" val="3"/>
  <p:tag name="KSO_WM_DIAGRAM_COLOR_TRICK" val="1"/>
  <p:tag name="KSO_WM_DIAGRAM_COLOR_TEXT_CAN_REMOVE" val="n"/>
  <p:tag name="KSO_WM_UNIT_LINE_FORE_SCHEMECOLOR_INDEX" val="-2"/>
  <p:tag name="KSO_WM_UNIT_TEXT_FILL_FORE_SCHEMECOLOR_INDEX" val="1"/>
  <p:tag name="KSO_WM_UNIT_TEXT_FILL_TYPE" val="1"/>
  <p:tag name="KSO_WM_DIAGRAM_MAX_ITEMCNT" val="1"/>
  <p:tag name="KSO_WM_DIAGRAM_MIN_ITEMCNT" val="1"/>
  <p:tag name="KSO_WM_DIAGRAM_VIRTUALLY_FRAME" val="{&quot;height&quot;:243.58094787597662,&quot;left&quot;:580.4,&quot;top&quot;:159.89999850295658,&quot;width&quot;:33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10;"/>
  <p:tag name="KSO_WM_UNIT_TEXT_TYPE" val="1"/>
</p:tagLst>
</file>

<file path=ppt/tags/tag27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6_1*a*1"/>
  <p:tag name="KSO_WM_TEMPLATE_CATEGORY" val="custom"/>
  <p:tag name="KSO_WM_TEMPLATE_INDEX" val="20233376"/>
  <p:tag name="KSO_WM_UNIT_LAYERLEVEL" val="1"/>
  <p:tag name="KSO_WM_TAG_VERSION" val="3.0"/>
  <p:tag name="KSO_WM_BEAUTIFY_FLAG" val="#wm#"/>
  <p:tag name="KSO_WM_UNIT_PRESET_TEXT" val="单击此处添加标题"/>
  <p:tag name="KSO_WM_UNIT_TEXT_TYPE" val="1"/>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6_1*i*1"/>
  <p:tag name="KSO_WM_TEMPLATE_CATEGORY" val="custom"/>
  <p:tag name="KSO_WM_TEMPLATE_INDEX" val="20233376"/>
  <p:tag name="KSO_WM_UNIT_LAYERLEVEL" val="1"/>
  <p:tag name="KSO_WM_TAG_VERSION" val="3.0"/>
  <p:tag name="KSO_WM_BEAUTIFY_FLAG" val="#wm#"/>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3376_1*i*2"/>
  <p:tag name="KSO_WM_TEMPLATE_CATEGORY" val="custom"/>
  <p:tag name="KSO_WM_TEMPLATE_INDEX" val="20233376"/>
  <p:tag name="KSO_WM_UNIT_LAYERLEVEL" val="1"/>
  <p:tag name="KSO_WM_TAG_VERSION" val="3.0"/>
  <p:tag name="KSO_WM_BEAUTIFY_FLAG" val="#wm#"/>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3376_1*i*3"/>
  <p:tag name="KSO_WM_TEMPLATE_CATEGORY" val="custom"/>
  <p:tag name="KSO_WM_TEMPLATE_INDEX" val="20233376"/>
  <p:tag name="KSO_WM_UNIT_LAYERLEVEL" val="1"/>
  <p:tag name="KSO_WM_TAG_VERSION" val="3.0"/>
  <p:tag name="KSO_WM_BEAUTIFY_FLAG" val="#wm#"/>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3376_1*i*4"/>
  <p:tag name="KSO_WM_TEMPLATE_CATEGORY" val="custom"/>
  <p:tag name="KSO_WM_TEMPLATE_INDEX" val="20233376"/>
  <p:tag name="KSO_WM_UNIT_LAYERLEVEL" val="1"/>
  <p:tag name="KSO_WM_TAG_VERSION" val="3.0"/>
  <p:tag name="KSO_WM_BEAUTIFY_FLAG" val="#wm#"/>
</p:tagLst>
</file>

<file path=ppt/tags/tag28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6_1*a*1"/>
  <p:tag name="KSO_WM_TEMPLATE_CATEGORY" val="custom"/>
  <p:tag name="KSO_WM_TEMPLATE_INDEX" val="20233376"/>
  <p:tag name="KSO_WM_UNIT_LAYERLEVEL" val="1"/>
  <p:tag name="KSO_WM_TAG_VERSION" val="3.0"/>
  <p:tag name="KSO_WM_BEAUTIFY_FLAG" val="#wm#"/>
  <p:tag name="KSO_WM_UNIT_PRESET_TEXT" val="单击此处添加标题"/>
  <p:tag name="KSO_WM_UNIT_TEXT_TYPE" val="1"/>
</p:tagLst>
</file>

<file path=ppt/tags/tag28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3376_1*f*1"/>
  <p:tag name="KSO_WM_TEMPLATE_CATEGORY" val="custom"/>
  <p:tag name="KSO_WM_TEMPLATE_INDEX" val="20233376"/>
  <p:tag name="KSO_WM_UNIT_LAYERLEVEL" val="1"/>
  <p:tag name="KSO_WM_TAG_VERSION" val="3.0"/>
  <p:tag name="KSO_WM_UNIT_TEXT_FILL_FORE_SCHEMECOLOR_INDEX_BRIGHTNESS" val="0.35"/>
  <p:tag name="KSO_WM_DIAGRAM_VERSION" val="3"/>
  <p:tag name="KSO_WM_DIAGRAM_COLOR_TRICK" val="1"/>
  <p:tag name="KSO_WM_DIAGRAM_COLOR_TEXT_CAN_REMOVE" val="n"/>
  <p:tag name="KSO_WM_UNIT_LINE_FORE_SCHEMECOLOR_INDEX" val="-2"/>
  <p:tag name="KSO_WM_UNIT_TEXT_FILL_FORE_SCHEMECOLOR_INDEX" val="1"/>
  <p:tag name="KSO_WM_UNIT_TEXT_FILL_TYPE" val="1"/>
  <p:tag name="KSO_WM_DIAGRAM_MAX_ITEMCNT" val="1"/>
  <p:tag name="KSO_WM_DIAGRAM_MIN_ITEMCNT" val="1"/>
  <p:tag name="KSO_WM_DIAGRAM_VIRTUALLY_FRAME" val="{&quot;height&quot;:243.58094787597662,&quot;left&quot;:580.4,&quot;top&quot;:159.89999850295658,&quot;width&quot;:33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10;"/>
  <p:tag name="KSO_WM_UNIT_TEXT_TYPE" val="1"/>
</p:tagLst>
</file>

<file path=ppt/tags/tag286.xml><?xml version="1.0" encoding="utf-8"?>
<p:tagLst xmlns:p="http://schemas.openxmlformats.org/presentationml/2006/main">
  <p:tag name="KSO_WM_SLIDE_ID" val="custom2023337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376"/>
  <p:tag name="KSO_WM_SLIDE_LAYOUT" val="a_f"/>
  <p:tag name="KSO_WM_SLIDE_LAYOUT_CNT" val="1_1"/>
  <p:tag name="KSO_WM_SLIDE_TYPE" val="text"/>
  <p:tag name="KSO_WM_SLIDE_SUBTYPE" val="pureTxt"/>
  <p:tag name="KSO_WM_SLIDE_SIZE" val="959*427"/>
  <p:tag name="KSO_WM_SLIDE_POSITION" val="0*42"/>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1"/>
  <p:tag name="KSO_WM_TEMPLATE_CATEGORY" val="custom"/>
  <p:tag name="KSO_WM_TEMPLATE_INDEX" val="20235208"/>
  <p:tag name="KSO_WM_UNIT_LAYERLEVEL" val="1"/>
  <p:tag name="KSO_WM_TAG_VERSION" val="3.0"/>
  <p:tag name="KSO_WM_BEAUTIFY_FLAG" val="#wm#"/>
  <p:tag name="KSO_WM_UNIT_TYPE" val="i"/>
  <p:tag name="KSO_WM_UNIT_INDEX" val="1"/>
</p:tagLst>
</file>

<file path=ppt/tags/tag288.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custom20235208_1*a*1"/>
  <p:tag name="KSO_WM_TEMPLATE_CATEGORY" val="custom"/>
  <p:tag name="KSO_WM_TEMPLATE_INDEX" val="20235208"/>
  <p:tag name="KSO_WM_UNIT_LAYERLEVEL" val="1"/>
  <p:tag name="KSO_WM_TAG_VERSION" val="3.0"/>
  <p:tag name="KSO_WM_BEAUTIFY_FLAG" val="#wm#"/>
  <p:tag name="KSO_WM_UNIT_TEXT_TYPE" val="1"/>
  <p:tag name="KSO_WM_UNIT_PRESET_TEXT" val="单击此处添加标题"/>
</p:tagLst>
</file>

<file path=ppt/tags/tag289.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208_1*f*1"/>
  <p:tag name="KSO_WM_TEMPLATE_CATEGORY" val="custom"/>
  <p:tag name="KSO_WM_TEMPLATE_INDEX" val="20235208"/>
  <p:tag name="KSO_WM_UNIT_LAYERLEVEL" val="1"/>
  <p:tag name="KSO_WM_TAG_VERSION" val="3.0"/>
  <p:tag name="KSO_WM_BEAUTIFY_FLAG" val="#wm#"/>
  <p:tag name="KSO_WM_UNIT_VALUE" val="30"/>
  <p:tag name="KSO_WM_UNIT_PRESET_TEXT" val="单击此处添加文本，简明扼要的阐述您的观点。"/>
  <p:tag name="KSO_WM_UNIT_TEXT_TYPE" val="1"/>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2"/>
  <p:tag name="KSO_WM_TEMPLATE_CATEGORY" val="custom"/>
  <p:tag name="KSO_WM_TEMPLATE_INDEX" val="20235208"/>
  <p:tag name="KSO_WM_UNIT_LAYERLEVEL" val="1"/>
  <p:tag name="KSO_WM_TAG_VERSION" val="3.0"/>
  <p:tag name="KSO_WM_BEAUTIFY_FLAG" val="#wm#"/>
  <p:tag name="KSO_WM_UNIT_TYPE" val="i"/>
  <p:tag name="KSO_WM_UNIT_INDEX" val="2"/>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3"/>
  <p:tag name="KSO_WM_TEMPLATE_CATEGORY" val="custom"/>
  <p:tag name="KSO_WM_TEMPLATE_INDEX" val="20235208"/>
  <p:tag name="KSO_WM_UNIT_LAYERLEVEL" val="1"/>
  <p:tag name="KSO_WM_TAG_VERSION" val="3.0"/>
  <p:tag name="KSO_WM_BEAUTIFY_FLAG" val="#wm#"/>
  <p:tag name="KSO_WM_UNIT_TYPE" val="i"/>
  <p:tag name="KSO_WM_UNIT_INDEX" val="3"/>
</p:tagLst>
</file>

<file path=ppt/tags/tag292.xml><?xml version="1.0" encoding="utf-8"?>
<p:tagLst xmlns:p="http://schemas.openxmlformats.org/presentationml/2006/main">
  <p:tag name="KSO_WM_SLIDE_ID" val="custom2023520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208"/>
  <p:tag name="KSO_WM_SLIDE_TYPE" val="text"/>
  <p:tag name="KSO_WM_SLIDE_SUBTYPE" val="picTxt"/>
  <p:tag name="KSO_WM_SLIDE_SIZE" val="960*504"/>
  <p:tag name="KSO_WM_SLIDE_POSITION" val="0*0"/>
  <p:tag name="KSO_WM_SLIDE_LAYOUT" val="a_f"/>
  <p:tag name="KSO_WM_SLIDE_LAYOUT_CNT" val="1_1"/>
  <p:tag name="KSO_WM_SPECIAL_SOURCE" val="bdnull"/>
  <p:tag name="RESOURCE_RECORD_KEY" val="{&quot;10&quot;:[50040074,50015948,50024367,50034520],&quot;65&quot;:[3]}"/>
</p:tagLst>
</file>

<file path=ppt/tags/tag293.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438_3*a*1"/>
  <p:tag name="KSO_WM_TEMPLATE_CATEGORY" val="diagram"/>
  <p:tag name="KSO_WM_TEMPLATE_INDEX" val="20231438"/>
  <p:tag name="KSO_WM_UNIT_LAYERLEVEL" val="1"/>
  <p:tag name="KSO_WM_TAG_VERSION" val="3.0"/>
  <p:tag name="KSO_WM_BEAUTIFY_FLAG" val="#wm#"/>
  <p:tag name="KSO_WM_UNIT_TEXT_TYPE" val="1"/>
  <p:tag name="KSO_WM_UNIT_PRESET_TEXT" val="单击此处添加标题"/>
  <p:tag name="KSO_WM_UNIT_TEXT_FILL_FORE_SCHEMECOLOR_INDEX" val="15"/>
  <p:tag name="KSO_WM_UNIT_TEXT_FILL_TYPE" val="1"/>
  <p:tag name="KSO_WM_UNIT_USESOURCEFORMAT_APPLY" val="1"/>
</p:tagLst>
</file>

<file path=ppt/tags/tag294.xml><?xml version="1.0" encoding="utf-8"?>
<p:tagLst xmlns:p="http://schemas.openxmlformats.org/presentationml/2006/main">
  <p:tag name="KSO_WM_UNIT_LINE_FORE_SCHEMECOLOR_INDEX_BRIGHTNESS" val="0.35"/>
  <p:tag name="KSO_WM_UNIT_LINE_FILL_TYPE" val="2"/>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1058_1*l_i*1_1"/>
  <p:tag name="KSO_WM_TEMPLATE_CATEGORY" val="diagram"/>
  <p:tag name="KSO_WM_TEMPLATE_INDEX" val="20231058"/>
  <p:tag name="KSO_WM_UNIT_LAYERLEVEL" val="1_1"/>
  <p:tag name="KSO_WM_TAG_VERSION" val="3.0"/>
  <p:tag name="KSO_WM_DIAGRAM_VERSION" val="3"/>
  <p:tag name="KSO_WM_DIAGRAM_COLOR_TRICK" val="4"/>
  <p:tag name="KSO_WM_DIAGRAM_COLOR_TEXT_CAN_REMOVE" val="n"/>
  <p:tag name="KSO_WM_DIAGRAM_MAX_ITEMCNT" val="6"/>
  <p:tag name="KSO_WM_DIAGRAM_MIN_ITEMCNT" val="2"/>
  <p:tag name="KSO_WM_DIAGRAM_VIRTUALLY_FRAME" val="{&quot;height&quot;:366.70574803149606,&quot;left&quot;:54.39999999999998,&quot;top&quot;:127.24425196850393,&quot;width&quot;:861.05}"/>
  <p:tag name="KSO_WM_DIAGRAM_COLOR_MATCH_VALUE" val="{&quot;shape&quot;:{&quot;fill&quot;:{&quot;type&quot;:0},&quot;glow&quot;:{&quot;colorType&quot;:0},&quot;line&quot;:{&quot;solidLine&quot;:{&quot;brightness&quot;:0.5,&quot;colorType&quot;:1,&quot;foreColorIndex&quot;:15,&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5"/>
  <p:tag name="KSO_WM_DIAGRAM_USE_COLOR_VALUE" val="{&quot;color_scheme&quot;:1,&quot;color_type&quot;:1,&quot;theme_color_indexes&quot;:[5,6,5,6,5,6]}"/>
</p:tagLst>
</file>

<file path=ppt/tags/tag29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058_1*l_h_f*1_1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DIAGRAM_GROUP_CODE" val="l1-1"/>
  <p:tag name="KSO_WM_UNIT_TEXT_FILL_FORE_SCHEMECOLOR_INDEX_BRIGHTNESS" val="0.35"/>
  <p:tag name="KSO_WM_DIAGRAM_MAX_ITEMCNT" val="6"/>
  <p:tag name="KSO_WM_DIAGRAM_MIN_ITEMCNT" val="2"/>
  <p:tag name="KSO_WM_DIAGRAM_VIRTUALLY_FRAME" val="{&quot;height&quot;:366.70574803149606,&quot;left&quot;:54.39999999999998,&quot;top&quot;:127.24425196850393,&quot;width&quot;:861.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内容，简明扼要地阐述您的观点。根据需要可酌情增减文字，以便观者准确地理解您传达的思想"/>
  <p:tag name="KSO_WM_UNIT_TEXT_FILL_FORE_SCHEMECOLOR_INDEX" val="1"/>
  <p:tag name="KSO_WM_UNIT_TEXT_FILL_TYPE" val="1"/>
  <p:tag name="KSO_WM_DIAGRAM_USE_COLOR_VALUE" val="{&quot;color_scheme&quot;:1,&quot;color_type&quot;:1,&quot;theme_color_indexes&quot;:[5,6,5,6,5,6]}"/>
</p:tagLst>
</file>

<file path=ppt/tags/tag29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058_1*l_h_a*1_1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DIAGRAM_GROUP_CODE" val="l1-1"/>
  <p:tag name="KSO_WM_UNIT_TEXT_FILL_FORE_SCHEMECOLOR_INDEX_BRIGHTNESS" val="0"/>
  <p:tag name="KSO_WM_DIAGRAM_MAX_ITEMCNT" val="6"/>
  <p:tag name="KSO_WM_DIAGRAM_MIN_ITEMCNT" val="2"/>
  <p:tag name="KSO_WM_DIAGRAM_VIRTUALLY_FRAME" val="{&quot;height&quot;:366.70574803149606,&quot;left&quot;:54.39999999999998,&quot;top&quot;:127.24425196850393,&quot;width&quot;:861.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9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058_1*l_h_f*1_2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DIAGRAM_GROUP_CODE" val="l1-1"/>
  <p:tag name="KSO_WM_UNIT_TEXT_FILL_FORE_SCHEMECOLOR_INDEX_BRIGHTNESS" val="0.35"/>
  <p:tag name="KSO_WM_DIAGRAM_MAX_ITEMCNT" val="6"/>
  <p:tag name="KSO_WM_DIAGRAM_MIN_ITEMCNT" val="2"/>
  <p:tag name="KSO_WM_DIAGRAM_VIRTUALLY_FRAME" val="{&quot;height&quot;:366.70574803149606,&quot;left&quot;:54.39999999999998,&quot;top&quot;:127.24425196850393,&quot;width&quot;:861.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DIAGRAM_USE_COLOR_VALUE" val="{&quot;color_scheme&quot;:1,&quot;color_type&quot;:1,&quot;theme_color_indexes&quot;:[5,6,5,6,5,6]}"/>
</p:tagLst>
</file>

<file path=ppt/tags/tag298.xml><?xml version="1.0" encoding="utf-8"?>
<p:tagLst xmlns:p="http://schemas.openxmlformats.org/presentationml/2006/main">
  <p:tag name="KSO_WM_UNIT_SHADOW_SCHEMECOLOR_INDEX_BRIGHTNESS" val="-0.25"/>
  <p:tag name="KSO_WM_UNIT_SHADOW_SCHEMECOLOR_INDEX" val="5"/>
  <p:tag name="KSO_WM_UNIT_TEXT_FILL_FORE_SCHEMECOLOR_INDEX_BRIGHTNESS" val="0"/>
  <p:tag name="KSO_WM_UNIT_TEXT_FILL_TYPE" val="1"/>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058_1*l_h_i*1_1_2"/>
  <p:tag name="KSO_WM_TEMPLATE_CATEGORY" val="diagram"/>
  <p:tag name="KSO_WM_TEMPLATE_INDEX" val="20231058"/>
  <p:tag name="KSO_WM_UNIT_LAYERLEVEL" val="1_1_1"/>
  <p:tag name="KSO_WM_TAG_VERSION" val="3.0"/>
  <p:tag name="KSO_WM_DIAGRAM_MAX_ITEMCNT" val="6"/>
  <p:tag name="KSO_WM_DIAGRAM_MIN_ITEMCNT" val="2"/>
  <p:tag name="KSO_WM_DIAGRAM_VIRTUALLY_FRAME" val="{&quot;height&quot;:366.70574803149606,&quot;left&quot;:54.39999999999998,&quot;top&quot;:127.24425196850393,&quot;width&quot;:861.05}"/>
  <p:tag name="KSO_WM_DIAGRAM_COLOR_MATCH_VALUE" val="{&quot;shape&quot;:{&quot;fill&quot;:{&quot;solid&quot;:{&quot;brightness&quot;:0,&quot;colorType&quot;:1,&quot;foreColorIndex&quot;:5,&quot;transparency&quot;:0},&quot;type&quot;:1},&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99.xml><?xml version="1.0" encoding="utf-8"?>
<p:tagLst xmlns:p="http://schemas.openxmlformats.org/presentationml/2006/main">
  <p:tag name="KSO_WM_UNIT_FILL_FORE_SCHEMECOLOR_INDEX_1_BRIGHTNESS" val="0.4"/>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5"/>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5"/>
  <p:tag name="KSO_WM_UNIT_TEXT_FILL_FORE_SCHEMECOLOR_INDEX_BRIGHTNESS" val="0"/>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058_1*l_h_i*1_1_1"/>
  <p:tag name="KSO_WM_TEMPLATE_CATEGORY" val="diagram"/>
  <p:tag name="KSO_WM_TEMPLATE_INDEX" val="20231058"/>
  <p:tag name="KSO_WM_UNIT_LAYERLEVEL" val="1_1_1"/>
  <p:tag name="KSO_WM_TAG_VERSION" val="3.0"/>
  <p:tag name="KSO_WM_UNIT_SUBTYPE" val="d"/>
  <p:tag name="KSO_WM_DIAGRAM_MAX_ITEMCNT" val="6"/>
  <p:tag name="KSO_WM_DIAGRAM_MIN_ITEMCNT" val="2"/>
  <p:tag name="KSO_WM_DIAGRAM_VIRTUALLY_FRAME" val="{&quot;height&quot;:366.70574803149606,&quot;left&quot;:54.39999999999998,&quot;top&quot;:127.24425196850393,&quot;width&quot;:861.05}"/>
  <p:tag name="KSO_WM_DIAGRAM_COLOR_MATCH_VALUE" val="{&quot;shape&quot;:{&quot;fill&quot;:{&quot;gradient&quot;:[{&quot;brightness&quot;:0.6000000238418579,&quot;colorType&quot;:1,&quot;foreColorIndex&quot;:5,&quot;pos&quot;:0,&quot;transparency&quot;:0},{&quot;brightness&quot;:0,&quot;colorType&quot;:1,&quot;foreColorIndex&quot;:5,&quot;pos&quot;:0.899999976158142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BEAUTIFY_FLAG" val="#wm#"/>
  <p:tag name="KSO_WM_UNIT_FILL_TYPE" val="3"/>
  <p:tag name="KSO_WM_DIAGRAM_USE_COLOR_VALUE" val="{&quot;color_scheme&quot;:1,&quot;color_type&quot;:1,&quot;theme_color_indexes&quot;:[5,6,5,6,5,6]}"/>
</p:tagLst>
</file>

<file path=ppt/tags/tag300.xml><?xml version="1.0" encoding="utf-8"?>
<p:tagLst xmlns:p="http://schemas.openxmlformats.org/presentationml/2006/main">
  <p:tag name="KSO_WM_UNIT_SHADOW_SCHEMECOLOR_INDEX_BRIGHTNESS" val="-0.25"/>
  <p:tag name="KSO_WM_UNIT_SHADOW_SCHEMECOLOR_INDEX" val="6"/>
  <p:tag name="KSO_WM_UNIT_TEXT_FILL_FORE_SCHEMECOLOR_INDEX_BRIGHTNESS" val="0"/>
  <p:tag name="KSO_WM_UNIT_TEXT_FILL_TYPE" val="1"/>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058_1*l_h_i*1_2_2"/>
  <p:tag name="KSO_WM_TEMPLATE_CATEGORY" val="diagram"/>
  <p:tag name="KSO_WM_TEMPLATE_INDEX" val="20231058"/>
  <p:tag name="KSO_WM_UNIT_LAYERLEVEL" val="1_1_1"/>
  <p:tag name="KSO_WM_TAG_VERSION" val="3.0"/>
  <p:tag name="KSO_WM_DIAGRAM_MAX_ITEMCNT" val="6"/>
  <p:tag name="KSO_WM_DIAGRAM_MIN_ITEMCNT" val="2"/>
  <p:tag name="KSO_WM_DIAGRAM_VIRTUALLY_FRAME" val="{&quot;height&quot;:366.70574803149606,&quot;left&quot;:54.39999999999998,&quot;top&quot;:127.24425196850393,&quot;width&quot;:861.05}"/>
  <p:tag name="KSO_WM_DIAGRAM_COLOR_MATCH_VALUE" val="{&quot;shape&quot;:{&quot;fill&quot;:{&quot;solid&quot;:{&quot;brightness&quot;:0,&quot;colorType&quot;:1,&quot;foreColorIndex&quot;:6,&quot;transparency&quot;:0},&quot;type&quot;:1},&quot;glow&quot;:{&quot;colorType&quot;:0},&quot;line&quot;:{&quot;type&quot;:0},&quot;shadow&quot;:{&quot;brightness&quot;:-0.25,&quot;colorType&quot;:1,&quot;foreColorIndex&quot;:6,&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6"/>
  <p:tag name="KSO_WM_UNIT_FILL_FORE_SCHEMECOLOR_INDEX_BRIGHTNESS" val="0"/>
  <p:tag name="KSO_WM_DIAGRAM_USE_COLOR_VALUE" val="{&quot;color_scheme&quot;:1,&quot;color_type&quot;:1,&quot;theme_color_indexes&quot;:[5,6,5,6,5,6]}"/>
</p:tagLst>
</file>

<file path=ppt/tags/tag301.xml><?xml version="1.0" encoding="utf-8"?>
<p:tagLst xmlns:p="http://schemas.openxmlformats.org/presentationml/2006/main">
  <p:tag name="KSO_WM_UNIT_FILL_FORE_SCHEMECOLOR_INDEX_1_BRIGHTNESS" val="0.4"/>
  <p:tag name="KSO_WM_UNIT_FILL_FORE_SCHEMECOLOR_INDEX_1" val="6"/>
  <p:tag name="KSO_WM_UNIT_FILL_FORE_SCHEMECOLOR_INDEX_1_POS" val="0"/>
  <p:tag name="KSO_WM_UNIT_FILL_FORE_SCHEMECOLOR_INDEX_1_TRANS" val="0"/>
  <p:tag name="KSO_WM_UNIT_FILL_FORE_SCHEMECOLOR_INDEX_2_BRIGHTNESS" val="0"/>
  <p:tag name="KSO_WM_UNIT_FILL_FORE_SCHEMECOLOR_INDEX_2" val="6"/>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6"/>
  <p:tag name="KSO_WM_UNIT_TEXT_FILL_FORE_SCHEMECOLOR_INDEX_BRIGHTNESS" val="0"/>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058_1*l_h_i*1_2_1"/>
  <p:tag name="KSO_WM_TEMPLATE_CATEGORY" val="diagram"/>
  <p:tag name="KSO_WM_TEMPLATE_INDEX" val="20231058"/>
  <p:tag name="KSO_WM_UNIT_LAYERLEVEL" val="1_1_1"/>
  <p:tag name="KSO_WM_TAG_VERSION" val="3.0"/>
  <p:tag name="KSO_WM_UNIT_SUBTYPE" val="d"/>
  <p:tag name="KSO_WM_DIAGRAM_MAX_ITEMCNT" val="6"/>
  <p:tag name="KSO_WM_DIAGRAM_MIN_ITEMCNT" val="2"/>
  <p:tag name="KSO_WM_DIAGRAM_VIRTUALLY_FRAME" val="{&quot;height&quot;:366.70574803149606,&quot;left&quot;:54.39999999999998,&quot;top&quot;:127.24425196850393,&quot;width&quot;:861.05}"/>
  <p:tag name="KSO_WM_DIAGRAM_COLOR_MATCH_VALUE" val="{&quot;shape&quot;:{&quot;fill&quot;:{&quot;gradient&quot;:[{&quot;brightness&quot;:0.6000000238418579,&quot;colorType&quot;:1,&quot;foreColorIndex&quot;:6,&quot;pos&quot;:0,&quot;transparency&quot;:0},{&quot;brightness&quot;:0,&quot;colorType&quot;:1,&quot;foreColorIndex&quot;:6,&quot;pos&quot;:0.8999999761581421,&quot;transparency&quot;:0}],&quot;type&quot;:3},&quot;glow&quot;:{&quot;colorType&quot;:0},&quot;line&quot;:{&quot;type&quot;:0},&quot;shadow&quot;:{&quot;brightness&quot;:-0.25,&quot;colorType&quot;:1,&quot;foreColorIndex&quot;:6,&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BEAUTIFY_FLAG" val="#wm#"/>
  <p:tag name="KSO_WM_UNIT_FILL_TYPE" val="3"/>
  <p:tag name="KSO_WM_DIAGRAM_USE_COLOR_VALUE" val="{&quot;color_scheme&quot;:1,&quot;color_type&quot;:1,&quot;theme_color_indexes&quot;:[5,6,5,6,5,6]}"/>
</p:tagLst>
</file>

<file path=ppt/tags/tag30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058_1*l_h_a*1_2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DIAGRAM_GROUP_CODE" val="l1-1"/>
  <p:tag name="KSO_WM_UNIT_TEXT_FILL_FORE_SCHEMECOLOR_INDEX_BRIGHTNESS" val="0"/>
  <p:tag name="KSO_WM_DIAGRAM_MAX_ITEMCNT" val="6"/>
  <p:tag name="KSO_WM_DIAGRAM_MIN_ITEMCNT" val="2"/>
  <p:tag name="KSO_WM_DIAGRAM_VIRTUALLY_FRAME" val="{&quot;height&quot;:366.70574803149606,&quot;left&quot;:54.39999999999998,&quot;top&quot;:127.24425196850393,&quot;width&quot;:861.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303.xml><?xml version="1.0" encoding="utf-8"?>
<p:tagLst xmlns:p="http://schemas.openxmlformats.org/presentationml/2006/main">
  <p:tag name="KSO_WM_SLIDE_ID" val="diagram20231438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1438"/>
  <p:tag name="KSO_WM_SLIDE_TYPE" val="text"/>
  <p:tag name="KSO_WM_SLIDE_SUBTYPE" val="diag"/>
  <p:tag name="KSO_WM_SLIDE_SIZE" val="851*330.078"/>
  <p:tag name="KSO_WM_SLIDE_POSITION" val="54.4*127.212"/>
  <p:tag name="KSO_WM_SLIDE_LAYOUT" val="a_l"/>
  <p:tag name="KSO_WM_SLIDE_LAYOUT_CNT" val="1_1"/>
  <p:tag name="KSO_WM_SPECIAL_SOURCE" val="bdnull"/>
  <p:tag name="KSO_WM_DIAGRAM_GROUP_CODE" val="l1-1"/>
  <p:tag name="KSO_WM_SLIDE_DIAGTYPE" val="l"/>
  <p:tag name="resource_record_key" val="{&quot;65&quot;:[20235919],&quot;70&quot;:[3314064]}"/>
</p:tagLst>
</file>

<file path=ppt/tags/tag304.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305.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23.1,&quot;left&quot;:54.75,&quot;top&quot;:100.55,&quot;width&quot;:850.4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LINE_FORE_SCHEMECOLOR_INDEX" val="5"/>
  <p:tag name="KSO_WM_UNIT_USESOURCEFORMAT_APPLY" val="1"/>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23.1,&quot;left&quot;:54.75,&quot;top&quot;:100.55,&quot;width&quot;:850.4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307.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23.1,&quot;left&quot;:54.75,&quot;top&quot;:100.55,&quot;width&quot;:850.4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LINE_FORE_SCHEMECOLOR_INDEX" val="6"/>
  <p:tag name="KSO_WM_UNIT_USESOURCEFORMAT_APPLY" val="1"/>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23.1,&quot;left&quot;:54.75,&quot;top&quot;:100.55,&quot;width&quot;:850.4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2"/>
  <p:tag name="KSO_WM_UNIT_TEXT_FILL_TYPE" val="1"/>
  <p:tag name="KSO_WM_UNIT_USESOURCEFORMAT_APPLY" val="1"/>
</p:tagLst>
</file>

<file path=ppt/tags/tag309.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23.1,&quot;left&quot;:54.75,&quot;top&quot;:100.55,&quot;width&quot;:850.4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LINE_FORE_SCHEMECOLOR_INDEX" val="7"/>
  <p:tag name="KSO_WM_UNIT_USESOURCEFORMAT_APPLY" val="1"/>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23.1,&quot;left&quot;:54.75,&quot;top&quot;:100.55,&quot;width&quot;:850.4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7"/>
  <p:tag name="KSO_WM_UNIT_TEXT_FILL_FORE_SCHEMECOLOR_INDEX" val="2"/>
  <p:tag name="KSO_WM_UNIT_TEXT_FILL_TYPE" val="1"/>
  <p:tag name="KSO_WM_UNIT_USESOURCEFORMAT_APPLY" val="1"/>
</p:tagLst>
</file>

<file path=ppt/tags/tag311.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23.1,&quot;left&quot;:54.75,&quot;top&quot;:100.55,&quot;width&quot;:850.4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LINE_FORE_SCHEMECOLOR_INDEX" val="8"/>
  <p:tag name="KSO_WM_UNIT_USESOURCEFORMAT_APPLY" val="1"/>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23.1,&quot;left&quot;:54.75,&quot;top&quot;:100.55,&quot;width&quot;:850.4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8"/>
  <p:tag name="KSO_WM_UNIT_TEXT_FILL_FORE_SCHEMECOLOR_INDEX" val="2"/>
  <p:tag name="KSO_WM_UNIT_TEXT_FILL_TYPE" val="1"/>
  <p:tag name="KSO_WM_UNIT_USESOURCEFORMAT_APPLY" val="1"/>
</p:tagLst>
</file>

<file path=ppt/tags/tag313.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3_1*i*1"/>
  <p:tag name="KSO_WM_TEMPLATE_CATEGORY" val="custom"/>
  <p:tag name="KSO_WM_TEMPLATE_INDEX" val="20235633"/>
  <p:tag name="KSO_WM_UNIT_LAYERLEVEL" val="1"/>
  <p:tag name="KSO_WM_TAG_VERSION" val="3.0"/>
  <p:tag name="KSO_WM_BEAUTIFY_FLAG" val="#wm#"/>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3_1*i*2"/>
  <p:tag name="KSO_WM_TEMPLATE_CATEGORY" val="custom"/>
  <p:tag name="KSO_WM_TEMPLATE_INDEX" val="20235633"/>
  <p:tag name="KSO_WM_UNIT_LAYERLEVEL" val="1"/>
  <p:tag name="KSO_WM_TAG_VERSION" val="3.0"/>
  <p:tag name="KSO_WM_BEAUTIFY_FLAG" val="#wm#"/>
</p:tagLst>
</file>

<file path=ppt/tags/tag31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3_1*a*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添加标题内容"/>
</p:tagLst>
</file>

<file path=ppt/tags/tag317.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3_1*f*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输入你的正文，文字是您思想的提炼，为了最终演示发布的良好效果，请尽量言简意赅的阐述观点。根据需要可酌情增减文字。&#10;单击此处输入你的正文，文字是您思想的提炼，为了最终演示发布的良好效果，请尽量言简意赅的阐述观点。&#10;单击此处输入你的正文，文字是您思想的提炼，为了最终演示发布的良好效果，请尽量言简意赅的阐述观点。根据需要可酌情增减文字，以便观者可以准确理解您所传达的信息。单击此处输入你的正文。"/>
</p:tagLst>
</file>

<file path=ppt/tags/tag318.xml><?xml version="1.0" encoding="utf-8"?>
<p:tagLst xmlns:p="http://schemas.openxmlformats.org/presentationml/2006/main">
  <p:tag name="KSO_WM_SLIDE_ID" val="custom2023563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59*539"/>
  <p:tag name="KSO_WM_SLIDE_POSITION" val="0*0"/>
  <p:tag name="KSO_WM_TAG_VERSION" val="3.0"/>
  <p:tag name="KSO_WM_BEAUTIFY_FLAG" val="#wm#"/>
  <p:tag name="KSO_WM_TEMPLATE_CATEGORY" val="custom"/>
  <p:tag name="KSO_WM_TEMPLATE_INDEX" val="20235633"/>
  <p:tag name="KSO_WM_SLIDE_LAYOUT" val="a_f"/>
  <p:tag name="KSO_WM_SLIDE_LAYOUT_CNT" val="1_1"/>
</p:tagLst>
</file>

<file path=ppt/tags/tag31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88_1*a*1"/>
  <p:tag name="KSO_WM_TEMPLATE_CATEGORY" val="diagram"/>
  <p:tag name="KSO_WM_TEMPLATE_INDEX" val="20235188"/>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320.xml><?xml version="1.0" encoding="utf-8"?>
<p:tagLst xmlns:p="http://schemas.openxmlformats.org/presentationml/2006/main">
  <p:tag name="KSO_WM_DIAGRAM_VIRTUALLY_FRAME" val="{&quot;height&quot;:386.85472683898496,&quot;left&quot;:54.80000000000001,&quot;top&quot;:113.3999975704639,&quot;width&quot;:850.3776377952756}"/>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88_1*l_h_i*1_1_1"/>
  <p:tag name="KSO_WM_TEMPLATE_CATEGORY" val="diagram"/>
  <p:tag name="KSO_WM_TEMPLATE_INDEX" val="20235188"/>
  <p:tag name="KSO_WM_UNIT_LAYERLEVEL" val="1_1_1"/>
  <p:tag name="KSO_WM_TAG_VERSION" val="3.0"/>
  <p:tag name="KSO_WM_DIAGRAM_MAX_ITEMCNT" val="2"/>
  <p:tag name="KSO_WM_DIAGRAM_MIN_ITEMCNT" val="2"/>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 name="KSO_WM_BEAUTIFY_FLAG" val="#wm#"/>
  <p:tag name="KSO_WM_UNIT_TEXT_FILL_FORE_SCHEMECOLOR_INDEX" val="2"/>
  <p:tag name="KSO_WM_UNIT_TEXT_FILL_TYPE" val="1"/>
  <p:tag name="KSO_WM_UNIT_USESOURCEFORMAT_APPLY" val="1"/>
</p:tagLst>
</file>

<file path=ppt/tags/tag32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5188_1*l_h_f*1_1_1"/>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386.85472683898496,&quot;left&quot;:54.80000000000001,&quot;top&quot;:113.3999975704639,&quot;width&quot;:850.37763779527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DIAGRAM_GROUP_CODE" val="l1-1"/>
  <p:tag name="KSO_WM_DIAGRAM_COLOR_TRICK" val="2"/>
  <p:tag name="KSO_WM_DIAGRAM_COLOR_TEXT_CAN_REMOVE" val="n"/>
  <p:tag name="KSO_WM_DIAGRAM_VERSION" val="3"/>
  <p:tag name="KSO_WM_UNIT_TEXT_TYPE" val="1"/>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根据需要可酌情增减文字，以便观者准确地理解您传达的思想。"/>
  <p:tag name="KSO_WM_UNIT_TEXT_FILL_FORE_SCHEMECOLOR_INDEX" val="1"/>
  <p:tag name="KSO_WM_UNIT_TEXT_FILL_TYPE" val="1"/>
  <p:tag name="KSO_WM_BEAUTIFY_FLAG" val="#wm#"/>
  <p:tag name="KSO_WM_UNIT_USESOURCEFORMAT_APPLY" val="1"/>
</p:tagLst>
</file>

<file path=ppt/tags/tag322.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5188_1*l_h_i*1_1_2"/>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386.85472683898496,&quot;left&quot;:54.80000000000001,&quot;top&quot;:113.3999975704639,&quot;width&quot;:850.3776377952756}"/>
  <p:tag name="KSO_WM_DIAGRAM_COLOR_MATCH_VALUE" val="{&quot;shape&quot;:{&quot;fill&quot;:{&quot;gradient&quot;:[{&quot;brightness&quot;:0.4000000059604645,&quot;colorType&quot;:1,&quot;foreColorIndex&quot;:5,&quot;pos&quot;:0,&quot;transparency&quot;:0},{&quot;brightness&quot;:0,&quot;colorType&quot;:1,&quot;foreColorIndex&quot;:5,&quot;pos&quot;:0.5,&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BEAUTIFY_FLAG" val="#wm#"/>
  <p:tag name="KSO_WM_UNIT_SHADOW_SCHEMECOLOR_INDEX" val="5"/>
  <p:tag name="KSO_WM_UNIT_TEXT_FILL_FORE_SCHEMECOLOR_INDEX" val="2"/>
  <p:tag name="KSO_WM_UNIT_TEXT_FILL_TYPE" val="1"/>
  <p:tag name="KSO_WM_UNIT_USESOURCEFORMAT_APPLY" val="1"/>
</p:tagLst>
</file>

<file path=ppt/tags/tag323.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x"/>
  <p:tag name="KSO_WM_UNIT_INDEX" val="1_1_4"/>
  <p:tag name="KSO_WM_UNIT_ID" val="diagram20235188_1*l_h_x*1_1_4"/>
  <p:tag name="KSO_WM_TEMPLATE_CATEGORY" val="diagram"/>
  <p:tag name="KSO_WM_TEMPLATE_INDEX" val="20235188"/>
  <p:tag name="KSO_WM_UNIT_LAYERLEVEL" val="1_1_1"/>
  <p:tag name="KSO_WM_TAG_VERSION" val="3.0"/>
  <p:tag name="KSO_WM_UNIT_VALUE" val="75*75"/>
  <p:tag name="KSO_WM_DIAGRAM_MAX_ITEMCNT" val="2"/>
  <p:tag name="KSO_WM_DIAGRAM_MIN_ITEMCNT" val="2"/>
  <p:tag name="KSO_WM_DIAGRAM_VIRTUALLY_FRAME" val="{&quot;height&quot;:386.85472683898496,&quot;left&quot;:54.80000000000001,&quot;top&quot;:113.3999975704639,&quot;width&quot;:850.377637795275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24.xml><?xml version="1.0" encoding="utf-8"?>
<p:tagLst xmlns:p="http://schemas.openxmlformats.org/presentationml/2006/main">
  <p:tag name="KSO_WM_DIAGRAM_VIRTUALLY_FRAME" val="{&quot;height&quot;:386.85472683898496,&quot;left&quot;:54.80000000000001,&quot;top&quot;:113.3999975704639,&quot;width&quot;:850.3776377952756}"/>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88_1*l_h_i*1_2_1"/>
  <p:tag name="KSO_WM_TEMPLATE_CATEGORY" val="diagram"/>
  <p:tag name="KSO_WM_TEMPLATE_INDEX" val="20235188"/>
  <p:tag name="KSO_WM_UNIT_LAYERLEVEL" val="1_1_1"/>
  <p:tag name="KSO_WM_TAG_VERSION" val="3.0"/>
  <p:tag name="KSO_WM_DIAGRAM_MAX_ITEMCNT" val="2"/>
  <p:tag name="KSO_WM_DIAGRAM_MIN_ITEMCNT" val="2"/>
  <p:tag name="KSO_WM_DIAGRAM_COLOR_MATCH_VALUE" val="{&quot;shape&quot;:{&quot;fill&quot;:{&quot;solid&quot;:{&quot;brightness&quot;:0.6000000238418579,&quot;colorType&quot;:1,&quot;foreColorIndex&quot;:6,&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6"/>
  <p:tag name="KSO_WM_BEAUTIFY_FLAG" val="#wm#"/>
  <p:tag name="KSO_WM_UNIT_TEXT_FILL_FORE_SCHEMECOLOR_INDEX" val="2"/>
  <p:tag name="KSO_WM_UNIT_TEXT_FILL_TYPE" val="1"/>
  <p:tag name="KSO_WM_UNIT_USESOURCEFORMAT_APPLY" val="1"/>
</p:tagLst>
</file>

<file path=ppt/tags/tag32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5188_1*l_h_f*1_2_1"/>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386.85472683898496,&quot;left&quot;:54.80000000000001,&quot;top&quot;:113.3999975704639,&quot;width&quot;:850.37763779527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DIAGRAM_GROUP_CODE" val="l1-1"/>
  <p:tag name="KSO_WM_DIAGRAM_COLOR_TRICK" val="2"/>
  <p:tag name="KSO_WM_DIAGRAM_COLOR_TEXT_CAN_REMOVE" val="n"/>
  <p:tag name="KSO_WM_DIAGRAM_VERSION" val="3"/>
  <p:tag name="KSO_WM_UNIT_TEXT_TYPE" val="1"/>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根据需要可酌情增减文字，以便观者准确地理解您传达的思想。"/>
  <p:tag name="KSO_WM_UNIT_TEXT_FILL_FORE_SCHEMECOLOR_INDEX" val="1"/>
  <p:tag name="KSO_WM_UNIT_TEXT_FILL_TYPE" val="1"/>
  <p:tag name="KSO_WM_BEAUTIFY_FLAG" val="#wm#"/>
  <p:tag name="KSO_WM_UNIT_USESOURCEFORMAT_APPLY" val="1"/>
</p:tagLst>
</file>

<file path=ppt/tags/tag326.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5188_1*l_h_i*1_2_2"/>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386.85472683898496,&quot;left&quot;:54.80000000000001,&quot;top&quot;:113.3999975704639,&quot;width&quot;:850.3776377952756}"/>
  <p:tag name="KSO_WM_DIAGRAM_COLOR_MATCH_VALUE" val="{&quot;shape&quot;:{&quot;fill&quot;:{&quot;gradient&quot;:[{&quot;brightness&quot;:0.4000000059604645,&quot;colorType&quot;:1,&quot;foreColorIndex&quot;:6,&quot;pos&quot;:0,&quot;transparency&quot;:0},{&quot;brightness&quot;:0,&quot;colorType&quot;:1,&quot;foreColorIndex&quot;:6,&quot;pos&quot;:0.5,&quot;transparency&quot;:0}],&quot;type&quot;:3},&quot;glow&quot;:{&quot;colorType&quot;:0},&quot;line&quot;:{&quot;type&quot;:0},&quot;shadow&quot;:{&quot;brightness&quot;:-0.25,&quot;colorType&quot;:1,&quot;foreColorIndex&quot;:6,&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BEAUTIFY_FLAG" val="#wm#"/>
  <p:tag name="KSO_WM_UNIT_SHADOW_SCHEMECOLOR_INDEX" val="6"/>
  <p:tag name="KSO_WM_UNIT_TEXT_FILL_FORE_SCHEMECOLOR_INDEX" val="2"/>
  <p:tag name="KSO_WM_UNIT_TEXT_FILL_TYPE" val="1"/>
  <p:tag name="KSO_WM_UNIT_USESOURCEFORMAT_APPLY" val="1"/>
</p:tagLst>
</file>

<file path=ppt/tags/tag327.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x"/>
  <p:tag name="KSO_WM_UNIT_INDEX" val="1_2_4"/>
  <p:tag name="KSO_WM_UNIT_ID" val="diagram20235188_1*l_h_x*1_2_4"/>
  <p:tag name="KSO_WM_TEMPLATE_CATEGORY" val="diagram"/>
  <p:tag name="KSO_WM_TEMPLATE_INDEX" val="20235188"/>
  <p:tag name="KSO_WM_UNIT_LAYERLEVEL" val="1_1_1"/>
  <p:tag name="KSO_WM_TAG_VERSION" val="3.0"/>
  <p:tag name="KSO_WM_UNIT_VALUE" val="72*72"/>
  <p:tag name="KSO_WM_DIAGRAM_MAX_ITEMCNT" val="2"/>
  <p:tag name="KSO_WM_DIAGRAM_MIN_ITEMCNT" val="2"/>
  <p:tag name="KSO_WM_DIAGRAM_VIRTUALLY_FRAME" val="{&quot;height&quot;:386.85472683898496,&quot;left&quot;:54.80000000000001,&quot;top&quot;:113.3999975704639,&quot;width&quot;:850.377637795275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28.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5188_1*l_h_i*1_1_3"/>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386.85472683898496,&quot;left&quot;:54.80000000000001,&quot;top&quot;:113.3999975704639,&quot;width&quot;:850.3776377952756}"/>
  <p:tag name="KSO_WM_DIAGRAM_COLOR_MATCH_VALUE" val="{&quot;shape&quot;:{&quot;fill&quot;:{&quot;solid&quot;:{&quot;brightness&quot;:0.4000000059604645,&quot;colorType&quot;:1,&quot;foreColorIndex&quot;:5,&quot;transparency&quot;:0.370000004768371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BEAUTIFY_FLAG" val="#wm#"/>
  <p:tag name="KSO_WM_UNIT_TEXT_FILL_FORE_SCHEMECOLOR_INDEX" val="2"/>
  <p:tag name="KSO_WM_UNIT_TEXT_FILL_TYPE" val="1"/>
  <p:tag name="KSO_WM_UNIT_USESOURCEFORMAT_APPLY" val="1"/>
</p:tagLst>
</file>

<file path=ppt/tags/tag329.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5188_1*l_h_i*1_2_3"/>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386.85472683898496,&quot;left&quot;:54.80000000000001,&quot;top&quot;:113.3999975704639,&quot;width&quot;:850.3776377952756}"/>
  <p:tag name="KSO_WM_DIAGRAM_COLOR_MATCH_VALUE" val="{&quot;shape&quot;:{&quot;fill&quot;:{&quot;solid&quot;:{&quot;brightness&quot;:0.4000000059604645,&quot;colorType&quot;:1,&quot;foreColorIndex&quot;:6,&quot;transparency&quot;:0.370000004768371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4"/>
  <p:tag name="KSO_WM_BEAUTIFY_FLAG" val="#wm#"/>
  <p:tag name="KSO_WM_UNIT_TEXT_FILL_FORE_SCHEMECOLOR_INDEX" val="2"/>
  <p:tag name="KSO_WM_UNIT_TEXT_FILL_TYPE" val="1"/>
  <p:tag name="KSO_WM_UNIT_USESOURCEFORMAT_APPLY" val="1"/>
</p:tagLst>
</file>

<file path=ppt/tags/tag330.xml><?xml version="1.0" encoding="utf-8"?>
<p:tagLst xmlns:p="http://schemas.openxmlformats.org/presentationml/2006/main">
  <p:tag name="KSO_WM_SLIDE_ID" val="diagram20235188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5188"/>
  <p:tag name="KSO_WM_SLIDE_TYPE" val="text"/>
  <p:tag name="KSO_WM_SLIDE_SUBTYPE" val="diag"/>
  <p:tag name="KSO_WM_SLIDE_SIZE" val="850.35*386.852"/>
  <p:tag name="KSO_WM_SLIDE_POSITION" val="54.8*113.4"/>
  <p:tag name="KSO_WM_SLIDE_LAYOUT" val="a_l"/>
  <p:tag name="KSO_WM_SLIDE_LAYOUT_CNT" val="1_1"/>
  <p:tag name="KSO_WM_SPECIAL_SOURCE" val="bdnull"/>
  <p:tag name="KSO_WM_DIAGRAM_GROUP_CODE" val="l1-1"/>
  <p:tag name="KSO_WM_SLIDE_DIAGTYPE" val="l"/>
</p:tagLst>
</file>

<file path=ppt/tags/tag33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51_2*a*1"/>
  <p:tag name="KSO_WM_TEMPLATE_CATEGORY" val="diagram"/>
  <p:tag name="KSO_WM_TEMPLATE_INDEX" val="20231751"/>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332.xml><?xml version="1.0" encoding="utf-8"?>
<p:tagLst xmlns:p="http://schemas.openxmlformats.org/presentationml/2006/main">
  <p:tag name="KSO_WM_DIAGRAM_COLOR_TRICK" val="2"/>
  <p:tag name="KSO_WM_UNIT_HIGHLIGHT" val="0"/>
  <p:tag name="KSO_WM_UNIT_DIAGRAM_ISNUMVISUAL" val="0"/>
  <p:tag name="KSO_WM_DIAGRAM_GROUP_CODE" val="l1-1"/>
  <p:tag name="KSO_WM_UNIT_INDEX" val="1_2_1"/>
  <p:tag name="KSO_WM_TEMPLATE_CATEGORY" val="diagram"/>
  <p:tag name="KSO_WM_UNIT_LAYERLEVEL" val="1_1_1"/>
  <p:tag name="KSO_WM_DIAGRAM_MIN_ITEMCNT" val="2"/>
  <p:tag name="KSO_WM_UNIT_SUBTYPE" val="a"/>
  <p:tag name="KSO_WM_UNIT_NOCLEAR" val="0"/>
  <p:tag name="KSO_WM_UNIT_VALUE" val="60"/>
  <p:tag name="KSO_WM_UNIT_COMPATIBLE" val="0"/>
  <p:tag name="KSO_WM_UNIT_DIAGRAM_ISREFERUNIT" val="0"/>
  <p:tag name="KSO_WM_UNIT_TYPE" val="l_h_f"/>
  <p:tag name="KSO_WM_UNIT_ID" val="diagram20231751_1*l_h_f*1_2_1"/>
  <p:tag name="KSO_WM_TEMPLATE_INDEX" val="20231751"/>
  <p:tag name="KSO_WM_TAG_VERSION" val="3.0"/>
  <p:tag name="KSO_WM_DIAGRAM_VERSION" val="3"/>
  <p:tag name="KSO_WM_DIAGRAM_COLOR_TEXT_CAN_REMOVE" val="n"/>
  <p:tag name="KSO_WM_DIAGRAM_MAX_ITEMCNT" val="6"/>
  <p:tag name="KSO_WM_DIAGRAM_VIRTUALLY_FRAME" val="{&quot;height&quot;:437.30579401027734,&quot;left&quot;:14.55,&quot;top&quot;:91,&quot;width&quot;:927.832992125985}"/>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简明扼要地阐述您的观点。根据需要可酌情增减文字内容，以便观者准确地理解您传达的思想。单击此处添加文本具体内容，简明扼要地阐述您的观点"/>
  <p:tag name="KSO_WM_UNIT_LINE_FORE_SCHEMECOLOR_INDEX" val="5"/>
  <p:tag name="KSO_WM_UNIT_TEXT_FILL_FORE_SCHEMECOLOR_INDEX" val="1"/>
  <p:tag name="KSO_WM_UNIT_TEXT_FILL_TYPE" val="1"/>
  <p:tag name="KSO_WM_UNIT_USESOURCEFORMAT_APPLY" val="1"/>
</p:tagLst>
</file>

<file path=ppt/tags/tag333.xml><?xml version="1.0" encoding="utf-8"?>
<p:tagLst xmlns:p="http://schemas.openxmlformats.org/presentationml/2006/main">
  <p:tag name="KSO_WM_DIAGRAM_COLOR_TRICK" val="2"/>
  <p:tag name="KSO_WM_UNIT_HIGHLIGHT" val="0"/>
  <p:tag name="KSO_WM_UNIT_DIAGRAM_ISNUMVISUAL" val="0"/>
  <p:tag name="KSO_WM_DIAGRAM_GROUP_CODE" val="l1-1"/>
  <p:tag name="KSO_WM_UNIT_INDEX" val="1_1_1"/>
  <p:tag name="KSO_WM_TEMPLATE_CATEGORY" val="diagram"/>
  <p:tag name="KSO_WM_UNIT_LAYERLEVEL" val="1_1_1"/>
  <p:tag name="KSO_WM_DIAGRAM_MIN_ITEMCNT" val="2"/>
  <p:tag name="KSO_WM_UNIT_SUBTYPE" val="a"/>
  <p:tag name="KSO_WM_UNIT_NOCLEAR" val="0"/>
  <p:tag name="KSO_WM_UNIT_VALUE" val="60"/>
  <p:tag name="KSO_WM_UNIT_COMPATIBLE" val="0"/>
  <p:tag name="KSO_WM_UNIT_DIAGRAM_ISREFERUNIT" val="0"/>
  <p:tag name="KSO_WM_UNIT_TYPE" val="l_h_f"/>
  <p:tag name="KSO_WM_UNIT_ID" val="diagram20231751_1*l_h_f*1_1_1"/>
  <p:tag name="KSO_WM_TEMPLATE_INDEX" val="20231751"/>
  <p:tag name="KSO_WM_TAG_VERSION" val="3.0"/>
  <p:tag name="KSO_WM_DIAGRAM_VERSION" val="3"/>
  <p:tag name="KSO_WM_DIAGRAM_COLOR_TEXT_CAN_REMOVE" val="n"/>
  <p:tag name="KSO_WM_DIAGRAM_MAX_ITEMCNT" val="6"/>
  <p:tag name="KSO_WM_DIAGRAM_VIRTUALLY_FRAME" val="{&quot;height&quot;:437.30579401027734,&quot;left&quot;:14.55,&quot;top&quot;:91,&quot;width&quot;:927.832992125985}"/>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具体内容，简明扼要地阐述您的观点。根据需要可酌情增减文字内容，以便观者准确地理解您传达的思想。单击此处添加文本具体内容，简明扼要地阐述您的观点"/>
  <p:tag name="KSO_WM_UNIT_LINE_FORE_SCHEMECOLOR_INDEX" val="5"/>
  <p:tag name="KSO_WM_UNIT_TEXT_FILL_FORE_SCHEMECOLOR_INDEX" val="1"/>
  <p:tag name="KSO_WM_UNIT_TEXT_FILL_TYPE" val="1"/>
  <p:tag name="KSO_WM_UNIT_USESOURCEFORMAT_APPLY" val="1"/>
</p:tagLst>
</file>

<file path=ppt/tags/tag33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1*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37.30579401027734,&quot;left&quot;:14.55,&quot;top&quot;:91,&quot;width&quot;:927.83299212598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UNIT_USESOURCEFORMAT_APPLY" val="1"/>
</p:tagLst>
</file>

<file path=ppt/tags/tag33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51_1*l_h_a*1_2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37.30579401027734,&quot;left&quot;:14.55,&quot;top&quot;:91,&quot;width&quot;:927.832992125985}"/>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6"/>
  <p:tag name="KSO_WM_UNIT_FILL_FORE_SCHEMECOLOR_INDEX_BRIGHTNESS" val="0"/>
  <p:tag name="KSO_WM_UNIT_USESOURCEFORMAT_APPLY" val="1"/>
</p:tagLst>
</file>

<file path=ppt/tags/tag336.xml><?xml version="1.0" encoding="utf-8"?>
<p:tagLst xmlns:p="http://schemas.openxmlformats.org/presentationml/2006/main">
  <p:tag name="KSO_WM_SLIDE_ID" val="diagram20231751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1751"/>
  <p:tag name="KSO_WM_SLIDE_TYPE" val="text"/>
  <p:tag name="KSO_WM_SLIDE_SUBTYPE" val="diag"/>
  <p:tag name="KSO_WM_SLIDE_SIZE" val="850.917*298.158"/>
  <p:tag name="KSO_WM_SLIDE_POSITION" val="54.366*170.703"/>
  <p:tag name="KSO_WM_SLIDE_LAYOUT" val="a_l"/>
  <p:tag name="KSO_WM_SLIDE_LAYOUT_CNT" val="1_1"/>
  <p:tag name="KSO_WM_SPECIAL_SOURCE" val="bdnull"/>
  <p:tag name="KSO_WM_DIAGRAM_GROUP_CODE" val="l1-1"/>
  <p:tag name="KSO_WM_SLIDE_DIAGTYPE" val="l"/>
</p:tagLst>
</file>

<file path=ppt/tags/tag33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40492964_1*a*1"/>
  <p:tag name="KSO_WM_TEMPLATE_CATEGORY" val="custom"/>
  <p:tag name="KSO_WM_TEMPLATE_INDEX" val="40492964"/>
  <p:tag name="KSO_WM_UNIT_LAYERLEVEL" val="1"/>
  <p:tag name="KSO_WM_TAG_VERSION" val="3.0"/>
  <p:tag name="KSO_WM_BEAUTIFY_FLAG" val="#wm#"/>
  <p:tag name="KSO_WM_UNIT_VALUE" val="30"/>
  <p:tag name="KSO_WM_UNIT_PRESET_TEXT" val="单击此处添加标题"/>
  <p:tag name="KSO_WM_UNIT_TEXT_TYPE" val="1"/>
</p:tagLst>
</file>

<file path=ppt/tags/tag338.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40492964_1*f*1"/>
  <p:tag name="KSO_WM_TEMPLATE_CATEGORY" val="custom"/>
  <p:tag name="KSO_WM_TEMPLATE_INDEX" val="40492964"/>
  <p:tag name="KSO_WM_UNIT_LAYERLEVEL" val="1"/>
  <p:tag name="KSO_WM_TAG_VERSION" val="3.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
  <p:tag name="KSO_WM_UNIT_TEXT_TYPE" val="1"/>
</p:tagLst>
</file>

<file path=ppt/tags/tag3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40492964_1*i*1"/>
  <p:tag name="KSO_WM_TEMPLATE_CATEGORY" val="custom"/>
  <p:tag name="KSO_WM_TEMPLATE_INDEX" val="40492964"/>
  <p:tag name="KSO_WM_UNIT_LAYERLEVEL" val="1"/>
  <p:tag name="KSO_WM_TAG_VERSION" val="3.0"/>
  <p:tag name="KSO_WM_BEAUTIFY_FLAG" val="#wm#"/>
</p:tagLst>
</file>

<file path=ppt/tags/tag340.xml><?xml version="1.0" encoding="utf-8"?>
<p:tagLst xmlns:p="http://schemas.openxmlformats.org/presentationml/2006/main">
  <p:tag name="KSO_WM_SLIDE_ID" val="custom40492964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40492964"/>
  <p:tag name="KSO_WM_SLIDE_TYPE" val="text"/>
  <p:tag name="KSO_WM_SLIDE_SUBTYPE" val="picTxt"/>
  <p:tag name="KSO_WM_SLIDE_SIZE" val="784*420"/>
  <p:tag name="KSO_WM_SLIDE_POSITION" val="85*59"/>
  <p:tag name="KSO_WM_SLIDE_LAYOUT" val="a_f"/>
  <p:tag name="KSO_WM_SLIDE_LAYOUT_CNT" val="1_1"/>
  <p:tag name="KSO_WM_SPECIAL_SOURCE" val="bdnull"/>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1"/>
  <p:tag name="KSO_WM_TEMPLATE_CATEGORY" val="custom"/>
  <p:tag name="KSO_WM_TEMPLATE_INDEX" val="20235208"/>
  <p:tag name="KSO_WM_UNIT_LAYERLEVEL" val="1"/>
  <p:tag name="KSO_WM_TAG_VERSION" val="3.0"/>
  <p:tag name="KSO_WM_BEAUTIFY_FLAG" val="#wm#"/>
  <p:tag name="KSO_WM_UNIT_TYPE" val="i"/>
  <p:tag name="KSO_WM_UNIT_INDEX" val="1"/>
</p:tagLst>
</file>

<file path=ppt/tags/tag342.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custom20235208_1*a*1"/>
  <p:tag name="KSO_WM_TEMPLATE_CATEGORY" val="custom"/>
  <p:tag name="KSO_WM_TEMPLATE_INDEX" val="20235208"/>
  <p:tag name="KSO_WM_UNIT_LAYERLEVEL" val="1"/>
  <p:tag name="KSO_WM_TAG_VERSION" val="3.0"/>
  <p:tag name="KSO_WM_BEAUTIFY_FLAG" val="#wm#"/>
  <p:tag name="KSO_WM_UNIT_TEXT_TYPE" val="1"/>
  <p:tag name="KSO_WM_UNIT_PRESET_TEXT" val="单击此处添加标题"/>
</p:tagLst>
</file>

<file path=ppt/tags/tag343.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208_1*f*1"/>
  <p:tag name="KSO_WM_TEMPLATE_CATEGORY" val="custom"/>
  <p:tag name="KSO_WM_TEMPLATE_INDEX" val="20235208"/>
  <p:tag name="KSO_WM_UNIT_LAYERLEVEL" val="1"/>
  <p:tag name="KSO_WM_TAG_VERSION" val="3.0"/>
  <p:tag name="KSO_WM_BEAUTIFY_FLAG" val="#wm#"/>
  <p:tag name="KSO_WM_UNIT_VALUE" val="30"/>
  <p:tag name="KSO_WM_UNIT_PRESET_TEXT" val="单击此处添加文本，简明扼要的阐述您的观点。"/>
  <p:tag name="KSO_WM_UNIT_TEXT_TYPE" val="1"/>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2"/>
  <p:tag name="KSO_WM_TEMPLATE_CATEGORY" val="custom"/>
  <p:tag name="KSO_WM_TEMPLATE_INDEX" val="20235208"/>
  <p:tag name="KSO_WM_UNIT_LAYERLEVEL" val="1"/>
  <p:tag name="KSO_WM_TAG_VERSION" val="3.0"/>
  <p:tag name="KSO_WM_BEAUTIFY_FLAG" val="#wm#"/>
  <p:tag name="KSO_WM_UNIT_TYPE" val="i"/>
  <p:tag name="KSO_WM_UNIT_INDEX" val="2"/>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3"/>
  <p:tag name="KSO_WM_TEMPLATE_CATEGORY" val="custom"/>
  <p:tag name="KSO_WM_TEMPLATE_INDEX" val="20235208"/>
  <p:tag name="KSO_WM_UNIT_LAYERLEVEL" val="1"/>
  <p:tag name="KSO_WM_TAG_VERSION" val="3.0"/>
  <p:tag name="KSO_WM_BEAUTIFY_FLAG" val="#wm#"/>
  <p:tag name="KSO_WM_UNIT_TYPE" val="i"/>
  <p:tag name="KSO_WM_UNIT_INDEX" val="3"/>
</p:tagLst>
</file>

<file path=ppt/tags/tag346.xml><?xml version="1.0" encoding="utf-8"?>
<p:tagLst xmlns:p="http://schemas.openxmlformats.org/presentationml/2006/main">
  <p:tag name="KSO_WM_SLIDE_ID" val="custom2023520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208"/>
  <p:tag name="KSO_WM_SLIDE_TYPE" val="text"/>
  <p:tag name="KSO_WM_SLIDE_SUBTYPE" val="picTxt"/>
  <p:tag name="KSO_WM_SLIDE_SIZE" val="960*504"/>
  <p:tag name="KSO_WM_SLIDE_POSITION" val="0*0"/>
  <p:tag name="KSO_WM_SLIDE_LAYOUT" val="a_f"/>
  <p:tag name="KSO_WM_SLIDE_LAYOUT_CNT" val="1_1"/>
  <p:tag name="KSO_WM_SPECIAL_SOURCE" val="bdnull"/>
  <p:tag name="RESOURCE_RECORD_KEY" val="{&quot;10&quot;:[50040074,50015948,50024367,50034520],&quot;65&quot;:[3]}"/>
</p:tagLst>
</file>

<file path=ppt/tags/tag34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348.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1*l_h_f*1_1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388.79998221228385,&quot;left&quot;:54.75,&quot;top&quot;:112.65000889385806,&quot;width&quot;:850.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USESOURCEFORMAT_APPLY" val="1"/>
</p:tagLst>
</file>

<file path=ppt/tags/tag349.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1*l_h_f*1_2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388.79998221228385,&quot;left&quot;:54.75,&quot;top&quot;:112.65000889385806,&quot;width&quot;:850.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6"/>
  <p:tag name="KSO_WM_UNIT_USESOURCEFORMAT_APPLY" val="1"/>
</p:tagLst>
</file>

<file path=ppt/tags/tag3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46_1*l_h_i*1_1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79998221228385,&quot;left&quot;:54.75,&quot;top&quot;:112.65000889385806,&quot;width&quot;:850.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46_1*l_h_i*1_2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79998221228385,&quot;left&quot;:54.75,&quot;top&quot;:112.65000889385806,&quot;width&quot;:850.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2"/>
  <p:tag name="KSO_WM_UNIT_TEXT_FILL_TYPE" val="1"/>
  <p:tag name="KSO_WM_UNIT_USESOURCEFORMAT_APPLY" val="1"/>
</p:tagLst>
</file>

<file path=ppt/tags/tag352.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1"/>
  <p:tag name="KSO_WM_TEMPLATE_CATEGORY" val="custom"/>
  <p:tag name="KSO_WM_TEMPLATE_INDEX" val="20235208"/>
  <p:tag name="KSO_WM_UNIT_LAYERLEVEL" val="1"/>
  <p:tag name="KSO_WM_TAG_VERSION" val="3.0"/>
  <p:tag name="KSO_WM_BEAUTIFY_FLAG" val="#wm#"/>
  <p:tag name="KSO_WM_UNIT_TYPE" val="i"/>
  <p:tag name="KSO_WM_UNIT_INDEX" val="1"/>
</p:tagLst>
</file>

<file path=ppt/tags/tag354.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custom20235208_1*a*1"/>
  <p:tag name="KSO_WM_TEMPLATE_CATEGORY" val="custom"/>
  <p:tag name="KSO_WM_TEMPLATE_INDEX" val="20235208"/>
  <p:tag name="KSO_WM_UNIT_LAYERLEVEL" val="1"/>
  <p:tag name="KSO_WM_TAG_VERSION" val="3.0"/>
  <p:tag name="KSO_WM_BEAUTIFY_FLAG" val="#wm#"/>
  <p:tag name="KSO_WM_UNIT_TEXT_TYPE" val="1"/>
  <p:tag name="KSO_WM_UNIT_PRESET_TEXT" val="单击此处添加标题"/>
</p:tagLst>
</file>

<file path=ppt/tags/tag35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208_1*f*1"/>
  <p:tag name="KSO_WM_TEMPLATE_CATEGORY" val="custom"/>
  <p:tag name="KSO_WM_TEMPLATE_INDEX" val="20235208"/>
  <p:tag name="KSO_WM_UNIT_LAYERLEVEL" val="1"/>
  <p:tag name="KSO_WM_TAG_VERSION" val="3.0"/>
  <p:tag name="KSO_WM_BEAUTIFY_FLAG" val="#wm#"/>
  <p:tag name="KSO_WM_UNIT_VALUE" val="30"/>
  <p:tag name="KSO_WM_UNIT_PRESET_TEXT" val="单击此处添加文本，简明扼要的阐述您的观点。"/>
  <p:tag name="KSO_WM_UNIT_TEXT_TYPE" val="1"/>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2"/>
  <p:tag name="KSO_WM_TEMPLATE_CATEGORY" val="custom"/>
  <p:tag name="KSO_WM_TEMPLATE_INDEX" val="20235208"/>
  <p:tag name="KSO_WM_UNIT_LAYERLEVEL" val="1"/>
  <p:tag name="KSO_WM_TAG_VERSION" val="3.0"/>
  <p:tag name="KSO_WM_BEAUTIFY_FLAG" val="#wm#"/>
  <p:tag name="KSO_WM_UNIT_TYPE" val="i"/>
  <p:tag name="KSO_WM_UNIT_INDEX" val="2"/>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3"/>
  <p:tag name="KSO_WM_TEMPLATE_CATEGORY" val="custom"/>
  <p:tag name="KSO_WM_TEMPLATE_INDEX" val="20235208"/>
  <p:tag name="KSO_WM_UNIT_LAYERLEVEL" val="1"/>
  <p:tag name="KSO_WM_TAG_VERSION" val="3.0"/>
  <p:tag name="KSO_WM_BEAUTIFY_FLAG" val="#wm#"/>
  <p:tag name="KSO_WM_UNIT_TYPE" val="i"/>
  <p:tag name="KSO_WM_UNIT_INDEX" val="3"/>
</p:tagLst>
</file>

<file path=ppt/tags/tag358.xml><?xml version="1.0" encoding="utf-8"?>
<p:tagLst xmlns:p="http://schemas.openxmlformats.org/presentationml/2006/main">
  <p:tag name="KSO_WM_SLIDE_ID" val="custom2023520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208"/>
  <p:tag name="KSO_WM_SLIDE_TYPE" val="text"/>
  <p:tag name="KSO_WM_SLIDE_SUBTYPE" val="picTxt"/>
  <p:tag name="KSO_WM_SLIDE_SIZE" val="960*504"/>
  <p:tag name="KSO_WM_SLIDE_POSITION" val="0*0"/>
  <p:tag name="KSO_WM_SLIDE_LAYOUT" val="a_f"/>
  <p:tag name="KSO_WM_SLIDE_LAYOUT_CNT" val="1_1"/>
  <p:tag name="KSO_WM_SPECIAL_SOURCE" val="bdnull"/>
  <p:tag name="RESOURCE_RECORD_KEY" val="{&quot;10&quot;:[50040074,50015948,50024367,50034520],&quot;65&quot;:[3]}"/>
</p:tagLst>
</file>

<file path=ppt/tags/tag35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61_1*l_i*1_1"/>
  <p:tag name="KSO_WM_TEMPLATE_CATEGORY" val="diagram"/>
  <p:tag name="KSO_WM_TEMPLATE_INDEX" val="20235661"/>
  <p:tag name="KSO_WM_UNIT_LAYERLEVEL" val="1_1"/>
  <p:tag name="KSO_WM_TAG_VERSION" val="3.0"/>
  <p:tag name="KSO_WM_BEAUTIFY_FLAG" val="#wm#"/>
  <p:tag name="KSO_WM_DIAGRAM_GROUP_CODE" val="l1-1"/>
  <p:tag name="KSO_WM_UNIT_TYPE" val="l_i"/>
  <p:tag name="KSO_WM_UNIT_INDEX" val="1_1"/>
  <p:tag name="KSO_WM_DIAGRAM_VERSION" val="3"/>
  <p:tag name="KSO_WM_DIAGRAM_COLOR_TRICK" val="1"/>
  <p:tag name="KSO_WM_DIAGRAM_COLOR_TEXT_CAN_REMOVE" val="n"/>
  <p:tag name="KSO_WM_DIAGRAM_MAX_ITEMCNT" val="4"/>
  <p:tag name="KSO_WM_DIAGRAM_MIN_ITEMCNT" val="2"/>
  <p:tag name="KSO_WM_DIAGRAM_VIRTUALLY_FRAME" val="{&quot;height&quot;:387.90401574803155,&quot;left&quot;:31.6,&quot;top&quot;:113.57307086614173,&quot;width&quot;:897.7}"/>
  <p:tag name="KSO_WM_DIAGRAM_COLOR_MATCH_VALUE" val="{&quot;shape&quot;:{&quot;fill&quot;:{&quot;solid&quot;:{&quot;brightness&quot;:0,&quot;colorType&quot;:2,&quot;rgb&quot;:&quot;#ffffff&quot;,&quot;transparency&quot;: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61_1*l_h_f*1_1_1"/>
  <p:tag name="KSO_WM_TEMPLATE_CATEGORY" val="diagram"/>
  <p:tag name="KSO_WM_TEMPLATE_INDEX" val="20235661"/>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1_1"/>
  <p:tag name="KSO_WM_DIAGRAM_VERSION" val="3"/>
  <p:tag name="KSO_WM_DIAGRAM_COLOR_TRICK" val="1"/>
  <p:tag name="KSO_WM_DIAGRAM_COLOR_TEXT_CAN_REMOVE" val="n"/>
  <p:tag name="KSO_WM_UNIT_VALUE" val="115"/>
  <p:tag name="KSO_WM_UNIT_PRESET_TEXT" val="单击添加正文，文字是您思想的提炼，为了最终演示发布的良好效果。根据需要可酌情增减文字，以便观者准确理解您所传达的信息。"/>
  <p:tag name="KSO_WM_UNIT_LINE_FORE_SCHEMECOLOR_INDEX" val="5"/>
  <p:tag name="KSO_WM_UNIT_TEXT_TYPE" val="1"/>
  <p:tag name="KSO_WM_DIAGRAM_MAX_ITEMCNT" val="4"/>
  <p:tag name="KSO_WM_DIAGRAM_MIN_ITEMCNT" val="2"/>
  <p:tag name="KSO_WM_DIAGRAM_VIRTUALLY_FRAME" val="{&quot;height&quot;:387.90401574803155,&quot;left&quot;:31.6,&quot;top&quot;:113.57307086614173,&quot;width&quot;:897.7}"/>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61_1*l_h_f*1_2_1"/>
  <p:tag name="KSO_WM_TEMPLATE_CATEGORY" val="diagram"/>
  <p:tag name="KSO_WM_TEMPLATE_INDEX" val="20235661"/>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2_1"/>
  <p:tag name="KSO_WM_DIAGRAM_VERSION" val="3"/>
  <p:tag name="KSO_WM_DIAGRAM_COLOR_TRICK" val="1"/>
  <p:tag name="KSO_WM_DIAGRAM_COLOR_TEXT_CAN_REMOVE" val="n"/>
  <p:tag name="KSO_WM_UNIT_VALUE" val="100"/>
  <p:tag name="KSO_WM_UNIT_PRESET_TEXT" val="单击添加正文，文字是您思想的提炼，为了最终演示发布的良好效果。根据需要可酌情增减文字，以便观者准确理解您所传达的信息。"/>
  <p:tag name="KSO_WM_UNIT_LINE_FORE_SCHEMECOLOR_INDEX" val="5"/>
  <p:tag name="KSO_WM_UNIT_TEXT_TYPE" val="1"/>
  <p:tag name="KSO_WM_DIAGRAM_MAX_ITEMCNT" val="4"/>
  <p:tag name="KSO_WM_DIAGRAM_MIN_ITEMCNT" val="2"/>
  <p:tag name="KSO_WM_DIAGRAM_VIRTUALLY_FRAME" val="{&quot;height&quot;:387.90401574803155,&quot;left&quot;:31.6,&quot;top&quot;:113.57307086614173,&quot;width&quot;:897.7}"/>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1"/>
  <p:tag name="KSO_WM_UNIT_ID" val="diagram20235661_1*l_h_i*1_1_1"/>
  <p:tag name="KSO_WM_TEMPLATE_CATEGORY" val="diagram"/>
  <p:tag name="KSO_WM_TEMPLATE_INDEX" val="20235661"/>
  <p:tag name="KSO_WM_UNIT_LAYERLEVEL" val="1_1_1"/>
  <p:tag name="KSO_WM_TAG_VERSION" val="3.0"/>
  <p:tag name="KSO_WM_DIAGRAM_MAX_ITEMCNT" val="4"/>
  <p:tag name="KSO_WM_DIAGRAM_MIN_ITEMCNT" val="2"/>
  <p:tag name="KSO_WM_DIAGRAM_VIRTUALLY_FRAME" val="{&quot;height&quot;:387.90401574803155,&quot;left&quot;:31.6,&quot;top&quot;:113.57307086614173,&quot;width&quot;:897.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364.xml><?xml version="1.0" encoding="utf-8"?>
<p:tagLst xmlns:p="http://schemas.openxmlformats.org/presentationml/2006/main">
  <p:tag name="KSO_WM_UNIT_VALUE" val="68*63"/>
  <p:tag name="KSO_WM_UNIT_HIGHLIGHT" val="0"/>
  <p:tag name="KSO_WM_UNIT_COMPATIBLE" val="0"/>
  <p:tag name="KSO_WM_UNIT_DIAGRAM_ISNUMVISUAL" val="0"/>
  <p:tag name="KSO_WM_UNIT_DIAGRAM_ISREFERUNIT" val="0"/>
  <p:tag name="KSO_WM_UNIT_TYPE" val="l_h_x"/>
  <p:tag name="KSO_WM_UNIT_INDEX" val="1_1_1"/>
  <p:tag name="KSO_WM_UNIT_ID" val="diagram20235661_1*l_h_x*1_1_1"/>
  <p:tag name="KSO_WM_TEMPLATE_CATEGORY" val="diagram"/>
  <p:tag name="KSO_WM_TEMPLATE_INDEX" val="20235661"/>
  <p:tag name="KSO_WM_UNIT_LAYERLEVEL" val="1_1_1"/>
  <p:tag name="KSO_WM_TAG_VERSION" val="3.0"/>
  <p:tag name="KSO_WM_DIAGRAM_MAX_ITEMCNT" val="4"/>
  <p:tag name="KSO_WM_DIAGRAM_MIN_ITEMCNT" val="2"/>
  <p:tag name="KSO_WM_DIAGRAM_VIRTUALLY_FRAME" val="{&quot;height&quot;:387.90401574803155,&quot;left&quot;:31.6,&quot;top&quot;:113.57307086614173,&quot;width&quot;:897.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GROUP_CODE" val="l1-1"/>
  <p:tag name="KSO_WM_DIAGRAM_VERSION" val="3"/>
  <p:tag name="KSO_WM_DIAGRAM_COLOR_TRICK" val="1"/>
  <p:tag name="KSO_WM_DIAGRAM_COLOR_TEXT_CAN_REMOVE" val="n"/>
  <p:tag name="KSO_WM_DIAGRAM_USE_COLOR_VALUE" val="{&quot;color_scheme&quot;:1,&quot;color_type&quot;:1,&quot;theme_color_indexes&quot;:[5,6,5,6,5,6]}"/>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
  <p:tag name="KSO_WM_UNIT_ID" val="diagram20235661_1*l_h_i*1_2_1"/>
  <p:tag name="KSO_WM_TEMPLATE_CATEGORY" val="diagram"/>
  <p:tag name="KSO_WM_TEMPLATE_INDEX" val="20235661"/>
  <p:tag name="KSO_WM_UNIT_LAYERLEVEL" val="1_1_1"/>
  <p:tag name="KSO_WM_TAG_VERSION" val="3.0"/>
  <p:tag name="KSO_WM_DIAGRAM_MAX_ITEMCNT" val="4"/>
  <p:tag name="KSO_WM_DIAGRAM_MIN_ITEMCNT" val="2"/>
  <p:tag name="KSO_WM_DIAGRAM_VIRTUALLY_FRAME" val="{&quot;height&quot;:387.90401574803155,&quot;left&quot;:31.6,&quot;top&quot;:113.57307086614173,&quot;width&quot;:897.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366.xml><?xml version="1.0" encoding="utf-8"?>
<p:tagLst xmlns:p="http://schemas.openxmlformats.org/presentationml/2006/main">
  <p:tag name="KSO_WM_UNIT_VALUE" val="67*67"/>
  <p:tag name="KSO_WM_UNIT_HIGHLIGHT" val="0"/>
  <p:tag name="KSO_WM_UNIT_COMPATIBLE" val="0"/>
  <p:tag name="KSO_WM_UNIT_DIAGRAM_ISNUMVISUAL" val="0"/>
  <p:tag name="KSO_WM_UNIT_DIAGRAM_ISREFERUNIT" val="0"/>
  <p:tag name="KSO_WM_UNIT_TYPE" val="l_h_x"/>
  <p:tag name="KSO_WM_UNIT_INDEX" val="1_2_1"/>
  <p:tag name="KSO_WM_UNIT_ID" val="diagram20235661_1*l_h_x*1_2_1"/>
  <p:tag name="KSO_WM_TEMPLATE_CATEGORY" val="diagram"/>
  <p:tag name="KSO_WM_TEMPLATE_INDEX" val="20235661"/>
  <p:tag name="KSO_WM_UNIT_LAYERLEVEL" val="1_1_1"/>
  <p:tag name="KSO_WM_TAG_VERSION" val="3.0"/>
  <p:tag name="KSO_WM_DIAGRAM_MAX_ITEMCNT" val="4"/>
  <p:tag name="KSO_WM_DIAGRAM_MIN_ITEMCNT" val="2"/>
  <p:tag name="KSO_WM_DIAGRAM_VIRTUALLY_FRAME" val="{&quot;height&quot;:387.90401574803155,&quot;left&quot;:31.6,&quot;top&quot;:113.57307086614173,&quot;width&quot;:897.7}"/>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GROUP_CODE" val="l1-1"/>
  <p:tag name="KSO_WM_DIAGRAM_VERSION" val="3"/>
  <p:tag name="KSO_WM_DIAGRAM_COLOR_TRICK" val="1"/>
  <p:tag name="KSO_WM_DIAGRAM_COLOR_TEXT_CAN_REMOVE" val="n"/>
  <p:tag name="KSO_WM_DIAGRAM_USE_COLOR_VALUE" val="{&quot;color_scheme&quot;:1,&quot;color_type&quot;:1,&quot;theme_color_indexes&quot;:[5,6,5,6,5,6]}"/>
</p:tagLst>
</file>

<file path=ppt/tags/tag367.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 name="resource_record_key" val="{&quot;65&quot;:[20235919],&quot;70&quot;:[3405959]}"/>
</p:tagLst>
</file>

<file path=ppt/tags/tag36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249_1*a*1"/>
  <p:tag name="KSO_WM_TEMPLATE_CATEGORY" val="diagram"/>
  <p:tag name="KSO_WM_TEMPLATE_INDEX" val="20233249"/>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36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3249_1*l_h_i*1_1_1"/>
  <p:tag name="KSO_WM_TEMPLATE_CATEGORY" val="diagram"/>
  <p:tag name="KSO_WM_TEMPLATE_INDEX" val="20233249"/>
  <p:tag name="KSO_WM_UNIT_LAYERLEVEL" val="1_1_1"/>
  <p:tag name="KSO_WM_TAG_VERSION" val="3.0"/>
  <p:tag name="KSO_WM_DIAGRAM_MAX_ITEMCNT" val="2"/>
  <p:tag name="KSO_WM_DIAGRAM_MIN_ITEMCNT" val="2"/>
  <p:tag name="KSO_WM_DIAGRAM_VIRTUALLY_FRAME" val="{&quot;height&quot;:388.5568442732617,&quot;left&quot;:54.8031496062992,&quot;top&quot;:105.62512423067537,&quot;width&quot;:844.44023622047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13"/>
  <p:tag name="KSO_WM_UNIT_TEXT_FILL_TYPE" val="1"/>
  <p:tag name="KSO_WM_UNIT_USESOURCEFORMAT_APPLY" val="1"/>
</p:tagLst>
</file>

<file path=ppt/tags/tag37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3249_1*l_h_i*1_2_1"/>
  <p:tag name="KSO_WM_TEMPLATE_CATEGORY" val="diagram"/>
  <p:tag name="KSO_WM_TEMPLATE_INDEX" val="20233249"/>
  <p:tag name="KSO_WM_UNIT_LAYERLEVEL" val="1_1_1"/>
  <p:tag name="KSO_WM_TAG_VERSION" val="3.0"/>
  <p:tag name="KSO_WM_DIAGRAM_MAX_ITEMCNT" val="2"/>
  <p:tag name="KSO_WM_DIAGRAM_MIN_ITEMCNT" val="2"/>
  <p:tag name="KSO_WM_DIAGRAM_VIRTUALLY_FRAME" val="{&quot;height&quot;:388.5568442732617,&quot;left&quot;:54.8031496062992,&quot;top&quot;:105.62512423067537,&quot;width&quot;:844.4402362204725}"/>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05000000074505806,&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1"/>
</p:tagLst>
</file>

<file path=ppt/tags/tag371.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249_1*l_h_f*1_1_1"/>
  <p:tag name="KSO_WM_TEMPLATE_CATEGORY" val="diagram"/>
  <p:tag name="KSO_WM_TEMPLATE_INDEX" val="20233249"/>
  <p:tag name="KSO_WM_UNIT_LAYERLEVEL" val="1_1_1"/>
  <p:tag name="KSO_WM_TAG_VERSION" val="3.0"/>
  <p:tag name="KSO_WM_DIAGRAM_MAX_ITEMCNT" val="2"/>
  <p:tag name="KSO_WM_DIAGRAM_MIN_ITEMCNT" val="2"/>
  <p:tag name="KSO_WM_DIAGRAM_VIRTUALLY_FRAME" val="{&quot;height&quot;:388.5568442732617,&quot;left&quot;:54.8031496062992,&quot;top&quot;:105.62512423067537,&quot;width&quot;:844.44023622047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FILL_TYPE" val="1"/>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根据需要可酌情增减文字，以便观者准确地理解您传达的思想。"/>
  <p:tag name="KSO_WM_UNIT_USESOURCEFORMAT_APPLY" val="1"/>
</p:tagLst>
</file>

<file path=ppt/tags/tag37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249_1*l_h_f*1_2_1"/>
  <p:tag name="KSO_WM_TEMPLATE_CATEGORY" val="diagram"/>
  <p:tag name="KSO_WM_TEMPLATE_INDEX" val="20233249"/>
  <p:tag name="KSO_WM_UNIT_LAYERLEVEL" val="1_1_1"/>
  <p:tag name="KSO_WM_TAG_VERSION" val="3.0"/>
  <p:tag name="KSO_WM_DIAGRAM_MAX_ITEMCNT" val="2"/>
  <p:tag name="KSO_WM_DIAGRAM_MIN_ITEMCNT" val="2"/>
  <p:tag name="KSO_WM_DIAGRAM_VIRTUALLY_FRAME" val="{&quot;height&quot;:388.5568442732617,&quot;left&quot;:54.8031496062992,&quot;top&quot;:105.62512423067537,&quot;width&quot;:844.44023622047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根据需要可酌情增减文字，以便观者准确地理解您传达的思想。"/>
  <p:tag name="KSO_WM_UNIT_TEXT_FILL_FORE_SCHEMECOLOR_INDEX" val="1"/>
  <p:tag name="KSO_WM_UNIT_TEXT_FILL_TYPE" val="1"/>
  <p:tag name="KSO_WM_UNIT_USESOURCEFORMAT_APPLY" val="1"/>
</p:tagLst>
</file>

<file path=ppt/tags/tag373.xml><?xml version="1.0" encoding="utf-8"?>
<p:tagLst xmlns:p="http://schemas.openxmlformats.org/presentationml/2006/main">
  <p:tag name="KSO_WM_DIAGRAM_VERSION" val="3"/>
  <p:tag name="KSO_WM_DIAGRAM_COLOR_TRICK" val="1"/>
  <p:tag name="KSO_WM_DIAGRAM_COLOR_TEXT_CAN_REMOVE" val="n"/>
  <p:tag name="KSO_WM_UNIT_VALUE" val="201*150"/>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3249_1*l_h_x*1_1_1"/>
  <p:tag name="KSO_WM_TEMPLATE_CATEGORY" val="diagram"/>
  <p:tag name="KSO_WM_TEMPLATE_INDEX" val="20233249"/>
  <p:tag name="KSO_WM_UNIT_LAYERLEVEL" val="1_1_1"/>
  <p:tag name="KSO_WM_TAG_VERSION" val="3.0"/>
  <p:tag name="KSO_WM_DIAGRAM_MAX_ITEMCNT" val="2"/>
  <p:tag name="KSO_WM_DIAGRAM_MIN_ITEMCNT" val="2"/>
  <p:tag name="KSO_WM_DIAGRAM_VIRTUALLY_FRAME" val="{&quot;height&quot;:388.5568442732617,&quot;left&quot;:54.8031496062992,&quot;top&quot;:105.62512423067537,&quot;width&quot;:844.44023622047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74.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249_1*l_h_a*1_1_1"/>
  <p:tag name="KSO_WM_TEMPLATE_CATEGORY" val="diagram"/>
  <p:tag name="KSO_WM_TEMPLATE_INDEX" val="20233249"/>
  <p:tag name="KSO_WM_UNIT_LAYERLEVEL" val="1_1_1"/>
  <p:tag name="KSO_WM_TAG_VERSION" val="3.0"/>
  <p:tag name="KSO_WM_DIAGRAM_VERSION" val="3"/>
  <p:tag name="KSO_WM_DIAGRAM_COLOR_TRICK" val="1"/>
  <p:tag name="KSO_WM_DIAGRAM_COLOR_TEXT_CAN_REMOVE" val="n"/>
  <p:tag name="KSO_WM_UNIT_TEXT_FILL_TYPE" val="1"/>
  <p:tag name="KSO_WM_DIAGRAM_MAX_ITEMCNT" val="2"/>
  <p:tag name="KSO_WM_DIAGRAM_MIN_ITEMCNT" val="2"/>
  <p:tag name="KSO_WM_DIAGRAM_VIRTUALLY_FRAME" val="{&quot;height&quot;:388.5568442732617,&quot;left&quot;:54.8031496062992,&quot;top&quot;:105.62512423067537,&quot;width&quot;:844.44023622047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添加标题"/>
  <p:tag name="KSO_WM_UNIT_TEXT_TYPE" val="1"/>
  <p:tag name="KSO_WM_UNIT_USESOURCEFORMAT_APPLY" val="1"/>
</p:tagLst>
</file>

<file path=ppt/tags/tag375.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249_1*l_h_a*1_2_1"/>
  <p:tag name="KSO_WM_TEMPLATE_CATEGORY" val="diagram"/>
  <p:tag name="KSO_WM_TEMPLATE_INDEX" val="20233249"/>
  <p:tag name="KSO_WM_UNIT_LAYERLEVEL" val="1_1_1"/>
  <p:tag name="KSO_WM_TAG_VERSION" val="3.0"/>
  <p:tag name="KSO_WM_DIAGRAM_VERSION" val="3"/>
  <p:tag name="KSO_WM_DIAGRAM_COLOR_TRICK" val="1"/>
  <p:tag name="KSO_WM_DIAGRAM_COLOR_TEXT_CAN_REMOVE" val="n"/>
  <p:tag name="KSO_WM_DIAGRAM_MAX_ITEMCNT" val="2"/>
  <p:tag name="KSO_WM_DIAGRAM_MIN_ITEMCNT" val="2"/>
  <p:tag name="KSO_WM_DIAGRAM_VIRTUALLY_FRAME" val="{&quot;height&quot;:388.5568442732617,&quot;left&quot;:54.8031496062992,&quot;top&quot;:105.62512423067537,&quot;width&quot;:844.44023622047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添加标题"/>
  <p:tag name="KSO_WM_UNIT_TEXT_FILL_FORE_SCHEMECOLOR_INDEX" val="1"/>
  <p:tag name="KSO_WM_UNIT_TEXT_FILL_TYPE" val="1"/>
  <p:tag name="KSO_WM_UNIT_TEXT_TYPE" val="1"/>
  <p:tag name="KSO_WM_UNIT_USESOURCEFORMAT_APPLY" val="1"/>
</p:tagLst>
</file>

<file path=ppt/tags/tag376.xml><?xml version="1.0" encoding="utf-8"?>
<p:tagLst xmlns:p="http://schemas.openxmlformats.org/presentationml/2006/main">
  <p:tag name="KSO_WM_DIAGRAM_VERSION" val="3"/>
  <p:tag name="KSO_WM_DIAGRAM_COLOR_TRICK" val="1"/>
  <p:tag name="KSO_WM_DIAGRAM_COLOR_TEXT_CAN_REMOVE" val="n"/>
  <p:tag name="KSO_WM_UNIT_VALUE" val="188*188"/>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3249_1*l_h_x*1_2_1"/>
  <p:tag name="KSO_WM_TEMPLATE_CATEGORY" val="diagram"/>
  <p:tag name="KSO_WM_TEMPLATE_INDEX" val="20233249"/>
  <p:tag name="KSO_WM_UNIT_LAYERLEVEL" val="1_1_1"/>
  <p:tag name="KSO_WM_TAG_VERSION" val="3.0"/>
  <p:tag name="KSO_WM_BEAUTIFY_FLAG" val="#wm#"/>
  <p:tag name="KSO_WM_DIAGRAM_MAX_ITEMCNT" val="2"/>
  <p:tag name="KSO_WM_DIAGRAM_MIN_ITEMCNT" val="2"/>
  <p:tag name="KSO_WM_DIAGRAM_VIRTUALLY_FRAME" val="{&quot;height&quot;:388.5568442732617,&quot;left&quot;:54.8031496062992,&quot;top&quot;:105.62512423067537,&quot;width&quot;:844.44023622047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6"/>
  <p:tag name="KSO_WM_UNIT_FILL_TYPE" val="1"/>
  <p:tag name="KSO_WM_UNIT_USESOURCEFORMAT_APPLY" val="1"/>
</p:tagLst>
</file>

<file path=ppt/tags/tag377.xml><?xml version="1.0" encoding="utf-8"?>
<p:tagLst xmlns:p="http://schemas.openxmlformats.org/presentationml/2006/main">
  <p:tag name="KSO_WM_SLIDE_ID" val="diagram20233249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3249"/>
  <p:tag name="KSO_WM_SLIDE_TYPE" val="text"/>
  <p:tag name="KSO_WM_SLIDE_SUBTYPE" val="diag"/>
  <p:tag name="KSO_WM_SLIDE_SIZE" val="844.438*388.54"/>
  <p:tag name="KSO_WM_SLIDE_POSITION" val="54.8032*105.625"/>
  <p:tag name="KSO_WM_SLIDE_LAYOUT" val="a_l"/>
  <p:tag name="KSO_WM_SLIDE_LAYOUT_CNT" val="1_1"/>
  <p:tag name="KSO_WM_SPECIAL_SOURCE" val="bdnull"/>
  <p:tag name="KSO_WM_DIAGRAM_GROUP_CODE" val="l1-1"/>
  <p:tag name="KSO_WM_SLIDE_DIAGTYPE" val="l"/>
</p:tagLst>
</file>

<file path=ppt/tags/tag37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249_1*a*1"/>
  <p:tag name="KSO_WM_TEMPLATE_CATEGORY" val="diagram"/>
  <p:tag name="KSO_WM_TEMPLATE_INDEX" val="20233249"/>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37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3249_1*l_h_i*1_1_1"/>
  <p:tag name="KSO_WM_TEMPLATE_CATEGORY" val="diagram"/>
  <p:tag name="KSO_WM_TEMPLATE_INDEX" val="20233249"/>
  <p:tag name="KSO_WM_UNIT_LAYERLEVEL" val="1_1_1"/>
  <p:tag name="KSO_WM_TAG_VERSION" val="3.0"/>
  <p:tag name="KSO_WM_DIAGRAM_MAX_ITEMCNT" val="2"/>
  <p:tag name="KSO_WM_DIAGRAM_MIN_ITEMCNT" val="2"/>
  <p:tag name="KSO_WM_DIAGRAM_VIRTUALLY_FRAME" val="{&quot;height&quot;:389.52487576932464,&quot;left&quot;:54.8031496062992,&quot;top&quot;:104.67512423067538,&quot;width&quot;:864.2968503937009}"/>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13"/>
  <p:tag name="KSO_WM_UNIT_TEXT_FILL_TYPE" val="1"/>
  <p:tag name="KSO_WM_UNIT_USESOURCEFORMAT_APPLY" val="1"/>
</p:tagLst>
</file>

<file path=ppt/tags/tag38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3249_1*l_h_i*1_2_1"/>
  <p:tag name="KSO_WM_TEMPLATE_CATEGORY" val="diagram"/>
  <p:tag name="KSO_WM_TEMPLATE_INDEX" val="20233249"/>
  <p:tag name="KSO_WM_UNIT_LAYERLEVEL" val="1_1_1"/>
  <p:tag name="KSO_WM_TAG_VERSION" val="3.0"/>
  <p:tag name="KSO_WM_DIAGRAM_MAX_ITEMCNT" val="2"/>
  <p:tag name="KSO_WM_DIAGRAM_MIN_ITEMCNT" val="2"/>
  <p:tag name="KSO_WM_DIAGRAM_VIRTUALLY_FRAME" val="{&quot;height&quot;:389.52487576932464,&quot;left&quot;:54.8031496062992,&quot;top&quot;:104.67512423067538,&quot;width&quot;:864.2968503937009}"/>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05000000074505806,&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1"/>
</p:tagLst>
</file>

<file path=ppt/tags/tag381.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249_1*l_h_f*1_1_1"/>
  <p:tag name="KSO_WM_TEMPLATE_CATEGORY" val="diagram"/>
  <p:tag name="KSO_WM_TEMPLATE_INDEX" val="20233249"/>
  <p:tag name="KSO_WM_UNIT_LAYERLEVEL" val="1_1_1"/>
  <p:tag name="KSO_WM_TAG_VERSION" val="3.0"/>
  <p:tag name="KSO_WM_DIAGRAM_MAX_ITEMCNT" val="2"/>
  <p:tag name="KSO_WM_DIAGRAM_MIN_ITEMCNT" val="2"/>
  <p:tag name="KSO_WM_DIAGRAM_VIRTUALLY_FRAME" val="{&quot;height&quot;:389.52487576932464,&quot;left&quot;:54.8031496062992,&quot;top&quot;:104.67512423067538,&quot;width&quot;:864.296850393700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FILL_TYPE" val="1"/>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根据需要可酌情增减文字，以便观者准确地理解您传达的思想。"/>
  <p:tag name="KSO_WM_UNIT_USESOURCEFORMAT_APPLY" val="1"/>
</p:tagLst>
</file>

<file path=ppt/tags/tag38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249_1*l_h_f*1_2_1"/>
  <p:tag name="KSO_WM_TEMPLATE_CATEGORY" val="diagram"/>
  <p:tag name="KSO_WM_TEMPLATE_INDEX" val="20233249"/>
  <p:tag name="KSO_WM_UNIT_LAYERLEVEL" val="1_1_1"/>
  <p:tag name="KSO_WM_TAG_VERSION" val="3.0"/>
  <p:tag name="KSO_WM_DIAGRAM_MAX_ITEMCNT" val="2"/>
  <p:tag name="KSO_WM_DIAGRAM_MIN_ITEMCNT" val="2"/>
  <p:tag name="KSO_WM_DIAGRAM_VIRTUALLY_FRAME" val="{&quot;height&quot;:389.52487576932464,&quot;left&quot;:54.8031496062992,&quot;top&quot;:104.67512423067538,&quot;width&quot;:864.296850393700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根据需要可酌情增减文字，以便观者准确地理解您传达的思想。"/>
  <p:tag name="KSO_WM_UNIT_TEXT_FILL_FORE_SCHEMECOLOR_INDEX" val="1"/>
  <p:tag name="KSO_WM_UNIT_TEXT_FILL_TYPE" val="1"/>
  <p:tag name="KSO_WM_UNIT_USESOURCEFORMAT_APPLY" val="1"/>
</p:tagLst>
</file>

<file path=ppt/tags/tag383.xml><?xml version="1.0" encoding="utf-8"?>
<p:tagLst xmlns:p="http://schemas.openxmlformats.org/presentationml/2006/main">
  <p:tag name="KSO_WM_DIAGRAM_VERSION" val="3"/>
  <p:tag name="KSO_WM_DIAGRAM_COLOR_TRICK" val="1"/>
  <p:tag name="KSO_WM_DIAGRAM_COLOR_TEXT_CAN_REMOVE" val="n"/>
  <p:tag name="KSO_WM_UNIT_VALUE" val="201*150"/>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3249_1*l_h_x*1_1_1"/>
  <p:tag name="KSO_WM_TEMPLATE_CATEGORY" val="diagram"/>
  <p:tag name="KSO_WM_TEMPLATE_INDEX" val="20233249"/>
  <p:tag name="KSO_WM_UNIT_LAYERLEVEL" val="1_1_1"/>
  <p:tag name="KSO_WM_TAG_VERSION" val="3.0"/>
  <p:tag name="KSO_WM_DIAGRAM_MAX_ITEMCNT" val="2"/>
  <p:tag name="KSO_WM_DIAGRAM_MIN_ITEMCNT" val="2"/>
  <p:tag name="KSO_WM_DIAGRAM_VIRTUALLY_FRAME" val="{&quot;height&quot;:389.52487576932464,&quot;left&quot;:54.8031496062992,&quot;top&quot;:104.67512423067538,&quot;width&quot;:864.2968503937009}"/>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84.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249_1*l_h_a*1_1_1"/>
  <p:tag name="KSO_WM_TEMPLATE_CATEGORY" val="diagram"/>
  <p:tag name="KSO_WM_TEMPLATE_INDEX" val="20233249"/>
  <p:tag name="KSO_WM_UNIT_LAYERLEVEL" val="1_1_1"/>
  <p:tag name="KSO_WM_TAG_VERSION" val="3.0"/>
  <p:tag name="KSO_WM_DIAGRAM_VERSION" val="3"/>
  <p:tag name="KSO_WM_DIAGRAM_COLOR_TRICK" val="1"/>
  <p:tag name="KSO_WM_DIAGRAM_COLOR_TEXT_CAN_REMOVE" val="n"/>
  <p:tag name="KSO_WM_UNIT_TEXT_FILL_TYPE" val="1"/>
  <p:tag name="KSO_WM_DIAGRAM_MAX_ITEMCNT" val="2"/>
  <p:tag name="KSO_WM_DIAGRAM_MIN_ITEMCNT" val="2"/>
  <p:tag name="KSO_WM_DIAGRAM_VIRTUALLY_FRAME" val="{&quot;height&quot;:389.52487576932464,&quot;left&quot;:54.8031496062992,&quot;top&quot;:104.67512423067538,&quot;width&quot;:864.296850393700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添加标题"/>
  <p:tag name="KSO_WM_UNIT_TEXT_TYPE" val="1"/>
  <p:tag name="KSO_WM_UNIT_USESOURCEFORMAT_APPLY" val="1"/>
</p:tagLst>
</file>

<file path=ppt/tags/tag385.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249_1*l_h_a*1_2_1"/>
  <p:tag name="KSO_WM_TEMPLATE_CATEGORY" val="diagram"/>
  <p:tag name="KSO_WM_TEMPLATE_INDEX" val="20233249"/>
  <p:tag name="KSO_WM_UNIT_LAYERLEVEL" val="1_1_1"/>
  <p:tag name="KSO_WM_TAG_VERSION" val="3.0"/>
  <p:tag name="KSO_WM_DIAGRAM_VERSION" val="3"/>
  <p:tag name="KSO_WM_DIAGRAM_COLOR_TRICK" val="1"/>
  <p:tag name="KSO_WM_DIAGRAM_COLOR_TEXT_CAN_REMOVE" val="n"/>
  <p:tag name="KSO_WM_DIAGRAM_MAX_ITEMCNT" val="2"/>
  <p:tag name="KSO_WM_DIAGRAM_MIN_ITEMCNT" val="2"/>
  <p:tag name="KSO_WM_DIAGRAM_VIRTUALLY_FRAME" val="{&quot;height&quot;:389.52487576932464,&quot;left&quot;:54.8031496062992,&quot;top&quot;:104.67512423067538,&quot;width&quot;:864.296850393700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添加标题"/>
  <p:tag name="KSO_WM_UNIT_TEXT_FILL_FORE_SCHEMECOLOR_INDEX" val="1"/>
  <p:tag name="KSO_WM_UNIT_TEXT_FILL_TYPE" val="1"/>
  <p:tag name="KSO_WM_UNIT_TEXT_TYPE" val="1"/>
  <p:tag name="KSO_WM_UNIT_USESOURCEFORMAT_APPLY" val="1"/>
</p:tagLst>
</file>

<file path=ppt/tags/tag386.xml><?xml version="1.0" encoding="utf-8"?>
<p:tagLst xmlns:p="http://schemas.openxmlformats.org/presentationml/2006/main">
  <p:tag name="KSO_WM_DIAGRAM_VERSION" val="3"/>
  <p:tag name="KSO_WM_DIAGRAM_COLOR_TRICK" val="1"/>
  <p:tag name="KSO_WM_DIAGRAM_COLOR_TEXT_CAN_REMOVE" val="n"/>
  <p:tag name="KSO_WM_UNIT_VALUE" val="188*188"/>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3249_1*l_h_x*1_2_1"/>
  <p:tag name="KSO_WM_TEMPLATE_CATEGORY" val="diagram"/>
  <p:tag name="KSO_WM_TEMPLATE_INDEX" val="20233249"/>
  <p:tag name="KSO_WM_UNIT_LAYERLEVEL" val="1_1_1"/>
  <p:tag name="KSO_WM_TAG_VERSION" val="3.0"/>
  <p:tag name="KSO_WM_BEAUTIFY_FLAG" val="#wm#"/>
  <p:tag name="KSO_WM_DIAGRAM_MAX_ITEMCNT" val="2"/>
  <p:tag name="KSO_WM_DIAGRAM_MIN_ITEMCNT" val="2"/>
  <p:tag name="KSO_WM_DIAGRAM_VIRTUALLY_FRAME" val="{&quot;height&quot;:389.52487576932464,&quot;left&quot;:54.8031496062992,&quot;top&quot;:104.67512423067538,&quot;width&quot;:864.2968503937009}"/>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6"/>
  <p:tag name="KSO_WM_UNIT_FILL_TYPE" val="1"/>
  <p:tag name="KSO_WM_UNIT_USESOURCEFORMAT_APPLY" val="1"/>
</p:tagLst>
</file>

<file path=ppt/tags/tag387.xml><?xml version="1.0" encoding="utf-8"?>
<p:tagLst xmlns:p="http://schemas.openxmlformats.org/presentationml/2006/main">
  <p:tag name="KSO_WM_SLIDE_ID" val="diagram20233249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3249"/>
  <p:tag name="KSO_WM_SLIDE_TYPE" val="text"/>
  <p:tag name="KSO_WM_SLIDE_SUBTYPE" val="diag"/>
  <p:tag name="KSO_WM_SLIDE_SIZE" val="844.438*388.54"/>
  <p:tag name="KSO_WM_SLIDE_POSITION" val="54.8032*105.625"/>
  <p:tag name="KSO_WM_SLIDE_LAYOUT" val="a_l"/>
  <p:tag name="KSO_WM_SLIDE_LAYOUT_CNT" val="1_1"/>
  <p:tag name="KSO_WM_SPECIAL_SOURCE" val="bdnull"/>
  <p:tag name="KSO_WM_DIAGRAM_GROUP_CODE" val="l1-1"/>
  <p:tag name="KSO_WM_SLIDE_DIAGTYPE" val="l"/>
</p:tagLst>
</file>

<file path=ppt/tags/tag38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2_3*a*1"/>
  <p:tag name="KSO_WM_TEMPLATE_CATEGORY" val="diagram"/>
  <p:tag name="KSO_WM_TEMPLATE_INDEX" val="20235162"/>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3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62_1*l_h_i*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gradient&quot;:[{&quot;brightness&quot;:0,&quot;colorType&quot;:2,&quot;pos&quot;:0,&quot;rgb&quot;:&quot;#ffffff&quot;,&quot;transparency&quot;:0.8999999761581421},{&quot;brightness&quot;:0,&quot;colorType&quot;:1,&quot;foreColorIndex&quot;:5,&quot;pos&quot;:1,&quot;transparency&quot;:0.8500000238418579}],&quot;type&quot;:3},&quot;glow&quot;:{&quot;colorType&quot;:0},&quot;line&quot;:{&quot;solidLine&quot;:{&quot;brightness&quot;:0.4000000059604645,&quot;colorType&quot;:1,&quot;foreColorIndex&quot;:5,&quot;transparency&quot;:0.4499999880790710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8"/>
  <p:tag name="KSO_WM_DIAGRAM_VERSION" val="3"/>
  <p:tag name="KSO_WM_DIAGRAM_COLOR_TRICK" val="1"/>
  <p:tag name="KSO_WM_DIAGRAM_COLOR_TEXT_CAN_REMOVE" val="n"/>
  <p:tag name="KSO_WM_BEAUTIFY_FLAG" val="#wm#"/>
  <p:tag name="KSO_WM_UNIT_FILL_TYPE" val="3"/>
  <p:tag name="KSO_WM_UNIT_LINE_FORE_SCHEMECOLOR_INDEX" val="5"/>
  <p:tag name="KSO_WM_UNIT_LINE_FILL_TYPE" val="2"/>
  <p:tag name="KSO_WM_UNIT_TEXT_FILL_FORE_SCHEMECOLOR_INDEX" val="2"/>
  <p:tag name="KSO_WM_UNIT_TEXT_FILL_TYPE" val="1"/>
  <p:tag name="KSO_WM_UNIT_USESOURCEFORMAT_APPLY" val="1"/>
</p:tagLst>
</file>

<file path=ppt/tags/tag3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6"/>
  <p:tag name="KSO_WM_UNIT_ID" val="diagram20235162_1*l_h_i*1_1_6"/>
  <p:tag name="KSO_WM_TEMPLATE_CATEGORY" val="diagram"/>
  <p:tag name="KSO_WM_TEMPLATE_INDEX" val="2023516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
  <p:tag name="KSO_WM_UNIT_USESOURCEFORMAT_APPLY" val="1"/>
</p:tagLst>
</file>

<file path=ppt/tags/tag3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5"/>
  <p:tag name="KSO_WM_UNIT_ID" val="diagram20235162_1*l_h_i*1_1_5"/>
  <p:tag name="KSO_WM_TEMPLATE_CATEGORY" val="diagram"/>
  <p:tag name="KSO_WM_TEMPLATE_INDEX" val="2023516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
  <p:tag name="KSO_WM_UNIT_USESOURCEFORMAT_APPLY" val="1"/>
</p:tagLst>
</file>

<file path=ppt/tags/tag3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5162_1*l_h_i*1_1_2"/>
  <p:tag name="KSO_WM_TEMPLATE_CATEGORY" val="diagram"/>
  <p:tag name="KSO_WM_TEMPLATE_INDEX" val="2023516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3"/>
  <p:tag name="KSO_WM_UNIT_TEXT_FILL_TYPE" val="1"/>
  <p:tag name="KSO_WM_UNIT_USESOURCEFORMAT_APPLY" val="1"/>
</p:tagLst>
</file>

<file path=ppt/tags/tag393.xml><?xml version="1.0" encoding="utf-8"?>
<p:tagLst xmlns:p="http://schemas.openxmlformats.org/presentationml/2006/main">
  <p:tag name="KSO_WM_DIAGRAM_VIRTUALLY_FRAME" val="{&quot;height&quot;:388.6000787401575,&quot;left&quot;:55.19999999999999,&quot;top&quot;:113.57496062992125,&quot;width&quot;:849.95}"/>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5162_1*l_h_i*1_1_3"/>
  <p:tag name="KSO_WM_TEMPLATE_CATEGORY" val="diagram"/>
  <p:tag name="KSO_WM_TEMPLATE_INDEX" val="2023516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5},&quot;type&quot;:1},&quot;glow&quot;:{&quot;colorType&quot;:0},&quot;line&quot;:{&quot;type&quot;:0},&quot;shadow&quot;:{&quot;brightness&quot;:-0.5,&quot;colorType&quot;:1,&quot;foreColorIndex&quot;:14,&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SHADOW_SCHEMECOLOR_INDEX" val="14"/>
  <p:tag name="KSO_WM_UNIT_TEXT_FILL_FORE_SCHEMECOLOR_INDEX" val="2"/>
  <p:tag name="KSO_WM_UNIT_TEXT_FILL_TYPE" val="1"/>
  <p:tag name="KSO_WM_UNIT_USESOURCEFORMAT_APPLY" val="1"/>
</p:tagLst>
</file>

<file path=ppt/tags/tag39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62_1*l_h_f*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TYPE" val="1"/>
  <p:tag name="KSO_WM_UNIT_TEXT_LAYER_COUNT" val="1"/>
  <p:tag name="KSO_WM_DIAGRAM_VERSION" val="3"/>
  <p:tag name="KSO_WM_DIAGRAM_COLOR_TRICK" val="1"/>
  <p:tag name="KSO_WM_DIAGRAM_COLOR_TEXT_CAN_REMOVE" val="n"/>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UNIT_USESOURCEFORMAT_APPLY" val="1"/>
</p:tagLst>
</file>

<file path=ppt/tags/tag395.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162_1*l_h_a*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BEAUTIFY_FLAG" val="#wm#"/>
  <p:tag name="KSO_WM_UNIT_PRESET_TEXT" val="单击此处添加标题"/>
  <p:tag name="KSO_WM_UNIT_TEXT_FILL_FORE_SCHEMECOLOR_INDEX" val="1"/>
  <p:tag name="KSO_WM_UNIT_TEXT_FILL_TYPE" val="1"/>
  <p:tag name="KSO_WM_UNIT_USESOURCEFORMAT_APPLY" val="1"/>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20235162_1*l_h_i*1_1_4"/>
  <p:tag name="KSO_WM_TEMPLATE_CATEGORY" val="diagram"/>
  <p:tag name="KSO_WM_TEMPLATE_INDEX" val="2023516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quot;transparency&quot;:0.5600000023841858}],&quot;type&quot;:2},&quot;shadow&quot;:{&quot;brightness&quot;:-0.25,&quot;colorType&quot;:1,&quot;foreColorIndex&quot;:5,&quot;transparency&quot;:0.8399999737739563},&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SHADOW_SCHEMECOLOR_INDEX" val="5"/>
  <p:tag name="KSO_WM_UNIT_USESOURCEFORMAT_APPLY" val="1"/>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62_1*l_h_i*1_2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gradient&quot;:[{&quot;brightness&quot;:0,&quot;colorType&quot;:2,&quot;pos&quot;:0,&quot;rgb&quot;:&quot;#ffffff&quot;,&quot;transparency&quot;:0.8999999761581421},{&quot;brightness&quot;:0,&quot;colorType&quot;:1,&quot;foreColorIndex&quot;:5,&quot;pos&quot;:1,&quot;transparency&quot;:0.8500000238418579}],&quot;type&quot;:3},&quot;glow&quot;:{&quot;colorType&quot;:0},&quot;line&quot;:{&quot;solidLine&quot;:{&quot;brightness&quot;:0.4000000059604645,&quot;colorType&quot;:1,&quot;foreColorIndex&quot;:5,&quot;transparency&quot;:0.4499999880790710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8"/>
  <p:tag name="KSO_WM_DIAGRAM_VERSION" val="3"/>
  <p:tag name="KSO_WM_DIAGRAM_COLOR_TRICK" val="1"/>
  <p:tag name="KSO_WM_DIAGRAM_COLOR_TEXT_CAN_REMOVE" val="n"/>
  <p:tag name="KSO_WM_BEAUTIFY_FLAG" val="#wm#"/>
  <p:tag name="KSO_WM_UNIT_FILL_TYPE" val="3"/>
  <p:tag name="KSO_WM_UNIT_LINE_FORE_SCHEMECOLOR_INDEX" val="6"/>
  <p:tag name="KSO_WM_UNIT_LINE_FILL_TYPE" val="2"/>
  <p:tag name="KSO_WM_UNIT_TEXT_FILL_FORE_SCHEMECOLOR_INDEX" val="2"/>
  <p:tag name="KSO_WM_UNIT_TEXT_FILL_TYPE" val="1"/>
  <p:tag name="KSO_WM_UNIT_USESOURCEFORMAT_APPLY" val="1"/>
</p:tagLst>
</file>

<file path=ppt/tags/tag398.xml><?xml version="1.0" encoding="utf-8"?>
<p:tagLst xmlns:p="http://schemas.openxmlformats.org/presentationml/2006/main">
  <p:tag name="KSO_WM_DIAGRAM_VIRTUALLY_FRAME" val="{&quot;height&quot;:388.6000787401575,&quot;left&quot;:55.19999999999999,&quot;top&quot;:113.57496062992125,&quot;width&quot;:849.95}"/>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5162_1*l_h_i*1_2_3"/>
  <p:tag name="KSO_WM_TEMPLATE_CATEGORY" val="diagram"/>
  <p:tag name="KSO_WM_TEMPLATE_INDEX" val="2023516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5},&quot;type&quot;:1},&quot;glow&quot;:{&quot;colorType&quot;:0},&quot;line&quot;:{&quot;type&quot;:0},&quot;shadow&quot;:{&quot;brightness&quot;:-0.5,&quot;colorType&quot;:1,&quot;foreColorIndex&quot;:14,&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SHADOW_SCHEMECOLOR_INDEX" val="14"/>
  <p:tag name="KSO_WM_UNIT_TEXT_FILL_FORE_SCHEMECOLOR_INDEX" val="2"/>
  <p:tag name="KSO_WM_UNIT_TEXT_FILL_TYPE" val="1"/>
  <p:tag name="KSO_WM_UNIT_USESOURCEFORMAT_APPLY" val="1"/>
</p:tagLst>
</file>

<file path=ppt/tags/tag39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62_1*l_h_f*1_2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TYPE" val="1"/>
  <p:tag name="KSO_WM_UNIT_TEXT_LAYER_COUNT" val="1"/>
  <p:tag name="KSO_WM_DIAGRAM_VERSION" val="3"/>
  <p:tag name="KSO_WM_DIAGRAM_COLOR_TRICK" val="1"/>
  <p:tag name="KSO_WM_DIAGRAM_COLOR_TEXT_CAN_REMOVE" val="n"/>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UNIT_USESOURCEFORMAT_APPLY" val="1"/>
</p:tagLst>
</file>

<file path=ppt/tags/tag400.xml><?xml version="1.0" encoding="utf-8"?>
<p:tagLst xmlns:p="http://schemas.openxmlformats.org/presentationml/2006/main">
  <p:tag name="KSO_WM_SLIDE_ID" val="diagram20235162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2"/>
  <p:tag name="KSO_WM_SLIDE_TYPE" val="text"/>
  <p:tag name="KSO_WM_SLIDE_SUBTYPE" val="diag"/>
  <p:tag name="KSO_WM_SLIDE_SIZE" val="849.95*388.35"/>
  <p:tag name="KSO_WM_SLIDE_POSITION" val="55.2*113.7"/>
  <p:tag name="KSO_WM_SLIDE_LAYOUT" val="a_l"/>
  <p:tag name="KSO_WM_SLIDE_LAYOUT_CNT" val="1_1"/>
  <p:tag name="KSO_WM_SPECIAL_SOURCE" val="bdnull"/>
  <p:tag name="KSO_WM_DIAGRAM_GROUP_CODE" val="l1-1"/>
  <p:tag name="KSO_WM_SLIDE_DIAGTYPE" val="l"/>
</p:tagLst>
</file>

<file path=ppt/tags/tag40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2_3*a*1"/>
  <p:tag name="KSO_WM_TEMPLATE_CATEGORY" val="diagram"/>
  <p:tag name="KSO_WM_TEMPLATE_INDEX" val="20235162"/>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62_1*l_h_i*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446.620367197893,&quot;left&quot;:20.94999999999999,&quot;top&quot;:86.10467217218574,&quot;width&quot;:917.55}"/>
  <p:tag name="KSO_WM_DIAGRAM_COLOR_MATCH_VALUE" val="{&quot;shape&quot;:{&quot;fill&quot;:{&quot;gradient&quot;:[{&quot;brightness&quot;:0,&quot;colorType&quot;:2,&quot;pos&quot;:0,&quot;rgb&quot;:&quot;#ffffff&quot;,&quot;transparency&quot;:0.8999999761581421},{&quot;brightness&quot;:0,&quot;colorType&quot;:1,&quot;foreColorIndex&quot;:5,&quot;pos&quot;:1,&quot;transparency&quot;:0.8500000238418579}],&quot;type&quot;:3},&quot;glow&quot;:{&quot;colorType&quot;:0},&quot;line&quot;:{&quot;solidLine&quot;:{&quot;brightness&quot;:0.4000000059604645,&quot;colorType&quot;:1,&quot;foreColorIndex&quot;:5,&quot;transparency&quot;:0.4499999880790710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8"/>
  <p:tag name="KSO_WM_DIAGRAM_VERSION" val="3"/>
  <p:tag name="KSO_WM_DIAGRAM_COLOR_TRICK" val="1"/>
  <p:tag name="KSO_WM_DIAGRAM_COLOR_TEXT_CAN_REMOVE" val="n"/>
  <p:tag name="KSO_WM_BEAUTIFY_FLAG" val="#wm#"/>
  <p:tag name="KSO_WM_UNIT_FILL_TYPE" val="3"/>
  <p:tag name="KSO_WM_UNIT_LINE_FORE_SCHEMECOLOR_INDEX" val="5"/>
  <p:tag name="KSO_WM_UNIT_LINE_FILL_TYPE" val="2"/>
  <p:tag name="KSO_WM_UNIT_TEXT_FILL_FORE_SCHEMECOLOR_INDEX" val="2"/>
  <p:tag name="KSO_WM_UNIT_TEXT_FILL_TYPE" val="1"/>
  <p:tag name="KSO_WM_UNIT_USESOURCEFORMAT_APPLY" val="1"/>
</p:tagLst>
</file>

<file path=ppt/tags/tag4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6"/>
  <p:tag name="KSO_WM_UNIT_ID" val="diagram20235162_1*l_h_i*1_1_6"/>
  <p:tag name="KSO_WM_TEMPLATE_CATEGORY" val="diagram"/>
  <p:tag name="KSO_WM_TEMPLATE_INDEX" val="2023516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46.620367197893,&quot;left&quot;:20.94999999999999,&quot;top&quot;:86.10467217218574,&quot;width&quot;:917.55}"/>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
  <p:tag name="KSO_WM_UNIT_USESOURCEFORMAT_APPLY" val="1"/>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5"/>
  <p:tag name="KSO_WM_UNIT_ID" val="diagram20235162_1*l_h_i*1_1_5"/>
  <p:tag name="KSO_WM_TEMPLATE_CATEGORY" val="diagram"/>
  <p:tag name="KSO_WM_TEMPLATE_INDEX" val="2023516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46.620367197893,&quot;left&quot;:20.94999999999999,&quot;top&quot;:86.10467217218574,&quot;width&quot;:917.55}"/>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
  <p:tag name="KSO_WM_UNIT_USESOURCEFORMAT_APPLY" val="1"/>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5162_1*l_h_i*1_1_2"/>
  <p:tag name="KSO_WM_TEMPLATE_CATEGORY" val="diagram"/>
  <p:tag name="KSO_WM_TEMPLATE_INDEX" val="2023516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46.620367197893,&quot;left&quot;:20.94999999999999,&quot;top&quot;:86.10467217218574,&quot;width&quot;:917.5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3"/>
  <p:tag name="KSO_WM_UNIT_TEXT_FILL_TYPE" val="1"/>
  <p:tag name="KSO_WM_UNIT_USESOURCEFORMAT_APPLY" val="1"/>
</p:tagLst>
</file>

<file path=ppt/tags/tag406.xml><?xml version="1.0" encoding="utf-8"?>
<p:tagLst xmlns:p="http://schemas.openxmlformats.org/presentationml/2006/main">
  <p:tag name="KSO_WM_DIAGRAM_VIRTUALLY_FRAME" val="{&quot;height&quot;:446.620367197893,&quot;left&quot;:20.94999999999999,&quot;top&quot;:86.10467217218574,&quot;width&quot;:917.55}"/>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5162_1*l_h_i*1_1_3"/>
  <p:tag name="KSO_WM_TEMPLATE_CATEGORY" val="diagram"/>
  <p:tag name="KSO_WM_TEMPLATE_INDEX" val="2023516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5},&quot;type&quot;:1},&quot;glow&quot;:{&quot;colorType&quot;:0},&quot;line&quot;:{&quot;type&quot;:0},&quot;shadow&quot;:{&quot;brightness&quot;:-0.5,&quot;colorType&quot;:1,&quot;foreColorIndex&quot;:14,&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SHADOW_SCHEMECOLOR_INDEX" val="14"/>
  <p:tag name="KSO_WM_UNIT_TEXT_FILL_FORE_SCHEMECOLOR_INDEX" val="2"/>
  <p:tag name="KSO_WM_UNIT_TEXT_FILL_TYPE" val="1"/>
  <p:tag name="KSO_WM_UNIT_USESOURCEFORMAT_APPLY" val="1"/>
</p:tagLst>
</file>

<file path=ppt/tags/tag40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62_1*l_h_f*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446.620367197893,&quot;left&quot;:20.94999999999999,&quot;top&quot;:86.10467217218574,&quot;width&quot;:917.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TYPE" val="1"/>
  <p:tag name="KSO_WM_UNIT_TEXT_LAYER_COUNT" val="1"/>
  <p:tag name="KSO_WM_DIAGRAM_VERSION" val="3"/>
  <p:tag name="KSO_WM_DIAGRAM_COLOR_TRICK" val="1"/>
  <p:tag name="KSO_WM_DIAGRAM_COLOR_TEXT_CAN_REMOVE" val="n"/>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UNIT_USESOURCEFORMAT_APPLY" val="1"/>
</p:tagLst>
</file>

<file path=ppt/tags/tag408.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162_1*l_h_a*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446.620367197893,&quot;left&quot;:20.94999999999999,&quot;top&quot;:86.10467217218574,&quot;width&quot;:917.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BEAUTIFY_FLAG" val="#wm#"/>
  <p:tag name="KSO_WM_UNIT_PRESET_TEXT" val="单击此处添加标题"/>
  <p:tag name="KSO_WM_UNIT_TEXT_FILL_FORE_SCHEMECOLOR_INDEX" val="1"/>
  <p:tag name="KSO_WM_UNIT_TEXT_FILL_TYPE" val="1"/>
  <p:tag name="KSO_WM_UNIT_USESOURCEFORMAT_APPLY" val="1"/>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20235162_1*l_h_i*1_1_4"/>
  <p:tag name="KSO_WM_TEMPLATE_CATEGORY" val="diagram"/>
  <p:tag name="KSO_WM_TEMPLATE_INDEX" val="2023516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46.620367197893,&quot;left&quot;:20.94999999999999,&quot;top&quot;:86.10467217218574,&quot;width&quot;:917.55}"/>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quot;transparency&quot;:0.5600000023841858}],&quot;type&quot;:2},&quot;shadow&quot;:{&quot;brightness&quot;:-0.25,&quot;colorType&quot;:1,&quot;foreColorIndex&quot;:5,&quot;transparency&quot;:0.8399999737739563},&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SHADOW_SCHEMECOLOR_INDEX" val="5"/>
  <p:tag name="KSO_WM_UNIT_USESOURCEFORMAT_APPLY" val="1"/>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62_1*l_h_i*1_2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446.620367197893,&quot;left&quot;:20.94999999999999,&quot;top&quot;:86.10467217218574,&quot;width&quot;:917.55}"/>
  <p:tag name="KSO_WM_DIAGRAM_COLOR_MATCH_VALUE" val="{&quot;shape&quot;:{&quot;fill&quot;:{&quot;gradient&quot;:[{&quot;brightness&quot;:0,&quot;colorType&quot;:2,&quot;pos&quot;:0,&quot;rgb&quot;:&quot;#ffffff&quot;,&quot;transparency&quot;:0.8999999761581421},{&quot;brightness&quot;:0,&quot;colorType&quot;:1,&quot;foreColorIndex&quot;:5,&quot;pos&quot;:1,&quot;transparency&quot;:0.8500000238418579}],&quot;type&quot;:3},&quot;glow&quot;:{&quot;colorType&quot;:0},&quot;line&quot;:{&quot;solidLine&quot;:{&quot;brightness&quot;:0.4000000059604645,&quot;colorType&quot;:1,&quot;foreColorIndex&quot;:5,&quot;transparency&quot;:0.4499999880790710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8"/>
  <p:tag name="KSO_WM_DIAGRAM_VERSION" val="3"/>
  <p:tag name="KSO_WM_DIAGRAM_COLOR_TRICK" val="1"/>
  <p:tag name="KSO_WM_DIAGRAM_COLOR_TEXT_CAN_REMOVE" val="n"/>
  <p:tag name="KSO_WM_BEAUTIFY_FLAG" val="#wm#"/>
  <p:tag name="KSO_WM_UNIT_FILL_TYPE" val="3"/>
  <p:tag name="KSO_WM_UNIT_LINE_FORE_SCHEMECOLOR_INDEX" val="6"/>
  <p:tag name="KSO_WM_UNIT_LINE_FILL_TYPE" val="2"/>
  <p:tag name="KSO_WM_UNIT_TEXT_FILL_FORE_SCHEMECOLOR_INDEX" val="2"/>
  <p:tag name="KSO_WM_UNIT_TEXT_FILL_TYPE" val="1"/>
  <p:tag name="KSO_WM_UNIT_USESOURCEFORMAT_APPLY" val="1"/>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6"/>
  <p:tag name="KSO_WM_UNIT_ID" val="diagram20235162_1*l_h_i*1_2_6"/>
  <p:tag name="KSO_WM_TEMPLATE_CATEGORY" val="diagram"/>
  <p:tag name="KSO_WM_TEMPLATE_INDEX" val="2023516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46.620367197893,&quot;left&quot;:20.94999999999999,&quot;top&quot;:86.10467217218574,&quot;width&quot;:917.55}"/>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
  <p:tag name="KSO_WM_UNIT_USESOURCEFORMAT_APPLY" val="1"/>
</p:tagLst>
</file>

<file path=ppt/tags/tag4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5"/>
  <p:tag name="KSO_WM_UNIT_ID" val="diagram20235162_1*l_h_i*1_2_5"/>
  <p:tag name="KSO_WM_TEMPLATE_CATEGORY" val="diagram"/>
  <p:tag name="KSO_WM_TEMPLATE_INDEX" val="2023516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46.620367197893,&quot;left&quot;:20.94999999999999,&quot;top&quot;:86.10467217218574,&quot;width&quot;:917.55}"/>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
  <p:tag name="KSO_WM_UNIT_USESOURCEFORMAT_APPLY" val="1"/>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5162_1*l_h_i*1_2_2"/>
  <p:tag name="KSO_WM_TEMPLATE_CATEGORY" val="diagram"/>
  <p:tag name="KSO_WM_TEMPLATE_INDEX" val="2023516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46.620367197893,&quot;left&quot;:20.94999999999999,&quot;top&quot;:86.10467217218574,&quot;width&quot;:917.5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3"/>
  <p:tag name="KSO_WM_UNIT_TEXT_FILL_TYPE" val="1"/>
  <p:tag name="KSO_WM_UNIT_USESOURCEFORMAT_APPLY" val="1"/>
</p:tagLst>
</file>

<file path=ppt/tags/tag414.xml><?xml version="1.0" encoding="utf-8"?>
<p:tagLst xmlns:p="http://schemas.openxmlformats.org/presentationml/2006/main">
  <p:tag name="KSO_WM_DIAGRAM_VIRTUALLY_FRAME" val="{&quot;height&quot;:446.620367197893,&quot;left&quot;:20.94999999999999,&quot;top&quot;:86.10467217218574,&quot;width&quot;:917.55}"/>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5162_1*l_h_i*1_2_3"/>
  <p:tag name="KSO_WM_TEMPLATE_CATEGORY" val="diagram"/>
  <p:tag name="KSO_WM_TEMPLATE_INDEX" val="2023516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5},&quot;type&quot;:1},&quot;glow&quot;:{&quot;colorType&quot;:0},&quot;line&quot;:{&quot;type&quot;:0},&quot;shadow&quot;:{&quot;brightness&quot;:-0.5,&quot;colorType&quot;:1,&quot;foreColorIndex&quot;:14,&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SHADOW_SCHEMECOLOR_INDEX" val="14"/>
  <p:tag name="KSO_WM_UNIT_TEXT_FILL_FORE_SCHEMECOLOR_INDEX" val="2"/>
  <p:tag name="KSO_WM_UNIT_TEXT_FILL_TYPE" val="1"/>
  <p:tag name="KSO_WM_UNIT_USESOURCEFORMAT_APPLY" val="1"/>
</p:tagLst>
</file>

<file path=ppt/tags/tag41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62_1*l_h_f*1_2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446.620367197893,&quot;left&quot;:20.94999999999999,&quot;top&quot;:86.10467217218574,&quot;width&quot;:917.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TYPE" val="1"/>
  <p:tag name="KSO_WM_UNIT_TEXT_LAYER_COUNT" val="1"/>
  <p:tag name="KSO_WM_DIAGRAM_VERSION" val="3"/>
  <p:tag name="KSO_WM_DIAGRAM_COLOR_TRICK" val="1"/>
  <p:tag name="KSO_WM_DIAGRAM_COLOR_TEXT_CAN_REMOVE" val="n"/>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UNIT_USESOURCEFORMAT_APPLY" val="1"/>
</p:tagLst>
</file>

<file path=ppt/tags/tag416.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5162_1*l_h_a*1_2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446.620367197893,&quot;left&quot;:20.94999999999999,&quot;top&quot;:86.10467217218574,&quot;width&quot;:917.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BEAUTIFY_FLAG" val="#wm#"/>
  <p:tag name="KSO_WM_UNIT_PRESET_TEXT" val="单击此处添加标题"/>
  <p:tag name="KSO_WM_UNIT_TEXT_FILL_FORE_SCHEMECOLOR_INDEX" val="1"/>
  <p:tag name="KSO_WM_UNIT_TEXT_FILL_TYPE" val="1"/>
  <p:tag name="KSO_WM_UNIT_USESOURCEFORMAT_APPLY" val="1"/>
</p:tagLst>
</file>

<file path=ppt/tags/tag4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diagram20235162_1*l_h_i*1_2_4"/>
  <p:tag name="KSO_WM_TEMPLATE_CATEGORY" val="diagram"/>
  <p:tag name="KSO_WM_TEMPLATE_INDEX" val="2023516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VIRTUALLY_FRAME" val="{&quot;height&quot;:446.620367197893,&quot;left&quot;:20.94999999999999,&quot;top&quot;:86.10467217218574,&quot;width&quot;:917.55}"/>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quot;transparency&quot;:0.5600000023841858}],&quot;type&quot;:2},&quot;shadow&quot;:{&quot;brightness&quot;:-0.25,&quot;colorType&quot;:1,&quot;foreColorIndex&quot;:5,&quot;transparency&quot;:0.8399999737739563},&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6"/>
  <p:tag name="KSO_WM_UNIT_SHADOW_SCHEMECOLOR_INDEX" val="6"/>
  <p:tag name="KSO_WM_UNIT_USESOURCEFORMAT_APPLY" val="1"/>
</p:tagLst>
</file>

<file path=ppt/tags/tag418.xml><?xml version="1.0" encoding="utf-8"?>
<p:tagLst xmlns:p="http://schemas.openxmlformats.org/presentationml/2006/main">
  <p:tag name="KSO_WM_SLIDE_ID" val="diagram20235162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2"/>
  <p:tag name="KSO_WM_SLIDE_TYPE" val="text"/>
  <p:tag name="KSO_WM_SLIDE_SUBTYPE" val="diag"/>
  <p:tag name="KSO_WM_SLIDE_SIZE" val="849.95*388.35"/>
  <p:tag name="KSO_WM_SLIDE_POSITION" val="55.2*113.7"/>
  <p:tag name="KSO_WM_SLIDE_LAYOUT" val="a_l"/>
  <p:tag name="KSO_WM_SLIDE_LAYOUT_CNT" val="1_1"/>
  <p:tag name="KSO_WM_SPECIAL_SOURCE" val="bdnull"/>
  <p:tag name="KSO_WM_DIAGRAM_GROUP_CODE" val="l1-1"/>
  <p:tag name="KSO_WM_SLIDE_DIAGTYPE" val="l"/>
</p:tagLst>
</file>

<file path=ppt/tags/tag41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420.xml><?xml version="1.0" encoding="utf-8"?>
<p:tagLst xmlns:p="http://schemas.openxmlformats.org/presentationml/2006/main">
  <p:tag name="KSO_WM_UNIT_VALUE" val="88*88"/>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5161_1*l_h_x*1_1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416.62712696338605,&quot;left&quot;:54.8,&quot;top&quot;:97.92287303661396,&quot;width&quot;:46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421.xml><?xml version="1.0" encoding="utf-8"?>
<p:tagLst xmlns:p="http://schemas.openxmlformats.org/presentationml/2006/main">
  <p:tag name="KSO_WM_UNIT_VALUE" val="87*87"/>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5161_1*l_h_x*1_2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416.62712696338605,&quot;left&quot;:54.8,&quot;top&quot;:97.92287303661396,&quot;width&quot;:46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422.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4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3_1*i*1"/>
  <p:tag name="KSO_WM_TEMPLATE_CATEGORY" val="custom"/>
  <p:tag name="KSO_WM_TEMPLATE_INDEX" val="20235633"/>
  <p:tag name="KSO_WM_UNIT_LAYERLEVEL" val="1"/>
  <p:tag name="KSO_WM_TAG_VERSION" val="3.0"/>
  <p:tag name="KSO_WM_BEAUTIFY_FLAG" val="#wm#"/>
</p:tagLst>
</file>

<file path=ppt/tags/tag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3_1*i*2"/>
  <p:tag name="KSO_WM_TEMPLATE_CATEGORY" val="custom"/>
  <p:tag name="KSO_WM_TEMPLATE_INDEX" val="20235633"/>
  <p:tag name="KSO_WM_UNIT_LAYERLEVEL" val="1"/>
  <p:tag name="KSO_WM_TAG_VERSION" val="3.0"/>
  <p:tag name="KSO_WM_BEAUTIFY_FLAG" val="#wm#"/>
</p:tagLst>
</file>

<file path=ppt/tags/tag42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3_1*a*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添加标题内容"/>
</p:tagLst>
</file>

<file path=ppt/tags/tag426.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3_1*f*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输入你的正文，文字是您思想的提炼，为了最终演示发布的良好效果，请尽量言简意赅的阐述观点。根据需要可酌情增减文字。&#10;单击此处输入你的正文，文字是您思想的提炼，为了最终演示发布的良好效果，请尽量言简意赅的阐述观点。&#10;单击此处输入你的正文，文字是您思想的提炼，为了最终演示发布的良好效果，请尽量言简意赅的阐述观点。根据需要可酌情增减文字，以便观者可以准确理解您所传达的信息。单击此处输入你的正文。"/>
</p:tagLst>
</file>

<file path=ppt/tags/tag427.xml><?xml version="1.0" encoding="utf-8"?>
<p:tagLst xmlns:p="http://schemas.openxmlformats.org/presentationml/2006/main">
  <p:tag name="KSO_WM_SLIDE_ID" val="custom2023563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59*539"/>
  <p:tag name="KSO_WM_SLIDE_POSITION" val="0*0"/>
  <p:tag name="KSO_WM_TAG_VERSION" val="3.0"/>
  <p:tag name="KSO_WM_BEAUTIFY_FLAG" val="#wm#"/>
  <p:tag name="KSO_WM_TEMPLATE_CATEGORY" val="custom"/>
  <p:tag name="KSO_WM_TEMPLATE_INDEX" val="20235633"/>
  <p:tag name="KSO_WM_SLIDE_LAYOUT" val="a_f"/>
  <p:tag name="KSO_WM_SLIDE_LAYOUT_CNT" val="1_1"/>
</p:tagLst>
</file>

<file path=ppt/tags/tag428.xml><?xml version="1.0" encoding="utf-8"?>
<p:tagLst xmlns:p="http://schemas.openxmlformats.org/presentationml/2006/main">
  <p:tag name="KSO_WM_UNIT_COLOR_SCHEME_SHAPE_ID" val="5"/>
  <p:tag name="KSO_WM_UNIT_FOIL_COLOR" val="1"/>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custom20235638_1*i*1"/>
  <p:tag name="KSO_WM_TEMPLATE_CATEGORY" val="custom"/>
  <p:tag name="KSO_WM_TEMPLATE_INDEX" val="20235638"/>
  <p:tag name="KSO_WM_UNIT_LAYERLEVEL" val="1"/>
  <p:tag name="KSO_WM_TAG_VERSION" val="3.0"/>
  <p:tag name="KSO_WM_BEAUTIFY_FLAG" val="#wm#"/>
  <p:tag name="KSO_WM_UNIT_BLOCK" val="0"/>
  <p:tag name="KSO_WM_UNIT_SM_LIMIT_TYPE" val="2"/>
  <p:tag name="KSO_WM_UNIT_DEC_AREA_ID" val="2fa145bd3ce240cdac5a3fce36474b9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eedbec2fa6683b8872baabf"/>
  <p:tag name="KSO_WM_CHIP_XID" val="5eedbec2fa6683b8872baac0"/>
  <p:tag name="KSO_WM_UNIT_FILL_FORE_SCHEMECOLOR_INDEX_BRIGHTNESS" val="0"/>
  <p:tag name="KSO_WM_UNIT_FILL_FORE_SCHEMECOLOR_INDEX" val="16"/>
  <p:tag name="KSO_WM_UNIT_FILL_TYPE" val="1"/>
  <p:tag name="KSO_WM_UNIT_VALUE" val="833"/>
  <p:tag name="KSO_WM_TEMPLATE_ASSEMBLE_XID" val="60656f514054ed1e2fb807bb"/>
  <p:tag name="KSO_WM_TEMPLATE_ASSEMBLE_GROUPID" val="60656f514054ed1e2fb807bb"/>
</p:tagLst>
</file>

<file path=ppt/tags/tag429.xml><?xml version="1.0" encoding="utf-8"?>
<p:tagLst xmlns:p="http://schemas.openxmlformats.org/presentationml/2006/main">
  <p:tag name="KSO_WM_UNIT_COLOR_SCHEME_SHAPE_ID" val="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
  <p:tag name="KSO_WM_UNIT_ID" val="custom20235638_1*i*2"/>
  <p:tag name="KSO_WM_TEMPLATE_CATEGORY" val="custom"/>
  <p:tag name="KSO_WM_TEMPLATE_INDEX" val="20235638"/>
  <p:tag name="KSO_WM_UNIT_LAYERLEVEL" val="1"/>
  <p:tag name="KSO_WM_TAG_VERSION" val="3.0"/>
  <p:tag name="KSO_WM_BEAUTIFY_FLAG" val="#wm#"/>
  <p:tag name="KSO_WM_UNIT_BLOCK" val="0"/>
  <p:tag name="KSO_WM_UNIT_SM_LIMIT_TYPE" val="3"/>
  <p:tag name="KSO_WM_UNIT_DEC_AREA_ID" val="d7d48ecdf2834254b3430afcf23f6955"/>
  <p:tag name="KSO_WM_UNIT_DECORATE_INFO" val="{&quot;DecorateInfoH&quot;:{&quot;IsAbs&quot;:true},&quot;DecorateInfoW&quot;:{&quot;IsAbs&quot;:false},&quot;DecorateInfoX&quot;:{&quot;IsAbs&quot;:true,&quot;Pos&quot;:2},&quot;DecorateInfoY&quot;:{&quot;IsAbs&quot;:true,&quot;Pos&quot;:1},&quot;ReferentInfo&quot;:{&quot;Id&quot;:&quot;320a74f8add64b71a2b7da13709a2786&quot;,&quot;X&quot;:{&quot;Pos&quot;:0},&quot;Y&quot;:{&quot;Pos&quot;:1}},&quot;whChangeMode&quot;:0}"/>
  <p:tag name="KSO_WM_CHIP_GROUPID" val="5eedbec2fa6683b8872baabf"/>
  <p:tag name="KSO_WM_CHIP_XID" val="5eedbec2fa6683b8872baac0"/>
  <p:tag name="KSO_WM_UNIT_LINE_FORE_SCHEMECOLOR_INDEX_BRIGHTNESS" val="-0.15"/>
  <p:tag name="KSO_WM_UNIT_LINE_FORE_SCHEMECOLOR_INDEX" val="14"/>
  <p:tag name="KSO_WM_UNIT_LINE_FILL_TYPE" val="2"/>
  <p:tag name="KSO_WM_TEMPLATE_ASSEMBLE_XID" val="60656f514054ed1e2fb807bb"/>
  <p:tag name="KSO_WM_TEMPLATE_ASSEMBLE_GROUPID" val="60656f514054ed1e2fb807bb"/>
</p:tagLst>
</file>

<file path=ppt/tags/tag430.xml><?xml version="1.0" encoding="utf-8"?>
<p:tagLst xmlns:p="http://schemas.openxmlformats.org/presentationml/2006/main">
  <p:tag name="KSO_WM_UNIT_COLOR_SCHEME_SHAPE_ID" val="14"/>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5"/>
  <p:tag name="KSO_WM_UNIT_ID" val="custom20235638_1*i*5"/>
  <p:tag name="KSO_WM_TEMPLATE_CATEGORY" val="custom"/>
  <p:tag name="KSO_WM_TEMPLATE_INDEX" val="20235638"/>
  <p:tag name="KSO_WM_UNIT_LAYERLEVEL" val="1"/>
  <p:tag name="KSO_WM_TAG_VERSION" val="3.0"/>
  <p:tag name="KSO_WM_BEAUTIFY_FLAG" val="#wm#"/>
</p:tagLst>
</file>

<file path=ppt/tags/tag431.xml><?xml version="1.0" encoding="utf-8"?>
<p:tagLst xmlns:p="http://schemas.openxmlformats.org/presentationml/2006/main">
  <p:tag name="KSO_WM_UNIT_COLOR_SCHEME_SHAPE_ID" val="15"/>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3"/>
  <p:tag name="KSO_WM_UNIT_ID" val="custom20235638_1*i*3"/>
  <p:tag name="KSO_WM_TEMPLATE_CATEGORY" val="custom"/>
  <p:tag name="KSO_WM_TEMPLATE_INDEX" val="20235638"/>
  <p:tag name="KSO_WM_UNIT_LAYERLEVEL" val="1"/>
  <p:tag name="KSO_WM_TAG_VERSION" val="3.0"/>
  <p:tag name="KSO_WM_BEAUTIFY_FLAG" val="#wm#"/>
</p:tagLst>
</file>

<file path=ppt/tags/tag432.xml><?xml version="1.0" encoding="utf-8"?>
<p:tagLst xmlns:p="http://schemas.openxmlformats.org/presentationml/2006/main">
  <p:tag name="KSO_WM_UNIT_COLOR_SCHEME_SHAPE_ID" val="14"/>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6"/>
  <p:tag name="KSO_WM_UNIT_ID" val="custom20235638_1*i*6"/>
  <p:tag name="KSO_WM_TEMPLATE_CATEGORY" val="custom"/>
  <p:tag name="KSO_WM_TEMPLATE_INDEX" val="20235638"/>
  <p:tag name="KSO_WM_UNIT_LAYERLEVEL" val="1"/>
  <p:tag name="KSO_WM_TAG_VERSION" val="3.0"/>
  <p:tag name="KSO_WM_BEAUTIFY_FLAG" val="#wm#"/>
</p:tagLst>
</file>

<file path=ppt/tags/tag433.xml><?xml version="1.0" encoding="utf-8"?>
<p:tagLst xmlns:p="http://schemas.openxmlformats.org/presentationml/2006/main">
  <p:tag name="KSO_WM_UNIT_COLOR_SCHEME_SHAPE_ID" val="15"/>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4"/>
  <p:tag name="KSO_WM_UNIT_ID" val="custom20235638_1*i*4"/>
  <p:tag name="KSO_WM_TEMPLATE_CATEGORY" val="custom"/>
  <p:tag name="KSO_WM_TEMPLATE_INDEX" val="20235638"/>
  <p:tag name="KSO_WM_UNIT_LAYERLEVEL" val="1"/>
  <p:tag name="KSO_WM_TAG_VERSION" val="3.0"/>
  <p:tag name="KSO_WM_BEAUTIFY_FLAG" val="#wm#"/>
</p:tagLst>
</file>

<file path=ppt/tags/tag43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8_1*f*1"/>
  <p:tag name="KSO_WM_TEMPLATE_CATEGORY" val="custom"/>
  <p:tag name="KSO_WM_TEMPLATE_INDEX" val="20235638"/>
  <p:tag name="KSO_WM_UNIT_LAYERLEVEL" val="1"/>
  <p:tag name="KSO_WM_TAG_VERSION" val="3.0"/>
  <p:tag name="KSO_WM_BEAUTIFY_FLAG" val="#wm#"/>
  <p:tag name="KSO_WM_UNIT_SUBTYPE" val="a"/>
  <p:tag name="KSO_WM_UNIT_TEXT_LAYER_COUNT" val="1"/>
  <p:tag name="KSO_WM_UNIT_VALUE" val="96"/>
  <p:tag name="KSO_WM_UNIT_PRESET_TEXT" val="单击此处输入你的正文，文字是您思想的提炼，为了最终演示发布的良好效果，请言简意赅的阐述观点。&#10;根据需要可酌情增减文字，以便观者可以准确理解您所传达的信息。"/>
  <p:tag name="KSO_WM_UNIT_TEXT_TYPE" val="1"/>
</p:tagLst>
</file>

<file path=ppt/tags/tag43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8_1*a*1"/>
  <p:tag name="KSO_WM_TEMPLATE_CATEGORY" val="custom"/>
  <p:tag name="KSO_WM_TEMPLATE_INDEX" val="20235638"/>
  <p:tag name="KSO_WM_UNIT_LAYERLEVEL" val="1"/>
  <p:tag name="KSO_WM_TAG_VERSION" val="3.0"/>
  <p:tag name="KSO_WM_BEAUTIFY_FLAG" val="#wm#"/>
  <p:tag name="KSO_WM_UNIT_VALUE" val="21"/>
  <p:tag name="KSO_WM_UNIT_PRESET_TEXT" val="点击此处添加标题内容"/>
  <p:tag name="KSO_WM_UNIT_TEXT_TYPE" val="1"/>
</p:tagLst>
</file>

<file path=ppt/tags/tag436.xml><?xml version="1.0" encoding="utf-8"?>
<p:tagLst xmlns:p="http://schemas.openxmlformats.org/presentationml/2006/main">
  <p:tag name="KSO_WM_SLIDE_ID" val="custom2023563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38"/>
  <p:tag name="KSO_WM_SLIDE_TYPE" val="text"/>
  <p:tag name="KSO_WM_SLIDE_SUBTYPE" val="picTxt"/>
  <p:tag name="KSO_WM_SLIDE_SIZE" val="792*396"/>
  <p:tag name="KSO_WM_SLIDE_POSITION" val="84*72"/>
  <p:tag name="KSO_WM_SLIDE_LAYOUT" val="a_f"/>
  <p:tag name="KSO_WM_SLIDE_LAYOUT_CNT" val="1_1"/>
  <p:tag name="KSO_WM_SPECIAL_SOURCE" val="bdnull"/>
</p:tagLst>
</file>

<file path=ppt/tags/tag43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977_5*a*1"/>
  <p:tag name="KSO_WM_TEMPLATE_CATEGORY" val="diagram"/>
  <p:tag name="KSO_WM_TEMPLATE_INDEX" val="20231977"/>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43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4_1"/>
  <p:tag name="KSO_WM_UNIT_ID" val="diagram20231977_3*l_h_i*1_4_1"/>
  <p:tag name="KSO_WM_TEMPLATE_CATEGORY" val="diagram"/>
  <p:tag name="KSO_WM_TEMPLATE_INDEX" val="20231977"/>
  <p:tag name="KSO_WM_UNIT_LAYERLEVEL" val="1_1_1"/>
  <p:tag name="KSO_WM_TAG_VERSION" val="3.0"/>
  <p:tag name="KSO_WM_DIAGRAM_GROUP_CODE" val="l1-1"/>
  <p:tag name="KSO_WM_DIAGRAM_MAX_ITEMCNT" val="6"/>
  <p:tag name="KSO_WM_DIAGRAM_MIN_ITEMCNT" val="2"/>
  <p:tag name="KSO_WM_DIAGRAM_VIRTUALLY_FRAME" val="{&quot;height&quot;:406.33393700787394,&quot;left&quot;:52.1,&quot;top&quot;:103.87574803149604,&quot;width&quot;:846.7}"/>
  <p:tag name="KSO_WM_DIAGRAM_COLOR_MATCH_VALUE" val="{&quot;shape&quot;:{&quot;fill&quot;:{&quot;type&quot;:0},&quot;glow&quot;:{&quot;colorType&quot;:0},&quot;line&quot;:{&quot;gradient&quot;:[{&quot;brightness&quot;:0.4000000059604645,&quot;colorType&quot;:1,&quot;foreColorIndex&quot;:5,&quot;pos&quot;:0,&quot;transparency&quot;:0.6499999761581421},{&quot;brightness&quot;:0.4000000059604645,&quot;colorType&quot;:1,&quot;foreColorIndex&quot;:5,&quot;pos&quot;:1,&quot;transparency&quot;:1}],&quot;type&quot;:2},&quot;shadow&quot;:{&quot;brightness&quot;:0.6000000238418579,&quot;colorType&quot;:1,&quot;foreColorIndex&quot;:5,&quot;transparency&quot;:0.800000011920929},&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UNIT_TEXT_TYPE" val="1"/>
  <p:tag name="KSO_WM_UNIT_TEXT_FILL_FORE_SCHEMECOLOR_INDEX" val="1"/>
  <p:tag name="KSO_WM_UNIT_TEXT_FILL_TYPE" val="1"/>
  <p:tag name="KSO_WM_UNIT_TEXT_LAYER_COUNT" val="1"/>
  <p:tag name="KSO_WM_BEAUTIFY_FLAG" val="#wm#"/>
  <p:tag name="KSO_WM_DIAGRAM_VERSION" val="3"/>
  <p:tag name="KSO_WM_DIAGRAM_COLOR_TRICK" val="1"/>
  <p:tag name="KSO_WM_DIAGRAM_COLOR_TEXT_CAN_REMOVE" val="n"/>
  <p:tag name="KSO_WM_UNIT_LINE_FORE_SCHEMECOLOR_INDEX" val="8"/>
  <p:tag name="KSO_WM_UNIT_SHADOW_SCHEMECOLOR_INDEX" val="8"/>
  <p:tag name="KSO_WM_UNIT_USESOURCEFORMAT_APPLY" val="1"/>
</p:tagLst>
</file>

<file path=ppt/tags/tag43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4_2"/>
  <p:tag name="KSO_WM_UNIT_ID" val="diagram20231977_3*l_h_i*1_4_2"/>
  <p:tag name="KSO_WM_TEMPLATE_CATEGORY" val="diagram"/>
  <p:tag name="KSO_WM_TEMPLATE_INDEX" val="20231977"/>
  <p:tag name="KSO_WM_UNIT_LAYERLEVEL" val="1_1_1"/>
  <p:tag name="KSO_WM_TAG_VERSION" val="3.0"/>
  <p:tag name="KSO_WM_DIAGRAM_GROUP_CODE" val="l1-1"/>
  <p:tag name="KSO_WM_DIAGRAM_MAX_ITEMCNT" val="6"/>
  <p:tag name="KSO_WM_DIAGRAM_MIN_ITEMCNT" val="2"/>
  <p:tag name="KSO_WM_DIAGRAM_VIRTUALLY_FRAME" val="{&quot;height&quot;:406.33393700787394,&quot;left&quot;:52.1,&quot;top&quot;:103.87574803149604,&quot;width&quot;:846.7}"/>
  <p:tag name="KSO_WM_DIAGRAM_COLOR_MATCH_VALUE" val="{&quot;shape&quot;:{&quot;fill&quot;:{&quot;solid&quot;:{&quot;brightness&quot;:0,&quot;colorType&quot;:1,&quot;foreColorIndex&quot;:2,&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BEAUTIFY_FLAG" val="#wm#"/>
  <p:tag name="KSO_WM_DIAGRAM_VERSION" val="3"/>
  <p:tag name="KSO_WM_DIAGRAM_COLOR_TRICK" val="1"/>
  <p:tag name="KSO_WM_DIAGRAM_COLOR_TEXT_CAN_REMOVE" val="n"/>
  <p:tag name="KSO_WM_UNIT_FILL_TYPE" val="1"/>
  <p:tag name="KSO_WM_UNIT_FILL_FORE_SCHEMECOLOR_INDEX" val="2"/>
  <p:tag name="KSO_WM_UNIT_FILL_FORE_SCHEMECOLOR_INDEX_BRIGHTNESS" val="0"/>
  <p:tag name="KSO_WM_UNIT_USESOURCEFORMAT_APPLY" val="1"/>
</p:tagLst>
</file>

<file path=ppt/tags/tag44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3_1"/>
  <p:tag name="KSO_WM_UNIT_ID" val="diagram20231977_3*l_h_i*1_3_1"/>
  <p:tag name="KSO_WM_TEMPLATE_CATEGORY" val="diagram"/>
  <p:tag name="KSO_WM_TEMPLATE_INDEX" val="20231977"/>
  <p:tag name="KSO_WM_UNIT_LAYERLEVEL" val="1_1_1"/>
  <p:tag name="KSO_WM_TAG_VERSION" val="3.0"/>
  <p:tag name="KSO_WM_DIAGRAM_GROUP_CODE" val="l1-1"/>
  <p:tag name="KSO_WM_DIAGRAM_MAX_ITEMCNT" val="6"/>
  <p:tag name="KSO_WM_DIAGRAM_MIN_ITEMCNT" val="2"/>
  <p:tag name="KSO_WM_DIAGRAM_VIRTUALLY_FRAME" val="{&quot;height&quot;:406.33393700787394,&quot;left&quot;:52.1,&quot;top&quot;:103.87574803149604,&quot;width&quot;:846.7}"/>
  <p:tag name="KSO_WM_DIAGRAM_COLOR_MATCH_VALUE" val="{&quot;shape&quot;:{&quot;fill&quot;:{&quot;type&quot;:0},&quot;glow&quot;:{&quot;colorType&quot;:0},&quot;line&quot;:{&quot;gradient&quot;:[{&quot;brightness&quot;:0.4000000059604645,&quot;colorType&quot;:1,&quot;foreColorIndex&quot;:5,&quot;pos&quot;:0,&quot;transparency&quot;:0.6499999761581421},{&quot;brightness&quot;:0.4000000059604645,&quot;colorType&quot;:1,&quot;foreColorIndex&quot;:5,&quot;pos&quot;:1,&quot;transparency&quot;:1}],&quot;type&quot;:2},&quot;shadow&quot;:{&quot;brightness&quot;:0.6000000238418579,&quot;colorType&quot;:1,&quot;foreColorIndex&quot;:5,&quot;transparency&quot;:0.800000011920929},&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UNIT_TEXT_FILL_TYPE" val="1"/>
  <p:tag name="KSO_WM_UNIT_TEXT_TYPE" val="1"/>
  <p:tag name="KSO_WM_UNIT_TEXT_LAYER_COUNT" val="1"/>
  <p:tag name="KSO_WM_BEAUTIFY_FLAG" val="#wm#"/>
  <p:tag name="KSO_WM_DIAGRAM_VERSION" val="3"/>
  <p:tag name="KSO_WM_DIAGRAM_COLOR_TRICK" val="1"/>
  <p:tag name="KSO_WM_DIAGRAM_COLOR_TEXT_CAN_REMOVE" val="n"/>
  <p:tag name="KSO_WM_UNIT_LINE_FORE_SCHEMECOLOR_INDEX" val="7"/>
  <p:tag name="KSO_WM_UNIT_SHADOW_SCHEMECOLOR_INDEX" val="7"/>
  <p:tag name="KSO_WM_UNIT_USESOURCEFORMAT_APPLY" val="1"/>
</p:tagLst>
</file>

<file path=ppt/tags/tag44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3_2"/>
  <p:tag name="KSO_WM_UNIT_ID" val="diagram20231977_3*l_h_i*1_3_2"/>
  <p:tag name="KSO_WM_TEMPLATE_CATEGORY" val="diagram"/>
  <p:tag name="KSO_WM_TEMPLATE_INDEX" val="20231977"/>
  <p:tag name="KSO_WM_UNIT_LAYERLEVEL" val="1_1_1"/>
  <p:tag name="KSO_WM_TAG_VERSION" val="3.0"/>
  <p:tag name="KSO_WM_DIAGRAM_GROUP_CODE" val="l1-1"/>
  <p:tag name="KSO_WM_DIAGRAM_MAX_ITEMCNT" val="6"/>
  <p:tag name="KSO_WM_DIAGRAM_MIN_ITEMCNT" val="2"/>
  <p:tag name="KSO_WM_DIAGRAM_VIRTUALLY_FRAME" val="{&quot;height&quot;:406.33393700787394,&quot;left&quot;:52.1,&quot;top&quot;:103.87574803149604,&quot;width&quot;:846.7}"/>
  <p:tag name="KSO_WM_DIAGRAM_COLOR_MATCH_VALUE" val="{&quot;shape&quot;:{&quot;fill&quot;:{&quot;solid&quot;:{&quot;brightness&quot;:0,&quot;colorType&quot;:1,&quot;foreColorIndex&quot;:2,&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BEAUTIFY_FLAG" val="#wm#"/>
  <p:tag name="KSO_WM_DIAGRAM_VERSION" val="3"/>
  <p:tag name="KSO_WM_DIAGRAM_COLOR_TRICK" val="1"/>
  <p:tag name="KSO_WM_DIAGRAM_COLOR_TEXT_CAN_REMOVE" val="n"/>
  <p:tag name="KSO_WM_UNIT_FILL_TYPE" val="1"/>
  <p:tag name="KSO_WM_UNIT_FILL_FORE_SCHEMECOLOR_INDEX" val="2"/>
  <p:tag name="KSO_WM_UNIT_FILL_FORE_SCHEMECOLOR_INDEX_BRIGHTNESS" val="0"/>
  <p:tag name="KSO_WM_UNIT_USESOURCEFORMAT_APPLY" val="1"/>
</p:tagLst>
</file>

<file path=ppt/tags/tag44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2_1"/>
  <p:tag name="KSO_WM_UNIT_ID" val="diagram20231977_3*l_h_i*1_2_1"/>
  <p:tag name="KSO_WM_TEMPLATE_CATEGORY" val="diagram"/>
  <p:tag name="KSO_WM_TEMPLATE_INDEX" val="20231977"/>
  <p:tag name="KSO_WM_UNIT_LAYERLEVEL" val="1_1_1"/>
  <p:tag name="KSO_WM_TAG_VERSION" val="3.0"/>
  <p:tag name="KSO_WM_DIAGRAM_GROUP_CODE" val="l1-1"/>
  <p:tag name="KSO_WM_DIAGRAM_MAX_ITEMCNT" val="6"/>
  <p:tag name="KSO_WM_DIAGRAM_MIN_ITEMCNT" val="2"/>
  <p:tag name="KSO_WM_DIAGRAM_VIRTUALLY_FRAME" val="{&quot;height&quot;:406.33393700787394,&quot;left&quot;:52.1,&quot;top&quot;:103.87574803149604,&quot;width&quot;:846.7}"/>
  <p:tag name="KSO_WM_DIAGRAM_COLOR_MATCH_VALUE" val="{&quot;shape&quot;:{&quot;fill&quot;:{&quot;type&quot;:0},&quot;glow&quot;:{&quot;colorType&quot;:0},&quot;line&quot;:{&quot;gradient&quot;:[{&quot;brightness&quot;:0.4000000059604645,&quot;colorType&quot;:1,&quot;foreColorIndex&quot;:5,&quot;pos&quot;:0,&quot;transparency&quot;:0.6499999761581421},{&quot;brightness&quot;:0.4000000059604645,&quot;colorType&quot;:1,&quot;foreColorIndex&quot;:5,&quot;pos&quot;:1,&quot;transparency&quot;:1}],&quot;type&quot;:2},&quot;shadow&quot;:{&quot;brightness&quot;:0.6000000238418579,&quot;colorType&quot;:1,&quot;foreColorIndex&quot;:5,&quot;transparency&quot;:0.800000011920929},&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UNIT_TEXT_TYPE" val="1"/>
  <p:tag name="KSO_WM_UNIT_TEXT_FILL_FORE_SCHEMECOLOR_INDEX" val="1"/>
  <p:tag name="KSO_WM_UNIT_TEXT_FILL_TYPE" val="1"/>
  <p:tag name="KSO_WM_UNIT_TEXT_LAYER_COUNT" val="1"/>
  <p:tag name="KSO_WM_BEAUTIFY_FLAG" val="#wm#"/>
  <p:tag name="KSO_WM_DIAGRAM_VERSION" val="3"/>
  <p:tag name="KSO_WM_DIAGRAM_COLOR_TRICK" val="1"/>
  <p:tag name="KSO_WM_DIAGRAM_COLOR_TEXT_CAN_REMOVE" val="n"/>
  <p:tag name="KSO_WM_UNIT_LINE_FORE_SCHEMECOLOR_INDEX" val="6"/>
  <p:tag name="KSO_WM_UNIT_SHADOW_SCHEMECOLOR_INDEX" val="6"/>
  <p:tag name="KSO_WM_UNIT_USESOURCEFORMAT_APPLY" val="1"/>
</p:tagLst>
</file>

<file path=ppt/tags/tag44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2_2"/>
  <p:tag name="KSO_WM_UNIT_ID" val="diagram20231977_3*l_h_i*1_2_2"/>
  <p:tag name="KSO_WM_TEMPLATE_CATEGORY" val="diagram"/>
  <p:tag name="KSO_WM_TEMPLATE_INDEX" val="20231977"/>
  <p:tag name="KSO_WM_UNIT_LAYERLEVEL" val="1_1_1"/>
  <p:tag name="KSO_WM_TAG_VERSION" val="3.0"/>
  <p:tag name="KSO_WM_DIAGRAM_GROUP_CODE" val="l1-1"/>
  <p:tag name="KSO_WM_DIAGRAM_MAX_ITEMCNT" val="6"/>
  <p:tag name="KSO_WM_DIAGRAM_MIN_ITEMCNT" val="2"/>
  <p:tag name="KSO_WM_DIAGRAM_VIRTUALLY_FRAME" val="{&quot;height&quot;:406.33393700787394,&quot;left&quot;:52.1,&quot;top&quot;:103.87574803149604,&quot;width&quot;:846.7}"/>
  <p:tag name="KSO_WM_DIAGRAM_COLOR_MATCH_VALUE" val="{&quot;shape&quot;:{&quot;fill&quot;:{&quot;solid&quot;:{&quot;brightness&quot;:0,&quot;colorType&quot;:1,&quot;foreColorIndex&quot;:2,&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BEAUTIFY_FLAG" val="#wm#"/>
  <p:tag name="KSO_WM_DIAGRAM_VERSION" val="3"/>
  <p:tag name="KSO_WM_DIAGRAM_COLOR_TRICK" val="1"/>
  <p:tag name="KSO_WM_DIAGRAM_COLOR_TEXT_CAN_REMOVE" val="n"/>
  <p:tag name="KSO_WM_UNIT_FILL_TYPE" val="1"/>
  <p:tag name="KSO_WM_UNIT_FILL_FORE_SCHEMECOLOR_INDEX" val="2"/>
  <p:tag name="KSO_WM_UNIT_FILL_FORE_SCHEMECOLOR_INDEX_BRIGHTNESS" val="0"/>
  <p:tag name="KSO_WM_UNIT_USESOURCEFORMAT_APPLY" val="1"/>
</p:tagLst>
</file>

<file path=ppt/tags/tag44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1_1"/>
  <p:tag name="KSO_WM_UNIT_ID" val="diagram20231977_3*l_h_i*1_1_1"/>
  <p:tag name="KSO_WM_TEMPLATE_CATEGORY" val="diagram"/>
  <p:tag name="KSO_WM_TEMPLATE_INDEX" val="20231977"/>
  <p:tag name="KSO_WM_UNIT_LAYERLEVEL" val="1_1_1"/>
  <p:tag name="KSO_WM_TAG_VERSION" val="3.0"/>
  <p:tag name="KSO_WM_DIAGRAM_GROUP_CODE" val="l1-1"/>
  <p:tag name="KSO_WM_DIAGRAM_MAX_ITEMCNT" val="6"/>
  <p:tag name="KSO_WM_DIAGRAM_MIN_ITEMCNT" val="2"/>
  <p:tag name="KSO_WM_DIAGRAM_VIRTUALLY_FRAME" val="{&quot;height&quot;:406.33393700787394,&quot;left&quot;:52.1,&quot;top&quot;:103.87574803149604,&quot;width&quot;:846.7}"/>
  <p:tag name="KSO_WM_DIAGRAM_COLOR_MATCH_VALUE" val="{&quot;shape&quot;:{&quot;fill&quot;:{&quot;type&quot;:0},&quot;glow&quot;:{&quot;colorType&quot;:0},&quot;line&quot;:{&quot;gradient&quot;:[{&quot;brightness&quot;:0.4000000059604645,&quot;colorType&quot;:1,&quot;foreColorIndex&quot;:5,&quot;pos&quot;:0,&quot;transparency&quot;:0.6499999761581421},{&quot;brightness&quot;:0.4000000059604645,&quot;colorType&quot;:1,&quot;foreColorIndex&quot;:5,&quot;pos&quot;:1,&quot;transparency&quot;:1}],&quot;type&quot;:2},&quot;shadow&quot;:{&quot;brightness&quot;:0.6000000238418579,&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UNIT_TEXT_FILL_TYPE" val="1"/>
  <p:tag name="KSO_WM_UNIT_TEXT_TYPE" val="1"/>
  <p:tag name="KSO_WM_UNIT_TEXT_LAYER_COUNT" val="1"/>
  <p:tag name="KSO_WM_BEAUTIFY_FLAG" val="#wm#"/>
  <p:tag name="KSO_WM_DIAGRAM_VERSION" val="3"/>
  <p:tag name="KSO_WM_DIAGRAM_COLOR_TRICK" val="1"/>
  <p:tag name="KSO_WM_DIAGRAM_COLOR_TEXT_CAN_REMOVE" val="n"/>
  <p:tag name="KSO_WM_UNIT_LINE_FORE_SCHEMECOLOR_INDEX" val="5"/>
  <p:tag name="KSO_WM_UNIT_SHADOW_SCHEMECOLOR_INDEX" val="5"/>
  <p:tag name="KSO_WM_UNIT_USESOURCEFORMAT_APPLY" val="1"/>
</p:tagLst>
</file>

<file path=ppt/tags/tag44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1_2"/>
  <p:tag name="KSO_WM_UNIT_ID" val="diagram20231977_3*l_h_i*1_1_2"/>
  <p:tag name="KSO_WM_TEMPLATE_CATEGORY" val="diagram"/>
  <p:tag name="KSO_WM_TEMPLATE_INDEX" val="20231977"/>
  <p:tag name="KSO_WM_UNIT_LAYERLEVEL" val="1_1_1"/>
  <p:tag name="KSO_WM_TAG_VERSION" val="3.0"/>
  <p:tag name="KSO_WM_DIAGRAM_GROUP_CODE" val="l1-1"/>
  <p:tag name="KSO_WM_DIAGRAM_MAX_ITEMCNT" val="6"/>
  <p:tag name="KSO_WM_DIAGRAM_MIN_ITEMCNT" val="2"/>
  <p:tag name="KSO_WM_DIAGRAM_VIRTUALLY_FRAME" val="{&quot;height&quot;:406.33393700787394,&quot;left&quot;:52.1,&quot;top&quot;:103.87574803149604,&quot;width&quot;:846.7}"/>
  <p:tag name="KSO_WM_DIAGRAM_COLOR_MATCH_VALUE" val="{&quot;shape&quot;:{&quot;fill&quot;:{&quot;solid&quot;:{&quot;brightness&quot;:0,&quot;colorType&quot;:1,&quot;foreColorIndex&quot;:2,&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BEAUTIFY_FLAG" val="#wm#"/>
  <p:tag name="KSO_WM_DIAGRAM_VERSION" val="3"/>
  <p:tag name="KSO_WM_DIAGRAM_COLOR_TRICK" val="1"/>
  <p:tag name="KSO_WM_DIAGRAM_COLOR_TEXT_CAN_REMOVE" val="n"/>
  <p:tag name="KSO_WM_UNIT_FILL_TYPE" val="1"/>
  <p:tag name="KSO_WM_UNIT_FILL_FORE_SCHEMECOLOR_INDEX" val="2"/>
  <p:tag name="KSO_WM_UNIT_FILL_FORE_SCHEMECOLOR_INDEX_BRIGHTNESS" val="0"/>
  <p:tag name="KSO_WM_UNIT_USESOURCEFORMAT_APPLY" val="1"/>
</p:tagLst>
</file>

<file path=ppt/tags/tag44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77_3*l_h_a*1_1_1"/>
  <p:tag name="KSO_WM_TEMPLATE_CATEGORY" val="diagram"/>
  <p:tag name="KSO_WM_TEMPLATE_INDEX" val="20231977"/>
  <p:tag name="KSO_WM_UNIT_LAYERLEVEL" val="1_1_1"/>
  <p:tag name="KSO_WM_TAG_VERSION" val="3.0"/>
  <p:tag name="KSO_WM_DIAGRAM_GROUP_CODE" val="l1-1"/>
  <p:tag name="KSO_WM_DIAGRAM_MAX_ITEMCNT" val="6"/>
  <p:tag name="KSO_WM_DIAGRAM_MIN_ITEMCNT" val="2"/>
  <p:tag name="KSO_WM_DIAGRAM_VIRTUALLY_FRAME" val="{&quot;height&quot;:406.33393700787394,&quot;left&quot;:52.1,&quot;top&quot;:103.87574803149604,&quot;width&quot;:84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DIAGRAM_VERSION" val="3"/>
  <p:tag name="KSO_WM_DIAGRAM_COLOR_TRICK" val="1"/>
  <p:tag name="KSO_WM_DIAGRAM_COLOR_TEXT_CAN_REMOVE" val="n"/>
  <p:tag name="KSO_WM_UNIT_PRESET_TEXT" val="添加标题"/>
  <p:tag name="KSO_WM_UNIT_TEXT_FILL_FORE_SCHEMECOLOR_INDEX" val="1"/>
  <p:tag name="KSO_WM_UNIT_TEXT_FILL_TYPE" val="1"/>
  <p:tag name="KSO_WM_UNIT_USESOURCEFORMAT_APPLY" val="1"/>
</p:tagLst>
</file>

<file path=ppt/tags/tag44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977_3*l_h_a*1_2_1"/>
  <p:tag name="KSO_WM_TEMPLATE_CATEGORY" val="diagram"/>
  <p:tag name="KSO_WM_TEMPLATE_INDEX" val="20231977"/>
  <p:tag name="KSO_WM_UNIT_LAYERLEVEL" val="1_1_1"/>
  <p:tag name="KSO_WM_TAG_VERSION" val="3.0"/>
  <p:tag name="KSO_WM_DIAGRAM_GROUP_CODE" val="l1-1"/>
  <p:tag name="KSO_WM_DIAGRAM_MAX_ITEMCNT" val="6"/>
  <p:tag name="KSO_WM_DIAGRAM_MIN_ITEMCNT" val="2"/>
  <p:tag name="KSO_WM_DIAGRAM_VIRTUALLY_FRAME" val="{&quot;height&quot;:406.33393700787394,&quot;left&quot;:52.1,&quot;top&quot;:103.87574803149604,&quot;width&quot;:84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DIAGRAM_VERSION" val="3"/>
  <p:tag name="KSO_WM_DIAGRAM_COLOR_TRICK" val="1"/>
  <p:tag name="KSO_WM_DIAGRAM_COLOR_TEXT_CAN_REMOVE" val="n"/>
  <p:tag name="KSO_WM_UNIT_PRESET_TEXT" val="添加标题"/>
  <p:tag name="KSO_WM_UNIT_TEXT_FILL_FORE_SCHEMECOLOR_INDEX" val="1"/>
  <p:tag name="KSO_WM_UNIT_TEXT_FILL_TYPE" val="1"/>
  <p:tag name="KSO_WM_UNIT_USESOURCEFORMAT_APPLY" val="1"/>
</p:tagLst>
</file>

<file path=ppt/tags/tag44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977_3*l_h_a*1_3_1"/>
  <p:tag name="KSO_WM_TEMPLATE_CATEGORY" val="diagram"/>
  <p:tag name="KSO_WM_TEMPLATE_INDEX" val="20231977"/>
  <p:tag name="KSO_WM_UNIT_LAYERLEVEL" val="1_1_1"/>
  <p:tag name="KSO_WM_TAG_VERSION" val="3.0"/>
  <p:tag name="KSO_WM_DIAGRAM_GROUP_CODE" val="l1-1"/>
  <p:tag name="KSO_WM_DIAGRAM_MAX_ITEMCNT" val="6"/>
  <p:tag name="KSO_WM_DIAGRAM_MIN_ITEMCNT" val="2"/>
  <p:tag name="KSO_WM_DIAGRAM_VIRTUALLY_FRAME" val="{&quot;height&quot;:406.33393700787394,&quot;left&quot;:52.1,&quot;top&quot;:103.87574803149604,&quot;width&quot;:84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DIAGRAM_VERSION" val="3"/>
  <p:tag name="KSO_WM_DIAGRAM_COLOR_TRICK" val="1"/>
  <p:tag name="KSO_WM_DIAGRAM_COLOR_TEXT_CAN_REMOVE" val="n"/>
  <p:tag name="KSO_WM_UNIT_PRESET_TEXT" val="添加标题"/>
  <p:tag name="KSO_WM_UNIT_TEXT_FILL_FORE_SCHEMECOLOR_INDEX" val="1"/>
  <p:tag name="KSO_WM_UNIT_TEXT_FILL_TYPE" val="1"/>
  <p:tag name="KSO_WM_UNIT_USESOURCEFORMAT_APPLY" val="1"/>
</p:tagLst>
</file>

<file path=ppt/tags/tag44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977_3*l_h_a*1_4_1"/>
  <p:tag name="KSO_WM_TEMPLATE_CATEGORY" val="diagram"/>
  <p:tag name="KSO_WM_TEMPLATE_INDEX" val="20231977"/>
  <p:tag name="KSO_WM_UNIT_LAYERLEVEL" val="1_1_1"/>
  <p:tag name="KSO_WM_TAG_VERSION" val="3.0"/>
  <p:tag name="KSO_WM_DIAGRAM_GROUP_CODE" val="l1-1"/>
  <p:tag name="KSO_WM_DIAGRAM_MAX_ITEMCNT" val="6"/>
  <p:tag name="KSO_WM_DIAGRAM_MIN_ITEMCNT" val="2"/>
  <p:tag name="KSO_WM_DIAGRAM_VIRTUALLY_FRAME" val="{&quot;height&quot;:406.33393700787394,&quot;left&quot;:52.1,&quot;top&quot;:103.87574803149604,&quot;width&quot;:84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DIAGRAM_VERSION" val="3"/>
  <p:tag name="KSO_WM_DIAGRAM_COLOR_TRICK" val="1"/>
  <p:tag name="KSO_WM_DIAGRAM_COLOR_TEXT_CAN_REMOVE" val="n"/>
  <p:tag name="KSO_WM_UNIT_PRESET_TEXT" val="添加标题"/>
  <p:tag name="KSO_WM_UNIT_TEXT_FILL_FORE_SCHEMECOLOR_INDEX" val="1"/>
  <p:tag name="KSO_WM_UNIT_TEXT_FILL_TYPE" val="1"/>
  <p:tag name="KSO_WM_UNIT_USESOURCEFORMAT_APPLY" val="1"/>
</p:tagLst>
</file>

<file path=ppt/tags/tag45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977_3*l_h_f*1_1_1"/>
  <p:tag name="KSO_WM_TEMPLATE_CATEGORY" val="diagram"/>
  <p:tag name="KSO_WM_TEMPLATE_INDEX" val="20231977"/>
  <p:tag name="KSO_WM_UNIT_LAYERLEVEL" val="1_1_1"/>
  <p:tag name="KSO_WM_TAG_VERSION" val="3.0"/>
  <p:tag name="KSO_WM_BEAUTIFY_FLAG" val="#wm#"/>
  <p:tag name="KSO_WM_UNIT_TEXT_LAYER_COUNT" val="1"/>
  <p:tag name="KSO_WM_DIAGRAM_GROUP_CODE" val="l1-1"/>
  <p:tag name="KSO_WM_DIAGRAM_VERSION" val="3"/>
  <p:tag name="KSO_WM_DIAGRAM_COLOR_TRICK" val="1"/>
  <p:tag name="KSO_WM_DIAGRAM_COLOR_TEXT_CAN_REMOVE" val="n"/>
  <p:tag name="KSO_WM_UNIT_PRESET_TEXT" val="单击此处添加文本内容，简明扼要地阐述您的观点。根据需要可酌情增减文字，以便观者准确地理解"/>
  <p:tag name="KSO_WM_UNIT_TEXT_FILL_FORE_SCHEMECOLOR_INDEX" val="1"/>
  <p:tag name="KSO_WM_UNIT_TEXT_FILL_TYPE" val="1"/>
  <p:tag name="KSO_WM_UNIT_TEXT_TYPE" val="1"/>
  <p:tag name="KSO_WM_DIAGRAM_MAX_ITEMCNT" val="6"/>
  <p:tag name="KSO_WM_DIAGRAM_MIN_ITEMCNT" val="2"/>
  <p:tag name="KSO_WM_DIAGRAM_VIRTUALLY_FRAME" val="{&quot;height&quot;:406.33393700787394,&quot;left&quot;:52.1,&quot;top&quot;:103.87574803149604,&quot;width&quot;:84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45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977_3*l_h_f*1_2_1"/>
  <p:tag name="KSO_WM_TEMPLATE_CATEGORY" val="diagram"/>
  <p:tag name="KSO_WM_TEMPLATE_INDEX" val="20231977"/>
  <p:tag name="KSO_WM_UNIT_LAYERLEVEL" val="1_1_1"/>
  <p:tag name="KSO_WM_TAG_VERSION" val="3.0"/>
  <p:tag name="KSO_WM_BEAUTIFY_FLAG" val="#wm#"/>
  <p:tag name="KSO_WM_UNIT_TEXT_LAYER_COUNT" val="1"/>
  <p:tag name="KSO_WM_DIAGRAM_GROUP_CODE" val="l1-1"/>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
  <p:tag name="KSO_WM_UNIT_TEXT_FILL_FORE_SCHEMECOLOR_INDEX" val="1"/>
  <p:tag name="KSO_WM_UNIT_TEXT_FILL_TYPE" val="1"/>
  <p:tag name="KSO_WM_UNIT_TEXT_TYPE" val="1"/>
  <p:tag name="KSO_WM_DIAGRAM_MAX_ITEMCNT" val="6"/>
  <p:tag name="KSO_WM_DIAGRAM_MIN_ITEMCNT" val="2"/>
  <p:tag name="KSO_WM_DIAGRAM_VIRTUALLY_FRAME" val="{&quot;height&quot;:406.33393700787394,&quot;left&quot;:52.1,&quot;top&quot;:103.87574803149604,&quot;width&quot;:84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45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977_3*l_h_f*1_3_1"/>
  <p:tag name="KSO_WM_TEMPLATE_CATEGORY" val="diagram"/>
  <p:tag name="KSO_WM_TEMPLATE_INDEX" val="20231977"/>
  <p:tag name="KSO_WM_UNIT_LAYERLEVEL" val="1_1_1"/>
  <p:tag name="KSO_WM_TAG_VERSION" val="3.0"/>
  <p:tag name="KSO_WM_BEAUTIFY_FLAG" val="#wm#"/>
  <p:tag name="KSO_WM_UNIT_TEXT_LAYER_COUNT" val="1"/>
  <p:tag name="KSO_WM_DIAGRAM_GROUP_CODE" val="l1-1"/>
  <p:tag name="KSO_WM_DIAGRAM_VERSION" val="3"/>
  <p:tag name="KSO_WM_DIAGRAM_COLOR_TRICK" val="1"/>
  <p:tag name="KSO_WM_DIAGRAM_COLOR_TEXT_CAN_REMOVE" val="n"/>
  <p:tag name="KSO_WM_UNIT_PRESET_TEXT" val="单击此处添加文本，简明扼要地阐述您的观点。根据需要可酌情增减文字，以便观者准确地理解"/>
  <p:tag name="KSO_WM_UNIT_TEXT_FILL_FORE_SCHEMECOLOR_INDEX" val="1"/>
  <p:tag name="KSO_WM_UNIT_TEXT_FILL_TYPE" val="1"/>
  <p:tag name="KSO_WM_UNIT_TEXT_TYPE" val="1"/>
  <p:tag name="KSO_WM_DIAGRAM_MAX_ITEMCNT" val="6"/>
  <p:tag name="KSO_WM_DIAGRAM_MIN_ITEMCNT" val="2"/>
  <p:tag name="KSO_WM_DIAGRAM_VIRTUALLY_FRAME" val="{&quot;height&quot;:406.33393700787394,&quot;left&quot;:52.1,&quot;top&quot;:103.87574803149604,&quot;width&quot;:84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45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1977_3*l_h_f*1_4_1"/>
  <p:tag name="KSO_WM_TEMPLATE_CATEGORY" val="diagram"/>
  <p:tag name="KSO_WM_TEMPLATE_INDEX" val="20231977"/>
  <p:tag name="KSO_WM_UNIT_LAYERLEVEL" val="1_1_1"/>
  <p:tag name="KSO_WM_TAG_VERSION" val="3.0"/>
  <p:tag name="KSO_WM_BEAUTIFY_FLAG" val="#wm#"/>
  <p:tag name="KSO_WM_UNIT_TEXT_LAYER_COUNT" val="1"/>
  <p:tag name="KSO_WM_DIAGRAM_GROUP_CODE" val="l1-1"/>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
  <p:tag name="KSO_WM_UNIT_TEXT_FILL_FORE_SCHEMECOLOR_INDEX" val="1"/>
  <p:tag name="KSO_WM_UNIT_TEXT_FILL_TYPE" val="1"/>
  <p:tag name="KSO_WM_UNIT_TEXT_TYPE" val="1"/>
  <p:tag name="KSO_WM_DIAGRAM_MAX_ITEMCNT" val="6"/>
  <p:tag name="KSO_WM_DIAGRAM_MIN_ITEMCNT" val="2"/>
  <p:tag name="KSO_WM_DIAGRAM_VIRTUALLY_FRAME" val="{&quot;height&quot;:406.33393700787394,&quot;left&quot;:52.1,&quot;top&quot;:103.87574803149604,&quot;width&quot;:846.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454.xml><?xml version="1.0" encoding="utf-8"?>
<p:tagLst xmlns:p="http://schemas.openxmlformats.org/presentationml/2006/main">
  <p:tag name="KSO_WM_SLIDE_ID" val="diagram20231977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diagram"/>
  <p:tag name="KSO_WM_TEMPLATE_INDEX" val="20231977"/>
  <p:tag name="KSO_WM_SLIDE_TYPE" val="text"/>
  <p:tag name="KSO_WM_SLIDE_SUBTYPE" val="diag"/>
  <p:tag name="KSO_WM_SLIDE_SIZE" val="850.35*373.2"/>
  <p:tag name="KSO_WM_SLIDE_POSITION" val="54.875*105.585"/>
  <p:tag name="KSO_WM_SLIDE_LAYOUT" val="a_l"/>
  <p:tag name="KSO_WM_SLIDE_LAYOUT_CNT" val="1_1"/>
  <p:tag name="KSO_WM_SPECIAL_SOURCE" val="bdnull"/>
  <p:tag name="KSO_WM_DIAGRAM_GROUP_CODE" val="l1-1"/>
  <p:tag name="KSO_WM_SLIDE_DIAGTYPE" val="l"/>
</p:tagLst>
</file>

<file path=ppt/tags/tag4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3_1*i*1"/>
  <p:tag name="KSO_WM_TEMPLATE_CATEGORY" val="custom"/>
  <p:tag name="KSO_WM_TEMPLATE_INDEX" val="20235633"/>
  <p:tag name="KSO_WM_UNIT_LAYERLEVEL" val="1"/>
  <p:tag name="KSO_WM_TAG_VERSION" val="3.0"/>
  <p:tag name="KSO_WM_BEAUTIFY_FLAG" val="#wm#"/>
</p:tagLst>
</file>

<file path=ppt/tags/tag4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3_1*i*2"/>
  <p:tag name="KSO_WM_TEMPLATE_CATEGORY" val="custom"/>
  <p:tag name="KSO_WM_TEMPLATE_INDEX" val="20235633"/>
  <p:tag name="KSO_WM_UNIT_LAYERLEVEL" val="1"/>
  <p:tag name="KSO_WM_TAG_VERSION" val="3.0"/>
  <p:tag name="KSO_WM_BEAUTIFY_FLAG" val="#wm#"/>
</p:tagLst>
</file>

<file path=ppt/tags/tag45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3_1*a*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添加标题内容"/>
</p:tagLst>
</file>

<file path=ppt/tags/tag458.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3_1*f*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输入你的正文，文字是您思想的提炼，为了最终演示发布的良好效果，请尽量言简意赅的阐述观点。根据需要可酌情增减文字。&#10;单击此处输入你的正文，文字是您思想的提炼，为了最终演示发布的良好效果，请尽量言简意赅的阐述观点。&#10;单击此处输入你的正文，文字是您思想的提炼，为了最终演示发布的良好效果，请尽量言简意赅的阐述观点。根据需要可酌情增减文字，以便观者可以准确理解您所传达的信息。单击此处输入你的正文。"/>
</p:tagLst>
</file>

<file path=ppt/tags/tag459.xml><?xml version="1.0" encoding="utf-8"?>
<p:tagLst xmlns:p="http://schemas.openxmlformats.org/presentationml/2006/main">
  <p:tag name="KSO_WM_SLIDE_ID" val="custom2023563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59*539"/>
  <p:tag name="KSO_WM_SLIDE_POSITION" val="0*0"/>
  <p:tag name="KSO_WM_TAG_VERSION" val="3.0"/>
  <p:tag name="KSO_WM_BEAUTIFY_FLAG" val="#wm#"/>
  <p:tag name="KSO_WM_TEMPLATE_CATEGORY" val="custom"/>
  <p:tag name="KSO_WM_TEMPLATE_INDEX" val="20235633"/>
  <p:tag name="KSO_WM_SLIDE_LAYOUT" val="a_f"/>
  <p:tag name="KSO_WM_SLIDE_LAYOUT_CNT" val="1_1"/>
</p:tagLst>
</file>

<file path=ppt/tags/tag46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4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985_1*l_h_i*1_2_1"/>
  <p:tag name="KSO_WM_TEMPLATE_CATEGORY" val="diagram"/>
  <p:tag name="KSO_WM_TEMPLATE_INDEX" val="20231985"/>
  <p:tag name="KSO_WM_UNIT_LAYERLEVEL" val="1_1_1"/>
  <p:tag name="KSO_WM_TAG_VERSION" val="3.0"/>
  <p:tag name="KSO_WM_DIAGRAM_VERSION" val="3"/>
  <p:tag name="KSO_WM_DIAGRAM_COLOR_TEXT_CAN_REMOVE" val="n"/>
  <p:tag name="KSO_WM_DIAGRAM_MAX_ITEMCNT" val="2"/>
  <p:tag name="KSO_WM_DIAGRAM_MIN_ITEMCNT" val="2"/>
  <p:tag name="KSO_WM_DIAGRAM_VIRTUALLY_FRAME" val="{&quot;height&quot;:421.9499911061419,&quot;left&quot;:48.9722047244094,&quot;top&quot;:103.85000889385806,&quot;width&quot;:869.9777952755907}"/>
  <p:tag name="KSO_WM_DIAGRAM_COLOR_MATCH_VALUE" val="{&quot;shape&quot;:{&quot;fill&quot;:{&quot;solid&quot;:{&quot;brightness&quot;:0,&quot;colorType&quot;:2,&quot;rgb&quot;:&quot;#ffffff&quot;,&quot;transparency&quot;:0.8500000238418579},&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UNIT_FILL_FORE_SCHEMECOLOR_INDEX" val="2"/>
  <p:tag name="KSO_WM_UNIT_FILL_FORE_SCHEMECOLOR_INDEX_BRIGHTNESS" val="0.6"/>
  <p:tag name="KSO_WM_BEAUTIFY_FLAG" val="#wm#"/>
  <p:tag name="KSO_WM_UNIT_LINE_FORE_SCHEMECOLOR_INDEX" val="5"/>
  <p:tag name="KSO_WM_DIAGRAM_USE_COLOR_VALUE" val="{&quot;color_scheme&quot;:1,&quot;color_type&quot;:1,&quot;theme_color_indexes&quot;:[5,6,5,6,5,6]}"/>
</p:tagLst>
</file>

<file path=ppt/tags/tag462.xml><?xml version="1.0" encoding="utf-8"?>
<p:tagLst xmlns:p="http://schemas.openxmlformats.org/presentationml/2006/main">
  <p:tag name="KSO_WM_UNIT_BLOCK" val="0"/>
  <p:tag name="KSO_WM_UNIT_DEC_AREA_ID" val="c37347cbc0a24348939d931e37367649"/>
  <p:tag name="KSO_WM_UNIT_DEFAULT_FONT" val="12;18;2"/>
  <p:tag name="KSO_WM_UNIT_SUBTYPE" val="a"/>
  <p:tag name="KSO_WM_UNIT_NOCLEAR" val="0"/>
  <p:tag name="KSO_WM_UNIT_VALUE" val="46"/>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85_1*l_h_f*1_2_1"/>
  <p:tag name="KSO_WM_TEMPLATE_CATEGORY" val="diagram"/>
  <p:tag name="KSO_WM_TEMPLATE_INDEX" val="20231985"/>
  <p:tag name="KSO_WM_UNIT_LAYERLEVEL" val="1_1_1"/>
  <p:tag name="KSO_WM_TAG_VERSION" val="3.0"/>
  <p:tag name="KSO_WM_DIAGRAM_VERSION" val="3"/>
  <p:tag name="KSO_WM_DIAGRAM_COLOR_TEXT_CAN_REMOVE" val="n"/>
  <p:tag name="KSO_WM_DIAGRAM_MAX_ITEMCNT" val="2"/>
  <p:tag name="KSO_WM_DIAGRAM_MIN_ITEMCNT" val="2"/>
  <p:tag name="KSO_WM_DIAGRAM_VIRTUALLY_FRAME" val="{&quot;height&quot;:421.9499911061419,&quot;left&quot;:48.9722047244094,&quot;top&quot;:103.85000889385806,&quot;width&quot;:869.977795275590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UNIT_TEXT_TYPE" val="1"/>
  <p:tag name="KSO_WM_UNIT_TEXT_LAYER_COUNT" val="1"/>
  <p:tag name="KSO_WM_BEAUTIFY_FLAG" val="#wm#"/>
  <p:tag name="KSO_WM_UNIT_PRESET_TEXT" val="单击此处输入智能图形单击此处输入智能图形单击此处输入智能图形单击此处输入智能图形单击此处输入智能图形"/>
  <p:tag name="KSO_WM_UNIT_TEXT_FILL_FORE_SCHEMECOLOR_INDEX" val="1"/>
  <p:tag name="KSO_WM_UNIT_TEXT_FILL_TYPE" val="1"/>
  <p:tag name="KSO_WM_DIAGRAM_USE_COLOR_VALUE" val="{&quot;color_scheme&quot;:1,&quot;color_type&quot;:1,&quot;theme_color_indexes&quot;:[5,6,5,6,5,6]}"/>
</p:tagLst>
</file>

<file path=ppt/tags/tag4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985_1*l_h_i*1_1_1"/>
  <p:tag name="KSO_WM_TEMPLATE_CATEGORY" val="diagram"/>
  <p:tag name="KSO_WM_TEMPLATE_INDEX" val="20231985"/>
  <p:tag name="KSO_WM_UNIT_LAYERLEVEL" val="1_1_1"/>
  <p:tag name="KSO_WM_TAG_VERSION" val="3.0"/>
  <p:tag name="KSO_WM_DIAGRAM_VERSION" val="3"/>
  <p:tag name="KSO_WM_DIAGRAM_COLOR_TEXT_CAN_REMOVE" val="n"/>
  <p:tag name="KSO_WM_DIAGRAM_MAX_ITEMCNT" val="2"/>
  <p:tag name="KSO_WM_DIAGRAM_MIN_ITEMCNT" val="2"/>
  <p:tag name="KSO_WM_DIAGRAM_VIRTUALLY_FRAME" val="{&quot;height&quot;:421.9499911061419,&quot;left&quot;:48.9722047244094,&quot;top&quot;:103.85000889385806,&quot;width&quot;:869.9777952755907}"/>
  <p:tag name="KSO_WM_DIAGRAM_COLOR_MATCH_VALUE" val="{&quot;shape&quot;:{&quot;fill&quot;:{&quot;gradient&quot;:[{&quot;brightness&quot;:0,&quot;colorType&quot;:1,&quot;foreColorIndex&quot;:5,&quot;pos&quot;:0,&quot;transparency&quot;:0},{&quot;brightness&quot;:0,&quot;colorType&quot;:1,&quot;foreColorIndex&quot;:5,&quot;pos&quot;:0.5,&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BEAUTIFY_FLAG" val="#wm#"/>
  <p:tag name="KSO_WM_UNIT_FILL_TYPE" val="3"/>
  <p:tag name="KSO_WM_DIAGRAM_USE_COLOR_VALUE" val="{&quot;color_scheme&quot;:1,&quot;color_type&quot;:1,&quot;theme_color_indexes&quot;:[5,6,5,6,5,6]}"/>
</p:tagLst>
</file>

<file path=ppt/tags/tag464.xml><?xml version="1.0" encoding="utf-8"?>
<p:tagLst xmlns:p="http://schemas.openxmlformats.org/presentationml/2006/main">
  <p:tag name="KSO_WM_UNIT_BLOCK" val="0"/>
  <p:tag name="KSO_WM_UNIT_DEC_AREA_ID" val="c37347cbc0a24348939d931e37367649"/>
  <p:tag name="KSO_WM_UNIT_DEFAULT_FONT" val="12;18;2"/>
  <p:tag name="KSO_WM_UNIT_SUBTYPE" val="a"/>
  <p:tag name="KSO_WM_UNIT_NOCLEAR" val="0"/>
  <p:tag name="KSO_WM_UNIT_VALUE" val="46"/>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85_1*l_h_f*1_1_1"/>
  <p:tag name="KSO_WM_TEMPLATE_CATEGORY" val="diagram"/>
  <p:tag name="KSO_WM_TEMPLATE_INDEX" val="20231985"/>
  <p:tag name="KSO_WM_UNIT_LAYERLEVEL" val="1_1_1"/>
  <p:tag name="KSO_WM_TAG_VERSION" val="3.0"/>
  <p:tag name="KSO_WM_DIAGRAM_VERSION" val="3"/>
  <p:tag name="KSO_WM_DIAGRAM_COLOR_TEXT_CAN_REMOVE" val="n"/>
  <p:tag name="KSO_WM_DIAGRAM_MAX_ITEMCNT" val="2"/>
  <p:tag name="KSO_WM_DIAGRAM_MIN_ITEMCNT" val="2"/>
  <p:tag name="KSO_WM_DIAGRAM_VIRTUALLY_FRAME" val="{&quot;height&quot;:421.9499911061419,&quot;left&quot;:48.9722047244094,&quot;top&quot;:103.85000889385806,&quot;width&quot;:869.977795275590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UNIT_TEXT_TYPE" val="1"/>
  <p:tag name="KSO_WM_UNIT_TEXT_LAYER_COUNT" val="1"/>
  <p:tag name="KSO_WM_BEAUTIFY_FLAG" val="#wm#"/>
  <p:tag name="KSO_WM_UNIT_PRESET_TEXT" val="单击此处输入智能图形单击此处输入智能图形单击此处输入智能图形单击此处输入智能图形单击此处输入智能图形"/>
  <p:tag name="KSO_WM_UNIT_TEXT_FILL_FORE_SCHEMECOLOR_INDEX" val="1"/>
  <p:tag name="KSO_WM_UNIT_TEXT_FILL_TYPE" val="1"/>
  <p:tag name="KSO_WM_DIAGRAM_USE_COLOR_VALUE" val="{&quot;color_scheme&quot;:1,&quot;color_type&quot;:1,&quot;theme_color_indexes&quot;:[5,6,5,6,5,6]}"/>
</p:tagLst>
</file>

<file path=ppt/tags/tag465.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 name="resource_record_key" val="{&quot;65&quot;:[20235919],&quot;70&quot;:[3321538]}"/>
</p:tagLst>
</file>

<file path=ppt/tags/tag46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4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4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469.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470.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47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88_1*a*1"/>
  <p:tag name="KSO_WM_TEMPLATE_CATEGORY" val="diagram"/>
  <p:tag name="KSO_WM_TEMPLATE_INDEX" val="20235188"/>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472.xml><?xml version="1.0" encoding="utf-8"?>
<p:tagLst xmlns:p="http://schemas.openxmlformats.org/presentationml/2006/main">
  <p:tag name="KSO_WM_DIAGRAM_VIRTUALLY_FRAME" val="{&quot;height&quot;:417.40472683898497,&quot;left&quot;:52.05,&quot;top&quot;:101.3499975704639,&quot;width&quot;:853.15}"/>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88_1*l_h_i*1_1_1"/>
  <p:tag name="KSO_WM_TEMPLATE_CATEGORY" val="diagram"/>
  <p:tag name="KSO_WM_TEMPLATE_INDEX" val="20235188"/>
  <p:tag name="KSO_WM_UNIT_LAYERLEVEL" val="1_1_1"/>
  <p:tag name="KSO_WM_TAG_VERSION" val="3.0"/>
  <p:tag name="KSO_WM_DIAGRAM_MAX_ITEMCNT" val="2"/>
  <p:tag name="KSO_WM_DIAGRAM_MIN_ITEMCNT" val="2"/>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 name="KSO_WM_BEAUTIFY_FLAG" val="#wm#"/>
  <p:tag name="KSO_WM_UNIT_TEXT_FILL_FORE_SCHEMECOLOR_INDEX" val="2"/>
  <p:tag name="KSO_WM_UNIT_TEXT_FILL_TYPE" val="1"/>
  <p:tag name="KSO_WM_UNIT_USESOURCEFORMAT_APPLY" val="1"/>
</p:tagLst>
</file>

<file path=ppt/tags/tag47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5188_1*l_h_f*1_1_1"/>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DIAGRAM_GROUP_CODE" val="l1-1"/>
  <p:tag name="KSO_WM_DIAGRAM_COLOR_TRICK" val="2"/>
  <p:tag name="KSO_WM_DIAGRAM_COLOR_TEXT_CAN_REMOVE" val="n"/>
  <p:tag name="KSO_WM_DIAGRAM_VERSION" val="3"/>
  <p:tag name="KSO_WM_UNIT_TEXT_TYPE" val="1"/>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根据需要可酌情增减文字，以便观者准确地理解您传达的思想。"/>
  <p:tag name="KSO_WM_UNIT_TEXT_FILL_FORE_SCHEMECOLOR_INDEX" val="1"/>
  <p:tag name="KSO_WM_UNIT_TEXT_FILL_TYPE" val="1"/>
  <p:tag name="KSO_WM_BEAUTIFY_FLAG" val="#wm#"/>
  <p:tag name="KSO_WM_UNIT_USESOURCEFORMAT_APPLY" val="1"/>
</p:tagLst>
</file>

<file path=ppt/tags/tag474.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5188_1*l_h_i*1_1_2"/>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gradient&quot;:[{&quot;brightness&quot;:0.4000000059604645,&quot;colorType&quot;:1,&quot;foreColorIndex&quot;:5,&quot;pos&quot;:0,&quot;transparency&quot;:0},{&quot;brightness&quot;:0,&quot;colorType&quot;:1,&quot;foreColorIndex&quot;:5,&quot;pos&quot;:0.5,&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BEAUTIFY_FLAG" val="#wm#"/>
  <p:tag name="KSO_WM_UNIT_SHADOW_SCHEMECOLOR_INDEX" val="5"/>
  <p:tag name="KSO_WM_UNIT_TEXT_FILL_FORE_SCHEMECOLOR_INDEX" val="2"/>
  <p:tag name="KSO_WM_UNIT_TEXT_FILL_TYPE" val="1"/>
  <p:tag name="KSO_WM_UNIT_USESOURCEFORMAT_APPLY" val="1"/>
</p:tagLst>
</file>

<file path=ppt/tags/tag475.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x"/>
  <p:tag name="KSO_WM_UNIT_INDEX" val="1_1_4"/>
  <p:tag name="KSO_WM_UNIT_ID" val="diagram20235188_1*l_h_x*1_1_4"/>
  <p:tag name="KSO_WM_TEMPLATE_CATEGORY" val="diagram"/>
  <p:tag name="KSO_WM_TEMPLATE_INDEX" val="20235188"/>
  <p:tag name="KSO_WM_UNIT_LAYERLEVEL" val="1_1_1"/>
  <p:tag name="KSO_WM_TAG_VERSION" val="3.0"/>
  <p:tag name="KSO_WM_UNIT_VALUE" val="75*75"/>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476.xml><?xml version="1.0" encoding="utf-8"?>
<p:tagLst xmlns:p="http://schemas.openxmlformats.org/presentationml/2006/main">
  <p:tag name="KSO_WM_DIAGRAM_VIRTUALLY_FRAME" val="{&quot;height&quot;:417.40472683898497,&quot;left&quot;:52.05,&quot;top&quot;:101.3499975704639,&quot;width&quot;:853.15}"/>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88_1*l_h_i*1_2_1"/>
  <p:tag name="KSO_WM_TEMPLATE_CATEGORY" val="diagram"/>
  <p:tag name="KSO_WM_TEMPLATE_INDEX" val="20235188"/>
  <p:tag name="KSO_WM_UNIT_LAYERLEVEL" val="1_1_1"/>
  <p:tag name="KSO_WM_TAG_VERSION" val="3.0"/>
  <p:tag name="KSO_WM_DIAGRAM_MAX_ITEMCNT" val="2"/>
  <p:tag name="KSO_WM_DIAGRAM_MIN_ITEMCNT" val="2"/>
  <p:tag name="KSO_WM_DIAGRAM_COLOR_MATCH_VALUE" val="{&quot;shape&quot;:{&quot;fill&quot;:{&quot;solid&quot;:{&quot;brightness&quot;:0.6000000238418579,&quot;colorType&quot;:1,&quot;foreColorIndex&quot;:6,&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6"/>
  <p:tag name="KSO_WM_BEAUTIFY_FLAG" val="#wm#"/>
  <p:tag name="KSO_WM_UNIT_TEXT_FILL_FORE_SCHEMECOLOR_INDEX" val="2"/>
  <p:tag name="KSO_WM_UNIT_TEXT_FILL_TYPE" val="1"/>
  <p:tag name="KSO_WM_UNIT_USESOURCEFORMAT_APPLY" val="1"/>
</p:tagLst>
</file>

<file path=ppt/tags/tag47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5188_1*l_h_f*1_2_1"/>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DIAGRAM_GROUP_CODE" val="l1-1"/>
  <p:tag name="KSO_WM_DIAGRAM_COLOR_TRICK" val="2"/>
  <p:tag name="KSO_WM_DIAGRAM_COLOR_TEXT_CAN_REMOVE" val="n"/>
  <p:tag name="KSO_WM_DIAGRAM_VERSION" val="3"/>
  <p:tag name="KSO_WM_UNIT_TEXT_TYPE" val="1"/>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根据需要可酌情增减文字，以便观者准确地理解您传达的思想。"/>
  <p:tag name="KSO_WM_UNIT_TEXT_FILL_FORE_SCHEMECOLOR_INDEX" val="1"/>
  <p:tag name="KSO_WM_UNIT_TEXT_FILL_TYPE" val="1"/>
  <p:tag name="KSO_WM_BEAUTIFY_FLAG" val="#wm#"/>
  <p:tag name="KSO_WM_UNIT_USESOURCEFORMAT_APPLY" val="1"/>
</p:tagLst>
</file>

<file path=ppt/tags/tag478.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5188_1*l_h_i*1_2_2"/>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gradient&quot;:[{&quot;brightness&quot;:0.4000000059604645,&quot;colorType&quot;:1,&quot;foreColorIndex&quot;:6,&quot;pos&quot;:0,&quot;transparency&quot;:0},{&quot;brightness&quot;:0,&quot;colorType&quot;:1,&quot;foreColorIndex&quot;:6,&quot;pos&quot;:0.5,&quot;transparency&quot;:0}],&quot;type&quot;:3},&quot;glow&quot;:{&quot;colorType&quot;:0},&quot;line&quot;:{&quot;type&quot;:0},&quot;shadow&quot;:{&quot;brightness&quot;:-0.25,&quot;colorType&quot;:1,&quot;foreColorIndex&quot;:6,&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BEAUTIFY_FLAG" val="#wm#"/>
  <p:tag name="KSO_WM_UNIT_SHADOW_SCHEMECOLOR_INDEX" val="6"/>
  <p:tag name="KSO_WM_UNIT_TEXT_FILL_FORE_SCHEMECOLOR_INDEX" val="2"/>
  <p:tag name="KSO_WM_UNIT_TEXT_FILL_TYPE" val="1"/>
  <p:tag name="KSO_WM_UNIT_USESOURCEFORMAT_APPLY" val="1"/>
</p:tagLst>
</file>

<file path=ppt/tags/tag479.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x"/>
  <p:tag name="KSO_WM_UNIT_INDEX" val="1_2_4"/>
  <p:tag name="KSO_WM_UNIT_ID" val="diagram20235188_1*l_h_x*1_2_4"/>
  <p:tag name="KSO_WM_TEMPLATE_CATEGORY" val="diagram"/>
  <p:tag name="KSO_WM_TEMPLATE_INDEX" val="20235188"/>
  <p:tag name="KSO_WM_UNIT_LAYERLEVEL" val="1_1_1"/>
  <p:tag name="KSO_WM_TAG_VERSION" val="3.0"/>
  <p:tag name="KSO_WM_UNIT_VALUE" val="72*72"/>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480.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5188_1*l_h_i*1_1_3"/>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solid&quot;:{&quot;brightness&quot;:0.4000000059604645,&quot;colorType&quot;:1,&quot;foreColorIndex&quot;:5,&quot;transparency&quot;:0.370000004768371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BEAUTIFY_FLAG" val="#wm#"/>
  <p:tag name="KSO_WM_UNIT_TEXT_FILL_FORE_SCHEMECOLOR_INDEX" val="2"/>
  <p:tag name="KSO_WM_UNIT_TEXT_FILL_TYPE" val="1"/>
  <p:tag name="KSO_WM_UNIT_USESOURCEFORMAT_APPLY" val="1"/>
</p:tagLst>
</file>

<file path=ppt/tags/tag481.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5188_1*l_h_i*1_2_3"/>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solid&quot;:{&quot;brightness&quot;:0.4000000059604645,&quot;colorType&quot;:1,&quot;foreColorIndex&quot;:6,&quot;transparency&quot;:0.370000004768371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4"/>
  <p:tag name="KSO_WM_BEAUTIFY_FLAG" val="#wm#"/>
  <p:tag name="KSO_WM_UNIT_TEXT_FILL_FORE_SCHEMECOLOR_INDEX" val="2"/>
  <p:tag name="KSO_WM_UNIT_TEXT_FILL_TYPE" val="1"/>
  <p:tag name="KSO_WM_UNIT_USESOURCEFORMAT_APPLY" val="1"/>
</p:tagLst>
</file>

<file path=ppt/tags/tag482.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162_1*l_h_a*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UNIT_PRESET_TEXT" val="单击此处添加标题"/>
  <p:tag name="KSO_WM_UNIT_TEXT_FILL_FORE_SCHEMECOLOR_INDEX" val="1"/>
  <p:tag name="KSO_WM_UNIT_TEXT_FILL_TYPE" val="1"/>
  <p:tag name="KSO_WM_UNIT_USESOURCEFORMAT_APPLY" val="1"/>
</p:tagLst>
</file>

<file path=ppt/tags/tag483.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162_1*l_h_a*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UNIT_PRESET_TEXT" val="单击此处添加标题"/>
  <p:tag name="KSO_WM_UNIT_TEXT_FILL_FORE_SCHEMECOLOR_INDEX" val="1"/>
  <p:tag name="KSO_WM_UNIT_TEXT_FILL_TYPE" val="1"/>
  <p:tag name="KSO_WM_UNIT_USESOURCEFORMAT_APPLY" val="1"/>
</p:tagLst>
</file>

<file path=ppt/tags/tag484.xml><?xml version="1.0" encoding="utf-8"?>
<p:tagLst xmlns:p="http://schemas.openxmlformats.org/presentationml/2006/main">
  <p:tag name="KSO_WM_SLIDE_ID" val="diagram20235188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5188"/>
  <p:tag name="KSO_WM_SLIDE_TYPE" val="text"/>
  <p:tag name="KSO_WM_SLIDE_SUBTYPE" val="diag"/>
  <p:tag name="KSO_WM_SLIDE_SIZE" val="850.35*386.852"/>
  <p:tag name="KSO_WM_SLIDE_POSITION" val="54.8*113.4"/>
  <p:tag name="KSO_WM_SLIDE_LAYOUT" val="a_l"/>
  <p:tag name="KSO_WM_SLIDE_LAYOUT_CNT" val="1_1"/>
  <p:tag name="KSO_WM_SPECIAL_SOURCE" val="bdnull"/>
  <p:tag name="KSO_WM_DIAGRAM_GROUP_CODE" val="l1-1"/>
  <p:tag name="KSO_WM_SLIDE_DIAGTYPE" val="l"/>
</p:tagLst>
</file>

<file path=ppt/tags/tag48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88_1*a*1"/>
  <p:tag name="KSO_WM_TEMPLATE_CATEGORY" val="diagram"/>
  <p:tag name="KSO_WM_TEMPLATE_INDEX" val="20235188"/>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486.xml><?xml version="1.0" encoding="utf-8"?>
<p:tagLst xmlns:p="http://schemas.openxmlformats.org/presentationml/2006/main">
  <p:tag name="KSO_WM_DIAGRAM_VIRTUALLY_FRAME" val="{&quot;height&quot;:417.40472683898497,&quot;left&quot;:52.05,&quot;top&quot;:101.3499975704639,&quot;width&quot;:853.15}"/>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88_1*l_h_i*1_1_1"/>
  <p:tag name="KSO_WM_TEMPLATE_CATEGORY" val="diagram"/>
  <p:tag name="KSO_WM_TEMPLATE_INDEX" val="20235188"/>
  <p:tag name="KSO_WM_UNIT_LAYERLEVEL" val="1_1_1"/>
  <p:tag name="KSO_WM_TAG_VERSION" val="3.0"/>
  <p:tag name="KSO_WM_DIAGRAM_MAX_ITEMCNT" val="2"/>
  <p:tag name="KSO_WM_DIAGRAM_MIN_ITEMCNT" val="2"/>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 name="KSO_WM_BEAUTIFY_FLAG" val="#wm#"/>
  <p:tag name="KSO_WM_UNIT_TEXT_FILL_FORE_SCHEMECOLOR_INDEX" val="2"/>
  <p:tag name="KSO_WM_UNIT_TEXT_FILL_TYPE" val="1"/>
  <p:tag name="KSO_WM_UNIT_USESOURCEFORMAT_APPLY" val="1"/>
</p:tagLst>
</file>

<file path=ppt/tags/tag48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5188_1*l_h_f*1_1_1"/>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DIAGRAM_GROUP_CODE" val="l1-1"/>
  <p:tag name="KSO_WM_DIAGRAM_COLOR_TRICK" val="2"/>
  <p:tag name="KSO_WM_DIAGRAM_COLOR_TEXT_CAN_REMOVE" val="n"/>
  <p:tag name="KSO_WM_DIAGRAM_VERSION" val="3"/>
  <p:tag name="KSO_WM_UNIT_TEXT_TYPE" val="1"/>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根据需要可酌情增减文字，以便观者准确地理解您传达的思想。"/>
  <p:tag name="KSO_WM_UNIT_TEXT_FILL_FORE_SCHEMECOLOR_INDEX" val="1"/>
  <p:tag name="KSO_WM_UNIT_TEXT_FILL_TYPE" val="1"/>
  <p:tag name="KSO_WM_BEAUTIFY_FLAG" val="#wm#"/>
  <p:tag name="KSO_WM_UNIT_USESOURCEFORMAT_APPLY" val="1"/>
</p:tagLst>
</file>

<file path=ppt/tags/tag488.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5188_1*l_h_i*1_1_2"/>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gradient&quot;:[{&quot;brightness&quot;:0.4000000059604645,&quot;colorType&quot;:1,&quot;foreColorIndex&quot;:5,&quot;pos&quot;:0,&quot;transparency&quot;:0},{&quot;brightness&quot;:0,&quot;colorType&quot;:1,&quot;foreColorIndex&quot;:5,&quot;pos&quot;:0.5,&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BEAUTIFY_FLAG" val="#wm#"/>
  <p:tag name="KSO_WM_UNIT_SHADOW_SCHEMECOLOR_INDEX" val="5"/>
  <p:tag name="KSO_WM_UNIT_TEXT_FILL_FORE_SCHEMECOLOR_INDEX" val="2"/>
  <p:tag name="KSO_WM_UNIT_TEXT_FILL_TYPE" val="1"/>
  <p:tag name="KSO_WM_UNIT_USESOURCEFORMAT_APPLY" val="1"/>
</p:tagLst>
</file>

<file path=ppt/tags/tag489.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x"/>
  <p:tag name="KSO_WM_UNIT_INDEX" val="1_1_4"/>
  <p:tag name="KSO_WM_UNIT_ID" val="diagram20235188_1*l_h_x*1_1_4"/>
  <p:tag name="KSO_WM_TEMPLATE_CATEGORY" val="diagram"/>
  <p:tag name="KSO_WM_TEMPLATE_INDEX" val="20235188"/>
  <p:tag name="KSO_WM_UNIT_LAYERLEVEL" val="1_1_1"/>
  <p:tag name="KSO_WM_TAG_VERSION" val="3.0"/>
  <p:tag name="KSO_WM_UNIT_VALUE" val="75*75"/>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490.xml><?xml version="1.0" encoding="utf-8"?>
<p:tagLst xmlns:p="http://schemas.openxmlformats.org/presentationml/2006/main">
  <p:tag name="KSO_WM_DIAGRAM_VIRTUALLY_FRAME" val="{&quot;height&quot;:417.40472683898497,&quot;left&quot;:52.05,&quot;top&quot;:101.3499975704639,&quot;width&quot;:853.15}"/>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88_1*l_h_i*1_2_1"/>
  <p:tag name="KSO_WM_TEMPLATE_CATEGORY" val="diagram"/>
  <p:tag name="KSO_WM_TEMPLATE_INDEX" val="20235188"/>
  <p:tag name="KSO_WM_UNIT_LAYERLEVEL" val="1_1_1"/>
  <p:tag name="KSO_WM_TAG_VERSION" val="3.0"/>
  <p:tag name="KSO_WM_DIAGRAM_MAX_ITEMCNT" val="2"/>
  <p:tag name="KSO_WM_DIAGRAM_MIN_ITEMCNT" val="2"/>
  <p:tag name="KSO_WM_DIAGRAM_COLOR_MATCH_VALUE" val="{&quot;shape&quot;:{&quot;fill&quot;:{&quot;solid&quot;:{&quot;brightness&quot;:0.6000000238418579,&quot;colorType&quot;:1,&quot;foreColorIndex&quot;:6,&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6"/>
  <p:tag name="KSO_WM_BEAUTIFY_FLAG" val="#wm#"/>
  <p:tag name="KSO_WM_UNIT_TEXT_FILL_FORE_SCHEMECOLOR_INDEX" val="2"/>
  <p:tag name="KSO_WM_UNIT_TEXT_FILL_TYPE" val="1"/>
  <p:tag name="KSO_WM_UNIT_USESOURCEFORMAT_APPLY" val="1"/>
</p:tagLst>
</file>

<file path=ppt/tags/tag49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5188_1*l_h_f*1_2_1"/>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DIAGRAM_GROUP_CODE" val="l1-1"/>
  <p:tag name="KSO_WM_DIAGRAM_COLOR_TRICK" val="2"/>
  <p:tag name="KSO_WM_DIAGRAM_COLOR_TEXT_CAN_REMOVE" val="n"/>
  <p:tag name="KSO_WM_DIAGRAM_VERSION" val="3"/>
  <p:tag name="KSO_WM_UNIT_TEXT_TYPE" val="1"/>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根据需要可酌情增减文字，以便观者准确地理解您传达的思想。"/>
  <p:tag name="KSO_WM_UNIT_TEXT_FILL_FORE_SCHEMECOLOR_INDEX" val="1"/>
  <p:tag name="KSO_WM_UNIT_TEXT_FILL_TYPE" val="1"/>
  <p:tag name="KSO_WM_BEAUTIFY_FLAG" val="#wm#"/>
  <p:tag name="KSO_WM_UNIT_USESOURCEFORMAT_APPLY" val="1"/>
</p:tagLst>
</file>

<file path=ppt/tags/tag492.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5188_1*l_h_i*1_2_2"/>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gradient&quot;:[{&quot;brightness&quot;:0.4000000059604645,&quot;colorType&quot;:1,&quot;foreColorIndex&quot;:6,&quot;pos&quot;:0,&quot;transparency&quot;:0},{&quot;brightness&quot;:0,&quot;colorType&quot;:1,&quot;foreColorIndex&quot;:6,&quot;pos&quot;:0.5,&quot;transparency&quot;:0}],&quot;type&quot;:3},&quot;glow&quot;:{&quot;colorType&quot;:0},&quot;line&quot;:{&quot;type&quot;:0},&quot;shadow&quot;:{&quot;brightness&quot;:-0.25,&quot;colorType&quot;:1,&quot;foreColorIndex&quot;:6,&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BEAUTIFY_FLAG" val="#wm#"/>
  <p:tag name="KSO_WM_UNIT_SHADOW_SCHEMECOLOR_INDEX" val="6"/>
  <p:tag name="KSO_WM_UNIT_TEXT_FILL_FORE_SCHEMECOLOR_INDEX" val="2"/>
  <p:tag name="KSO_WM_UNIT_TEXT_FILL_TYPE" val="1"/>
  <p:tag name="KSO_WM_UNIT_USESOURCEFORMAT_APPLY" val="1"/>
</p:tagLst>
</file>

<file path=ppt/tags/tag493.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x"/>
  <p:tag name="KSO_WM_UNIT_INDEX" val="1_2_4"/>
  <p:tag name="KSO_WM_UNIT_ID" val="diagram20235188_1*l_h_x*1_2_4"/>
  <p:tag name="KSO_WM_TEMPLATE_CATEGORY" val="diagram"/>
  <p:tag name="KSO_WM_TEMPLATE_INDEX" val="20235188"/>
  <p:tag name="KSO_WM_UNIT_LAYERLEVEL" val="1_1_1"/>
  <p:tag name="KSO_WM_TAG_VERSION" val="3.0"/>
  <p:tag name="KSO_WM_UNIT_VALUE" val="72*72"/>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494.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5188_1*l_h_i*1_1_3"/>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solid&quot;:{&quot;brightness&quot;:0.4000000059604645,&quot;colorType&quot;:1,&quot;foreColorIndex&quot;:5,&quot;transparency&quot;:0.370000004768371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BEAUTIFY_FLAG" val="#wm#"/>
  <p:tag name="KSO_WM_UNIT_TEXT_FILL_FORE_SCHEMECOLOR_INDEX" val="2"/>
  <p:tag name="KSO_WM_UNIT_TEXT_FILL_TYPE" val="1"/>
  <p:tag name="KSO_WM_UNIT_USESOURCEFORMAT_APPLY" val="1"/>
</p:tagLst>
</file>

<file path=ppt/tags/tag495.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5188_1*l_h_i*1_2_3"/>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solid&quot;:{&quot;brightness&quot;:0.4000000059604645,&quot;colorType&quot;:1,&quot;foreColorIndex&quot;:6,&quot;transparency&quot;:0.370000004768371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4"/>
  <p:tag name="KSO_WM_BEAUTIFY_FLAG" val="#wm#"/>
  <p:tag name="KSO_WM_UNIT_TEXT_FILL_FORE_SCHEMECOLOR_INDEX" val="2"/>
  <p:tag name="KSO_WM_UNIT_TEXT_FILL_TYPE" val="1"/>
  <p:tag name="KSO_WM_UNIT_USESOURCEFORMAT_APPLY" val="1"/>
</p:tagLst>
</file>

<file path=ppt/tags/tag496.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162_1*l_h_a*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UNIT_PRESET_TEXT" val="单击此处添加标题"/>
  <p:tag name="KSO_WM_UNIT_TEXT_FILL_FORE_SCHEMECOLOR_INDEX" val="1"/>
  <p:tag name="KSO_WM_UNIT_TEXT_FILL_TYPE" val="1"/>
  <p:tag name="KSO_WM_UNIT_USESOURCEFORMAT_APPLY" val="1"/>
</p:tagLst>
</file>

<file path=ppt/tags/tag497.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162_1*l_h_a*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UNIT_PRESET_TEXT" val="单击此处添加标题"/>
  <p:tag name="KSO_WM_UNIT_TEXT_FILL_FORE_SCHEMECOLOR_INDEX" val="1"/>
  <p:tag name="KSO_WM_UNIT_TEXT_FILL_TYPE" val="1"/>
  <p:tag name="KSO_WM_UNIT_USESOURCEFORMAT_APPLY" val="1"/>
</p:tagLst>
</file>

<file path=ppt/tags/tag498.xml><?xml version="1.0" encoding="utf-8"?>
<p:tagLst xmlns:p="http://schemas.openxmlformats.org/presentationml/2006/main">
  <p:tag name="KSO_WM_SLIDE_ID" val="diagram20235188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5188"/>
  <p:tag name="KSO_WM_SLIDE_TYPE" val="text"/>
  <p:tag name="KSO_WM_SLIDE_SUBTYPE" val="diag"/>
  <p:tag name="KSO_WM_SLIDE_SIZE" val="850.35*386.852"/>
  <p:tag name="KSO_WM_SLIDE_POSITION" val="54.8*113.4"/>
  <p:tag name="KSO_WM_SLIDE_LAYOUT" val="a_l"/>
  <p:tag name="KSO_WM_SLIDE_LAYOUT_CNT" val="1_1"/>
  <p:tag name="KSO_WM_SPECIAL_SOURCE" val="bdnull"/>
  <p:tag name="KSO_WM_DIAGRAM_GROUP_CODE" val="l1-1"/>
  <p:tag name="KSO_WM_SLIDE_DIAGTYPE" val="l"/>
</p:tagLst>
</file>

<file path=ppt/tags/tag49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88_1*a*1"/>
  <p:tag name="KSO_WM_TEMPLATE_CATEGORY" val="diagram"/>
  <p:tag name="KSO_WM_TEMPLATE_INDEX" val="20235188"/>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500.xml><?xml version="1.0" encoding="utf-8"?>
<p:tagLst xmlns:p="http://schemas.openxmlformats.org/presentationml/2006/main">
  <p:tag name="KSO_WM_DIAGRAM_VIRTUALLY_FRAME" val="{&quot;height&quot;:417.40472683898497,&quot;left&quot;:52.05,&quot;top&quot;:101.3499975704639,&quot;width&quot;:853.15}"/>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88_1*l_h_i*1_1_1"/>
  <p:tag name="KSO_WM_TEMPLATE_CATEGORY" val="diagram"/>
  <p:tag name="KSO_WM_TEMPLATE_INDEX" val="20235188"/>
  <p:tag name="KSO_WM_UNIT_LAYERLEVEL" val="1_1_1"/>
  <p:tag name="KSO_WM_TAG_VERSION" val="3.0"/>
  <p:tag name="KSO_WM_DIAGRAM_MAX_ITEMCNT" val="2"/>
  <p:tag name="KSO_WM_DIAGRAM_MIN_ITEMCNT" val="2"/>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 name="KSO_WM_BEAUTIFY_FLAG" val="#wm#"/>
  <p:tag name="KSO_WM_UNIT_TEXT_FILL_FORE_SCHEMECOLOR_INDEX" val="2"/>
  <p:tag name="KSO_WM_UNIT_TEXT_FILL_TYPE" val="1"/>
  <p:tag name="KSO_WM_UNIT_USESOURCEFORMAT_APPLY" val="1"/>
</p:tagLst>
</file>

<file path=ppt/tags/tag50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5188_1*l_h_f*1_1_1"/>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DIAGRAM_GROUP_CODE" val="l1-1"/>
  <p:tag name="KSO_WM_DIAGRAM_COLOR_TRICK" val="2"/>
  <p:tag name="KSO_WM_DIAGRAM_COLOR_TEXT_CAN_REMOVE" val="n"/>
  <p:tag name="KSO_WM_DIAGRAM_VERSION" val="3"/>
  <p:tag name="KSO_WM_UNIT_TEXT_TYPE" val="1"/>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根据需要可酌情增减文字，以便观者准确地理解您传达的思想。"/>
  <p:tag name="KSO_WM_UNIT_TEXT_FILL_FORE_SCHEMECOLOR_INDEX" val="1"/>
  <p:tag name="KSO_WM_UNIT_TEXT_FILL_TYPE" val="1"/>
  <p:tag name="KSO_WM_BEAUTIFY_FLAG" val="#wm#"/>
  <p:tag name="KSO_WM_UNIT_USESOURCEFORMAT_APPLY" val="1"/>
</p:tagLst>
</file>

<file path=ppt/tags/tag502.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5188_1*l_h_i*1_1_2"/>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gradient&quot;:[{&quot;brightness&quot;:0.4000000059604645,&quot;colorType&quot;:1,&quot;foreColorIndex&quot;:5,&quot;pos&quot;:0,&quot;transparency&quot;:0},{&quot;brightness&quot;:0,&quot;colorType&quot;:1,&quot;foreColorIndex&quot;:5,&quot;pos&quot;:0.5,&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BEAUTIFY_FLAG" val="#wm#"/>
  <p:tag name="KSO_WM_UNIT_SHADOW_SCHEMECOLOR_INDEX" val="5"/>
  <p:tag name="KSO_WM_UNIT_TEXT_FILL_FORE_SCHEMECOLOR_INDEX" val="2"/>
  <p:tag name="KSO_WM_UNIT_TEXT_FILL_TYPE" val="1"/>
  <p:tag name="KSO_WM_UNIT_USESOURCEFORMAT_APPLY" val="1"/>
</p:tagLst>
</file>

<file path=ppt/tags/tag503.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x"/>
  <p:tag name="KSO_WM_UNIT_INDEX" val="1_1_4"/>
  <p:tag name="KSO_WM_UNIT_ID" val="diagram20235188_1*l_h_x*1_1_4"/>
  <p:tag name="KSO_WM_TEMPLATE_CATEGORY" val="diagram"/>
  <p:tag name="KSO_WM_TEMPLATE_INDEX" val="20235188"/>
  <p:tag name="KSO_WM_UNIT_LAYERLEVEL" val="1_1_1"/>
  <p:tag name="KSO_WM_TAG_VERSION" val="3.0"/>
  <p:tag name="KSO_WM_UNIT_VALUE" val="75*75"/>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504.xml><?xml version="1.0" encoding="utf-8"?>
<p:tagLst xmlns:p="http://schemas.openxmlformats.org/presentationml/2006/main">
  <p:tag name="KSO_WM_DIAGRAM_VIRTUALLY_FRAME" val="{&quot;height&quot;:417.40472683898497,&quot;left&quot;:52.05,&quot;top&quot;:101.3499975704639,&quot;width&quot;:853.15}"/>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88_1*l_h_i*1_2_1"/>
  <p:tag name="KSO_WM_TEMPLATE_CATEGORY" val="diagram"/>
  <p:tag name="KSO_WM_TEMPLATE_INDEX" val="20235188"/>
  <p:tag name="KSO_WM_UNIT_LAYERLEVEL" val="1_1_1"/>
  <p:tag name="KSO_WM_TAG_VERSION" val="3.0"/>
  <p:tag name="KSO_WM_DIAGRAM_MAX_ITEMCNT" val="2"/>
  <p:tag name="KSO_WM_DIAGRAM_MIN_ITEMCNT" val="2"/>
  <p:tag name="KSO_WM_DIAGRAM_COLOR_MATCH_VALUE" val="{&quot;shape&quot;:{&quot;fill&quot;:{&quot;solid&quot;:{&quot;brightness&quot;:0.6000000238418579,&quot;colorType&quot;:1,&quot;foreColorIndex&quot;:6,&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6"/>
  <p:tag name="KSO_WM_BEAUTIFY_FLAG" val="#wm#"/>
  <p:tag name="KSO_WM_UNIT_TEXT_FILL_FORE_SCHEMECOLOR_INDEX" val="2"/>
  <p:tag name="KSO_WM_UNIT_TEXT_FILL_TYPE" val="1"/>
  <p:tag name="KSO_WM_UNIT_USESOURCEFORMAT_APPLY" val="1"/>
</p:tagLst>
</file>

<file path=ppt/tags/tag50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5188_1*l_h_f*1_2_1"/>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DIAGRAM_GROUP_CODE" val="l1-1"/>
  <p:tag name="KSO_WM_DIAGRAM_COLOR_TRICK" val="2"/>
  <p:tag name="KSO_WM_DIAGRAM_COLOR_TEXT_CAN_REMOVE" val="n"/>
  <p:tag name="KSO_WM_DIAGRAM_VERSION" val="3"/>
  <p:tag name="KSO_WM_UNIT_TEXT_TYPE" val="1"/>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根据需要可酌情增减文字，以便观者准确地理解您传达的思想。"/>
  <p:tag name="KSO_WM_UNIT_TEXT_FILL_FORE_SCHEMECOLOR_INDEX" val="1"/>
  <p:tag name="KSO_WM_UNIT_TEXT_FILL_TYPE" val="1"/>
  <p:tag name="KSO_WM_BEAUTIFY_FLAG" val="#wm#"/>
  <p:tag name="KSO_WM_UNIT_USESOURCEFORMAT_APPLY" val="1"/>
</p:tagLst>
</file>

<file path=ppt/tags/tag506.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5188_1*l_h_i*1_1_3"/>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solid&quot;:{&quot;brightness&quot;:0.4000000059604645,&quot;colorType&quot;:1,&quot;foreColorIndex&quot;:5,&quot;transparency&quot;:0.370000004768371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BEAUTIFY_FLAG" val="#wm#"/>
  <p:tag name="KSO_WM_UNIT_TEXT_FILL_FORE_SCHEMECOLOR_INDEX" val="2"/>
  <p:tag name="KSO_WM_UNIT_TEXT_FILL_TYPE" val="1"/>
  <p:tag name="KSO_WM_UNIT_USESOURCEFORMAT_APPLY" val="1"/>
</p:tagLst>
</file>

<file path=ppt/tags/tag507.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5188_1*l_h_i*1_2_3"/>
  <p:tag name="KSO_WM_TEMPLATE_CATEGORY" val="diagram"/>
  <p:tag name="KSO_WM_TEMPLATE_INDEX" val="20235188"/>
  <p:tag name="KSO_WM_UNIT_LAYERLEVEL" val="1_1_1"/>
  <p:tag name="KSO_WM_TAG_VERSION" val="3.0"/>
  <p:tag name="KSO_WM_DIAGRAM_MAX_ITEMCNT" val="2"/>
  <p:tag name="KSO_WM_DIAGRAM_MIN_ITEMCNT" val="2"/>
  <p:tag name="KSO_WM_DIAGRAM_VIRTUALLY_FRAME" val="{&quot;height&quot;:417.40472683898497,&quot;left&quot;:52.05,&quot;top&quot;:101.3499975704639,&quot;width&quot;:853.15}"/>
  <p:tag name="KSO_WM_DIAGRAM_COLOR_MATCH_VALUE" val="{&quot;shape&quot;:{&quot;fill&quot;:{&quot;solid&quot;:{&quot;brightness&quot;:0.4000000059604645,&quot;colorType&quot;:1,&quot;foreColorIndex&quot;:6,&quot;transparency&quot;:0.370000004768371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4"/>
  <p:tag name="KSO_WM_BEAUTIFY_FLAG" val="#wm#"/>
  <p:tag name="KSO_WM_UNIT_TEXT_FILL_FORE_SCHEMECOLOR_INDEX" val="2"/>
  <p:tag name="KSO_WM_UNIT_TEXT_FILL_TYPE" val="1"/>
  <p:tag name="KSO_WM_UNIT_USESOURCEFORMAT_APPLY" val="1"/>
</p:tagLst>
</file>

<file path=ppt/tags/tag508.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162_1*l_h_a*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UNIT_PRESET_TEXT" val="单击此处添加标题"/>
  <p:tag name="KSO_WM_UNIT_TEXT_FILL_FORE_SCHEMECOLOR_INDEX" val="1"/>
  <p:tag name="KSO_WM_UNIT_TEXT_FILL_TYPE" val="1"/>
  <p:tag name="KSO_WM_UNIT_USESOURCEFORMAT_APPLY" val="1"/>
</p:tagLst>
</file>

<file path=ppt/tags/tag509.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162_1*l_h_a*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UNIT_PRESET_TEXT" val="单击此处添加标题"/>
  <p:tag name="KSO_WM_UNIT_TEXT_FILL_FORE_SCHEMECOLOR_INDEX" val="1"/>
  <p:tag name="KSO_WM_UNIT_TEXT_FILL_TYPE" val="1"/>
  <p:tag name="KSO_WM_UNIT_USESOURCEFORMAT_APPLY" val="1"/>
</p:tagLst>
</file>

<file path=ppt/tags/tag510.xml><?xml version="1.0" encoding="utf-8"?>
<p:tagLst xmlns:p="http://schemas.openxmlformats.org/presentationml/2006/main">
  <p:tag name="KSO_WM_SLIDE_ID" val="diagram20235188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5188"/>
  <p:tag name="KSO_WM_SLIDE_TYPE" val="text"/>
  <p:tag name="KSO_WM_SLIDE_SUBTYPE" val="diag"/>
  <p:tag name="KSO_WM_SLIDE_SIZE" val="850.35*386.852"/>
  <p:tag name="KSO_WM_SLIDE_POSITION" val="54.8*113.4"/>
  <p:tag name="KSO_WM_SLIDE_LAYOUT" val="a_l"/>
  <p:tag name="KSO_WM_SLIDE_LAYOUT_CNT" val="1_1"/>
  <p:tag name="KSO_WM_SPECIAL_SOURCE" val="bdnull"/>
  <p:tag name="KSO_WM_DIAGRAM_GROUP_CODE" val="l1-1"/>
  <p:tag name="KSO_WM_SLIDE_DIAGTYPE" val="l"/>
</p:tagLst>
</file>

<file path=ppt/tags/tag511.xml><?xml version="1.0" encoding="utf-8"?>
<p:tagLst xmlns:p="http://schemas.openxmlformats.org/presentationml/2006/main">
  <p:tag name="KSO_WM_UNIT_COLOR_SCHEME_SHAPE_ID" val="5"/>
  <p:tag name="KSO_WM_UNIT_FOIL_COLOR" val="1"/>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custom20235638_1*i*1"/>
  <p:tag name="KSO_WM_TEMPLATE_CATEGORY" val="custom"/>
  <p:tag name="KSO_WM_TEMPLATE_INDEX" val="20235638"/>
  <p:tag name="KSO_WM_UNIT_LAYERLEVEL" val="1"/>
  <p:tag name="KSO_WM_TAG_VERSION" val="3.0"/>
  <p:tag name="KSO_WM_BEAUTIFY_FLAG" val="#wm#"/>
  <p:tag name="KSO_WM_UNIT_BLOCK" val="0"/>
  <p:tag name="KSO_WM_UNIT_SM_LIMIT_TYPE" val="2"/>
  <p:tag name="KSO_WM_UNIT_DEC_AREA_ID" val="2fa145bd3ce240cdac5a3fce36474b9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eedbec2fa6683b8872baabf"/>
  <p:tag name="KSO_WM_CHIP_XID" val="5eedbec2fa6683b8872baac0"/>
  <p:tag name="KSO_WM_UNIT_FILL_FORE_SCHEMECOLOR_INDEX_BRIGHTNESS" val="0"/>
  <p:tag name="KSO_WM_UNIT_FILL_FORE_SCHEMECOLOR_INDEX" val="16"/>
  <p:tag name="KSO_WM_UNIT_FILL_TYPE" val="1"/>
  <p:tag name="KSO_WM_UNIT_VALUE" val="833"/>
  <p:tag name="KSO_WM_TEMPLATE_ASSEMBLE_XID" val="60656f514054ed1e2fb807bb"/>
  <p:tag name="KSO_WM_TEMPLATE_ASSEMBLE_GROUPID" val="60656f514054ed1e2fb807bb"/>
</p:tagLst>
</file>

<file path=ppt/tags/tag512.xml><?xml version="1.0" encoding="utf-8"?>
<p:tagLst xmlns:p="http://schemas.openxmlformats.org/presentationml/2006/main">
  <p:tag name="KSO_WM_UNIT_COLOR_SCHEME_SHAPE_ID" val="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
  <p:tag name="KSO_WM_UNIT_ID" val="custom20235638_1*i*2"/>
  <p:tag name="KSO_WM_TEMPLATE_CATEGORY" val="custom"/>
  <p:tag name="KSO_WM_TEMPLATE_INDEX" val="20235638"/>
  <p:tag name="KSO_WM_UNIT_LAYERLEVEL" val="1"/>
  <p:tag name="KSO_WM_TAG_VERSION" val="3.0"/>
  <p:tag name="KSO_WM_BEAUTIFY_FLAG" val="#wm#"/>
  <p:tag name="KSO_WM_UNIT_BLOCK" val="0"/>
  <p:tag name="KSO_WM_UNIT_SM_LIMIT_TYPE" val="3"/>
  <p:tag name="KSO_WM_UNIT_DEC_AREA_ID" val="d7d48ecdf2834254b3430afcf23f6955"/>
  <p:tag name="KSO_WM_UNIT_DECORATE_INFO" val="{&quot;DecorateInfoH&quot;:{&quot;IsAbs&quot;:true},&quot;DecorateInfoW&quot;:{&quot;IsAbs&quot;:false},&quot;DecorateInfoX&quot;:{&quot;IsAbs&quot;:true,&quot;Pos&quot;:2},&quot;DecorateInfoY&quot;:{&quot;IsAbs&quot;:true,&quot;Pos&quot;:1},&quot;ReferentInfo&quot;:{&quot;Id&quot;:&quot;320a74f8add64b71a2b7da13709a2786&quot;,&quot;X&quot;:{&quot;Pos&quot;:0},&quot;Y&quot;:{&quot;Pos&quot;:1}},&quot;whChangeMode&quot;:0}"/>
  <p:tag name="KSO_WM_CHIP_GROUPID" val="5eedbec2fa6683b8872baabf"/>
  <p:tag name="KSO_WM_CHIP_XID" val="5eedbec2fa6683b8872baac0"/>
  <p:tag name="KSO_WM_UNIT_LINE_FORE_SCHEMECOLOR_INDEX_BRIGHTNESS" val="-0.15"/>
  <p:tag name="KSO_WM_UNIT_LINE_FORE_SCHEMECOLOR_INDEX" val="14"/>
  <p:tag name="KSO_WM_UNIT_LINE_FILL_TYPE" val="2"/>
  <p:tag name="KSO_WM_TEMPLATE_ASSEMBLE_XID" val="60656f514054ed1e2fb807bb"/>
  <p:tag name="KSO_WM_TEMPLATE_ASSEMBLE_GROUPID" val="60656f514054ed1e2fb807bb"/>
</p:tagLst>
</file>

<file path=ppt/tags/tag513.xml><?xml version="1.0" encoding="utf-8"?>
<p:tagLst xmlns:p="http://schemas.openxmlformats.org/presentationml/2006/main">
  <p:tag name="KSO_WM_UNIT_COLOR_SCHEME_SHAPE_ID" val="14"/>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5"/>
  <p:tag name="KSO_WM_UNIT_ID" val="custom20235638_1*i*5"/>
  <p:tag name="KSO_WM_TEMPLATE_CATEGORY" val="custom"/>
  <p:tag name="KSO_WM_TEMPLATE_INDEX" val="20235638"/>
  <p:tag name="KSO_WM_UNIT_LAYERLEVEL" val="1"/>
  <p:tag name="KSO_WM_TAG_VERSION" val="3.0"/>
  <p:tag name="KSO_WM_BEAUTIFY_FLAG" val="#wm#"/>
</p:tagLst>
</file>

<file path=ppt/tags/tag514.xml><?xml version="1.0" encoding="utf-8"?>
<p:tagLst xmlns:p="http://schemas.openxmlformats.org/presentationml/2006/main">
  <p:tag name="KSO_WM_UNIT_COLOR_SCHEME_SHAPE_ID" val="15"/>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3"/>
  <p:tag name="KSO_WM_UNIT_ID" val="custom20235638_1*i*3"/>
  <p:tag name="KSO_WM_TEMPLATE_CATEGORY" val="custom"/>
  <p:tag name="KSO_WM_TEMPLATE_INDEX" val="20235638"/>
  <p:tag name="KSO_WM_UNIT_LAYERLEVEL" val="1"/>
  <p:tag name="KSO_WM_TAG_VERSION" val="3.0"/>
  <p:tag name="KSO_WM_BEAUTIFY_FLAG" val="#wm#"/>
</p:tagLst>
</file>

<file path=ppt/tags/tag515.xml><?xml version="1.0" encoding="utf-8"?>
<p:tagLst xmlns:p="http://schemas.openxmlformats.org/presentationml/2006/main">
  <p:tag name="KSO_WM_UNIT_COLOR_SCHEME_SHAPE_ID" val="14"/>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6"/>
  <p:tag name="KSO_WM_UNIT_ID" val="custom20235638_1*i*6"/>
  <p:tag name="KSO_WM_TEMPLATE_CATEGORY" val="custom"/>
  <p:tag name="KSO_WM_TEMPLATE_INDEX" val="20235638"/>
  <p:tag name="KSO_WM_UNIT_LAYERLEVEL" val="1"/>
  <p:tag name="KSO_WM_TAG_VERSION" val="3.0"/>
  <p:tag name="KSO_WM_BEAUTIFY_FLAG" val="#wm#"/>
</p:tagLst>
</file>

<file path=ppt/tags/tag516.xml><?xml version="1.0" encoding="utf-8"?>
<p:tagLst xmlns:p="http://schemas.openxmlformats.org/presentationml/2006/main">
  <p:tag name="KSO_WM_UNIT_COLOR_SCHEME_SHAPE_ID" val="15"/>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4"/>
  <p:tag name="KSO_WM_UNIT_ID" val="custom20235638_1*i*4"/>
  <p:tag name="KSO_WM_TEMPLATE_CATEGORY" val="custom"/>
  <p:tag name="KSO_WM_TEMPLATE_INDEX" val="20235638"/>
  <p:tag name="KSO_WM_UNIT_LAYERLEVEL" val="1"/>
  <p:tag name="KSO_WM_TAG_VERSION" val="3.0"/>
  <p:tag name="KSO_WM_BEAUTIFY_FLAG" val="#wm#"/>
</p:tagLst>
</file>

<file path=ppt/tags/tag51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8_1*f*1"/>
  <p:tag name="KSO_WM_TEMPLATE_CATEGORY" val="custom"/>
  <p:tag name="KSO_WM_TEMPLATE_INDEX" val="20235638"/>
  <p:tag name="KSO_WM_UNIT_LAYERLEVEL" val="1"/>
  <p:tag name="KSO_WM_TAG_VERSION" val="3.0"/>
  <p:tag name="KSO_WM_BEAUTIFY_FLAG" val="#wm#"/>
  <p:tag name="KSO_WM_UNIT_SUBTYPE" val="a"/>
  <p:tag name="KSO_WM_UNIT_TEXT_LAYER_COUNT" val="1"/>
  <p:tag name="KSO_WM_UNIT_VALUE" val="96"/>
  <p:tag name="KSO_WM_UNIT_PRESET_TEXT" val="单击此处输入你的正文，文字是您思想的提炼，为了最终演示发布的良好效果，请言简意赅的阐述观点。&#10;根据需要可酌情增减文字，以便观者可以准确理解您所传达的信息。"/>
  <p:tag name="KSO_WM_UNIT_TEXT_TYPE" val="1"/>
</p:tagLst>
</file>

<file path=ppt/tags/tag51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8_1*a*1"/>
  <p:tag name="KSO_WM_TEMPLATE_CATEGORY" val="custom"/>
  <p:tag name="KSO_WM_TEMPLATE_INDEX" val="20235638"/>
  <p:tag name="KSO_WM_UNIT_LAYERLEVEL" val="1"/>
  <p:tag name="KSO_WM_TAG_VERSION" val="3.0"/>
  <p:tag name="KSO_WM_BEAUTIFY_FLAG" val="#wm#"/>
  <p:tag name="KSO_WM_UNIT_VALUE" val="21"/>
  <p:tag name="KSO_WM_UNIT_PRESET_TEXT" val="点击此处添加标题内容"/>
  <p:tag name="KSO_WM_UNIT_TEXT_TYPE" val="1"/>
</p:tagLst>
</file>

<file path=ppt/tags/tag519.xml><?xml version="1.0" encoding="utf-8"?>
<p:tagLst xmlns:p="http://schemas.openxmlformats.org/presentationml/2006/main">
  <p:tag name="KSO_WM_SLIDE_ID" val="custom2023563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38"/>
  <p:tag name="KSO_WM_SLIDE_TYPE" val="text"/>
  <p:tag name="KSO_WM_SLIDE_SUBTYPE" val="picTxt"/>
  <p:tag name="KSO_WM_SLIDE_SIZE" val="792*396"/>
  <p:tag name="KSO_WM_SLIDE_POSITION" val="84*72"/>
  <p:tag name="KSO_WM_SLIDE_LAYOUT" val="a_f"/>
  <p:tag name="KSO_WM_SLIDE_LAYOUT_CNT" val="1_1"/>
  <p:tag name="KSO_WM_SPECIAL_SOURCE" val="bdnull"/>
</p:tagLst>
</file>

<file path=ppt/tags/tag52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5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523.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524.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52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526.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53_1*l_h_f*1_1_1"/>
  <p:tag name="KSO_WM_TEMPLATE_CATEGORY" val="diagram"/>
  <p:tag name="KSO_WM_TEMPLATE_INDEX" val="20235153"/>
  <p:tag name="KSO_WM_UNIT_LAYERLEVEL" val="1_1_1"/>
  <p:tag name="KSO_WM_TAG_VERSION" val="3.0"/>
  <p:tag name="KSO_WM_BEAUTIFY_FLAG" val="#wm#"/>
  <p:tag name="KSO_WM_UNIT_VALUE" val="392"/>
  <p:tag name="KSO_WM_DIAGRAM_VERSION" val="3"/>
  <p:tag name="KSO_WM_DIAGRAM_COLOR_TRICK" val="1"/>
  <p:tag name="KSO_WM_DIAGRAM_COLOR_TEXT_CAN_REMOVE" val="n"/>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TEXT_FILL_FORE_SCHEMECOLOR_INDEX" val="1"/>
  <p:tag name="KSO_WM_UNIT_TEXT_FILL_TYPE" val="1"/>
  <p:tag name="KSO_WM_DIAGRAM_MAX_ITEMCNT" val="12"/>
  <p:tag name="KSO_WM_DIAGRAM_MIN_ITEMCNT" val="2"/>
  <p:tag name="KSO_WM_DIAGRAM_VIRTUALLY_FRAME" val="{&quot;height&quot;:424.0499911061419,&quot;left&quot;:51.90007874015748,&quot;top&quot;:105.25000889385805,&quot;width&quot;:850.59992125984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5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5153_1*l_h_i*1_1_1"/>
  <p:tag name="KSO_WM_TEMPLATE_CATEGORY" val="diagram"/>
  <p:tag name="KSO_WM_TEMPLATE_INDEX" val="20235153"/>
  <p:tag name="KSO_WM_UNIT_LAYERLEVEL" val="1_1_1"/>
  <p:tag name="KSO_WM_TAG_VERSION" val="3.0"/>
  <p:tag name="KSO_WM_BEAUTIFY_FLAG" val="#wm#"/>
  <p:tag name="KSO_WM_DIAGRAM_VERSION" val="3"/>
  <p:tag name="KSO_WM_DIAGRAM_COLOR_TRICK" val="1"/>
  <p:tag name="KSO_WM_DIAGRAM_COLOR_TEXT_CAN_REMOVE" val="n"/>
  <p:tag name="KSO_WM_UNIT_TEXT_FILL_FORE_SCHEMECOLOR_INDEX" val="3"/>
  <p:tag name="KSO_WM_UNIT_TEXT_FILL_TYPE" val="3"/>
  <p:tag name="KSO_WM_DIAGRAM_MAX_ITEMCNT" val="12"/>
  <p:tag name="KSO_WM_DIAGRAM_MIN_ITEMCNT" val="2"/>
  <p:tag name="KSO_WM_DIAGRAM_VIRTUALLY_FRAME" val="{&quot;height&quot;:424.0499911061419,&quot;left&quot;:51.90007874015748,&quot;top&quot;:105.25000889385805,&quot;width&quot;:850.59992125984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5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5153_1*l_h_i*1_2_2"/>
  <p:tag name="KSO_WM_TEMPLATE_CATEGORY" val="diagram"/>
  <p:tag name="KSO_WM_TEMPLATE_INDEX" val="20235153"/>
  <p:tag name="KSO_WM_UNIT_LAYERLEVEL" val="1_1_1"/>
  <p:tag name="KSO_WM_TAG_VERSION" val="3.0"/>
  <p:tag name="KSO_WM_BEAUTIFY_FLAG" val="#wm#"/>
  <p:tag name="KSO_WM_DIAGRAM_VERSION" val="3"/>
  <p:tag name="KSO_WM_DIAGRAM_COLOR_TRICK" val="1"/>
  <p:tag name="KSO_WM_DIAGRAM_COLOR_TEXT_CAN_REMOVE" val="n"/>
  <p:tag name="KSO_WM_UNIT_LINE_FORE_SCHEMECOLOR_INDEX" val="5"/>
  <p:tag name="KSO_WM_DIAGRAM_MAX_ITEMCNT" val="12"/>
  <p:tag name="KSO_WM_DIAGRAM_MIN_ITEMCNT" val="2"/>
  <p:tag name="KSO_WM_DIAGRAM_VIRTUALLY_FRAME" val="{&quot;height&quot;:424.0499911061419,&quot;left&quot;:51.90007874015748,&quot;top&quot;:105.25000889385805,&quot;width&quot;:850.5999212598424}"/>
  <p:tag name="KSO_WM_DIAGRAM_COLOR_MATCH_VALUE" val="{&quot;shape&quot;:{&quot;fill&quot;:{&quot;solid&quot;:{&quot;brightness&quot;:0,&quot;colorType&quot;:1,&quot;foreColorIndex&quot;:2,&quot;transparency&quot;:1},&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529.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53_1*l_h_f*1_2_1"/>
  <p:tag name="KSO_WM_TEMPLATE_CATEGORY" val="diagram"/>
  <p:tag name="KSO_WM_TEMPLATE_INDEX" val="20235153"/>
  <p:tag name="KSO_WM_UNIT_LAYERLEVEL" val="1_1_1"/>
  <p:tag name="KSO_WM_TAG_VERSION" val="3.0"/>
  <p:tag name="KSO_WM_BEAUTIFY_FLAG" val="#wm#"/>
  <p:tag name="KSO_WM_UNIT_VALUE" val="392"/>
  <p:tag name="KSO_WM_DIAGRAM_VERSION" val="3"/>
  <p:tag name="KSO_WM_DIAGRAM_COLOR_TRICK" val="1"/>
  <p:tag name="KSO_WM_DIAGRAM_COLOR_TEXT_CAN_REMOVE" val="n"/>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TEXT_FILL_FORE_SCHEMECOLOR_INDEX" val="1"/>
  <p:tag name="KSO_WM_UNIT_TEXT_FILL_TYPE" val="1"/>
  <p:tag name="KSO_WM_DIAGRAM_MAX_ITEMCNT" val="12"/>
  <p:tag name="KSO_WM_DIAGRAM_MIN_ITEMCNT" val="2"/>
  <p:tag name="KSO_WM_DIAGRAM_VIRTUALLY_FRAME" val="{&quot;height&quot;:424.0499911061419,&quot;left&quot;:51.90007874015748,&quot;top&quot;:105.25000889385805,&quot;width&quot;:850.59992125984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5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5153_1*l_h_i*1_2_1"/>
  <p:tag name="KSO_WM_TEMPLATE_CATEGORY" val="diagram"/>
  <p:tag name="KSO_WM_TEMPLATE_INDEX" val="20235153"/>
  <p:tag name="KSO_WM_UNIT_LAYERLEVEL" val="1_1_1"/>
  <p:tag name="KSO_WM_TAG_VERSION" val="3.0"/>
  <p:tag name="KSO_WM_BEAUTIFY_FLAG" val="#wm#"/>
  <p:tag name="KSO_WM_DIAGRAM_VERSION" val="3"/>
  <p:tag name="KSO_WM_DIAGRAM_COLOR_TRICK" val="1"/>
  <p:tag name="KSO_WM_DIAGRAM_COLOR_TEXT_CAN_REMOVE" val="n"/>
  <p:tag name="KSO_WM_UNIT_TEXT_FILL_FORE_SCHEMECOLOR_INDEX" val="3"/>
  <p:tag name="KSO_WM_UNIT_TEXT_FILL_TYPE" val="3"/>
  <p:tag name="KSO_WM_DIAGRAM_MAX_ITEMCNT" val="12"/>
  <p:tag name="KSO_WM_DIAGRAM_MIN_ITEMCNT" val="2"/>
  <p:tag name="KSO_WM_DIAGRAM_VIRTUALLY_FRAME" val="{&quot;height&quot;:424.0499911061419,&quot;left&quot;:51.90007874015748,&quot;top&quot;:105.25000889385805,&quot;width&quot;:850.59992125984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531.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 name="resource_record_key" val="{&quot;65&quot;:[20235919],&quot;70&quot;:[3333429,3333495]}"/>
</p:tagLst>
</file>

<file path=ppt/tags/tag5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3_1*i*1"/>
  <p:tag name="KSO_WM_TEMPLATE_CATEGORY" val="custom"/>
  <p:tag name="KSO_WM_TEMPLATE_INDEX" val="20235633"/>
  <p:tag name="KSO_WM_UNIT_LAYERLEVEL" val="1"/>
  <p:tag name="KSO_WM_TAG_VERSION" val="3.0"/>
  <p:tag name="KSO_WM_BEAUTIFY_FLAG" val="#wm#"/>
</p:tagLst>
</file>

<file path=ppt/tags/tag5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3_1*i*2"/>
  <p:tag name="KSO_WM_TEMPLATE_CATEGORY" val="custom"/>
  <p:tag name="KSO_WM_TEMPLATE_INDEX" val="20235633"/>
  <p:tag name="KSO_WM_UNIT_LAYERLEVEL" val="1"/>
  <p:tag name="KSO_WM_TAG_VERSION" val="3.0"/>
  <p:tag name="KSO_WM_BEAUTIFY_FLAG" val="#wm#"/>
</p:tagLst>
</file>

<file path=ppt/tags/tag53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3_1*a*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添加标题内容"/>
</p:tagLst>
</file>

<file path=ppt/tags/tag53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3_1*f*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输入你的正文，文字是您思想的提炼，为了最终演示发布的良好效果，请尽量言简意赅的阐述观点。根据需要可酌情增减文字。&#10;单击此处输入你的正文，文字是您思想的提炼，为了最终演示发布的良好效果，请尽量言简意赅的阐述观点。&#10;单击此处输入你的正文，文字是您思想的提炼，为了最终演示发布的良好效果，请尽量言简意赅的阐述观点。根据需要可酌情增减文字，以便观者可以准确理解您所传达的信息。单击此处输入你的正文。"/>
</p:tagLst>
</file>

<file path=ppt/tags/tag536.xml><?xml version="1.0" encoding="utf-8"?>
<p:tagLst xmlns:p="http://schemas.openxmlformats.org/presentationml/2006/main">
  <p:tag name="KSO_WM_SLIDE_ID" val="custom2023563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59*539"/>
  <p:tag name="KSO_WM_SLIDE_POSITION" val="0*0"/>
  <p:tag name="KSO_WM_TAG_VERSION" val="3.0"/>
  <p:tag name="KSO_WM_BEAUTIFY_FLAG" val="#wm#"/>
  <p:tag name="KSO_WM_TEMPLATE_CATEGORY" val="custom"/>
  <p:tag name="KSO_WM_TEMPLATE_INDEX" val="20235633"/>
  <p:tag name="KSO_WM_SLIDE_LAYOUT" val="a_f"/>
  <p:tag name="KSO_WM_SLIDE_LAYOUT_CNT" val="1_1"/>
</p:tagLst>
</file>

<file path=ppt/tags/tag53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4875_1*a*1"/>
  <p:tag name="KSO_WM_TEMPLATE_CATEGORY" val="diagram"/>
  <p:tag name="KSO_WM_TEMPLATE_INDEX" val="20234875"/>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5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5"/>
  <p:tag name="KSO_WM_TEMPLATE_CATEGORY" val="diagram"/>
  <p:tag name="KSO_WM_TEMPLATE_INDEX" val="20234875"/>
  <p:tag name="KSO_WM_UNIT_LAYERLEVEL" val="1_1_1"/>
  <p:tag name="KSO_WM_TAG_VERSION" val="3.0"/>
  <p:tag name="KSO_WM_UNIT_TYPE" val="l_h_i"/>
  <p:tag name="KSO_WM_UNIT_INDEX" val="1_2_2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UNIT_TEXT_FILL_FORE_SCHEMECOLOR_INDEX" val="13"/>
  <p:tag name="KSO_WM_UNIT_TEXT_FILL_TYPE" val="1"/>
  <p:tag name="KSO_WM_UNIT_USESOURCEFORMAT_APPLY" val="1"/>
</p:tagLst>
</file>

<file path=ppt/tags/tag5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6"/>
  <p:tag name="KSO_WM_TEMPLATE_CATEGORY" val="diagram"/>
  <p:tag name="KSO_WM_TEMPLATE_INDEX" val="20234875"/>
  <p:tag name="KSO_WM_UNIT_LAYERLEVEL" val="1_1_1"/>
  <p:tag name="KSO_WM_TAG_VERSION" val="3.0"/>
  <p:tag name="KSO_WM_UNIT_TYPE" val="l_h_i"/>
  <p:tag name="KSO_WM_UNIT_INDEX" val="1_2_2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05000000074505806,&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13"/>
  <p:tag name="KSO_WM_UNIT_LINE_FILL_TYPE" val="2"/>
  <p:tag name="KSO_WM_UNIT_TEXT_FILL_FORE_SCHEMECOLOR_INDEX" val="14"/>
  <p:tag name="KSO_WM_UNIT_TEXT_FILL_TYPE" val="1"/>
  <p:tag name="KSO_WM_UNIT_USESOURCEFORMAT_APPLY" val="1"/>
</p:tagLst>
</file>

<file path=ppt/tags/tag5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
  <p:tag name="KSO_WM_TEMPLATE_CATEGORY" val="diagram"/>
  <p:tag name="KSO_WM_TEMPLATE_INDEX" val="20234875"/>
  <p:tag name="KSO_WM_UNIT_LAYERLEVEL" val="1_1_1"/>
  <p:tag name="KSO_WM_TAG_VERSION" val="3.0"/>
  <p:tag name="KSO_WM_UNIT_TYPE" val="l_h_i"/>
  <p:tag name="KSO_WM_UNIT_INDEX" val="1_2_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4"/>
  <p:tag name="KSO_WM_TEMPLATE_CATEGORY" val="diagram"/>
  <p:tag name="KSO_WM_TEMPLATE_INDEX" val="20234875"/>
  <p:tag name="KSO_WM_UNIT_LAYERLEVEL" val="1_1_1"/>
  <p:tag name="KSO_WM_TAG_VERSION" val="3.0"/>
  <p:tag name="KSO_WM_UNIT_TYPE" val="l_h_i"/>
  <p:tag name="KSO_WM_UNIT_INDEX" val="1_2_2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5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4"/>
  <p:tag name="KSO_WM_TEMPLATE_CATEGORY" val="diagram"/>
  <p:tag name="KSO_WM_TEMPLATE_INDEX" val="20234875"/>
  <p:tag name="KSO_WM_UNIT_LAYERLEVEL" val="1_1_1"/>
  <p:tag name="KSO_WM_TAG_VERSION" val="3.0"/>
  <p:tag name="KSO_WM_UNIT_TYPE" val="l_h_i"/>
  <p:tag name="KSO_WM_UNIT_INDEX" val="1_2_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8"/>
  <p:tag name="KSO_WM_TEMPLATE_CATEGORY" val="diagram"/>
  <p:tag name="KSO_WM_TEMPLATE_INDEX" val="20234875"/>
  <p:tag name="KSO_WM_UNIT_LAYERLEVEL" val="1_1_1"/>
  <p:tag name="KSO_WM_TAG_VERSION" val="3.0"/>
  <p:tag name="KSO_WM_UNIT_TYPE" val="l_h_i"/>
  <p:tag name="KSO_WM_UNIT_INDEX" val="1_2_18"/>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5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8"/>
  <p:tag name="KSO_WM_TEMPLATE_CATEGORY" val="diagram"/>
  <p:tag name="KSO_WM_TEMPLATE_INDEX" val="20234875"/>
  <p:tag name="KSO_WM_UNIT_LAYERLEVEL" val="1_1_1"/>
  <p:tag name="KSO_WM_TAG_VERSION" val="3.0"/>
  <p:tag name="KSO_WM_UNIT_TYPE" val="l_h_i"/>
  <p:tag name="KSO_WM_UNIT_INDEX" val="1_2_8"/>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5"/>
  <p:tag name="KSO_WM_TEMPLATE_CATEGORY" val="diagram"/>
  <p:tag name="KSO_WM_TEMPLATE_INDEX" val="20234875"/>
  <p:tag name="KSO_WM_UNIT_LAYERLEVEL" val="1_1_1"/>
  <p:tag name="KSO_WM_TAG_VERSION" val="3.0"/>
  <p:tag name="KSO_WM_UNIT_TYPE" val="l_h_i"/>
  <p:tag name="KSO_WM_UNIT_INDEX" val="1_2_1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5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0"/>
  <p:tag name="KSO_WM_TEMPLATE_CATEGORY" val="diagram"/>
  <p:tag name="KSO_WM_TEMPLATE_INDEX" val="20234875"/>
  <p:tag name="KSO_WM_UNIT_LAYERLEVEL" val="1_1_1"/>
  <p:tag name="KSO_WM_TAG_VERSION" val="3.0"/>
  <p:tag name="KSO_WM_UNIT_TYPE" val="l_h_i"/>
  <p:tag name="KSO_WM_UNIT_INDEX" val="1_2_10"/>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0"/>
  <p:tag name="KSO_WM_TEMPLATE_CATEGORY" val="diagram"/>
  <p:tag name="KSO_WM_TEMPLATE_INDEX" val="20234875"/>
  <p:tag name="KSO_WM_UNIT_LAYERLEVEL" val="1_1_1"/>
  <p:tag name="KSO_WM_TAG_VERSION" val="3.0"/>
  <p:tag name="KSO_WM_UNIT_TYPE" val="l_h_i"/>
  <p:tag name="KSO_WM_UNIT_INDEX" val="1_2_20"/>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5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3"/>
  <p:tag name="KSO_WM_TEMPLATE_CATEGORY" val="diagram"/>
  <p:tag name="KSO_WM_TEMPLATE_INDEX" val="20234875"/>
  <p:tag name="KSO_WM_UNIT_LAYERLEVEL" val="1_1_1"/>
  <p:tag name="KSO_WM_TAG_VERSION" val="3.0"/>
  <p:tag name="KSO_WM_UNIT_TYPE" val="l_h_i"/>
  <p:tag name="KSO_WM_UNIT_INDEX" val="1_2_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3"/>
  <p:tag name="KSO_WM_TEMPLATE_CATEGORY" val="diagram"/>
  <p:tag name="KSO_WM_TEMPLATE_INDEX" val="20234875"/>
  <p:tag name="KSO_WM_UNIT_LAYERLEVEL" val="1_1_1"/>
  <p:tag name="KSO_WM_TAG_VERSION" val="3.0"/>
  <p:tag name="KSO_WM_UNIT_TYPE" val="l_h_i"/>
  <p:tag name="KSO_WM_UNIT_INDEX" val="1_2_2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5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6"/>
  <p:tag name="KSO_WM_TEMPLATE_CATEGORY" val="diagram"/>
  <p:tag name="KSO_WM_TEMPLATE_INDEX" val="20234875"/>
  <p:tag name="KSO_WM_UNIT_LAYERLEVEL" val="1_1_1"/>
  <p:tag name="KSO_WM_TAG_VERSION" val="3.0"/>
  <p:tag name="KSO_WM_UNIT_TYPE" val="l_h_i"/>
  <p:tag name="KSO_WM_UNIT_INDEX" val="1_2_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9"/>
  <p:tag name="KSO_WM_TEMPLATE_CATEGORY" val="diagram"/>
  <p:tag name="KSO_WM_TEMPLATE_INDEX" val="20234875"/>
  <p:tag name="KSO_WM_UNIT_LAYERLEVEL" val="1_1_1"/>
  <p:tag name="KSO_WM_TAG_VERSION" val="3.0"/>
  <p:tag name="KSO_WM_UNIT_TYPE" val="l_h_i"/>
  <p:tag name="KSO_WM_UNIT_INDEX" val="1_2_19"/>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5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7"/>
  <p:tag name="KSO_WM_TEMPLATE_CATEGORY" val="diagram"/>
  <p:tag name="KSO_WM_TEMPLATE_INDEX" val="20234875"/>
  <p:tag name="KSO_WM_UNIT_LAYERLEVEL" val="1_1_1"/>
  <p:tag name="KSO_WM_TAG_VERSION" val="3.0"/>
  <p:tag name="KSO_WM_UNIT_TYPE" val="l_h_i"/>
  <p:tag name="KSO_WM_UNIT_INDEX" val="1_2_7"/>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6"/>
  <p:tag name="KSO_WM_TEMPLATE_CATEGORY" val="diagram"/>
  <p:tag name="KSO_WM_TEMPLATE_INDEX" val="20234875"/>
  <p:tag name="KSO_WM_UNIT_LAYERLEVEL" val="1_1_1"/>
  <p:tag name="KSO_WM_TAG_VERSION" val="3.0"/>
  <p:tag name="KSO_WM_UNIT_TYPE" val="l_h_i"/>
  <p:tag name="KSO_WM_UNIT_INDEX" val="1_2_1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5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2"/>
  <p:tag name="KSO_WM_TEMPLATE_CATEGORY" val="diagram"/>
  <p:tag name="KSO_WM_TEMPLATE_INDEX" val="20234875"/>
  <p:tag name="KSO_WM_UNIT_LAYERLEVEL" val="1_1_1"/>
  <p:tag name="KSO_WM_TAG_VERSION" val="3.0"/>
  <p:tag name="KSO_WM_UNIT_TYPE" val="l_h_i"/>
  <p:tag name="KSO_WM_UNIT_INDEX" val="1_2_1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2"/>
  <p:tag name="KSO_WM_TEMPLATE_CATEGORY" val="diagram"/>
  <p:tag name="KSO_WM_TEMPLATE_INDEX" val="20234875"/>
  <p:tag name="KSO_WM_UNIT_LAYERLEVEL" val="1_1_1"/>
  <p:tag name="KSO_WM_TAG_VERSION" val="3.0"/>
  <p:tag name="KSO_WM_UNIT_TYPE" val="l_h_i"/>
  <p:tag name="KSO_WM_UNIT_INDEX" val="1_2_2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5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5"/>
  <p:tag name="KSO_WM_TEMPLATE_CATEGORY" val="diagram"/>
  <p:tag name="KSO_WM_TEMPLATE_INDEX" val="20234875"/>
  <p:tag name="KSO_WM_UNIT_LAYERLEVEL" val="1_1_1"/>
  <p:tag name="KSO_WM_TAG_VERSION" val="3.0"/>
  <p:tag name="KSO_WM_UNIT_TYPE" val="l_h_i"/>
  <p:tag name="KSO_WM_UNIT_INDEX" val="1_2_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7"/>
  <p:tag name="KSO_WM_TEMPLATE_CATEGORY" val="diagram"/>
  <p:tag name="KSO_WM_TEMPLATE_INDEX" val="20234875"/>
  <p:tag name="KSO_WM_UNIT_LAYERLEVEL" val="1_1_1"/>
  <p:tag name="KSO_WM_TAG_VERSION" val="3.0"/>
  <p:tag name="KSO_WM_UNIT_TYPE" val="l_h_i"/>
  <p:tag name="KSO_WM_UNIT_INDEX" val="1_2_17"/>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5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9"/>
  <p:tag name="KSO_WM_TEMPLATE_CATEGORY" val="diagram"/>
  <p:tag name="KSO_WM_TEMPLATE_INDEX" val="20234875"/>
  <p:tag name="KSO_WM_UNIT_LAYERLEVEL" val="1_1_1"/>
  <p:tag name="KSO_WM_TAG_VERSION" val="3.0"/>
  <p:tag name="KSO_WM_UNIT_TYPE" val="l_h_i"/>
  <p:tag name="KSO_WM_UNIT_INDEX" val="1_2_9"/>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4"/>
  <p:tag name="KSO_WM_TEMPLATE_CATEGORY" val="diagram"/>
  <p:tag name="KSO_WM_TEMPLATE_INDEX" val="20234875"/>
  <p:tag name="KSO_WM_UNIT_LAYERLEVEL" val="1_1_1"/>
  <p:tag name="KSO_WM_TAG_VERSION" val="3.0"/>
  <p:tag name="KSO_WM_UNIT_TYPE" val="l_h_i"/>
  <p:tag name="KSO_WM_UNIT_INDEX" val="1_2_1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5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1"/>
  <p:tag name="KSO_WM_TEMPLATE_CATEGORY" val="diagram"/>
  <p:tag name="KSO_WM_TEMPLATE_INDEX" val="20234875"/>
  <p:tag name="KSO_WM_UNIT_LAYERLEVEL" val="1_1_1"/>
  <p:tag name="KSO_WM_TAG_VERSION" val="3.0"/>
  <p:tag name="KSO_WM_UNIT_TYPE" val="l_h_i"/>
  <p:tag name="KSO_WM_UNIT_INDEX" val="1_2_11"/>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1"/>
  <p:tag name="KSO_WM_TEMPLATE_CATEGORY" val="diagram"/>
  <p:tag name="KSO_WM_TEMPLATE_INDEX" val="20234875"/>
  <p:tag name="KSO_WM_UNIT_LAYERLEVEL" val="1_1_1"/>
  <p:tag name="KSO_WM_TAG_VERSION" val="3.0"/>
  <p:tag name="KSO_WM_UNIT_TYPE" val="l_h_i"/>
  <p:tag name="KSO_WM_UNIT_INDEX" val="1_2_21"/>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5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5"/>
  <p:tag name="KSO_WM_TEMPLATE_CATEGORY" val="diagram"/>
  <p:tag name="KSO_WM_TEMPLATE_INDEX" val="20234875"/>
  <p:tag name="KSO_WM_UNIT_LAYERLEVEL" val="1_1_1"/>
  <p:tag name="KSO_WM_TAG_VERSION" val="3.0"/>
  <p:tag name="KSO_WM_UNIT_TYPE" val="l_h_i"/>
  <p:tag name="KSO_WM_UNIT_INDEX" val="1_1_2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UNIT_TEXT_FILL_FORE_SCHEMECOLOR_INDEX" val="13"/>
  <p:tag name="KSO_WM_UNIT_TEXT_FILL_TYPE" val="1"/>
  <p:tag name="KSO_WM_UNIT_USESOURCEFORMAT_APPLY" val="1"/>
</p:tagLst>
</file>

<file path=ppt/tags/tag5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6"/>
  <p:tag name="KSO_WM_TEMPLATE_CATEGORY" val="diagram"/>
  <p:tag name="KSO_WM_TEMPLATE_INDEX" val="20234875"/>
  <p:tag name="KSO_WM_UNIT_LAYERLEVEL" val="1_1_1"/>
  <p:tag name="KSO_WM_TAG_VERSION" val="3.0"/>
  <p:tag name="KSO_WM_UNIT_TYPE" val="l_h_i"/>
  <p:tag name="KSO_WM_UNIT_INDEX" val="1_1_2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13"/>
  <p:tag name="KSO_WM_UNIT_LINE_FILL_TYPE" val="2"/>
  <p:tag name="KSO_WM_UNIT_TEXT_FILL_FORE_SCHEMECOLOR_INDEX" val="13"/>
  <p:tag name="KSO_WM_UNIT_TEXT_FILL_TYPE" val="1"/>
  <p:tag name="KSO_WM_UNIT_USESOURCEFORMAT_APPLY" val="1"/>
</p:tagLst>
</file>

<file path=ppt/tags/tag5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
  <p:tag name="KSO_WM_TEMPLATE_CATEGORY" val="diagram"/>
  <p:tag name="KSO_WM_TEMPLATE_INDEX" val="20234875"/>
  <p:tag name="KSO_WM_UNIT_LAYERLEVEL" val="1_1_1"/>
  <p:tag name="KSO_WM_TAG_VERSION" val="3.0"/>
  <p:tag name="KSO_WM_UNIT_TYPE" val="l_h_i"/>
  <p:tag name="KSO_WM_UNIT_INDEX" val="1_1_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4"/>
  <p:tag name="KSO_WM_TEMPLATE_CATEGORY" val="diagram"/>
  <p:tag name="KSO_WM_TEMPLATE_INDEX" val="20234875"/>
  <p:tag name="KSO_WM_UNIT_LAYERLEVEL" val="1_1_1"/>
  <p:tag name="KSO_WM_TAG_VERSION" val="3.0"/>
  <p:tag name="KSO_WM_UNIT_TYPE" val="l_h_i"/>
  <p:tag name="KSO_WM_UNIT_INDEX" val="1_1_2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5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4"/>
  <p:tag name="KSO_WM_TEMPLATE_CATEGORY" val="diagram"/>
  <p:tag name="KSO_WM_TEMPLATE_INDEX" val="20234875"/>
  <p:tag name="KSO_WM_UNIT_LAYERLEVEL" val="1_1_1"/>
  <p:tag name="KSO_WM_TAG_VERSION" val="3.0"/>
  <p:tag name="KSO_WM_UNIT_TYPE" val="l_h_i"/>
  <p:tag name="KSO_WM_UNIT_INDEX" val="1_1_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8"/>
  <p:tag name="KSO_WM_TEMPLATE_CATEGORY" val="diagram"/>
  <p:tag name="KSO_WM_TEMPLATE_INDEX" val="20234875"/>
  <p:tag name="KSO_WM_UNIT_LAYERLEVEL" val="1_1_1"/>
  <p:tag name="KSO_WM_TAG_VERSION" val="3.0"/>
  <p:tag name="KSO_WM_UNIT_TYPE" val="l_h_i"/>
  <p:tag name="KSO_WM_UNIT_INDEX" val="1_1_18"/>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5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8"/>
  <p:tag name="KSO_WM_TEMPLATE_CATEGORY" val="diagram"/>
  <p:tag name="KSO_WM_TEMPLATE_INDEX" val="20234875"/>
  <p:tag name="KSO_WM_UNIT_LAYERLEVEL" val="1_1_1"/>
  <p:tag name="KSO_WM_TAG_VERSION" val="3.0"/>
  <p:tag name="KSO_WM_UNIT_TYPE" val="l_h_i"/>
  <p:tag name="KSO_WM_UNIT_INDEX" val="1_1_8"/>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5"/>
  <p:tag name="KSO_WM_TEMPLATE_CATEGORY" val="diagram"/>
  <p:tag name="KSO_WM_TEMPLATE_INDEX" val="20234875"/>
  <p:tag name="KSO_WM_UNIT_LAYERLEVEL" val="1_1_1"/>
  <p:tag name="KSO_WM_TAG_VERSION" val="3.0"/>
  <p:tag name="KSO_WM_UNIT_TYPE" val="l_h_i"/>
  <p:tag name="KSO_WM_UNIT_INDEX" val="1_1_1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5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0"/>
  <p:tag name="KSO_WM_TEMPLATE_CATEGORY" val="diagram"/>
  <p:tag name="KSO_WM_TEMPLATE_INDEX" val="20234875"/>
  <p:tag name="KSO_WM_UNIT_LAYERLEVEL" val="1_1_1"/>
  <p:tag name="KSO_WM_TAG_VERSION" val="3.0"/>
  <p:tag name="KSO_WM_UNIT_TYPE" val="l_h_i"/>
  <p:tag name="KSO_WM_UNIT_INDEX" val="1_1_10"/>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0"/>
  <p:tag name="KSO_WM_TEMPLATE_CATEGORY" val="diagram"/>
  <p:tag name="KSO_WM_TEMPLATE_INDEX" val="20234875"/>
  <p:tag name="KSO_WM_UNIT_LAYERLEVEL" val="1_1_1"/>
  <p:tag name="KSO_WM_TAG_VERSION" val="3.0"/>
  <p:tag name="KSO_WM_UNIT_TYPE" val="l_h_i"/>
  <p:tag name="KSO_WM_UNIT_INDEX" val="1_1_20"/>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5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3"/>
  <p:tag name="KSO_WM_TEMPLATE_CATEGORY" val="diagram"/>
  <p:tag name="KSO_WM_TEMPLATE_INDEX" val="20234875"/>
  <p:tag name="KSO_WM_UNIT_LAYERLEVEL" val="1_1_1"/>
  <p:tag name="KSO_WM_TAG_VERSION" val="3.0"/>
  <p:tag name="KSO_WM_UNIT_TYPE" val="l_h_i"/>
  <p:tag name="KSO_WM_UNIT_INDEX" val="1_1_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3"/>
  <p:tag name="KSO_WM_TEMPLATE_CATEGORY" val="diagram"/>
  <p:tag name="KSO_WM_TEMPLATE_INDEX" val="20234875"/>
  <p:tag name="KSO_WM_UNIT_LAYERLEVEL" val="1_1_1"/>
  <p:tag name="KSO_WM_TAG_VERSION" val="3.0"/>
  <p:tag name="KSO_WM_UNIT_TYPE" val="l_h_i"/>
  <p:tag name="KSO_WM_UNIT_INDEX" val="1_1_2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5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6"/>
  <p:tag name="KSO_WM_TEMPLATE_CATEGORY" val="diagram"/>
  <p:tag name="KSO_WM_TEMPLATE_INDEX" val="20234875"/>
  <p:tag name="KSO_WM_UNIT_LAYERLEVEL" val="1_1_1"/>
  <p:tag name="KSO_WM_TAG_VERSION" val="3.0"/>
  <p:tag name="KSO_WM_UNIT_TYPE" val="l_h_i"/>
  <p:tag name="KSO_WM_UNIT_INDEX" val="1_1_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9"/>
  <p:tag name="KSO_WM_TEMPLATE_CATEGORY" val="diagram"/>
  <p:tag name="KSO_WM_TEMPLATE_INDEX" val="20234875"/>
  <p:tag name="KSO_WM_UNIT_LAYERLEVEL" val="1_1_1"/>
  <p:tag name="KSO_WM_TAG_VERSION" val="3.0"/>
  <p:tag name="KSO_WM_UNIT_TYPE" val="l_h_i"/>
  <p:tag name="KSO_WM_UNIT_INDEX" val="1_1_19"/>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5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7"/>
  <p:tag name="KSO_WM_TEMPLATE_CATEGORY" val="diagram"/>
  <p:tag name="KSO_WM_TEMPLATE_INDEX" val="20234875"/>
  <p:tag name="KSO_WM_UNIT_LAYERLEVEL" val="1_1_1"/>
  <p:tag name="KSO_WM_TAG_VERSION" val="3.0"/>
  <p:tag name="KSO_WM_UNIT_TYPE" val="l_h_i"/>
  <p:tag name="KSO_WM_UNIT_INDEX" val="1_1_7"/>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6"/>
  <p:tag name="KSO_WM_TEMPLATE_CATEGORY" val="diagram"/>
  <p:tag name="KSO_WM_TEMPLATE_INDEX" val="20234875"/>
  <p:tag name="KSO_WM_UNIT_LAYERLEVEL" val="1_1_1"/>
  <p:tag name="KSO_WM_TAG_VERSION" val="3.0"/>
  <p:tag name="KSO_WM_UNIT_TYPE" val="l_h_i"/>
  <p:tag name="KSO_WM_UNIT_INDEX" val="1_1_1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5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2"/>
  <p:tag name="KSO_WM_TEMPLATE_CATEGORY" val="diagram"/>
  <p:tag name="KSO_WM_TEMPLATE_INDEX" val="20234875"/>
  <p:tag name="KSO_WM_UNIT_LAYERLEVEL" val="1_1_1"/>
  <p:tag name="KSO_WM_TAG_VERSION" val="3.0"/>
  <p:tag name="KSO_WM_UNIT_TYPE" val="l_h_i"/>
  <p:tag name="KSO_WM_UNIT_INDEX" val="1_1_1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2"/>
  <p:tag name="KSO_WM_TEMPLATE_CATEGORY" val="diagram"/>
  <p:tag name="KSO_WM_TEMPLATE_INDEX" val="20234875"/>
  <p:tag name="KSO_WM_UNIT_LAYERLEVEL" val="1_1_1"/>
  <p:tag name="KSO_WM_TAG_VERSION" val="3.0"/>
  <p:tag name="KSO_WM_UNIT_TYPE" val="l_h_i"/>
  <p:tag name="KSO_WM_UNIT_INDEX" val="1_1_2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5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5"/>
  <p:tag name="KSO_WM_TEMPLATE_CATEGORY" val="diagram"/>
  <p:tag name="KSO_WM_TEMPLATE_INDEX" val="20234875"/>
  <p:tag name="KSO_WM_UNIT_LAYERLEVEL" val="1_1_1"/>
  <p:tag name="KSO_WM_TAG_VERSION" val="3.0"/>
  <p:tag name="KSO_WM_UNIT_TYPE" val="l_h_i"/>
  <p:tag name="KSO_WM_UNIT_INDEX" val="1_1_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7"/>
  <p:tag name="KSO_WM_TEMPLATE_CATEGORY" val="diagram"/>
  <p:tag name="KSO_WM_TEMPLATE_INDEX" val="20234875"/>
  <p:tag name="KSO_WM_UNIT_LAYERLEVEL" val="1_1_1"/>
  <p:tag name="KSO_WM_TAG_VERSION" val="3.0"/>
  <p:tag name="KSO_WM_UNIT_TYPE" val="l_h_i"/>
  <p:tag name="KSO_WM_UNIT_INDEX" val="1_1_17"/>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5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9"/>
  <p:tag name="KSO_WM_TEMPLATE_CATEGORY" val="diagram"/>
  <p:tag name="KSO_WM_TEMPLATE_INDEX" val="20234875"/>
  <p:tag name="KSO_WM_UNIT_LAYERLEVEL" val="1_1_1"/>
  <p:tag name="KSO_WM_TAG_VERSION" val="3.0"/>
  <p:tag name="KSO_WM_UNIT_TYPE" val="l_h_i"/>
  <p:tag name="KSO_WM_UNIT_INDEX" val="1_1_9"/>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4"/>
  <p:tag name="KSO_WM_TEMPLATE_CATEGORY" val="diagram"/>
  <p:tag name="KSO_WM_TEMPLATE_INDEX" val="20234875"/>
  <p:tag name="KSO_WM_UNIT_LAYERLEVEL" val="1_1_1"/>
  <p:tag name="KSO_WM_TAG_VERSION" val="3.0"/>
  <p:tag name="KSO_WM_UNIT_TYPE" val="l_h_i"/>
  <p:tag name="KSO_WM_UNIT_INDEX" val="1_1_1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5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1"/>
  <p:tag name="KSO_WM_TEMPLATE_CATEGORY" val="diagram"/>
  <p:tag name="KSO_WM_TEMPLATE_INDEX" val="20234875"/>
  <p:tag name="KSO_WM_UNIT_LAYERLEVEL" val="1_1_1"/>
  <p:tag name="KSO_WM_TAG_VERSION" val="3.0"/>
  <p:tag name="KSO_WM_UNIT_TYPE" val="l_h_i"/>
  <p:tag name="KSO_WM_UNIT_INDEX" val="1_1_11"/>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1"/>
  <p:tag name="KSO_WM_TEMPLATE_CATEGORY" val="diagram"/>
  <p:tag name="KSO_WM_TEMPLATE_INDEX" val="20234875"/>
  <p:tag name="KSO_WM_UNIT_LAYERLEVEL" val="1_1_1"/>
  <p:tag name="KSO_WM_TAG_VERSION" val="3.0"/>
  <p:tag name="KSO_WM_UNIT_TYPE" val="l_h_i"/>
  <p:tag name="KSO_WM_UNIT_INDEX" val="1_1_21"/>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58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4875_1*l_h_f*1_1_1"/>
  <p:tag name="KSO_WM_TEMPLATE_CATEGORY" val="diagram"/>
  <p:tag name="KSO_WM_TEMPLATE_INDEX" val="20234875"/>
  <p:tag name="KSO_WM_UNIT_LAYERLEVEL" val="1_1_1"/>
  <p:tag name="KSO_WM_TAG_VERSION" val="3.0"/>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FILL_TYPE" val="1"/>
  <p:tag name="KSO_WM_DIAGRAM_GROUP_CODE" val="l1-1"/>
  <p:tag name="KSO_WM_DIAGRAM_COLOR_TRICK" val="1"/>
  <p:tag name="KSO_WM_DIAGRAM_COLOR_TEXT_CAN_REMOVE" val="n"/>
  <p:tag name="KSO_WM_DIAGRAM_VERSION" val="3"/>
  <p:tag name="KSO_WM_UNIT_TEXT_TYPE" val="1"/>
  <p:tag name="KSO_WM_UNIT_TEXT_LAYER_COUNT" val="1"/>
  <p:tag name="KSO_WM_BEAUTIFY_FLAG" val="#wm#"/>
  <p:tag name="KSO_WM_UNIT_PRESET_TEXT" val="单击此处添加你的文本具体内容，简明扼要地阐述您的观点。根据需要可酌情增减文字，以便观者准确地理解您传达的思想。单击此处添加你的文本具体内容，简明扼要地阐述您的观点。根据需要可酌情增减文字，以便观者准确地理解您传达的思想。单击此处添加文本具体内容，简明扼要地阐述您的观点。单击此处添加文本具体内容"/>
  <p:tag name="KSO_WM_UNIT_USESOURCEFORMAT_APPLY" val="1"/>
</p:tagLst>
</file>

<file path=ppt/tags/tag58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4875_1*l_h_f*1_2_1"/>
  <p:tag name="KSO_WM_TEMPLATE_CATEGORY" val="diagram"/>
  <p:tag name="KSO_WM_TEMPLATE_INDEX" val="20234875"/>
  <p:tag name="KSO_WM_UNIT_LAYERLEVEL" val="1_1_1"/>
  <p:tag name="KSO_WM_TAG_VERSION" val="3.0"/>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FILL_TYPE" val="1"/>
  <p:tag name="KSO_WM_DIAGRAM_GROUP_CODE" val="l1-1"/>
  <p:tag name="KSO_WM_DIAGRAM_COLOR_TRICK" val="1"/>
  <p:tag name="KSO_WM_DIAGRAM_COLOR_TEXT_CAN_REMOVE" val="n"/>
  <p:tag name="KSO_WM_DIAGRAM_VERSION" val="3"/>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可酌情增减文字，以便观者准确地理解您传达的思想。单击此处添加文本具体内容，简明扼要地阐述您的观点。单击此处添加文本具体内容"/>
  <p:tag name="KSO_WM_UNIT_USESOURCEFORMAT_APPLY" val="1"/>
</p:tagLst>
</file>

<file path=ppt/tags/tag58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i"/>
  <p:tag name="KSO_WM_UNIT_INDEX" val="1_1_1"/>
  <p:tag name="KSO_WM_UNIT_ID" val="diagram20234875_1*l_h_i*1_1_1"/>
  <p:tag name="KSO_WM_TEMPLATE_CATEGORY" val="diagram"/>
  <p:tag name="KSO_WM_TEMPLATE_INDEX" val="20234875"/>
  <p:tag name="KSO_WM_UNIT_LAYERLEVEL" val="1_1_1"/>
  <p:tag name="KSO_WM_TAG_VERSION" val="3.0"/>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TYPE" val="1"/>
  <p:tag name="KSO_WM_DIAGRAM_GROUP_CODE" val="l1-1"/>
  <p:tag name="KSO_WM_DIAGRAM_COLOR_TRICK" val="1"/>
  <p:tag name="KSO_WM_DIAGRAM_COLOR_TEXT_CAN_REMOVE" val="n"/>
  <p:tag name="KSO_WM_DIAGRAM_VERSION" val="3"/>
  <p:tag name="KSO_WM_BEAUTIFY_FLAG" val="#wm#"/>
  <p:tag name="KSO_WM_UNIT_USESOURCEFORMAT_APPLY" val="1"/>
</p:tagLst>
</file>

<file path=ppt/tags/tag58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i"/>
  <p:tag name="KSO_WM_UNIT_INDEX" val="1_2_1"/>
  <p:tag name="KSO_WM_UNIT_ID" val="diagram20234875_1*l_h_i*1_2_1"/>
  <p:tag name="KSO_WM_TEMPLATE_CATEGORY" val="diagram"/>
  <p:tag name="KSO_WM_TEMPLATE_INDEX" val="20234875"/>
  <p:tag name="KSO_WM_UNIT_LAYERLEVEL" val="1_1_1"/>
  <p:tag name="KSO_WM_TAG_VERSION" val="3.0"/>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TYPE" val="1"/>
  <p:tag name="KSO_WM_DIAGRAM_GROUP_CODE" val="l1-1"/>
  <p:tag name="KSO_WM_DIAGRAM_COLOR_TRICK" val="1"/>
  <p:tag name="KSO_WM_DIAGRAM_COLOR_TEXT_CAN_REMOVE" val="n"/>
  <p:tag name="KSO_WM_DIAGRAM_VERSION" val="3"/>
  <p:tag name="KSO_WM_BEAUTIFY_FLAG" val="#wm#"/>
  <p:tag name="KSO_WM_UNIT_USESOURCEFORMAT_APPLY" val="1"/>
</p:tagLst>
</file>

<file path=ppt/tags/tag5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3"/>
  <p:tag name="KSO_WM_TEMPLATE_CATEGORY" val="diagram"/>
  <p:tag name="KSO_WM_TEMPLATE_INDEX" val="20234875"/>
  <p:tag name="KSO_WM_UNIT_LAYERLEVEL" val="1_1_1"/>
  <p:tag name="KSO_WM_TAG_VERSION" val="3.0"/>
  <p:tag name="KSO_WM_UNIT_TYPE" val="l_h_i"/>
  <p:tag name="KSO_WM_UNIT_INDEX" val="1_1_1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2"/>
  <p:tag name="KSO_WM_UNIT_TEXT_FILL_TYPE" val="1"/>
  <p:tag name="KSO_WM_UNIT_USESOURCEFORMAT_APPLY" val="1"/>
</p:tagLst>
</file>

<file path=ppt/tags/tag5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3"/>
  <p:tag name="KSO_WM_TEMPLATE_CATEGORY" val="diagram"/>
  <p:tag name="KSO_WM_TEMPLATE_INDEX" val="20234875"/>
  <p:tag name="KSO_WM_UNIT_LAYERLEVEL" val="1_1_1"/>
  <p:tag name="KSO_WM_TAG_VERSION" val="3.0"/>
  <p:tag name="KSO_WM_UNIT_TYPE" val="l_h_i"/>
  <p:tag name="KSO_WM_UNIT_INDEX" val="1_2_1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00.9500235517829,&quot;left&quot;:48.05000000000001,&quot;top&quot;:112.04998822410853,&quot;width&quot;:862.8750393700788}"/>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2"/>
  <p:tag name="KSO_WM_UNIT_TEXT_FILL_TYPE" val="1"/>
  <p:tag name="KSO_WM_UNIT_USESOURCEFORMAT_APPLY" val="1"/>
</p:tagLst>
</file>

<file path=ppt/tags/tag592.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162_1*l_h_a*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UNIT_PRESET_TEXT" val="单击此处添加标题"/>
  <p:tag name="KSO_WM_UNIT_TEXT_FILL_FORE_SCHEMECOLOR_INDEX" val="1"/>
  <p:tag name="KSO_WM_UNIT_TEXT_FILL_TYPE" val="1"/>
  <p:tag name="KSO_WM_UNIT_USESOURCEFORMAT_APPLY" val="1"/>
</p:tagLst>
</file>

<file path=ppt/tags/tag593.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162_1*l_h_a*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UNIT_PRESET_TEXT" val="单击此处添加标题"/>
  <p:tag name="KSO_WM_UNIT_TEXT_FILL_FORE_SCHEMECOLOR_INDEX" val="1"/>
  <p:tag name="KSO_WM_UNIT_TEXT_FILL_TYPE" val="1"/>
  <p:tag name="KSO_WM_UNIT_USESOURCEFORMAT_APPLY" val="1"/>
</p:tagLst>
</file>

<file path=ppt/tags/tag594.xml><?xml version="1.0" encoding="utf-8"?>
<p:tagLst xmlns:p="http://schemas.openxmlformats.org/presentationml/2006/main">
  <p:tag name="KSO_WM_SLIDE_ID" val="diagram20234875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4875"/>
  <p:tag name="KSO_WM_SLIDE_TYPE" val="text"/>
  <p:tag name="KSO_WM_SLIDE_SUBTYPE" val="diag"/>
  <p:tag name="KSO_WM_SLIDE_SIZE" val="862.85*400.95"/>
  <p:tag name="KSO_WM_SLIDE_POSITION" val="48.05*112.05"/>
  <p:tag name="KSO_WM_SLIDE_LAYOUT" val="a_l"/>
  <p:tag name="KSO_WM_SLIDE_LAYOUT_CNT" val="1_1"/>
  <p:tag name="KSO_WM_SPECIAL_SOURCE" val="bdnull"/>
  <p:tag name="KSO_WM_DIAGRAM_GROUP_CODE" val="l1-1"/>
  <p:tag name="KSO_WM_SLIDE_DIAGTYPE" val="l"/>
</p:tagLst>
</file>

<file path=ppt/tags/tag59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4875_1*a*1"/>
  <p:tag name="KSO_WM_TEMPLATE_CATEGORY" val="diagram"/>
  <p:tag name="KSO_WM_TEMPLATE_INDEX" val="20234875"/>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5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5"/>
  <p:tag name="KSO_WM_TEMPLATE_CATEGORY" val="diagram"/>
  <p:tag name="KSO_WM_TEMPLATE_INDEX" val="20234875"/>
  <p:tag name="KSO_WM_UNIT_LAYERLEVEL" val="1_1_1"/>
  <p:tag name="KSO_WM_TAG_VERSION" val="3.0"/>
  <p:tag name="KSO_WM_UNIT_TYPE" val="l_h_i"/>
  <p:tag name="KSO_WM_UNIT_INDEX" val="1_2_2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UNIT_TEXT_FILL_FORE_SCHEMECOLOR_INDEX" val="13"/>
  <p:tag name="KSO_WM_UNIT_TEXT_FILL_TYPE" val="1"/>
  <p:tag name="KSO_WM_UNIT_USESOURCEFORMAT_APPLY" val="1"/>
</p:tagLst>
</file>

<file path=ppt/tags/tag5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6"/>
  <p:tag name="KSO_WM_TEMPLATE_CATEGORY" val="diagram"/>
  <p:tag name="KSO_WM_TEMPLATE_INDEX" val="20234875"/>
  <p:tag name="KSO_WM_UNIT_LAYERLEVEL" val="1_1_1"/>
  <p:tag name="KSO_WM_TAG_VERSION" val="3.0"/>
  <p:tag name="KSO_WM_UNIT_TYPE" val="l_h_i"/>
  <p:tag name="KSO_WM_UNIT_INDEX" val="1_2_2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05000000074505806,&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13"/>
  <p:tag name="KSO_WM_UNIT_LINE_FILL_TYPE" val="2"/>
  <p:tag name="KSO_WM_UNIT_TEXT_FILL_FORE_SCHEMECOLOR_INDEX" val="14"/>
  <p:tag name="KSO_WM_UNIT_TEXT_FILL_TYPE" val="1"/>
  <p:tag name="KSO_WM_UNIT_USESOURCEFORMAT_APPLY" val="1"/>
</p:tagLst>
</file>

<file path=ppt/tags/tag5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
  <p:tag name="KSO_WM_TEMPLATE_CATEGORY" val="diagram"/>
  <p:tag name="KSO_WM_TEMPLATE_INDEX" val="20234875"/>
  <p:tag name="KSO_WM_UNIT_LAYERLEVEL" val="1_1_1"/>
  <p:tag name="KSO_WM_TAG_VERSION" val="3.0"/>
  <p:tag name="KSO_WM_UNIT_TYPE" val="l_h_i"/>
  <p:tag name="KSO_WM_UNIT_INDEX" val="1_2_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5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4"/>
  <p:tag name="KSO_WM_TEMPLATE_CATEGORY" val="diagram"/>
  <p:tag name="KSO_WM_TEMPLATE_INDEX" val="20234875"/>
  <p:tag name="KSO_WM_UNIT_LAYERLEVEL" val="1_1_1"/>
  <p:tag name="KSO_WM_TAG_VERSION" val="3.0"/>
  <p:tag name="KSO_WM_UNIT_TYPE" val="l_h_i"/>
  <p:tag name="KSO_WM_UNIT_INDEX" val="1_2_2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4"/>
  <p:tag name="KSO_WM_TEMPLATE_CATEGORY" val="diagram"/>
  <p:tag name="KSO_WM_TEMPLATE_INDEX" val="20234875"/>
  <p:tag name="KSO_WM_UNIT_LAYERLEVEL" val="1_1_1"/>
  <p:tag name="KSO_WM_TAG_VERSION" val="3.0"/>
  <p:tag name="KSO_WM_UNIT_TYPE" val="l_h_i"/>
  <p:tag name="KSO_WM_UNIT_INDEX" val="1_2_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8"/>
  <p:tag name="KSO_WM_TEMPLATE_CATEGORY" val="diagram"/>
  <p:tag name="KSO_WM_TEMPLATE_INDEX" val="20234875"/>
  <p:tag name="KSO_WM_UNIT_LAYERLEVEL" val="1_1_1"/>
  <p:tag name="KSO_WM_TAG_VERSION" val="3.0"/>
  <p:tag name="KSO_WM_UNIT_TYPE" val="l_h_i"/>
  <p:tag name="KSO_WM_UNIT_INDEX" val="1_2_18"/>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8"/>
  <p:tag name="KSO_WM_TEMPLATE_CATEGORY" val="diagram"/>
  <p:tag name="KSO_WM_TEMPLATE_INDEX" val="20234875"/>
  <p:tag name="KSO_WM_UNIT_LAYERLEVEL" val="1_1_1"/>
  <p:tag name="KSO_WM_TAG_VERSION" val="3.0"/>
  <p:tag name="KSO_WM_UNIT_TYPE" val="l_h_i"/>
  <p:tag name="KSO_WM_UNIT_INDEX" val="1_2_8"/>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5"/>
  <p:tag name="KSO_WM_TEMPLATE_CATEGORY" val="diagram"/>
  <p:tag name="KSO_WM_TEMPLATE_INDEX" val="20234875"/>
  <p:tag name="KSO_WM_UNIT_LAYERLEVEL" val="1_1_1"/>
  <p:tag name="KSO_WM_TAG_VERSION" val="3.0"/>
  <p:tag name="KSO_WM_UNIT_TYPE" val="l_h_i"/>
  <p:tag name="KSO_WM_UNIT_INDEX" val="1_2_1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0"/>
  <p:tag name="KSO_WM_TEMPLATE_CATEGORY" val="diagram"/>
  <p:tag name="KSO_WM_TEMPLATE_INDEX" val="20234875"/>
  <p:tag name="KSO_WM_UNIT_LAYERLEVEL" val="1_1_1"/>
  <p:tag name="KSO_WM_TAG_VERSION" val="3.0"/>
  <p:tag name="KSO_WM_UNIT_TYPE" val="l_h_i"/>
  <p:tag name="KSO_WM_UNIT_INDEX" val="1_2_10"/>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0"/>
  <p:tag name="KSO_WM_TEMPLATE_CATEGORY" val="diagram"/>
  <p:tag name="KSO_WM_TEMPLATE_INDEX" val="20234875"/>
  <p:tag name="KSO_WM_UNIT_LAYERLEVEL" val="1_1_1"/>
  <p:tag name="KSO_WM_TAG_VERSION" val="3.0"/>
  <p:tag name="KSO_WM_UNIT_TYPE" val="l_h_i"/>
  <p:tag name="KSO_WM_UNIT_INDEX" val="1_2_20"/>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3"/>
  <p:tag name="KSO_WM_TEMPLATE_CATEGORY" val="diagram"/>
  <p:tag name="KSO_WM_TEMPLATE_INDEX" val="20234875"/>
  <p:tag name="KSO_WM_UNIT_LAYERLEVEL" val="1_1_1"/>
  <p:tag name="KSO_WM_TAG_VERSION" val="3.0"/>
  <p:tag name="KSO_WM_UNIT_TYPE" val="l_h_i"/>
  <p:tag name="KSO_WM_UNIT_INDEX" val="1_2_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3"/>
  <p:tag name="KSO_WM_TEMPLATE_CATEGORY" val="diagram"/>
  <p:tag name="KSO_WM_TEMPLATE_INDEX" val="20234875"/>
  <p:tag name="KSO_WM_UNIT_LAYERLEVEL" val="1_1_1"/>
  <p:tag name="KSO_WM_TAG_VERSION" val="3.0"/>
  <p:tag name="KSO_WM_UNIT_TYPE" val="l_h_i"/>
  <p:tag name="KSO_WM_UNIT_INDEX" val="1_2_2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6"/>
  <p:tag name="KSO_WM_TEMPLATE_CATEGORY" val="diagram"/>
  <p:tag name="KSO_WM_TEMPLATE_INDEX" val="20234875"/>
  <p:tag name="KSO_WM_UNIT_LAYERLEVEL" val="1_1_1"/>
  <p:tag name="KSO_WM_TAG_VERSION" val="3.0"/>
  <p:tag name="KSO_WM_UNIT_TYPE" val="l_h_i"/>
  <p:tag name="KSO_WM_UNIT_INDEX" val="1_2_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9"/>
  <p:tag name="KSO_WM_TEMPLATE_CATEGORY" val="diagram"/>
  <p:tag name="KSO_WM_TEMPLATE_INDEX" val="20234875"/>
  <p:tag name="KSO_WM_UNIT_LAYERLEVEL" val="1_1_1"/>
  <p:tag name="KSO_WM_TAG_VERSION" val="3.0"/>
  <p:tag name="KSO_WM_UNIT_TYPE" val="l_h_i"/>
  <p:tag name="KSO_WM_UNIT_INDEX" val="1_2_19"/>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7"/>
  <p:tag name="KSO_WM_TEMPLATE_CATEGORY" val="diagram"/>
  <p:tag name="KSO_WM_TEMPLATE_INDEX" val="20234875"/>
  <p:tag name="KSO_WM_UNIT_LAYERLEVEL" val="1_1_1"/>
  <p:tag name="KSO_WM_TAG_VERSION" val="3.0"/>
  <p:tag name="KSO_WM_UNIT_TYPE" val="l_h_i"/>
  <p:tag name="KSO_WM_UNIT_INDEX" val="1_2_7"/>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6"/>
  <p:tag name="KSO_WM_TEMPLATE_CATEGORY" val="diagram"/>
  <p:tag name="KSO_WM_TEMPLATE_INDEX" val="20234875"/>
  <p:tag name="KSO_WM_UNIT_LAYERLEVEL" val="1_1_1"/>
  <p:tag name="KSO_WM_TAG_VERSION" val="3.0"/>
  <p:tag name="KSO_WM_UNIT_TYPE" val="l_h_i"/>
  <p:tag name="KSO_WM_UNIT_INDEX" val="1_2_1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2"/>
  <p:tag name="KSO_WM_TEMPLATE_CATEGORY" val="diagram"/>
  <p:tag name="KSO_WM_TEMPLATE_INDEX" val="20234875"/>
  <p:tag name="KSO_WM_UNIT_LAYERLEVEL" val="1_1_1"/>
  <p:tag name="KSO_WM_TAG_VERSION" val="3.0"/>
  <p:tag name="KSO_WM_UNIT_TYPE" val="l_h_i"/>
  <p:tag name="KSO_WM_UNIT_INDEX" val="1_2_1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2"/>
  <p:tag name="KSO_WM_TEMPLATE_CATEGORY" val="diagram"/>
  <p:tag name="KSO_WM_TEMPLATE_INDEX" val="20234875"/>
  <p:tag name="KSO_WM_UNIT_LAYERLEVEL" val="1_1_1"/>
  <p:tag name="KSO_WM_TAG_VERSION" val="3.0"/>
  <p:tag name="KSO_WM_UNIT_TYPE" val="l_h_i"/>
  <p:tag name="KSO_WM_UNIT_INDEX" val="1_2_2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5"/>
  <p:tag name="KSO_WM_TEMPLATE_CATEGORY" val="diagram"/>
  <p:tag name="KSO_WM_TEMPLATE_INDEX" val="20234875"/>
  <p:tag name="KSO_WM_UNIT_LAYERLEVEL" val="1_1_1"/>
  <p:tag name="KSO_WM_TAG_VERSION" val="3.0"/>
  <p:tag name="KSO_WM_UNIT_TYPE" val="l_h_i"/>
  <p:tag name="KSO_WM_UNIT_INDEX" val="1_2_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7"/>
  <p:tag name="KSO_WM_TEMPLATE_CATEGORY" val="diagram"/>
  <p:tag name="KSO_WM_TEMPLATE_INDEX" val="20234875"/>
  <p:tag name="KSO_WM_UNIT_LAYERLEVEL" val="1_1_1"/>
  <p:tag name="KSO_WM_TAG_VERSION" val="3.0"/>
  <p:tag name="KSO_WM_UNIT_TYPE" val="l_h_i"/>
  <p:tag name="KSO_WM_UNIT_INDEX" val="1_2_17"/>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9"/>
  <p:tag name="KSO_WM_TEMPLATE_CATEGORY" val="diagram"/>
  <p:tag name="KSO_WM_TEMPLATE_INDEX" val="20234875"/>
  <p:tag name="KSO_WM_UNIT_LAYERLEVEL" val="1_1_1"/>
  <p:tag name="KSO_WM_TAG_VERSION" val="3.0"/>
  <p:tag name="KSO_WM_UNIT_TYPE" val="l_h_i"/>
  <p:tag name="KSO_WM_UNIT_INDEX" val="1_2_9"/>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4"/>
  <p:tag name="KSO_WM_TEMPLATE_CATEGORY" val="diagram"/>
  <p:tag name="KSO_WM_TEMPLATE_INDEX" val="20234875"/>
  <p:tag name="KSO_WM_UNIT_LAYERLEVEL" val="1_1_1"/>
  <p:tag name="KSO_WM_TAG_VERSION" val="3.0"/>
  <p:tag name="KSO_WM_UNIT_TYPE" val="l_h_i"/>
  <p:tag name="KSO_WM_UNIT_INDEX" val="1_2_1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1"/>
  <p:tag name="KSO_WM_TEMPLATE_CATEGORY" val="diagram"/>
  <p:tag name="KSO_WM_TEMPLATE_INDEX" val="20234875"/>
  <p:tag name="KSO_WM_UNIT_LAYERLEVEL" val="1_1_1"/>
  <p:tag name="KSO_WM_TAG_VERSION" val="3.0"/>
  <p:tag name="KSO_WM_UNIT_TYPE" val="l_h_i"/>
  <p:tag name="KSO_WM_UNIT_INDEX" val="1_2_11"/>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1"/>
  <p:tag name="KSO_WM_TEMPLATE_CATEGORY" val="diagram"/>
  <p:tag name="KSO_WM_TEMPLATE_INDEX" val="20234875"/>
  <p:tag name="KSO_WM_UNIT_LAYERLEVEL" val="1_1_1"/>
  <p:tag name="KSO_WM_TAG_VERSION" val="3.0"/>
  <p:tag name="KSO_WM_UNIT_TYPE" val="l_h_i"/>
  <p:tag name="KSO_WM_UNIT_INDEX" val="1_2_21"/>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5"/>
  <p:tag name="KSO_WM_TEMPLATE_CATEGORY" val="diagram"/>
  <p:tag name="KSO_WM_TEMPLATE_INDEX" val="20234875"/>
  <p:tag name="KSO_WM_UNIT_LAYERLEVEL" val="1_1_1"/>
  <p:tag name="KSO_WM_TAG_VERSION" val="3.0"/>
  <p:tag name="KSO_WM_UNIT_TYPE" val="l_h_i"/>
  <p:tag name="KSO_WM_UNIT_INDEX" val="1_1_2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UNIT_TEXT_FILL_FORE_SCHEMECOLOR_INDEX" val="13"/>
  <p:tag name="KSO_WM_UNIT_TEXT_FILL_TYPE" val="1"/>
  <p:tag name="KSO_WM_UNIT_USESOURCEFORMAT_APPLY" val="1"/>
</p:tagLst>
</file>

<file path=ppt/tags/tag6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6"/>
  <p:tag name="KSO_WM_TEMPLATE_CATEGORY" val="diagram"/>
  <p:tag name="KSO_WM_TEMPLATE_INDEX" val="20234875"/>
  <p:tag name="KSO_WM_UNIT_LAYERLEVEL" val="1_1_1"/>
  <p:tag name="KSO_WM_TAG_VERSION" val="3.0"/>
  <p:tag name="KSO_WM_UNIT_TYPE" val="l_h_i"/>
  <p:tag name="KSO_WM_UNIT_INDEX" val="1_1_2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13"/>
  <p:tag name="KSO_WM_UNIT_LINE_FILL_TYPE" val="2"/>
  <p:tag name="KSO_WM_UNIT_TEXT_FILL_FORE_SCHEMECOLOR_INDEX" val="13"/>
  <p:tag name="KSO_WM_UNIT_TEXT_FILL_TYPE" val="1"/>
  <p:tag name="KSO_WM_UNIT_USESOURCEFORMAT_APPLY" val="1"/>
</p:tagLst>
</file>

<file path=ppt/tags/tag6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
  <p:tag name="KSO_WM_TEMPLATE_CATEGORY" val="diagram"/>
  <p:tag name="KSO_WM_TEMPLATE_INDEX" val="20234875"/>
  <p:tag name="KSO_WM_UNIT_LAYERLEVEL" val="1_1_1"/>
  <p:tag name="KSO_WM_TAG_VERSION" val="3.0"/>
  <p:tag name="KSO_WM_UNIT_TYPE" val="l_h_i"/>
  <p:tag name="KSO_WM_UNIT_INDEX" val="1_1_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4"/>
  <p:tag name="KSO_WM_TEMPLATE_CATEGORY" val="diagram"/>
  <p:tag name="KSO_WM_TEMPLATE_INDEX" val="20234875"/>
  <p:tag name="KSO_WM_UNIT_LAYERLEVEL" val="1_1_1"/>
  <p:tag name="KSO_WM_TAG_VERSION" val="3.0"/>
  <p:tag name="KSO_WM_UNIT_TYPE" val="l_h_i"/>
  <p:tag name="KSO_WM_UNIT_INDEX" val="1_1_2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4"/>
  <p:tag name="KSO_WM_TEMPLATE_CATEGORY" val="diagram"/>
  <p:tag name="KSO_WM_TEMPLATE_INDEX" val="20234875"/>
  <p:tag name="KSO_WM_UNIT_LAYERLEVEL" val="1_1_1"/>
  <p:tag name="KSO_WM_TAG_VERSION" val="3.0"/>
  <p:tag name="KSO_WM_UNIT_TYPE" val="l_h_i"/>
  <p:tag name="KSO_WM_UNIT_INDEX" val="1_1_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8"/>
  <p:tag name="KSO_WM_TEMPLATE_CATEGORY" val="diagram"/>
  <p:tag name="KSO_WM_TEMPLATE_INDEX" val="20234875"/>
  <p:tag name="KSO_WM_UNIT_LAYERLEVEL" val="1_1_1"/>
  <p:tag name="KSO_WM_TAG_VERSION" val="3.0"/>
  <p:tag name="KSO_WM_UNIT_TYPE" val="l_h_i"/>
  <p:tag name="KSO_WM_UNIT_INDEX" val="1_1_18"/>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8"/>
  <p:tag name="KSO_WM_TEMPLATE_CATEGORY" val="diagram"/>
  <p:tag name="KSO_WM_TEMPLATE_INDEX" val="20234875"/>
  <p:tag name="KSO_WM_UNIT_LAYERLEVEL" val="1_1_1"/>
  <p:tag name="KSO_WM_TAG_VERSION" val="3.0"/>
  <p:tag name="KSO_WM_UNIT_TYPE" val="l_h_i"/>
  <p:tag name="KSO_WM_UNIT_INDEX" val="1_1_8"/>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5"/>
  <p:tag name="KSO_WM_TEMPLATE_CATEGORY" val="diagram"/>
  <p:tag name="KSO_WM_TEMPLATE_INDEX" val="20234875"/>
  <p:tag name="KSO_WM_UNIT_LAYERLEVEL" val="1_1_1"/>
  <p:tag name="KSO_WM_TAG_VERSION" val="3.0"/>
  <p:tag name="KSO_WM_UNIT_TYPE" val="l_h_i"/>
  <p:tag name="KSO_WM_UNIT_INDEX" val="1_1_1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0"/>
  <p:tag name="KSO_WM_TEMPLATE_CATEGORY" val="diagram"/>
  <p:tag name="KSO_WM_TEMPLATE_INDEX" val="20234875"/>
  <p:tag name="KSO_WM_UNIT_LAYERLEVEL" val="1_1_1"/>
  <p:tag name="KSO_WM_TAG_VERSION" val="3.0"/>
  <p:tag name="KSO_WM_UNIT_TYPE" val="l_h_i"/>
  <p:tag name="KSO_WM_UNIT_INDEX" val="1_1_10"/>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0"/>
  <p:tag name="KSO_WM_TEMPLATE_CATEGORY" val="diagram"/>
  <p:tag name="KSO_WM_TEMPLATE_INDEX" val="20234875"/>
  <p:tag name="KSO_WM_UNIT_LAYERLEVEL" val="1_1_1"/>
  <p:tag name="KSO_WM_TAG_VERSION" val="3.0"/>
  <p:tag name="KSO_WM_UNIT_TYPE" val="l_h_i"/>
  <p:tag name="KSO_WM_UNIT_INDEX" val="1_1_20"/>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3"/>
  <p:tag name="KSO_WM_TEMPLATE_CATEGORY" val="diagram"/>
  <p:tag name="KSO_WM_TEMPLATE_INDEX" val="20234875"/>
  <p:tag name="KSO_WM_UNIT_LAYERLEVEL" val="1_1_1"/>
  <p:tag name="KSO_WM_TAG_VERSION" val="3.0"/>
  <p:tag name="KSO_WM_UNIT_TYPE" val="l_h_i"/>
  <p:tag name="KSO_WM_UNIT_INDEX" val="1_1_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3"/>
  <p:tag name="KSO_WM_TEMPLATE_CATEGORY" val="diagram"/>
  <p:tag name="KSO_WM_TEMPLATE_INDEX" val="20234875"/>
  <p:tag name="KSO_WM_UNIT_LAYERLEVEL" val="1_1_1"/>
  <p:tag name="KSO_WM_TAG_VERSION" val="3.0"/>
  <p:tag name="KSO_WM_UNIT_TYPE" val="l_h_i"/>
  <p:tag name="KSO_WM_UNIT_INDEX" val="1_1_2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6"/>
  <p:tag name="KSO_WM_TEMPLATE_CATEGORY" val="diagram"/>
  <p:tag name="KSO_WM_TEMPLATE_INDEX" val="20234875"/>
  <p:tag name="KSO_WM_UNIT_LAYERLEVEL" val="1_1_1"/>
  <p:tag name="KSO_WM_TAG_VERSION" val="3.0"/>
  <p:tag name="KSO_WM_UNIT_TYPE" val="l_h_i"/>
  <p:tag name="KSO_WM_UNIT_INDEX" val="1_1_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9"/>
  <p:tag name="KSO_WM_TEMPLATE_CATEGORY" val="diagram"/>
  <p:tag name="KSO_WM_TEMPLATE_INDEX" val="20234875"/>
  <p:tag name="KSO_WM_UNIT_LAYERLEVEL" val="1_1_1"/>
  <p:tag name="KSO_WM_TAG_VERSION" val="3.0"/>
  <p:tag name="KSO_WM_UNIT_TYPE" val="l_h_i"/>
  <p:tag name="KSO_WM_UNIT_INDEX" val="1_1_19"/>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7"/>
  <p:tag name="KSO_WM_TEMPLATE_CATEGORY" val="diagram"/>
  <p:tag name="KSO_WM_TEMPLATE_INDEX" val="20234875"/>
  <p:tag name="KSO_WM_UNIT_LAYERLEVEL" val="1_1_1"/>
  <p:tag name="KSO_WM_TAG_VERSION" val="3.0"/>
  <p:tag name="KSO_WM_UNIT_TYPE" val="l_h_i"/>
  <p:tag name="KSO_WM_UNIT_INDEX" val="1_1_7"/>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6"/>
  <p:tag name="KSO_WM_TEMPLATE_CATEGORY" val="diagram"/>
  <p:tag name="KSO_WM_TEMPLATE_INDEX" val="20234875"/>
  <p:tag name="KSO_WM_UNIT_LAYERLEVEL" val="1_1_1"/>
  <p:tag name="KSO_WM_TAG_VERSION" val="3.0"/>
  <p:tag name="KSO_WM_UNIT_TYPE" val="l_h_i"/>
  <p:tag name="KSO_WM_UNIT_INDEX" val="1_1_1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2"/>
  <p:tag name="KSO_WM_TEMPLATE_CATEGORY" val="diagram"/>
  <p:tag name="KSO_WM_TEMPLATE_INDEX" val="20234875"/>
  <p:tag name="KSO_WM_UNIT_LAYERLEVEL" val="1_1_1"/>
  <p:tag name="KSO_WM_TAG_VERSION" val="3.0"/>
  <p:tag name="KSO_WM_UNIT_TYPE" val="l_h_i"/>
  <p:tag name="KSO_WM_UNIT_INDEX" val="1_1_1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2"/>
  <p:tag name="KSO_WM_TEMPLATE_CATEGORY" val="diagram"/>
  <p:tag name="KSO_WM_TEMPLATE_INDEX" val="20234875"/>
  <p:tag name="KSO_WM_UNIT_LAYERLEVEL" val="1_1_1"/>
  <p:tag name="KSO_WM_TAG_VERSION" val="3.0"/>
  <p:tag name="KSO_WM_UNIT_TYPE" val="l_h_i"/>
  <p:tag name="KSO_WM_UNIT_INDEX" val="1_1_2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5"/>
  <p:tag name="KSO_WM_TEMPLATE_CATEGORY" val="diagram"/>
  <p:tag name="KSO_WM_TEMPLATE_INDEX" val="20234875"/>
  <p:tag name="KSO_WM_UNIT_LAYERLEVEL" val="1_1_1"/>
  <p:tag name="KSO_WM_TAG_VERSION" val="3.0"/>
  <p:tag name="KSO_WM_UNIT_TYPE" val="l_h_i"/>
  <p:tag name="KSO_WM_UNIT_INDEX" val="1_1_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7"/>
  <p:tag name="KSO_WM_TEMPLATE_CATEGORY" val="diagram"/>
  <p:tag name="KSO_WM_TEMPLATE_INDEX" val="20234875"/>
  <p:tag name="KSO_WM_UNIT_LAYERLEVEL" val="1_1_1"/>
  <p:tag name="KSO_WM_TAG_VERSION" val="3.0"/>
  <p:tag name="KSO_WM_UNIT_TYPE" val="l_h_i"/>
  <p:tag name="KSO_WM_UNIT_INDEX" val="1_1_17"/>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9"/>
  <p:tag name="KSO_WM_TEMPLATE_CATEGORY" val="diagram"/>
  <p:tag name="KSO_WM_TEMPLATE_INDEX" val="20234875"/>
  <p:tag name="KSO_WM_UNIT_LAYERLEVEL" val="1_1_1"/>
  <p:tag name="KSO_WM_TAG_VERSION" val="3.0"/>
  <p:tag name="KSO_WM_UNIT_TYPE" val="l_h_i"/>
  <p:tag name="KSO_WM_UNIT_INDEX" val="1_1_9"/>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4"/>
  <p:tag name="KSO_WM_TEMPLATE_CATEGORY" val="diagram"/>
  <p:tag name="KSO_WM_TEMPLATE_INDEX" val="20234875"/>
  <p:tag name="KSO_WM_UNIT_LAYERLEVEL" val="1_1_1"/>
  <p:tag name="KSO_WM_TAG_VERSION" val="3.0"/>
  <p:tag name="KSO_WM_UNIT_TYPE" val="l_h_i"/>
  <p:tag name="KSO_WM_UNIT_INDEX" val="1_1_1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1"/>
  <p:tag name="KSO_WM_TEMPLATE_CATEGORY" val="diagram"/>
  <p:tag name="KSO_WM_TEMPLATE_INDEX" val="20234875"/>
  <p:tag name="KSO_WM_UNIT_LAYERLEVEL" val="1_1_1"/>
  <p:tag name="KSO_WM_TAG_VERSION" val="3.0"/>
  <p:tag name="KSO_WM_UNIT_TYPE" val="l_h_i"/>
  <p:tag name="KSO_WM_UNIT_INDEX" val="1_1_11"/>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1"/>
  <p:tag name="KSO_WM_TEMPLATE_CATEGORY" val="diagram"/>
  <p:tag name="KSO_WM_TEMPLATE_INDEX" val="20234875"/>
  <p:tag name="KSO_WM_UNIT_LAYERLEVEL" val="1_1_1"/>
  <p:tag name="KSO_WM_TAG_VERSION" val="3.0"/>
  <p:tag name="KSO_WM_UNIT_TYPE" val="l_h_i"/>
  <p:tag name="KSO_WM_UNIT_INDEX" val="1_1_21"/>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4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4875_1*l_h_f*1_1_1"/>
  <p:tag name="KSO_WM_TEMPLATE_CATEGORY" val="diagram"/>
  <p:tag name="KSO_WM_TEMPLATE_INDEX" val="20234875"/>
  <p:tag name="KSO_WM_UNIT_LAYERLEVEL" val="1_1_1"/>
  <p:tag name="KSO_WM_TAG_VERSION" val="3.0"/>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FILL_TYPE" val="1"/>
  <p:tag name="KSO_WM_DIAGRAM_GROUP_CODE" val="l1-1"/>
  <p:tag name="KSO_WM_DIAGRAM_COLOR_TRICK" val="1"/>
  <p:tag name="KSO_WM_DIAGRAM_COLOR_TEXT_CAN_REMOVE" val="n"/>
  <p:tag name="KSO_WM_DIAGRAM_VERSION" val="3"/>
  <p:tag name="KSO_WM_UNIT_TEXT_TYPE" val="1"/>
  <p:tag name="KSO_WM_UNIT_TEXT_LAYER_COUNT" val="1"/>
  <p:tag name="KSO_WM_BEAUTIFY_FLAG" val="#wm#"/>
  <p:tag name="KSO_WM_UNIT_PRESET_TEXT" val="单击此处添加你的文本具体内容，简明扼要地阐述您的观点。根据需要可酌情增减文字，以便观者准确地理解您传达的思想。单击此处添加你的文本具体内容，简明扼要地阐述您的观点。根据需要可酌情增减文字，以便观者准确地理解您传达的思想。单击此处添加文本具体内容，简明扼要地阐述您的观点。单击此处添加文本具体内容"/>
  <p:tag name="KSO_WM_UNIT_USESOURCEFORMAT_APPLY" val="1"/>
</p:tagLst>
</file>

<file path=ppt/tags/tag64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4875_1*l_h_f*1_2_1"/>
  <p:tag name="KSO_WM_TEMPLATE_CATEGORY" val="diagram"/>
  <p:tag name="KSO_WM_TEMPLATE_INDEX" val="20234875"/>
  <p:tag name="KSO_WM_UNIT_LAYERLEVEL" val="1_1_1"/>
  <p:tag name="KSO_WM_TAG_VERSION" val="3.0"/>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FILL_TYPE" val="1"/>
  <p:tag name="KSO_WM_DIAGRAM_GROUP_CODE" val="l1-1"/>
  <p:tag name="KSO_WM_DIAGRAM_COLOR_TRICK" val="1"/>
  <p:tag name="KSO_WM_DIAGRAM_COLOR_TEXT_CAN_REMOVE" val="n"/>
  <p:tag name="KSO_WM_DIAGRAM_VERSION" val="3"/>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可酌情增减文字，以便观者准确地理解您传达的思想。单击此处添加文本具体内容，简明扼要地阐述您的观点。单击此处添加文本具体内容"/>
  <p:tag name="KSO_WM_UNIT_USESOURCEFORMAT_APPLY" val="1"/>
</p:tagLst>
</file>

<file path=ppt/tags/tag64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i"/>
  <p:tag name="KSO_WM_UNIT_INDEX" val="1_1_1"/>
  <p:tag name="KSO_WM_UNIT_ID" val="diagram20234875_1*l_h_i*1_1_1"/>
  <p:tag name="KSO_WM_TEMPLATE_CATEGORY" val="diagram"/>
  <p:tag name="KSO_WM_TEMPLATE_INDEX" val="20234875"/>
  <p:tag name="KSO_WM_UNIT_LAYERLEVEL" val="1_1_1"/>
  <p:tag name="KSO_WM_TAG_VERSION" val="3.0"/>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TYPE" val="1"/>
  <p:tag name="KSO_WM_DIAGRAM_GROUP_CODE" val="l1-1"/>
  <p:tag name="KSO_WM_DIAGRAM_COLOR_TRICK" val="1"/>
  <p:tag name="KSO_WM_DIAGRAM_COLOR_TEXT_CAN_REMOVE" val="n"/>
  <p:tag name="KSO_WM_DIAGRAM_VERSION" val="3"/>
  <p:tag name="KSO_WM_BEAUTIFY_FLAG" val="#wm#"/>
  <p:tag name="KSO_WM_UNIT_USESOURCEFORMAT_APPLY" val="1"/>
</p:tagLst>
</file>

<file path=ppt/tags/tag64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i"/>
  <p:tag name="KSO_WM_UNIT_INDEX" val="1_2_1"/>
  <p:tag name="KSO_WM_UNIT_ID" val="diagram20234875_1*l_h_i*1_2_1"/>
  <p:tag name="KSO_WM_TEMPLATE_CATEGORY" val="diagram"/>
  <p:tag name="KSO_WM_TEMPLATE_INDEX" val="20234875"/>
  <p:tag name="KSO_WM_UNIT_LAYERLEVEL" val="1_1_1"/>
  <p:tag name="KSO_WM_TAG_VERSION" val="3.0"/>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TYPE" val="1"/>
  <p:tag name="KSO_WM_DIAGRAM_GROUP_CODE" val="l1-1"/>
  <p:tag name="KSO_WM_DIAGRAM_COLOR_TRICK" val="1"/>
  <p:tag name="KSO_WM_DIAGRAM_COLOR_TEXT_CAN_REMOVE" val="n"/>
  <p:tag name="KSO_WM_DIAGRAM_VERSION" val="3"/>
  <p:tag name="KSO_WM_BEAUTIFY_FLAG" val="#wm#"/>
  <p:tag name="KSO_WM_UNIT_USESOURCEFORMAT_APPLY" val="1"/>
</p:tagLst>
</file>

<file path=ppt/tags/tag6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3"/>
  <p:tag name="KSO_WM_TEMPLATE_CATEGORY" val="diagram"/>
  <p:tag name="KSO_WM_TEMPLATE_INDEX" val="20234875"/>
  <p:tag name="KSO_WM_UNIT_LAYERLEVEL" val="1_1_1"/>
  <p:tag name="KSO_WM_TAG_VERSION" val="3.0"/>
  <p:tag name="KSO_WM_UNIT_TYPE" val="l_h_i"/>
  <p:tag name="KSO_WM_UNIT_INDEX" val="1_1_1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2"/>
  <p:tag name="KSO_WM_UNIT_TEXT_FILL_TYPE" val="1"/>
  <p:tag name="KSO_WM_UNIT_USESOURCEFORMAT_APPLY" val="1"/>
</p:tagLst>
</file>

<file path=ppt/tags/tag6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3"/>
  <p:tag name="KSO_WM_TEMPLATE_CATEGORY" val="diagram"/>
  <p:tag name="KSO_WM_TEMPLATE_INDEX" val="20234875"/>
  <p:tag name="KSO_WM_UNIT_LAYERLEVEL" val="1_1_1"/>
  <p:tag name="KSO_WM_TAG_VERSION" val="3.0"/>
  <p:tag name="KSO_WM_UNIT_TYPE" val="l_h_i"/>
  <p:tag name="KSO_WM_UNIT_INDEX" val="1_2_1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2"/>
  <p:tag name="KSO_WM_UNIT_TEXT_FILL_TYPE" val="1"/>
  <p:tag name="KSO_WM_UNIT_USESOURCEFORMAT_APPLY" val="1"/>
</p:tagLst>
</file>

<file path=ppt/tags/tag650.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162_1*l_h_a*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UNIT_PRESET_TEXT" val="单击此处添加标题"/>
  <p:tag name="KSO_WM_UNIT_TEXT_FILL_FORE_SCHEMECOLOR_INDEX" val="1"/>
  <p:tag name="KSO_WM_UNIT_TEXT_FILL_TYPE" val="1"/>
  <p:tag name="KSO_WM_UNIT_USESOURCEFORMAT_APPLY" val="1"/>
</p:tagLst>
</file>

<file path=ppt/tags/tag651.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162_1*l_h_a*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UNIT_PRESET_TEXT" val="单击此处添加标题"/>
  <p:tag name="KSO_WM_UNIT_TEXT_FILL_FORE_SCHEMECOLOR_INDEX" val="1"/>
  <p:tag name="KSO_WM_UNIT_TEXT_FILL_TYPE" val="1"/>
  <p:tag name="KSO_WM_UNIT_USESOURCEFORMAT_APPLY" val="1"/>
</p:tagLst>
</file>

<file path=ppt/tags/tag652.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4875_1*a*1"/>
  <p:tag name="KSO_WM_TEMPLATE_CATEGORY" val="diagram"/>
  <p:tag name="KSO_WM_TEMPLATE_INDEX" val="20234875"/>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653.xml><?xml version="1.0" encoding="utf-8"?>
<p:tagLst xmlns:p="http://schemas.openxmlformats.org/presentationml/2006/main">
  <p:tag name="KSO_WM_SLIDE_ID" val="diagram20234875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4875"/>
  <p:tag name="KSO_WM_SLIDE_TYPE" val="text"/>
  <p:tag name="KSO_WM_SLIDE_SUBTYPE" val="diag"/>
  <p:tag name="KSO_WM_SLIDE_SIZE" val="862.85*400.95"/>
  <p:tag name="KSO_WM_SLIDE_POSITION" val="48.05*112.05"/>
  <p:tag name="KSO_WM_SLIDE_LAYOUT" val="a_l"/>
  <p:tag name="KSO_WM_SLIDE_LAYOUT_CNT" val="1_1"/>
  <p:tag name="KSO_WM_SPECIAL_SOURCE" val="bdnull"/>
  <p:tag name="KSO_WM_DIAGRAM_GROUP_CODE" val="l1-1"/>
  <p:tag name="KSO_WM_SLIDE_DIAGTYPE" val="l"/>
</p:tagLst>
</file>

<file path=ppt/tags/tag654.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4875_1*a*1"/>
  <p:tag name="KSO_WM_TEMPLATE_CATEGORY" val="diagram"/>
  <p:tag name="KSO_WM_TEMPLATE_INDEX" val="20234875"/>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6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5"/>
  <p:tag name="KSO_WM_TEMPLATE_CATEGORY" val="diagram"/>
  <p:tag name="KSO_WM_TEMPLATE_INDEX" val="20234875"/>
  <p:tag name="KSO_WM_UNIT_LAYERLEVEL" val="1_1_1"/>
  <p:tag name="KSO_WM_TAG_VERSION" val="3.0"/>
  <p:tag name="KSO_WM_UNIT_TYPE" val="l_h_i"/>
  <p:tag name="KSO_WM_UNIT_INDEX" val="1_2_2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UNIT_TEXT_FILL_FORE_SCHEMECOLOR_INDEX" val="13"/>
  <p:tag name="KSO_WM_UNIT_TEXT_FILL_TYPE" val="1"/>
  <p:tag name="KSO_WM_UNIT_USESOURCEFORMAT_APPLY" val="1"/>
</p:tagLst>
</file>

<file path=ppt/tags/tag6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6"/>
  <p:tag name="KSO_WM_TEMPLATE_CATEGORY" val="diagram"/>
  <p:tag name="KSO_WM_TEMPLATE_INDEX" val="20234875"/>
  <p:tag name="KSO_WM_UNIT_LAYERLEVEL" val="1_1_1"/>
  <p:tag name="KSO_WM_TAG_VERSION" val="3.0"/>
  <p:tag name="KSO_WM_UNIT_TYPE" val="l_h_i"/>
  <p:tag name="KSO_WM_UNIT_INDEX" val="1_2_2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05000000074505806,&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13"/>
  <p:tag name="KSO_WM_UNIT_LINE_FILL_TYPE" val="2"/>
  <p:tag name="KSO_WM_UNIT_TEXT_FILL_FORE_SCHEMECOLOR_INDEX" val="14"/>
  <p:tag name="KSO_WM_UNIT_TEXT_FILL_TYPE" val="1"/>
  <p:tag name="KSO_WM_UNIT_USESOURCEFORMAT_APPLY" val="1"/>
</p:tagLst>
</file>

<file path=ppt/tags/tag6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
  <p:tag name="KSO_WM_TEMPLATE_CATEGORY" val="diagram"/>
  <p:tag name="KSO_WM_TEMPLATE_INDEX" val="20234875"/>
  <p:tag name="KSO_WM_UNIT_LAYERLEVEL" val="1_1_1"/>
  <p:tag name="KSO_WM_TAG_VERSION" val="3.0"/>
  <p:tag name="KSO_WM_UNIT_TYPE" val="l_h_i"/>
  <p:tag name="KSO_WM_UNIT_INDEX" val="1_2_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4"/>
  <p:tag name="KSO_WM_TEMPLATE_CATEGORY" val="diagram"/>
  <p:tag name="KSO_WM_TEMPLATE_INDEX" val="20234875"/>
  <p:tag name="KSO_WM_UNIT_LAYERLEVEL" val="1_1_1"/>
  <p:tag name="KSO_WM_TAG_VERSION" val="3.0"/>
  <p:tag name="KSO_WM_UNIT_TYPE" val="l_h_i"/>
  <p:tag name="KSO_WM_UNIT_INDEX" val="1_2_2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4"/>
  <p:tag name="KSO_WM_TEMPLATE_CATEGORY" val="diagram"/>
  <p:tag name="KSO_WM_TEMPLATE_INDEX" val="20234875"/>
  <p:tag name="KSO_WM_UNIT_LAYERLEVEL" val="1_1_1"/>
  <p:tag name="KSO_WM_TAG_VERSION" val="3.0"/>
  <p:tag name="KSO_WM_UNIT_TYPE" val="l_h_i"/>
  <p:tag name="KSO_WM_UNIT_INDEX" val="1_2_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8"/>
  <p:tag name="KSO_WM_TEMPLATE_CATEGORY" val="diagram"/>
  <p:tag name="KSO_WM_TEMPLATE_INDEX" val="20234875"/>
  <p:tag name="KSO_WM_UNIT_LAYERLEVEL" val="1_1_1"/>
  <p:tag name="KSO_WM_TAG_VERSION" val="3.0"/>
  <p:tag name="KSO_WM_UNIT_TYPE" val="l_h_i"/>
  <p:tag name="KSO_WM_UNIT_INDEX" val="1_2_18"/>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8"/>
  <p:tag name="KSO_WM_TEMPLATE_CATEGORY" val="diagram"/>
  <p:tag name="KSO_WM_TEMPLATE_INDEX" val="20234875"/>
  <p:tag name="KSO_WM_UNIT_LAYERLEVEL" val="1_1_1"/>
  <p:tag name="KSO_WM_TAG_VERSION" val="3.0"/>
  <p:tag name="KSO_WM_UNIT_TYPE" val="l_h_i"/>
  <p:tag name="KSO_WM_UNIT_INDEX" val="1_2_8"/>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5"/>
  <p:tag name="KSO_WM_TEMPLATE_CATEGORY" val="diagram"/>
  <p:tag name="KSO_WM_TEMPLATE_INDEX" val="20234875"/>
  <p:tag name="KSO_WM_UNIT_LAYERLEVEL" val="1_1_1"/>
  <p:tag name="KSO_WM_TAG_VERSION" val="3.0"/>
  <p:tag name="KSO_WM_UNIT_TYPE" val="l_h_i"/>
  <p:tag name="KSO_WM_UNIT_INDEX" val="1_2_1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0"/>
  <p:tag name="KSO_WM_TEMPLATE_CATEGORY" val="diagram"/>
  <p:tag name="KSO_WM_TEMPLATE_INDEX" val="20234875"/>
  <p:tag name="KSO_WM_UNIT_LAYERLEVEL" val="1_1_1"/>
  <p:tag name="KSO_WM_TAG_VERSION" val="3.0"/>
  <p:tag name="KSO_WM_UNIT_TYPE" val="l_h_i"/>
  <p:tag name="KSO_WM_UNIT_INDEX" val="1_2_10"/>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0"/>
  <p:tag name="KSO_WM_TEMPLATE_CATEGORY" val="diagram"/>
  <p:tag name="KSO_WM_TEMPLATE_INDEX" val="20234875"/>
  <p:tag name="KSO_WM_UNIT_LAYERLEVEL" val="1_1_1"/>
  <p:tag name="KSO_WM_TAG_VERSION" val="3.0"/>
  <p:tag name="KSO_WM_UNIT_TYPE" val="l_h_i"/>
  <p:tag name="KSO_WM_UNIT_INDEX" val="1_2_20"/>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3"/>
  <p:tag name="KSO_WM_TEMPLATE_CATEGORY" val="diagram"/>
  <p:tag name="KSO_WM_TEMPLATE_INDEX" val="20234875"/>
  <p:tag name="KSO_WM_UNIT_LAYERLEVEL" val="1_1_1"/>
  <p:tag name="KSO_WM_TAG_VERSION" val="3.0"/>
  <p:tag name="KSO_WM_UNIT_TYPE" val="l_h_i"/>
  <p:tag name="KSO_WM_UNIT_INDEX" val="1_2_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3"/>
  <p:tag name="KSO_WM_TEMPLATE_CATEGORY" val="diagram"/>
  <p:tag name="KSO_WM_TEMPLATE_INDEX" val="20234875"/>
  <p:tag name="KSO_WM_UNIT_LAYERLEVEL" val="1_1_1"/>
  <p:tag name="KSO_WM_TAG_VERSION" val="3.0"/>
  <p:tag name="KSO_WM_UNIT_TYPE" val="l_h_i"/>
  <p:tag name="KSO_WM_UNIT_INDEX" val="1_2_2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6"/>
  <p:tag name="KSO_WM_TEMPLATE_CATEGORY" val="diagram"/>
  <p:tag name="KSO_WM_TEMPLATE_INDEX" val="20234875"/>
  <p:tag name="KSO_WM_UNIT_LAYERLEVEL" val="1_1_1"/>
  <p:tag name="KSO_WM_TAG_VERSION" val="3.0"/>
  <p:tag name="KSO_WM_UNIT_TYPE" val="l_h_i"/>
  <p:tag name="KSO_WM_UNIT_INDEX" val="1_2_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9"/>
  <p:tag name="KSO_WM_TEMPLATE_CATEGORY" val="diagram"/>
  <p:tag name="KSO_WM_TEMPLATE_INDEX" val="20234875"/>
  <p:tag name="KSO_WM_UNIT_LAYERLEVEL" val="1_1_1"/>
  <p:tag name="KSO_WM_TAG_VERSION" val="3.0"/>
  <p:tag name="KSO_WM_UNIT_TYPE" val="l_h_i"/>
  <p:tag name="KSO_WM_UNIT_INDEX" val="1_2_19"/>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7"/>
  <p:tag name="KSO_WM_TEMPLATE_CATEGORY" val="diagram"/>
  <p:tag name="KSO_WM_TEMPLATE_INDEX" val="20234875"/>
  <p:tag name="KSO_WM_UNIT_LAYERLEVEL" val="1_1_1"/>
  <p:tag name="KSO_WM_TAG_VERSION" val="3.0"/>
  <p:tag name="KSO_WM_UNIT_TYPE" val="l_h_i"/>
  <p:tag name="KSO_WM_UNIT_INDEX" val="1_2_7"/>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6"/>
  <p:tag name="KSO_WM_TEMPLATE_CATEGORY" val="diagram"/>
  <p:tag name="KSO_WM_TEMPLATE_INDEX" val="20234875"/>
  <p:tag name="KSO_WM_UNIT_LAYERLEVEL" val="1_1_1"/>
  <p:tag name="KSO_WM_TAG_VERSION" val="3.0"/>
  <p:tag name="KSO_WM_UNIT_TYPE" val="l_h_i"/>
  <p:tag name="KSO_WM_UNIT_INDEX" val="1_2_1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2"/>
  <p:tag name="KSO_WM_TEMPLATE_CATEGORY" val="diagram"/>
  <p:tag name="KSO_WM_TEMPLATE_INDEX" val="20234875"/>
  <p:tag name="KSO_WM_UNIT_LAYERLEVEL" val="1_1_1"/>
  <p:tag name="KSO_WM_TAG_VERSION" val="3.0"/>
  <p:tag name="KSO_WM_UNIT_TYPE" val="l_h_i"/>
  <p:tag name="KSO_WM_UNIT_INDEX" val="1_2_1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2"/>
  <p:tag name="KSO_WM_TEMPLATE_CATEGORY" val="diagram"/>
  <p:tag name="KSO_WM_TEMPLATE_INDEX" val="20234875"/>
  <p:tag name="KSO_WM_UNIT_LAYERLEVEL" val="1_1_1"/>
  <p:tag name="KSO_WM_TAG_VERSION" val="3.0"/>
  <p:tag name="KSO_WM_UNIT_TYPE" val="l_h_i"/>
  <p:tag name="KSO_WM_UNIT_INDEX" val="1_2_2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5"/>
  <p:tag name="KSO_WM_TEMPLATE_CATEGORY" val="diagram"/>
  <p:tag name="KSO_WM_TEMPLATE_INDEX" val="20234875"/>
  <p:tag name="KSO_WM_UNIT_LAYERLEVEL" val="1_1_1"/>
  <p:tag name="KSO_WM_TAG_VERSION" val="3.0"/>
  <p:tag name="KSO_WM_UNIT_TYPE" val="l_h_i"/>
  <p:tag name="KSO_WM_UNIT_INDEX" val="1_2_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7"/>
  <p:tag name="KSO_WM_TEMPLATE_CATEGORY" val="diagram"/>
  <p:tag name="KSO_WM_TEMPLATE_INDEX" val="20234875"/>
  <p:tag name="KSO_WM_UNIT_LAYERLEVEL" val="1_1_1"/>
  <p:tag name="KSO_WM_TAG_VERSION" val="3.0"/>
  <p:tag name="KSO_WM_UNIT_TYPE" val="l_h_i"/>
  <p:tag name="KSO_WM_UNIT_INDEX" val="1_2_17"/>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9"/>
  <p:tag name="KSO_WM_TEMPLATE_CATEGORY" val="diagram"/>
  <p:tag name="KSO_WM_TEMPLATE_INDEX" val="20234875"/>
  <p:tag name="KSO_WM_UNIT_LAYERLEVEL" val="1_1_1"/>
  <p:tag name="KSO_WM_TAG_VERSION" val="3.0"/>
  <p:tag name="KSO_WM_UNIT_TYPE" val="l_h_i"/>
  <p:tag name="KSO_WM_UNIT_INDEX" val="1_2_9"/>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4"/>
  <p:tag name="KSO_WM_TEMPLATE_CATEGORY" val="diagram"/>
  <p:tag name="KSO_WM_TEMPLATE_INDEX" val="20234875"/>
  <p:tag name="KSO_WM_UNIT_LAYERLEVEL" val="1_1_1"/>
  <p:tag name="KSO_WM_TAG_VERSION" val="3.0"/>
  <p:tag name="KSO_WM_UNIT_TYPE" val="l_h_i"/>
  <p:tag name="KSO_WM_UNIT_INDEX" val="1_2_1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1"/>
  <p:tag name="KSO_WM_TEMPLATE_CATEGORY" val="diagram"/>
  <p:tag name="KSO_WM_TEMPLATE_INDEX" val="20234875"/>
  <p:tag name="KSO_WM_UNIT_LAYERLEVEL" val="1_1_1"/>
  <p:tag name="KSO_WM_TAG_VERSION" val="3.0"/>
  <p:tag name="KSO_WM_UNIT_TYPE" val="l_h_i"/>
  <p:tag name="KSO_WM_UNIT_INDEX" val="1_2_11"/>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21"/>
  <p:tag name="KSO_WM_TEMPLATE_CATEGORY" val="diagram"/>
  <p:tag name="KSO_WM_TEMPLATE_INDEX" val="20234875"/>
  <p:tag name="KSO_WM_UNIT_LAYERLEVEL" val="1_1_1"/>
  <p:tag name="KSO_WM_TAG_VERSION" val="3.0"/>
  <p:tag name="KSO_WM_UNIT_TYPE" val="l_h_i"/>
  <p:tag name="KSO_WM_UNIT_INDEX" val="1_2_21"/>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13"/>
  <p:tag name="KSO_WM_UNIT_TEXT_FILL_TYPE" val="1"/>
  <p:tag name="KSO_WM_UNIT_USESOURCEFORMAT_APPLY" val="1"/>
</p:tagLst>
</file>

<file path=ppt/tags/tag6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5"/>
  <p:tag name="KSO_WM_TEMPLATE_CATEGORY" val="diagram"/>
  <p:tag name="KSO_WM_TEMPLATE_INDEX" val="20234875"/>
  <p:tag name="KSO_WM_UNIT_LAYERLEVEL" val="1_1_1"/>
  <p:tag name="KSO_WM_TAG_VERSION" val="3.0"/>
  <p:tag name="KSO_WM_UNIT_TYPE" val="l_h_i"/>
  <p:tag name="KSO_WM_UNIT_INDEX" val="1_1_2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4"/>
  <p:tag name="KSO_WM_UNIT_TEXT_FILL_FORE_SCHEMECOLOR_INDEX" val="13"/>
  <p:tag name="KSO_WM_UNIT_TEXT_FILL_TYPE" val="1"/>
  <p:tag name="KSO_WM_UNIT_USESOURCEFORMAT_APPLY" val="1"/>
</p:tagLst>
</file>

<file path=ppt/tags/tag6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6"/>
  <p:tag name="KSO_WM_TEMPLATE_CATEGORY" val="diagram"/>
  <p:tag name="KSO_WM_TEMPLATE_INDEX" val="20234875"/>
  <p:tag name="KSO_WM_UNIT_LAYERLEVEL" val="1_1_1"/>
  <p:tag name="KSO_WM_TAG_VERSION" val="3.0"/>
  <p:tag name="KSO_WM_UNIT_TYPE" val="l_h_i"/>
  <p:tag name="KSO_WM_UNIT_INDEX" val="1_1_2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13"/>
  <p:tag name="KSO_WM_UNIT_LINE_FILL_TYPE" val="2"/>
  <p:tag name="KSO_WM_UNIT_TEXT_FILL_FORE_SCHEMECOLOR_INDEX" val="13"/>
  <p:tag name="KSO_WM_UNIT_TEXT_FILL_TYPE" val="1"/>
  <p:tag name="KSO_WM_UNIT_USESOURCEFORMAT_APPLY" val="1"/>
</p:tagLst>
</file>

<file path=ppt/tags/tag6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
  <p:tag name="KSO_WM_TEMPLATE_CATEGORY" val="diagram"/>
  <p:tag name="KSO_WM_TEMPLATE_INDEX" val="20234875"/>
  <p:tag name="KSO_WM_UNIT_LAYERLEVEL" val="1_1_1"/>
  <p:tag name="KSO_WM_TAG_VERSION" val="3.0"/>
  <p:tag name="KSO_WM_UNIT_TYPE" val="l_h_i"/>
  <p:tag name="KSO_WM_UNIT_INDEX" val="1_1_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4"/>
  <p:tag name="KSO_WM_TEMPLATE_CATEGORY" val="diagram"/>
  <p:tag name="KSO_WM_TEMPLATE_INDEX" val="20234875"/>
  <p:tag name="KSO_WM_UNIT_LAYERLEVEL" val="1_1_1"/>
  <p:tag name="KSO_WM_TAG_VERSION" val="3.0"/>
  <p:tag name="KSO_WM_UNIT_TYPE" val="l_h_i"/>
  <p:tag name="KSO_WM_UNIT_INDEX" val="1_1_2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4"/>
  <p:tag name="KSO_WM_TEMPLATE_CATEGORY" val="diagram"/>
  <p:tag name="KSO_WM_TEMPLATE_INDEX" val="20234875"/>
  <p:tag name="KSO_WM_UNIT_LAYERLEVEL" val="1_1_1"/>
  <p:tag name="KSO_WM_TAG_VERSION" val="3.0"/>
  <p:tag name="KSO_WM_UNIT_TYPE" val="l_h_i"/>
  <p:tag name="KSO_WM_UNIT_INDEX" val="1_1_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8"/>
  <p:tag name="KSO_WM_TEMPLATE_CATEGORY" val="diagram"/>
  <p:tag name="KSO_WM_TEMPLATE_INDEX" val="20234875"/>
  <p:tag name="KSO_WM_UNIT_LAYERLEVEL" val="1_1_1"/>
  <p:tag name="KSO_WM_TAG_VERSION" val="3.0"/>
  <p:tag name="KSO_WM_UNIT_TYPE" val="l_h_i"/>
  <p:tag name="KSO_WM_UNIT_INDEX" val="1_1_18"/>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8"/>
  <p:tag name="KSO_WM_TEMPLATE_CATEGORY" val="diagram"/>
  <p:tag name="KSO_WM_TEMPLATE_INDEX" val="20234875"/>
  <p:tag name="KSO_WM_UNIT_LAYERLEVEL" val="1_1_1"/>
  <p:tag name="KSO_WM_TAG_VERSION" val="3.0"/>
  <p:tag name="KSO_WM_UNIT_TYPE" val="l_h_i"/>
  <p:tag name="KSO_WM_UNIT_INDEX" val="1_1_8"/>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5"/>
  <p:tag name="KSO_WM_TEMPLATE_CATEGORY" val="diagram"/>
  <p:tag name="KSO_WM_TEMPLATE_INDEX" val="20234875"/>
  <p:tag name="KSO_WM_UNIT_LAYERLEVEL" val="1_1_1"/>
  <p:tag name="KSO_WM_TAG_VERSION" val="3.0"/>
  <p:tag name="KSO_WM_UNIT_TYPE" val="l_h_i"/>
  <p:tag name="KSO_WM_UNIT_INDEX" val="1_1_1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0"/>
  <p:tag name="KSO_WM_TEMPLATE_CATEGORY" val="diagram"/>
  <p:tag name="KSO_WM_TEMPLATE_INDEX" val="20234875"/>
  <p:tag name="KSO_WM_UNIT_LAYERLEVEL" val="1_1_1"/>
  <p:tag name="KSO_WM_TAG_VERSION" val="3.0"/>
  <p:tag name="KSO_WM_UNIT_TYPE" val="l_h_i"/>
  <p:tag name="KSO_WM_UNIT_INDEX" val="1_1_10"/>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0"/>
  <p:tag name="KSO_WM_TEMPLATE_CATEGORY" val="diagram"/>
  <p:tag name="KSO_WM_TEMPLATE_INDEX" val="20234875"/>
  <p:tag name="KSO_WM_UNIT_LAYERLEVEL" val="1_1_1"/>
  <p:tag name="KSO_WM_TAG_VERSION" val="3.0"/>
  <p:tag name="KSO_WM_UNIT_TYPE" val="l_h_i"/>
  <p:tag name="KSO_WM_UNIT_INDEX" val="1_1_20"/>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3"/>
  <p:tag name="KSO_WM_TEMPLATE_CATEGORY" val="diagram"/>
  <p:tag name="KSO_WM_TEMPLATE_INDEX" val="20234875"/>
  <p:tag name="KSO_WM_UNIT_LAYERLEVEL" val="1_1_1"/>
  <p:tag name="KSO_WM_TAG_VERSION" val="3.0"/>
  <p:tag name="KSO_WM_UNIT_TYPE" val="l_h_i"/>
  <p:tag name="KSO_WM_UNIT_INDEX" val="1_1_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3"/>
  <p:tag name="KSO_WM_TEMPLATE_CATEGORY" val="diagram"/>
  <p:tag name="KSO_WM_TEMPLATE_INDEX" val="20234875"/>
  <p:tag name="KSO_WM_UNIT_LAYERLEVEL" val="1_1_1"/>
  <p:tag name="KSO_WM_TAG_VERSION" val="3.0"/>
  <p:tag name="KSO_WM_UNIT_TYPE" val="l_h_i"/>
  <p:tag name="KSO_WM_UNIT_INDEX" val="1_1_2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6"/>
  <p:tag name="KSO_WM_TEMPLATE_CATEGORY" val="diagram"/>
  <p:tag name="KSO_WM_TEMPLATE_INDEX" val="20234875"/>
  <p:tag name="KSO_WM_UNIT_LAYERLEVEL" val="1_1_1"/>
  <p:tag name="KSO_WM_TAG_VERSION" val="3.0"/>
  <p:tag name="KSO_WM_UNIT_TYPE" val="l_h_i"/>
  <p:tag name="KSO_WM_UNIT_INDEX" val="1_1_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9"/>
  <p:tag name="KSO_WM_TEMPLATE_CATEGORY" val="diagram"/>
  <p:tag name="KSO_WM_TEMPLATE_INDEX" val="20234875"/>
  <p:tag name="KSO_WM_UNIT_LAYERLEVEL" val="1_1_1"/>
  <p:tag name="KSO_WM_TAG_VERSION" val="3.0"/>
  <p:tag name="KSO_WM_UNIT_TYPE" val="l_h_i"/>
  <p:tag name="KSO_WM_UNIT_INDEX" val="1_1_19"/>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7"/>
  <p:tag name="KSO_WM_TEMPLATE_CATEGORY" val="diagram"/>
  <p:tag name="KSO_WM_TEMPLATE_INDEX" val="20234875"/>
  <p:tag name="KSO_WM_UNIT_LAYERLEVEL" val="1_1_1"/>
  <p:tag name="KSO_WM_TAG_VERSION" val="3.0"/>
  <p:tag name="KSO_WM_UNIT_TYPE" val="l_h_i"/>
  <p:tag name="KSO_WM_UNIT_INDEX" val="1_1_7"/>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6"/>
  <p:tag name="KSO_WM_TEMPLATE_CATEGORY" val="diagram"/>
  <p:tag name="KSO_WM_TEMPLATE_INDEX" val="20234875"/>
  <p:tag name="KSO_WM_UNIT_LAYERLEVEL" val="1_1_1"/>
  <p:tag name="KSO_WM_TAG_VERSION" val="3.0"/>
  <p:tag name="KSO_WM_UNIT_TYPE" val="l_h_i"/>
  <p:tag name="KSO_WM_UNIT_INDEX" val="1_1_16"/>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2"/>
  <p:tag name="KSO_WM_TEMPLATE_CATEGORY" val="diagram"/>
  <p:tag name="KSO_WM_TEMPLATE_INDEX" val="20234875"/>
  <p:tag name="KSO_WM_UNIT_LAYERLEVEL" val="1_1_1"/>
  <p:tag name="KSO_WM_TAG_VERSION" val="3.0"/>
  <p:tag name="KSO_WM_UNIT_TYPE" val="l_h_i"/>
  <p:tag name="KSO_WM_UNIT_INDEX" val="1_1_1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2"/>
  <p:tag name="KSO_WM_TEMPLATE_CATEGORY" val="diagram"/>
  <p:tag name="KSO_WM_TEMPLATE_INDEX" val="20234875"/>
  <p:tag name="KSO_WM_UNIT_LAYERLEVEL" val="1_1_1"/>
  <p:tag name="KSO_WM_TAG_VERSION" val="3.0"/>
  <p:tag name="KSO_WM_UNIT_TYPE" val="l_h_i"/>
  <p:tag name="KSO_WM_UNIT_INDEX" val="1_1_22"/>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5"/>
  <p:tag name="KSO_WM_TEMPLATE_CATEGORY" val="diagram"/>
  <p:tag name="KSO_WM_TEMPLATE_INDEX" val="20234875"/>
  <p:tag name="KSO_WM_UNIT_LAYERLEVEL" val="1_1_1"/>
  <p:tag name="KSO_WM_TAG_VERSION" val="3.0"/>
  <p:tag name="KSO_WM_UNIT_TYPE" val="l_h_i"/>
  <p:tag name="KSO_WM_UNIT_INDEX" val="1_1_5"/>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6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7"/>
  <p:tag name="KSO_WM_TEMPLATE_CATEGORY" val="diagram"/>
  <p:tag name="KSO_WM_TEMPLATE_INDEX" val="20234875"/>
  <p:tag name="KSO_WM_UNIT_LAYERLEVEL" val="1_1_1"/>
  <p:tag name="KSO_WM_TAG_VERSION" val="3.0"/>
  <p:tag name="KSO_WM_UNIT_TYPE" val="l_h_i"/>
  <p:tag name="KSO_WM_UNIT_INDEX" val="1_1_17"/>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6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9"/>
  <p:tag name="KSO_WM_TEMPLATE_CATEGORY" val="diagram"/>
  <p:tag name="KSO_WM_TEMPLATE_INDEX" val="20234875"/>
  <p:tag name="KSO_WM_UNIT_LAYERLEVEL" val="1_1_1"/>
  <p:tag name="KSO_WM_TAG_VERSION" val="3.0"/>
  <p:tag name="KSO_WM_UNIT_TYPE" val="l_h_i"/>
  <p:tag name="KSO_WM_UNIT_INDEX" val="1_1_9"/>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7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4"/>
  <p:tag name="KSO_WM_TEMPLATE_CATEGORY" val="diagram"/>
  <p:tag name="KSO_WM_TEMPLATE_INDEX" val="20234875"/>
  <p:tag name="KSO_WM_UNIT_LAYERLEVEL" val="1_1_1"/>
  <p:tag name="KSO_WM_TAG_VERSION" val="3.0"/>
  <p:tag name="KSO_WM_UNIT_TYPE" val="l_h_i"/>
  <p:tag name="KSO_WM_UNIT_INDEX" val="1_1_14"/>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7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1"/>
  <p:tag name="KSO_WM_TEMPLATE_CATEGORY" val="diagram"/>
  <p:tag name="KSO_WM_TEMPLATE_INDEX" val="20234875"/>
  <p:tag name="KSO_WM_UNIT_LAYERLEVEL" val="1_1_1"/>
  <p:tag name="KSO_WM_TAG_VERSION" val="3.0"/>
  <p:tag name="KSO_WM_UNIT_TYPE" val="l_h_i"/>
  <p:tag name="KSO_WM_UNIT_INDEX" val="1_1_11"/>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solid&quot;:{&quot;brightness&quot;:0.6000000238418579,&quot;colorType&quot;:1,&quot;foreColorIndex&quot;:5,&quot;transparency&quot;:0},&quot;type&quot;:1},&quot;glow&quot;:{&quot;colorType&quot;:0},&quot;line&quot;:{&quot;solidLine&quot;:{&quot;brightness&quot;:0.25,&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13"/>
  <p:tag name="KSO_WM_UNIT_LINE_FILL_TYPE" val="2"/>
  <p:tag name="KSO_WM_UNIT_TEXT_FILL_FORE_SCHEMECOLOR_INDEX" val="13"/>
  <p:tag name="KSO_WM_UNIT_TEXT_FILL_TYPE" val="1"/>
  <p:tag name="KSO_WM_UNIT_USESOURCEFORMAT_APPLY" val="1"/>
</p:tagLst>
</file>

<file path=ppt/tags/tag7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21"/>
  <p:tag name="KSO_WM_TEMPLATE_CATEGORY" val="diagram"/>
  <p:tag name="KSO_WM_TEMPLATE_INDEX" val="20234875"/>
  <p:tag name="KSO_WM_UNIT_LAYERLEVEL" val="1_1_1"/>
  <p:tag name="KSO_WM_TAG_VERSION" val="3.0"/>
  <p:tag name="KSO_WM_UNIT_TYPE" val="l_h_i"/>
  <p:tag name="KSO_WM_UNIT_INDEX" val="1_1_21"/>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600000023841857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70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4875_1*l_h_f*1_1_1"/>
  <p:tag name="KSO_WM_TEMPLATE_CATEGORY" val="diagram"/>
  <p:tag name="KSO_WM_TEMPLATE_INDEX" val="20234875"/>
  <p:tag name="KSO_WM_UNIT_LAYERLEVEL" val="1_1_1"/>
  <p:tag name="KSO_WM_TAG_VERSION" val="3.0"/>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FILL_TYPE" val="1"/>
  <p:tag name="KSO_WM_DIAGRAM_GROUP_CODE" val="l1-1"/>
  <p:tag name="KSO_WM_DIAGRAM_COLOR_TRICK" val="1"/>
  <p:tag name="KSO_WM_DIAGRAM_COLOR_TEXT_CAN_REMOVE" val="n"/>
  <p:tag name="KSO_WM_DIAGRAM_VERSION" val="3"/>
  <p:tag name="KSO_WM_UNIT_TEXT_TYPE" val="1"/>
  <p:tag name="KSO_WM_UNIT_TEXT_LAYER_COUNT" val="1"/>
  <p:tag name="KSO_WM_BEAUTIFY_FLAG" val="#wm#"/>
  <p:tag name="KSO_WM_UNIT_PRESET_TEXT" val="单击此处添加你的文本具体内容，简明扼要地阐述您的观点。根据需要可酌情增减文字，以便观者准确地理解您传达的思想。单击此处添加你的文本具体内容，简明扼要地阐述您的观点。根据需要可酌情增减文字，以便观者准确地理解您传达的思想。单击此处添加文本具体内容，简明扼要地阐述您的观点。单击此处添加文本具体内容"/>
  <p:tag name="KSO_WM_UNIT_USESOURCEFORMAT_APPLY" val="1"/>
</p:tagLst>
</file>

<file path=ppt/tags/tag70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4875_1*l_h_f*1_2_1"/>
  <p:tag name="KSO_WM_TEMPLATE_CATEGORY" val="diagram"/>
  <p:tag name="KSO_WM_TEMPLATE_INDEX" val="20234875"/>
  <p:tag name="KSO_WM_UNIT_LAYERLEVEL" val="1_1_1"/>
  <p:tag name="KSO_WM_TAG_VERSION" val="3.0"/>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FILL_TYPE" val="1"/>
  <p:tag name="KSO_WM_DIAGRAM_GROUP_CODE" val="l1-1"/>
  <p:tag name="KSO_WM_DIAGRAM_COLOR_TRICK" val="1"/>
  <p:tag name="KSO_WM_DIAGRAM_COLOR_TEXT_CAN_REMOVE" val="n"/>
  <p:tag name="KSO_WM_DIAGRAM_VERSION" val="3"/>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可酌情增减文字，以便观者准确地理解您传达的思想。单击此处添加文本具体内容，简明扼要地阐述您的观点。单击此处添加文本具体内容"/>
  <p:tag name="KSO_WM_UNIT_USESOURCEFORMAT_APPLY" val="1"/>
</p:tagLst>
</file>

<file path=ppt/tags/tag70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i"/>
  <p:tag name="KSO_WM_UNIT_INDEX" val="1_1_1"/>
  <p:tag name="KSO_WM_UNIT_ID" val="diagram20234875_1*l_h_i*1_1_1"/>
  <p:tag name="KSO_WM_TEMPLATE_CATEGORY" val="diagram"/>
  <p:tag name="KSO_WM_TEMPLATE_INDEX" val="20234875"/>
  <p:tag name="KSO_WM_UNIT_LAYERLEVEL" val="1_1_1"/>
  <p:tag name="KSO_WM_TAG_VERSION" val="3.0"/>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TYPE" val="1"/>
  <p:tag name="KSO_WM_DIAGRAM_GROUP_CODE" val="l1-1"/>
  <p:tag name="KSO_WM_DIAGRAM_COLOR_TRICK" val="1"/>
  <p:tag name="KSO_WM_DIAGRAM_COLOR_TEXT_CAN_REMOVE" val="n"/>
  <p:tag name="KSO_WM_DIAGRAM_VERSION" val="3"/>
  <p:tag name="KSO_WM_BEAUTIFY_FLAG" val="#wm#"/>
  <p:tag name="KSO_WM_UNIT_USESOURCEFORMAT_APPLY" val="1"/>
</p:tagLst>
</file>

<file path=ppt/tags/tag70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i"/>
  <p:tag name="KSO_WM_UNIT_INDEX" val="1_2_1"/>
  <p:tag name="KSO_WM_UNIT_ID" val="diagram20234875_1*l_h_i*1_2_1"/>
  <p:tag name="KSO_WM_TEMPLATE_CATEGORY" val="diagram"/>
  <p:tag name="KSO_WM_TEMPLATE_INDEX" val="20234875"/>
  <p:tag name="KSO_WM_UNIT_LAYERLEVEL" val="1_1_1"/>
  <p:tag name="KSO_WM_TAG_VERSION" val="3.0"/>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TYPE" val="1"/>
  <p:tag name="KSO_WM_DIAGRAM_GROUP_CODE" val="l1-1"/>
  <p:tag name="KSO_WM_DIAGRAM_COLOR_TRICK" val="1"/>
  <p:tag name="KSO_WM_DIAGRAM_COLOR_TEXT_CAN_REMOVE" val="n"/>
  <p:tag name="KSO_WM_DIAGRAM_VERSION" val="3"/>
  <p:tag name="KSO_WM_BEAUTIFY_FLAG" val="#wm#"/>
  <p:tag name="KSO_WM_UNIT_USESOURCEFORMAT_APPLY" val="1"/>
</p:tagLst>
</file>

<file path=ppt/tags/tag7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1_13"/>
  <p:tag name="KSO_WM_TEMPLATE_CATEGORY" val="diagram"/>
  <p:tag name="KSO_WM_TEMPLATE_INDEX" val="20234875"/>
  <p:tag name="KSO_WM_UNIT_LAYERLEVEL" val="1_1_1"/>
  <p:tag name="KSO_WM_TAG_VERSION" val="3.0"/>
  <p:tag name="KSO_WM_UNIT_TYPE" val="l_h_i"/>
  <p:tag name="KSO_WM_UNIT_INDEX" val="1_1_1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2"/>
  <p:tag name="KSO_WM_UNIT_TEXT_FILL_TYPE" val="1"/>
  <p:tag name="KSO_WM_UNIT_USESOURCEFORMAT_APPLY" val="1"/>
</p:tagLst>
</file>

<file path=ppt/tags/tag7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75_1*l_h_i*1_2_13"/>
  <p:tag name="KSO_WM_TEMPLATE_CATEGORY" val="diagram"/>
  <p:tag name="KSO_WM_TEMPLATE_INDEX" val="20234875"/>
  <p:tag name="KSO_WM_UNIT_LAYERLEVEL" val="1_1_1"/>
  <p:tag name="KSO_WM_TAG_VERSION" val="3.0"/>
  <p:tag name="KSO_WM_UNIT_TYPE" val="l_h_i"/>
  <p:tag name="KSO_WM_UNIT_INDEX" val="1_2_13"/>
  <p:tag name="KSO_WM_DIAGRAM_GROUP_CODE" val="l1-1"/>
  <p:tag name="KSO_WM_DIAGRAM_COLOR_TRICK" val="1"/>
  <p:tag name="KSO_WM_DIAGRAM_COLOR_TEXT_CAN_REMOVE" val="n"/>
  <p:tag name="KSO_WM_DIAGRAM_VERSION" val="3"/>
  <p:tag name="KSO_WM_DIAGRAM_MAX_ITEMCNT" val="2"/>
  <p:tag name="KSO_WM_DIAGRAM_MIN_ITEMCNT" val="2"/>
  <p:tag name="KSO_WM_DIAGRAM_VIRTUALLY_FRAME" val="{&quot;height&quot;:434.15001177589147,&quot;left&quot;:48.05000000000001,&quot;top&quot;:78.85,&quot;width&quot;:876.15}"/>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2"/>
  <p:tag name="KSO_WM_UNIT_TEXT_FILL_TYPE" val="1"/>
  <p:tag name="KSO_WM_UNIT_USESOURCEFORMAT_APPLY" val="1"/>
</p:tagLst>
</file>

<file path=ppt/tags/tag709.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162_1*l_h_a*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UNIT_PRESET_TEXT" val="单击此处添加标题"/>
  <p:tag name="KSO_WM_UNIT_TEXT_FILL_FORE_SCHEMECOLOR_INDEX" val="1"/>
  <p:tag name="KSO_WM_UNIT_TEXT_FILL_TYPE" val="1"/>
  <p:tag name="KSO_WM_UNIT_USESOURCEFORMAT_APPLY" val="1"/>
</p:tagLst>
</file>

<file path=ppt/tags/tag710.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162_1*l_h_a*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787401575,&quot;left&quot;:55.19999999999999,&quot;top&quot;:113.57496062992125,&quot;width&quot;:849.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UNIT_PRESET_TEXT" val="单击此处添加标题"/>
  <p:tag name="KSO_WM_UNIT_TEXT_FILL_FORE_SCHEMECOLOR_INDEX" val="1"/>
  <p:tag name="KSO_WM_UNIT_TEXT_FILL_TYPE" val="1"/>
  <p:tag name="KSO_WM_UNIT_USESOURCEFORMAT_APPLY" val="1"/>
</p:tagLst>
</file>

<file path=ppt/tags/tag71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4875_1*a*1"/>
  <p:tag name="KSO_WM_TEMPLATE_CATEGORY" val="diagram"/>
  <p:tag name="KSO_WM_TEMPLATE_INDEX" val="20234875"/>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712.xml><?xml version="1.0" encoding="utf-8"?>
<p:tagLst xmlns:p="http://schemas.openxmlformats.org/presentationml/2006/main">
  <p:tag name="KSO_WM_SLIDE_ID" val="diagram20234875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4875"/>
  <p:tag name="KSO_WM_SLIDE_TYPE" val="text"/>
  <p:tag name="KSO_WM_SLIDE_SUBTYPE" val="diag"/>
  <p:tag name="KSO_WM_SLIDE_SIZE" val="862.85*400.95"/>
  <p:tag name="KSO_WM_SLIDE_POSITION" val="48.05*112.05"/>
  <p:tag name="KSO_WM_SLIDE_LAYOUT" val="a_l"/>
  <p:tag name="KSO_WM_SLIDE_LAYOUT_CNT" val="1_1"/>
  <p:tag name="KSO_WM_SPECIAL_SOURCE" val="bdnull"/>
  <p:tag name="KSO_WM_DIAGRAM_GROUP_CODE" val="l1-1"/>
  <p:tag name="KSO_WM_SLIDE_DIAGTYPE" val="l"/>
</p:tagLst>
</file>

<file path=ppt/tags/tag7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3_1*i*1"/>
  <p:tag name="KSO_WM_TEMPLATE_CATEGORY" val="custom"/>
  <p:tag name="KSO_WM_TEMPLATE_INDEX" val="20235633"/>
  <p:tag name="KSO_WM_UNIT_LAYERLEVEL" val="1"/>
  <p:tag name="KSO_WM_TAG_VERSION" val="3.0"/>
  <p:tag name="KSO_WM_BEAUTIFY_FLAG" val="#wm#"/>
</p:tagLst>
</file>

<file path=ppt/tags/tag7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3_1*i*2"/>
  <p:tag name="KSO_WM_TEMPLATE_CATEGORY" val="custom"/>
  <p:tag name="KSO_WM_TEMPLATE_INDEX" val="20235633"/>
  <p:tag name="KSO_WM_UNIT_LAYERLEVEL" val="1"/>
  <p:tag name="KSO_WM_TAG_VERSION" val="3.0"/>
  <p:tag name="KSO_WM_BEAUTIFY_FLAG" val="#wm#"/>
</p:tagLst>
</file>

<file path=ppt/tags/tag71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3_1*a*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添加标题内容"/>
</p:tagLst>
</file>

<file path=ppt/tags/tag716.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3_1*f*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输入你的正文，文字是您思想的提炼，为了最终演示发布的良好效果，请尽量言简意赅的阐述观点。根据需要可酌情增减文字。&#10;单击此处输入你的正文，文字是您思想的提炼，为了最终演示发布的良好效果，请尽量言简意赅的阐述观点。&#10;单击此处输入你的正文，文字是您思想的提炼，为了最终演示发布的良好效果，请尽量言简意赅的阐述观点。根据需要可酌情增减文字，以便观者可以准确理解您所传达的信息。单击此处输入你的正文。"/>
</p:tagLst>
</file>

<file path=ppt/tags/tag717.xml><?xml version="1.0" encoding="utf-8"?>
<p:tagLst xmlns:p="http://schemas.openxmlformats.org/presentationml/2006/main">
  <p:tag name="KSO_WM_SLIDE_ID" val="custom2023563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59*539"/>
  <p:tag name="KSO_WM_SLIDE_POSITION" val="0*0"/>
  <p:tag name="KSO_WM_TAG_VERSION" val="3.0"/>
  <p:tag name="KSO_WM_BEAUTIFY_FLAG" val="#wm#"/>
  <p:tag name="KSO_WM_TEMPLATE_CATEGORY" val="custom"/>
  <p:tag name="KSO_WM_TEMPLATE_INDEX" val="20235633"/>
  <p:tag name="KSO_WM_SLIDE_LAYOUT" val="a_f"/>
  <p:tag name="KSO_WM_SLIDE_LAYOUT_CNT" val="1_1"/>
</p:tagLst>
</file>

<file path=ppt/tags/tag718.xml><?xml version="1.0" encoding="utf-8"?>
<p:tagLst xmlns:p="http://schemas.openxmlformats.org/presentationml/2006/main">
  <p:tag name="KSO_WM_SLIDE_ID" val="diagram20230320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0320"/>
  <p:tag name="KSO_WM_SLIDE_TYPE" val="text"/>
  <p:tag name="KSO_WM_SLIDE_SUBTYPE" val="diag"/>
  <p:tag name="KSO_WM_SLIDE_SIZE" val="833.9*335.3"/>
  <p:tag name="KSO_WM_SLIDE_POSITION" val="64.65*136"/>
  <p:tag name="KSO_WM_SLIDE_LAYOUT" val="a_q"/>
  <p:tag name="KSO_WM_SLIDE_LAYOUT_CNT" val="1_1"/>
  <p:tag name="KSO_WM_SPECIAL_SOURCE" val="bdnull"/>
  <p:tag name="KSO_WM_DIAGRAM_GROUP_CODE" val="q1-1"/>
  <p:tag name="KSO_WM_SLIDE_DIAGTYPE" val="q"/>
</p:tagLst>
</file>

<file path=ppt/tags/tag71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307_3*a*1"/>
  <p:tag name="KSO_WM_TEMPLATE_CATEGORY" val="diagram"/>
  <p:tag name="KSO_WM_TEMPLATE_INDEX" val="20231307"/>
  <p:tag name="KSO_WM_UNIT_LAYERLEVEL" val="1"/>
  <p:tag name="KSO_WM_TAG_VERSION" val="3.0"/>
  <p:tag name="KSO_WM_BEAUTIFY_FLAG" val="#wm#"/>
  <p:tag name="KSO_WM_UNIT_TEXT_TYPE" val="1"/>
  <p:tag name="KSO_WM_UNIT_PRESET_TEXT" val="单击此处添加标题"/>
  <p:tag name="KSO_WM_UNIT_TEXT_FILL_FORE_SCHEMECOLOR_INDEX" val="15"/>
  <p:tag name="KSO_WM_UNIT_TEXT_FILL_TYPE" val="1"/>
  <p:tag name="KSO_WM_UNIT_USESOURCEFORMAT_APPLY" val="1"/>
</p:tagLst>
</file>

<file path=ppt/tags/tag72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307_1*l_h_i*1_1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494.15,&quot;left&quot;:32.85,&quot;top&quot;:55.75,&quot;width&quot;:961.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1"/>
</p:tagLst>
</file>

<file path=ppt/tags/tag721.xml><?xml version="1.0" encoding="utf-8"?>
<p:tagLst xmlns:p="http://schemas.openxmlformats.org/presentationml/2006/main">
  <p:tag name="KSO_WM_DIAGRAM_VIRTUALLY_FRAME" val="{&quot;height&quot;:494.15,&quot;left&quot;:32.85,&quot;top&quot;:55.75,&quot;width&quot;:961.1}"/>
  <p:tag name="KSO_WM_DIAGRAM_VERSION" val="3"/>
  <p:tag name="KSO_WM_DIAGRAM_COLOR_TRICK" val="1"/>
  <p:tag name="KSO_WM_DIAGRAM_COLOR_TEXT_CAN_REMOVE" val="n"/>
  <p:tag name="KSO_WM_UNIT_SUBTYPE" val="a"/>
  <p:tag name="KSO_WM_UNIT_TEXT_LAYER_COUNT" val="1"/>
  <p:tag name="KSO_WM_UNIT_NOCLEAR" val="0"/>
  <p:tag name="KSO_WM_UNIT_VALUE" val="14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307_1*l_h_f*1_1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
  <p:tag name="KSO_WM_UNIT_FILL_TYPE" val="1"/>
  <p:tag name="KSO_WM_UNIT_FILL_FORE_SCHEMECOLOR_INDEX" val="2"/>
  <p:tag name="KSO_WM_UNIT_FILL_FORE_SCHEMECOLOR_INDEX_BRIGHTNESS" val="0"/>
  <p:tag name="KSO_WM_UNIT_LINE_FORE_SCHEMECOLOR_INDEX" val="5"/>
  <p:tag name="KSO_WM_UNIT_TEXT_FILL_FORE_SCHEMECOLOR_INDEX" val="1"/>
  <p:tag name="KSO_WM_UNIT_TEXT_FILL_TYPE" val="1"/>
  <p:tag name="KSO_WM_UNIT_LINE_FILL_TYPE" val="2"/>
  <p:tag name="KSO_WM_UNIT_USESOURCEFORMAT_APPLY" val="1"/>
</p:tagLst>
</file>

<file path=ppt/tags/tag72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307_1*l_h_i*1_2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494.15,&quot;left&quot;:32.85,&quot;top&quot;:55.75,&quot;width&quot;:961.1}"/>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1"/>
</p:tagLst>
</file>

<file path=ppt/tags/tag723.xml><?xml version="1.0" encoding="utf-8"?>
<p:tagLst xmlns:p="http://schemas.openxmlformats.org/presentationml/2006/main">
  <p:tag name="KSO_WM_DIAGRAM_VIRTUALLY_FRAME" val="{&quot;height&quot;:494.15,&quot;left&quot;:32.85,&quot;top&quot;:55.75,&quot;width&quot;:961.1}"/>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307_1*l_h_f*1_2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19"/>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简明扼要地阐述您的观点。"/>
  <p:tag name="KSO_WM_UNIT_FILL_TYPE" val="1"/>
  <p:tag name="KSO_WM_UNIT_FILL_FORE_SCHEMECOLOR_INDEX" val="2"/>
  <p:tag name="KSO_WM_UNIT_FILL_FORE_SCHEMECOLOR_INDEX_BRIGHTNESS" val="0"/>
  <p:tag name="KSO_WM_UNIT_LINE_FORE_SCHEMECOLOR_INDEX" val="6"/>
  <p:tag name="KSO_WM_UNIT_TEXT_FILL_FORE_SCHEMECOLOR_INDEX" val="1"/>
  <p:tag name="KSO_WM_UNIT_TEXT_FILL_TYPE" val="1"/>
  <p:tag name="KSO_WM_UNIT_LINE_FILL_TYPE" val="2"/>
  <p:tag name="KSO_WM_UNIT_USESOURCEFORMAT_APPLY" val="1"/>
</p:tagLst>
</file>

<file path=ppt/tags/tag724.xml><?xml version="1.0" encoding="utf-8"?>
<p:tagLst xmlns:p="http://schemas.openxmlformats.org/presentationml/2006/main">
  <p:tag name="KSO_WM_DIAGRAM_VIRTUALLY_FRAME" val="{&quot;height&quot;:494.15,&quot;left&quot;:32.85,&quot;top&quot;:55.75,&quot;width&quot;:961.1}"/>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307_1*l_h_i*1_1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1"/>
</p:tagLst>
</file>

<file path=ppt/tags/tag725.xml><?xml version="1.0" encoding="utf-8"?>
<p:tagLst xmlns:p="http://schemas.openxmlformats.org/presentationml/2006/main">
  <p:tag name="KSO_WM_DIAGRAM_VIRTUALLY_FRAME" val="{&quot;height&quot;:494.15,&quot;left&quot;:32.85,&quot;top&quot;:55.75,&quot;width&quot;:961.1}"/>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307_1*l_h_i*1_2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1"/>
</p:tagLst>
</file>

<file path=ppt/tags/tag726.xml><?xml version="1.0" encoding="utf-8"?>
<p:tagLst xmlns:p="http://schemas.openxmlformats.org/presentationml/2006/main">
  <p:tag name="KSO_WM_SLIDE_ID" val="diagram20231307_3"/>
  <p:tag name="KSO_WM_TEMPLATE_SUBCATEGORY" val="0"/>
  <p:tag name="KSO_WM_TEMPLATE_MASTER_TYPE" val="0"/>
  <p:tag name="KSO_WM_TEMPLATE_COLOR_TYPE" val="0"/>
  <p:tag name="KSO_WM_SLIDE_TYPE" val="text"/>
  <p:tag name="KSO_WM_SLIDE_SUBTYPE" val="diag"/>
  <p:tag name="KSO_WM_SLIDE_ITEM_CNT" val="4"/>
  <p:tag name="KSO_WM_SLIDE_INDEX" val="3"/>
  <p:tag name="KSO_WM_SLIDE_SIZE" val="853.9*343.45"/>
  <p:tag name="KSO_WM_SLIDE_POSITION" val="51.3*128.1"/>
  <p:tag name="KSO_WM_DIAGRAM_GROUP_CODE" val="l1-1"/>
  <p:tag name="KSO_WM_SLIDE_DIAGTYPE" val="l"/>
  <p:tag name="KSO_WM_TAG_VERSION" val="3.0"/>
  <p:tag name="KSO_WM_BEAUTIFY_FLAG" val="#wm#"/>
  <p:tag name="KSO_WM_TEMPLATE_CATEGORY" val="diagram"/>
  <p:tag name="KSO_WM_TEMPLATE_INDEX" val="20231307"/>
  <p:tag name="KSO_WM_SLIDE_LAYOUT" val="a_l"/>
  <p:tag name="KSO_WM_SLIDE_LAYOUT_CNT" val="1_1"/>
</p:tagLst>
</file>

<file path=ppt/tags/tag7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3_1*i*1"/>
  <p:tag name="KSO_WM_TEMPLATE_CATEGORY" val="custom"/>
  <p:tag name="KSO_WM_TEMPLATE_INDEX" val="20235633"/>
  <p:tag name="KSO_WM_UNIT_LAYERLEVEL" val="1"/>
  <p:tag name="KSO_WM_TAG_VERSION" val="3.0"/>
  <p:tag name="KSO_WM_BEAUTIFY_FLAG" val="#wm#"/>
</p:tagLst>
</file>

<file path=ppt/tags/tag7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3_1*i*2"/>
  <p:tag name="KSO_WM_TEMPLATE_CATEGORY" val="custom"/>
  <p:tag name="KSO_WM_TEMPLATE_INDEX" val="20235633"/>
  <p:tag name="KSO_WM_UNIT_LAYERLEVEL" val="1"/>
  <p:tag name="KSO_WM_TAG_VERSION" val="3.0"/>
  <p:tag name="KSO_WM_BEAUTIFY_FLAG" val="#wm#"/>
</p:tagLst>
</file>

<file path=ppt/tags/tag72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3_1*a*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添加标题内容"/>
</p:tagLst>
</file>

<file path=ppt/tags/tag730.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3_1*f*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输入你的正文，文字是您思想的提炼，为了最终演示发布的良好效果，请尽量言简意赅的阐述观点。根据需要可酌情增减文字。&#10;单击此处输入你的正文，文字是您思想的提炼，为了最终演示发布的良好效果，请尽量言简意赅的阐述观点。&#10;单击此处输入你的正文，文字是您思想的提炼，为了最终演示发布的良好效果，请尽量言简意赅的阐述观点。根据需要可酌情增减文字，以便观者可以准确理解您所传达的信息。单击此处输入你的正文。"/>
</p:tagLst>
</file>

<file path=ppt/tags/tag731.xml><?xml version="1.0" encoding="utf-8"?>
<p:tagLst xmlns:p="http://schemas.openxmlformats.org/presentationml/2006/main">
  <p:tag name="KSO_WM_SLIDE_ID" val="custom2023563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59*539"/>
  <p:tag name="KSO_WM_SLIDE_POSITION" val="0*0"/>
  <p:tag name="KSO_WM_TAG_VERSION" val="3.0"/>
  <p:tag name="KSO_WM_BEAUTIFY_FLAG" val="#wm#"/>
  <p:tag name="KSO_WM_TEMPLATE_CATEGORY" val="custom"/>
  <p:tag name="KSO_WM_TEMPLATE_INDEX" val="20235633"/>
  <p:tag name="KSO_WM_SLIDE_LAYOUT" val="a_f"/>
  <p:tag name="KSO_WM_SLIDE_LAYOUT_CNT" val="1_1"/>
</p:tagLst>
</file>

<file path=ppt/tags/tag7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1_1*i*1"/>
  <p:tag name="KSO_WM_TEMPLATE_CATEGORY" val="custom"/>
  <p:tag name="KSO_WM_TEMPLATE_INDEX" val="20235631"/>
  <p:tag name="KSO_WM_UNIT_LAYERLEVEL" val="1"/>
  <p:tag name="KSO_WM_TAG_VERSION" val="3.0"/>
  <p:tag name="KSO_WM_BEAUTIFY_FLAG" val="#wm#"/>
</p:tagLst>
</file>

<file path=ppt/tags/tag7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1_1*i*2"/>
  <p:tag name="KSO_WM_TEMPLATE_CATEGORY" val="custom"/>
  <p:tag name="KSO_WM_TEMPLATE_INDEX" val="20235631"/>
  <p:tag name="KSO_WM_UNIT_LAYERLEVEL" val="1"/>
  <p:tag name="KSO_WM_TAG_VERSION" val="3.0"/>
  <p:tag name="KSO_WM_BEAUTIFY_FLAG" val="#wm#"/>
</p:tagLst>
</file>

<file path=ppt/tags/tag7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5631_1*i*3"/>
  <p:tag name="KSO_WM_TEMPLATE_CATEGORY" val="custom"/>
  <p:tag name="KSO_WM_TEMPLATE_INDEX" val="20235631"/>
  <p:tag name="KSO_WM_UNIT_LAYERLEVEL" val="1"/>
  <p:tag name="KSO_WM_TAG_VERSION" val="3.0"/>
  <p:tag name="KSO_WM_BEAUTIFY_FLAG" val="#wm#"/>
</p:tagLst>
</file>

<file path=ppt/tags/tag7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5631_1*i*4"/>
  <p:tag name="KSO_WM_TEMPLATE_CATEGORY" val="custom"/>
  <p:tag name="KSO_WM_TEMPLATE_INDEX" val="20235631"/>
  <p:tag name="KSO_WM_UNIT_LAYERLEVEL" val="1"/>
  <p:tag name="KSO_WM_TAG_VERSION" val="3.0"/>
  <p:tag name="KSO_WM_BEAUTIFY_FLAG" val="#wm#"/>
</p:tagLst>
</file>

<file path=ppt/tags/tag736.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1_1*f*1"/>
  <p:tag name="KSO_WM_TEMPLATE_CATEGORY" val="custom"/>
  <p:tag name="KSO_WM_TEMPLATE_INDEX" val="20235631"/>
  <p:tag name="KSO_WM_UNIT_LAYERLEVEL" val="1"/>
  <p:tag name="KSO_WM_TAG_VERSION" val="3.0"/>
  <p:tag name="KSO_WM_BEAUTIFY_FLAG" val="#wm#"/>
  <p:tag name="KSO_WM_UNIT_PRESET_TEXT" val="单击此处添加正文，请言简意赅的阐述您的观点。&#10;单击此处添加正文，请言简意赅的阐述您的观点。&#10;单击此处添加正文，请言简意赅的阐述您的观点。&#10;单击此处添加正文，请言简意赅的阐述您的观点。&#10;单击此处添加正文，请言简意赅的阐述您的观点。&#10;单击此处添加正文，请言简意赅的阐述您的观点。"/>
  <p:tag name="KSO_WM_UNIT_TEXT_TYPE" val="1"/>
</p:tagLst>
</file>

<file path=ppt/tags/tag73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1_1*a*1"/>
  <p:tag name="KSO_WM_TEMPLATE_CATEGORY" val="custom"/>
  <p:tag name="KSO_WM_TEMPLATE_INDEX" val="20235631"/>
  <p:tag name="KSO_WM_UNIT_LAYERLEVEL" val="1"/>
  <p:tag name="KSO_WM_TAG_VERSION" val="3.0"/>
  <p:tag name="KSO_WM_BEAUTIFY_FLAG" val="#wm#"/>
  <p:tag name="KSO_WM_UNIT_PRESET_TEXT" val="单击此处添加标题"/>
  <p:tag name="KSO_WM_UNIT_TEXT_TYPE" val="1"/>
</p:tagLst>
</file>

<file path=ppt/tags/tag738.xml><?xml version="1.0" encoding="utf-8"?>
<p:tagLst xmlns:p="http://schemas.openxmlformats.org/presentationml/2006/main">
  <p:tag name="KSO_WM_SLIDE_ID" val="custom2023563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95*462"/>
  <p:tag name="KSO_WM_SLIDE_POSITION" val="32*38"/>
  <p:tag name="KSO_WM_TAG_VERSION" val="3.0"/>
  <p:tag name="KSO_WM_BEAUTIFY_FLAG" val="#wm#"/>
  <p:tag name="KSO_WM_TEMPLATE_CATEGORY" val="custom"/>
  <p:tag name="KSO_WM_TEMPLATE_INDEX" val="20235631"/>
  <p:tag name="KSO_WM_SLIDE_LAYOUT" val="a_f"/>
  <p:tag name="KSO_WM_SLIDE_LAYOUT_CNT" val="1_1"/>
</p:tagLst>
</file>

<file path=ppt/tags/tag7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5632_1*i*4"/>
  <p:tag name="KSO_WM_TEMPLATE_CATEGORY" val="custom"/>
  <p:tag name="KSO_WM_TEMPLATE_INDEX" val="20235632"/>
  <p:tag name="KSO_WM_UNIT_LAYERLEVEL" val="1"/>
  <p:tag name="KSO_WM_TAG_VERSION" val="3.0"/>
  <p:tag name="KSO_WM_BEAUTIFY_FLAG" val="#wm#"/>
</p:tagLst>
</file>

<file path=ppt/tags/tag74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i"/>
  <p:tag name="KSO_WM_UNIT_INDEX" val="1"/>
  <p:tag name="KSO_WM_UNIT_ID" val="custom20235632_1*i*1"/>
  <p:tag name="KSO_WM_TEMPLATE_CATEGORY" val="custom"/>
  <p:tag name="KSO_WM_TEMPLATE_INDEX" val="20235632"/>
  <p:tag name="KSO_WM_UNIT_LAYERLEVEL" val="1"/>
  <p:tag name="KSO_WM_TAG_VERSION" val="3.0"/>
  <p:tag name="KSO_WM_BEAUTIFY_FLAG" val="#wm#"/>
</p:tagLst>
</file>

<file path=ppt/tags/tag74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i"/>
  <p:tag name="KSO_WM_UNIT_INDEX" val="2"/>
  <p:tag name="KSO_WM_UNIT_ID" val="custom20235632_1*i*2"/>
  <p:tag name="KSO_WM_TEMPLATE_CATEGORY" val="custom"/>
  <p:tag name="KSO_WM_TEMPLATE_INDEX" val="20235632"/>
  <p:tag name="KSO_WM_UNIT_LAYERLEVEL" val="1"/>
  <p:tag name="KSO_WM_TAG_VERSION" val="3.0"/>
  <p:tag name="KSO_WM_BEAUTIFY_FLAG" val="#wm#"/>
</p:tagLst>
</file>

<file path=ppt/tags/tag742.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2_1*f*1"/>
  <p:tag name="KSO_WM_TEMPLATE_CATEGORY" val="custom"/>
  <p:tag name="KSO_WM_TEMPLATE_INDEX" val="20235632"/>
  <p:tag name="KSO_WM_UNIT_LAYERLEVEL" val="1"/>
  <p:tag name="KSO_WM_TAG_VERSION" val="3.0"/>
  <p:tag name="KSO_WM_BEAUTIFY_FLAG" val="#wm#"/>
  <p:tag name="KSO_WM_UNIT_VALUE" val="320"/>
  <p:tag name="KSO_WM_UNIT_PRESET_TEXT" val="单击此处输入你的正文，文字是您思想的提炼，为了最终演示发布的良好效果，请尽量言简意赅的阐述观点。根据需要可酌情增减文字，以便观者可以准确理解您所传达的信息。单击此处输入你的正文，文字是您思想的提炼。&#10;单击此处输入你的正文，文字是您思想的提炼，为了最终演示发布的良好效果。&#10;单击此处输入你的正文，文字是您思想的提炼，为了最终演示发布的良好效果，请言简意赅的阐述观点。根据需要可酌情增减文字，以便观者可以准确理解您所传达的信息。"/>
  <p:tag name="KSO_WM_UNIT_TEXT_TYPE" val="1"/>
</p:tagLst>
</file>

<file path=ppt/tags/tag743.xml><?xml version="1.0" encoding="utf-8"?>
<p:tagLst xmlns:p="http://schemas.openxmlformats.org/presentationml/2006/main">
  <p:tag name="KSO_WM_SLIDE_ID" val="custom20235632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78*422"/>
  <p:tag name="KSO_WM_SLIDE_POSITION" val="47*66"/>
  <p:tag name="KSO_WM_TAG_VERSION" val="3.0"/>
  <p:tag name="KSO_WM_BEAUTIFY_FLAG" val="#wm#"/>
  <p:tag name="KSO_WM_TEMPLATE_CATEGORY" val="custom"/>
  <p:tag name="KSO_WM_TEMPLATE_INDEX" val="20235632"/>
  <p:tag name="KSO_WM_SLIDE_LAYOUT" val="a_f"/>
  <p:tag name="KSO_WM_SLIDE_LAYOUT_CNT" val="1_1"/>
</p:tagLst>
</file>

<file path=ppt/tags/tag7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11*a*1"/>
  <p:tag name="KSO_WM_TEMPLATE_CATEGORY" val="diagram"/>
  <p:tag name="KSO_WM_TEMPLATE_INDEX" val="20235156"/>
  <p:tag name="KSO_WM_UNIT_LAYERLEVEL" val="1"/>
  <p:tag name="KSO_WM_TAG_VERSION" val="3.0"/>
  <p:tag name="KSO_WM_BEAUTIFY_FLAG" val="#wm#"/>
  <p:tag name="KSO_WM_UNIT_ISCONTENTSTITLE" val="0"/>
  <p:tag name="KSO_WM_UNIT_ISNUMDGMTITLE" val="0"/>
  <p:tag name="KSO_WM_UNIT_NOCLEAR" val="0"/>
  <p:tag name="KSO_WM_UNIT_VALUE" val="30"/>
  <p:tag name="KSO_WM_UNIT_TYPE" val="a"/>
  <p:tag name="KSO_WM_UNIT_INDEX" val="1"/>
  <p:tag name="KSO_WM_UNIT_TEXT_TYPE" val="1"/>
  <p:tag name="KSO_WM_DIAGRAM_GROUP_CODE" val="m1-1"/>
  <p:tag name="KSO_WM_UNIT_PRESET_TEXT" val="单击此处添加标题"/>
  <p:tag name="KSO_WM_UNIT_TEXT_FILL_FORE_SCHEMECOLOR_INDEX" val="15"/>
  <p:tag name="KSO_WM_UNIT_TEXT_FILL_TYPE" val="1"/>
  <p:tag name="KSO_WM_UNIT_USESOURCEFORMAT_APPLY" val="1"/>
</p:tagLst>
</file>

<file path=ppt/tags/tag7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5156_5*m_h_f*1_2_1"/>
  <p:tag name="KSO_WM_TEMPLATE_CATEGORY" val="diagram"/>
  <p:tag name="KSO_WM_TEMPLATE_INDEX" val="20235156"/>
  <p:tag name="KSO_WM_UNIT_LAYERLEVEL" val="1_1_1"/>
  <p:tag name="KSO_WM_TAG_VERSION" val="3.0"/>
  <p:tag name="KSO_WM_BEAUTIFY_FLAG" val="#wm#"/>
  <p:tag name="KSO_WM_UNIT_SUBTYPE" val="a"/>
  <p:tag name="KSO_WM_UNIT_TEXT_LAYER_COUNT" val="1"/>
  <p:tag name="KSO_WM_UNIT_NOCLEAR" val="0"/>
  <p:tag name="KSO_WM_UNIT_TYPE" val="m_h_f"/>
  <p:tag name="KSO_WM_UNIT_INDEX" val="1_2_1"/>
  <p:tag name="KSO_WM_UNIT_VALUE" val="28"/>
  <p:tag name="KSO_WM_DIAGRAM_VERSION" val="3"/>
  <p:tag name="KSO_WM_DIAGRAM_COLOR_TRICK" val="1"/>
  <p:tag name="KSO_WM_DIAGRAM_COLOR_TEXT_CAN_REMOVE" val="n"/>
  <p:tag name="KSO_WM_UNIT_TEXT_TYPE" val="1"/>
  <p:tag name="KSO_WM_UNIT_PRESET_TEXT" val="单击此处添加文本内容"/>
  <p:tag name="KSO_WM_UNIT_FILL_TYPE" val="1"/>
  <p:tag name="KSO_WM_UNIT_FILL_FORE_SCHEMECOLOR_INDEX" val="5"/>
  <p:tag name="KSO_WM_UNIT_FILL_FORE_SCHEMECOLOR_INDEX_BRIGHTNESS" val="0.3"/>
  <p:tag name="KSO_WM_DIAGRAM_MAX_ITEMCNT" val="12"/>
  <p:tag name="KSO_WM_DIAGRAM_MIN_ITEMCNT" val="2"/>
  <p:tag name="KSO_WM_DIAGRAM_VIRTUALLY_FRAME" val="{&quot;height&quot;:361.32378717249514,&quot;left&quot;:44.8,&quot;top&quot;:134.64999235506394,&quot;width&quot;:860.3968503937007}"/>
  <p:tag name="KSO_WM_DIAGRAM_COLOR_MATCH_VALUE" val="{&quot;shape&quot;:{&quot;fill&quot;:{&quot;solid&quot;:{&quot;brightness&quot;:0.30000001192092896,&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7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5*m_i*1_1"/>
  <p:tag name="KSO_WM_TEMPLATE_CATEGORY" val="diagram"/>
  <p:tag name="KSO_WM_TEMPLATE_INDEX" val="20235156"/>
  <p:tag name="KSO_WM_UNIT_LAYERLEVEL" val="1_1"/>
  <p:tag name="KSO_WM_TAG_VERSION" val="3.0"/>
  <p:tag name="KSO_WM_DIAGRAM_GROUP_CODE" val="m1-1"/>
  <p:tag name="KSO_WM_UNIT_TYPE" val="m_i"/>
  <p:tag name="KSO_WM_UNIT_INDEX" val="1_1"/>
  <p:tag name="KSO_WM_DIAGRAM_MAX_ITEMCNT" val="12"/>
  <p:tag name="KSO_WM_DIAGRAM_MIN_ITEMCNT" val="2"/>
  <p:tag name="KSO_WM_DIAGRAM_VIRTUALLY_FRAME" val="{&quot;height&quot;:361.32378717249514,&quot;left&quot;:44.8,&quot;top&quot;:134.64999235506394,&quot;width&quot;:860.3968503937007}"/>
  <p:tag name="KSO_WM_DIAGRAM_COLOR_MATCH_VALUE" val="{&quot;shape&quot;:{&quot;fill&quot;:{&quot;type&quot;:0},&quot;glow&quot;:{&quot;colorType&quot;:0},&quot;line&quot;:{&quot;gradient&quot;:[{&quot;brightness&quot;:0,&quot;colorType&quot;:1,&quot;foreColorIndex&quot;:5,&quot;pos&quot;:0,&quot;transparency&quot;:0},{&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VERSION" val="3"/>
  <p:tag name="KSO_WM_DIAGRAM_COLOR_TRICK" val="1"/>
  <p:tag name="KSO_WM_DIAGRAM_COLOR_TEXT_CAN_REMOVE" val="n"/>
  <p:tag name="KSO_WM_UNIT_LINE_FORE_SCHEMECOLOR_INDEX" val="5"/>
  <p:tag name="KSO_WM_UNIT_USESOURCEFORMAT_APPLY" val="1"/>
</p:tagLst>
</file>

<file path=ppt/tags/tag7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5156_5*m_h_f*1_4_1"/>
  <p:tag name="KSO_WM_TEMPLATE_CATEGORY" val="diagram"/>
  <p:tag name="KSO_WM_TEMPLATE_INDEX" val="20235156"/>
  <p:tag name="KSO_WM_UNIT_LAYERLEVEL" val="1_1_1"/>
  <p:tag name="KSO_WM_TAG_VERSION" val="3.0"/>
  <p:tag name="KSO_WM_BEAUTIFY_FLAG" val="#wm#"/>
  <p:tag name="KSO_WM_UNIT_SUBTYPE" val="a"/>
  <p:tag name="KSO_WM_UNIT_TEXT_LAYER_COUNT" val="1"/>
  <p:tag name="KSO_WM_UNIT_NOCLEAR" val="0"/>
  <p:tag name="KSO_WM_UNIT_TYPE" val="m_h_f"/>
  <p:tag name="KSO_WM_UNIT_INDEX" val="1_4_1"/>
  <p:tag name="KSO_WM_DIAGRAM_VERSION" val="3"/>
  <p:tag name="KSO_WM_DIAGRAM_COLOR_TRICK" val="1"/>
  <p:tag name="KSO_WM_DIAGRAM_COLOR_TEXT_CAN_REMOVE" val="n"/>
  <p:tag name="KSO_WM_UNIT_TEXT_TYPE" val="1"/>
  <p:tag name="KSO_WM_UNIT_PRESET_TEXT" val="单击此处添加文本内容"/>
  <p:tag name="KSO_WM_UNIT_FILL_TYPE" val="1"/>
  <p:tag name="KSO_WM_UNIT_FILL_FORE_SCHEMECOLOR_INDEX" val="5"/>
  <p:tag name="KSO_WM_UNIT_FILL_FORE_SCHEMECOLOR_INDEX_BRIGHTNESS" val="-0.25"/>
  <p:tag name="KSO_WM_DIAGRAM_MAX_ITEMCNT" val="12"/>
  <p:tag name="KSO_WM_DIAGRAM_MIN_ITEMCNT" val="2"/>
  <p:tag name="KSO_WM_DIAGRAM_VIRTUALLY_FRAME" val="{&quot;height&quot;:361.32378717249514,&quot;left&quot;:44.8,&quot;top&quot;:134.64999235506394,&quot;width&quot;:860.3968503937007}"/>
  <p:tag name="KSO_WM_DIAGRAM_COLOR_MATCH_VALUE" val="{&quot;shape&quot;:{&quot;fill&quot;:{&quot;solid&quot;:{&quot;brightness&quot;:-0.2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7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5156_5*m_h_f*1_6_1"/>
  <p:tag name="KSO_WM_TEMPLATE_CATEGORY" val="diagram"/>
  <p:tag name="KSO_WM_TEMPLATE_INDEX" val="20235156"/>
  <p:tag name="KSO_WM_UNIT_LAYERLEVEL" val="1_1_1"/>
  <p:tag name="KSO_WM_TAG_VERSION" val="3.0"/>
  <p:tag name="KSO_WM_BEAUTIFY_FLAG" val="#wm#"/>
  <p:tag name="KSO_WM_UNIT_SUBTYPE" val="a"/>
  <p:tag name="KSO_WM_UNIT_TEXT_LAYER_COUNT" val="1"/>
  <p:tag name="KSO_WM_UNIT_NOCLEAR" val="0"/>
  <p:tag name="KSO_WM_UNIT_TYPE" val="m_h_f"/>
  <p:tag name="KSO_WM_UNIT_INDEX" val="1_6_1"/>
  <p:tag name="KSO_WM_UNIT_VALUE" val="28"/>
  <p:tag name="KSO_WM_DIAGRAM_VERSION" val="3"/>
  <p:tag name="KSO_WM_DIAGRAM_COLOR_TRICK" val="1"/>
  <p:tag name="KSO_WM_DIAGRAM_COLOR_TEXT_CAN_REMOVE" val="n"/>
  <p:tag name="KSO_WM_UNIT_TEXT_TYPE" val="1"/>
  <p:tag name="KSO_WM_UNIT_PRESET_TEXT" val="单击此处添加文本内容"/>
  <p:tag name="KSO_WM_UNIT_FILL_TYPE" val="1"/>
  <p:tag name="KSO_WM_UNIT_FILL_FORE_SCHEMECOLOR_INDEX" val="5"/>
  <p:tag name="KSO_WM_UNIT_FILL_FORE_SCHEMECOLOR_INDEX_BRIGHTNESS" val="0.1"/>
  <p:tag name="KSO_WM_DIAGRAM_MAX_ITEMCNT" val="12"/>
  <p:tag name="KSO_WM_DIAGRAM_MIN_ITEMCNT" val="2"/>
  <p:tag name="KSO_WM_DIAGRAM_VIRTUALLY_FRAME" val="{&quot;height&quot;:361.32378717249514,&quot;left&quot;:44.8,&quot;top&quot;:134.64999235506394,&quot;width&quot;:860.3968503937007}"/>
  <p:tag name="KSO_WM_DIAGRAM_COLOR_MATCH_VALUE" val="{&quot;shape&quot;:{&quot;fill&quot;:{&quot;solid&quot;:{&quot;brightness&quot;:0.10000000149011612,&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7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5*m_h_i*1_2_1"/>
  <p:tag name="KSO_WM_TEMPLATE_CATEGORY" val="diagram"/>
  <p:tag name="KSO_WM_TEMPLATE_INDEX" val="20235156"/>
  <p:tag name="KSO_WM_UNIT_LAYERLEVEL" val="1_1_1"/>
  <p:tag name="KSO_WM_TAG_VERSION" val="3.0"/>
  <p:tag name="KSO_WM_DIAGRAM_GROUP_CODE" val="m1-1"/>
  <p:tag name="KSO_WM_UNIT_TYPE" val="m_h_i"/>
  <p:tag name="KSO_WM_UNIT_INDEX" val="1_2_1"/>
  <p:tag name="KSO_WM_DIAGRAM_MAX_ITEMCNT" val="12"/>
  <p:tag name="KSO_WM_DIAGRAM_MIN_ITEMCNT" val="2"/>
  <p:tag name="KSO_WM_DIAGRAM_VIRTUALLY_FRAME" val="{&quot;height&quot;:361.32378717249514,&quot;left&quot;:44.8,&quot;top&quot;:134.64999235506394,&quot;width&quot;:860.3968503937007}"/>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VERSION" val="3"/>
  <p:tag name="KSO_WM_DIAGRAM_COLOR_TRICK" val="1"/>
  <p:tag name="KSO_WM_DIAGRAM_COLOR_TEXT_CAN_REMOVE" val="n"/>
  <p:tag name="KSO_WM_UNIT_LINE_FORE_SCHEMECOLOR_INDEX" val="6"/>
  <p:tag name="KSO_WM_UNIT_LINE_FILL_TYPE" val="2"/>
  <p:tag name="KSO_WM_UNIT_USESOURCEFORMAT_APPLY" val="1"/>
</p:tagLst>
</file>

<file path=ppt/tags/tag7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5*m_h_i*1_6_1"/>
  <p:tag name="KSO_WM_TEMPLATE_CATEGORY" val="diagram"/>
  <p:tag name="KSO_WM_TEMPLATE_INDEX" val="20235156"/>
  <p:tag name="KSO_WM_UNIT_LAYERLEVEL" val="1_1_1"/>
  <p:tag name="KSO_WM_TAG_VERSION" val="3.0"/>
  <p:tag name="KSO_WM_DIAGRAM_GROUP_CODE" val="m1-1"/>
  <p:tag name="KSO_WM_UNIT_TYPE" val="m_h_i"/>
  <p:tag name="KSO_WM_UNIT_INDEX" val="1_6_1"/>
  <p:tag name="KSO_WM_DIAGRAM_MAX_ITEMCNT" val="12"/>
  <p:tag name="KSO_WM_DIAGRAM_MIN_ITEMCNT" val="2"/>
  <p:tag name="KSO_WM_DIAGRAM_VIRTUALLY_FRAME" val="{&quot;height&quot;:361.32378717249514,&quot;left&quot;:44.8,&quot;top&quot;:134.64999235506394,&quot;width&quot;:860.3968503937007}"/>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VERSION" val="3"/>
  <p:tag name="KSO_WM_DIAGRAM_COLOR_TRICK" val="1"/>
  <p:tag name="KSO_WM_DIAGRAM_COLOR_TEXT_CAN_REMOVE" val="n"/>
  <p:tag name="KSO_WM_UNIT_LINE_FORE_SCHEMECOLOR_INDEX" val="10"/>
  <p:tag name="KSO_WM_UNIT_LINE_FILL_TYPE" val="2"/>
  <p:tag name="KSO_WM_UNIT_USESOURCEFORMAT_APPLY" val="1"/>
</p:tagLst>
</file>

<file path=ppt/tags/tag7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5*m_h_i*1_4_1"/>
  <p:tag name="KSO_WM_TEMPLATE_CATEGORY" val="diagram"/>
  <p:tag name="KSO_WM_TEMPLATE_INDEX" val="20235156"/>
  <p:tag name="KSO_WM_UNIT_LAYERLEVEL" val="1_1_1"/>
  <p:tag name="KSO_WM_TAG_VERSION" val="3.0"/>
  <p:tag name="KSO_WM_DIAGRAM_GROUP_CODE" val="m1-1"/>
  <p:tag name="KSO_WM_UNIT_TYPE" val="m_h_i"/>
  <p:tag name="KSO_WM_UNIT_INDEX" val="1_4_1"/>
  <p:tag name="KSO_WM_DIAGRAM_MAX_ITEMCNT" val="12"/>
  <p:tag name="KSO_WM_DIAGRAM_MIN_ITEMCNT" val="2"/>
  <p:tag name="KSO_WM_DIAGRAM_VIRTUALLY_FRAME" val="{&quot;height&quot;:361.32378717249514,&quot;left&quot;:44.8,&quot;top&quot;:134.64999235506394,&quot;width&quot;:860.3968503937007}"/>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VERSION" val="3"/>
  <p:tag name="KSO_WM_DIAGRAM_COLOR_TRICK" val="1"/>
  <p:tag name="KSO_WM_DIAGRAM_COLOR_TEXT_CAN_REMOVE" val="n"/>
  <p:tag name="KSO_WM_UNIT_LINE_FORE_SCHEMECOLOR_INDEX" val="8"/>
  <p:tag name="KSO_WM_UNIT_LINE_FILL_TYPE" val="2"/>
  <p:tag name="KSO_WM_UNIT_USESOURCEFORMAT_APPLY" val="1"/>
</p:tagLst>
</file>

<file path=ppt/tags/tag7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5*m_h_i*1_3_1"/>
  <p:tag name="KSO_WM_TEMPLATE_CATEGORY" val="diagram"/>
  <p:tag name="KSO_WM_TEMPLATE_INDEX" val="20235156"/>
  <p:tag name="KSO_WM_UNIT_LAYERLEVEL" val="1_1_1"/>
  <p:tag name="KSO_WM_TAG_VERSION" val="3.0"/>
  <p:tag name="KSO_WM_DIAGRAM_GROUP_CODE" val="m1-1"/>
  <p:tag name="KSO_WM_UNIT_TYPE" val="m_h_i"/>
  <p:tag name="KSO_WM_UNIT_INDEX" val="1_3_1"/>
  <p:tag name="KSO_WM_DIAGRAM_MAX_ITEMCNT" val="12"/>
  <p:tag name="KSO_WM_DIAGRAM_MIN_ITEMCNT" val="2"/>
  <p:tag name="KSO_WM_DIAGRAM_VIRTUALLY_FRAME" val="{&quot;height&quot;:361.32378717249514,&quot;left&quot;:44.8,&quot;top&quot;:134.64999235506394,&quot;width&quot;:860.3968503937007}"/>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VERSION" val="3"/>
  <p:tag name="KSO_WM_DIAGRAM_COLOR_TRICK" val="1"/>
  <p:tag name="KSO_WM_DIAGRAM_COLOR_TEXT_CAN_REMOVE" val="n"/>
  <p:tag name="KSO_WM_UNIT_LINE_FORE_SCHEMECOLOR_INDEX" val="7"/>
  <p:tag name="KSO_WM_UNIT_LINE_FILL_TYPE" val="2"/>
  <p:tag name="KSO_WM_UNIT_USESOURCEFORMAT_APPLY" val="1"/>
</p:tagLst>
</file>

<file path=ppt/tags/tag7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5156_5*m_h_f*1_3_1"/>
  <p:tag name="KSO_WM_TEMPLATE_CATEGORY" val="diagram"/>
  <p:tag name="KSO_WM_TEMPLATE_INDEX" val="20235156"/>
  <p:tag name="KSO_WM_UNIT_LAYERLEVEL" val="1_1_1"/>
  <p:tag name="KSO_WM_TAG_VERSION" val="3.0"/>
  <p:tag name="KSO_WM_BEAUTIFY_FLAG" val="#wm#"/>
  <p:tag name="KSO_WM_UNIT_SUBTYPE" val="a"/>
  <p:tag name="KSO_WM_UNIT_TEXT_LAYER_COUNT" val="1"/>
  <p:tag name="KSO_WM_UNIT_NOCLEAR" val="0"/>
  <p:tag name="KSO_WM_UNIT_TYPE" val="m_h_f"/>
  <p:tag name="KSO_WM_UNIT_INDEX" val="1_3_1"/>
  <p:tag name="KSO_WM_UNIT_VALUE" val="28"/>
  <p:tag name="KSO_WM_DIAGRAM_VERSION" val="3"/>
  <p:tag name="KSO_WM_DIAGRAM_COLOR_TRICK" val="1"/>
  <p:tag name="KSO_WM_DIAGRAM_COLOR_TEXT_CAN_REMOVE" val="n"/>
  <p:tag name="KSO_WM_UNIT_TEXT_TYPE" val="1"/>
  <p:tag name="KSO_WM_UNIT_PRESET_TEXT" val="单击此处添加文本内容"/>
  <p:tag name="KSO_WM_UNIT_FILL_TYPE" val="1"/>
  <p:tag name="KSO_WM_UNIT_FILL_FORE_SCHEMECOLOR_INDEX" val="5"/>
  <p:tag name="KSO_WM_UNIT_FILL_FORE_SCHEMECOLOR_INDEX_BRIGHTNESS" val="0.16"/>
  <p:tag name="KSO_WM_DIAGRAM_MAX_ITEMCNT" val="12"/>
  <p:tag name="KSO_WM_DIAGRAM_MIN_ITEMCNT" val="2"/>
  <p:tag name="KSO_WM_DIAGRAM_VIRTUALLY_FRAME" val="{&quot;height&quot;:361.32378717249514,&quot;left&quot;:44.8,&quot;top&quot;:134.64999235506394,&quot;width&quot;:860.3968503937007}"/>
  <p:tag name="KSO_WM_DIAGRAM_COLOR_MATCH_VALUE" val="{&quot;shape&quot;:{&quot;fill&quot;:{&quot;solid&quot;:{&quot;brightness&quot;:0.1599999964237213,&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7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5*m_h_i*1_1_1"/>
  <p:tag name="KSO_WM_TEMPLATE_CATEGORY" val="diagram"/>
  <p:tag name="KSO_WM_TEMPLATE_INDEX" val="20235156"/>
  <p:tag name="KSO_WM_UNIT_LAYERLEVEL" val="1_1_1"/>
  <p:tag name="KSO_WM_TAG_VERSION" val="3.0"/>
  <p:tag name="KSO_WM_DIAGRAM_GROUP_CODE" val="m1-1"/>
  <p:tag name="KSO_WM_UNIT_TYPE" val="m_h_i"/>
  <p:tag name="KSO_WM_UNIT_INDEX" val="1_1_1"/>
  <p:tag name="KSO_WM_DIAGRAM_MAX_ITEMCNT" val="12"/>
  <p:tag name="KSO_WM_DIAGRAM_MIN_ITEMCNT" val="2"/>
  <p:tag name="KSO_WM_DIAGRAM_VIRTUALLY_FRAME" val="{&quot;height&quot;:361.32378717249514,&quot;left&quot;:44.8,&quot;top&quot;:134.64999235506394,&quot;width&quot;:860.3968503937007}"/>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VERSION" val="3"/>
  <p:tag name="KSO_WM_DIAGRAM_COLOR_TRICK" val="1"/>
  <p:tag name="KSO_WM_DIAGRAM_COLOR_TEXT_CAN_REMOVE" val="n"/>
  <p:tag name="KSO_WM_UNIT_LINE_FORE_SCHEMECOLOR_INDEX" val="5"/>
  <p:tag name="KSO_WM_UNIT_LINE_FILL_TYPE" val="2"/>
  <p:tag name="KSO_WM_UNIT_USESOURCEFORMAT_APPLY" val="1"/>
</p:tagLst>
</file>

<file path=ppt/tags/tag7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6_5*m_h_i*1_5_1"/>
  <p:tag name="KSO_WM_TEMPLATE_CATEGORY" val="diagram"/>
  <p:tag name="KSO_WM_TEMPLATE_INDEX" val="20235156"/>
  <p:tag name="KSO_WM_UNIT_LAYERLEVEL" val="1_1_1"/>
  <p:tag name="KSO_WM_TAG_VERSION" val="3.0"/>
  <p:tag name="KSO_WM_DIAGRAM_GROUP_CODE" val="m1-1"/>
  <p:tag name="KSO_WM_UNIT_TYPE" val="m_h_i"/>
  <p:tag name="KSO_WM_UNIT_INDEX" val="1_5_1"/>
  <p:tag name="KSO_WM_DIAGRAM_MAX_ITEMCNT" val="12"/>
  <p:tag name="KSO_WM_DIAGRAM_MIN_ITEMCNT" val="2"/>
  <p:tag name="KSO_WM_DIAGRAM_VIRTUALLY_FRAME" val="{&quot;height&quot;:361.32378717249514,&quot;left&quot;:44.8,&quot;top&quot;:134.64999235506394,&quot;width&quot;:860.3968503937007}"/>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VERSION" val="3"/>
  <p:tag name="KSO_WM_DIAGRAM_COLOR_TRICK" val="1"/>
  <p:tag name="KSO_WM_DIAGRAM_COLOR_TEXT_CAN_REMOVE" val="n"/>
  <p:tag name="KSO_WM_UNIT_LINE_FORE_SCHEMECOLOR_INDEX" val="9"/>
  <p:tag name="KSO_WM_UNIT_LINE_FILL_TYPE" val="2"/>
  <p:tag name="KSO_WM_UNIT_USESOURCEFORMAT_APPLY" val="1"/>
</p:tagLst>
</file>

<file path=ppt/tags/tag7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5156_5*m_h_f*1_1_1"/>
  <p:tag name="KSO_WM_TEMPLATE_CATEGORY" val="diagram"/>
  <p:tag name="KSO_WM_TEMPLATE_INDEX" val="20235156"/>
  <p:tag name="KSO_WM_UNIT_LAYERLEVEL" val="1_1_1"/>
  <p:tag name="KSO_WM_TAG_VERSION" val="3.0"/>
  <p:tag name="KSO_WM_BEAUTIFY_FLAG" val="#wm#"/>
  <p:tag name="KSO_WM_UNIT_SUBTYPE" val="a"/>
  <p:tag name="KSO_WM_UNIT_TEXT_LAYER_COUNT" val="1"/>
  <p:tag name="KSO_WM_UNIT_NOCLEAR" val="0"/>
  <p:tag name="KSO_WM_UNIT_TYPE" val="m_h_f"/>
  <p:tag name="KSO_WM_UNIT_INDEX" val="1_1_1"/>
  <p:tag name="KSO_WM_DIAGRAM_VERSION" val="3"/>
  <p:tag name="KSO_WM_DIAGRAM_COLOR_TRICK" val="1"/>
  <p:tag name="KSO_WM_DIAGRAM_COLOR_TEXT_CAN_REMOVE" val="n"/>
  <p:tag name="KSO_WM_UNIT_TEXT_TYPE" val="1"/>
  <p:tag name="KSO_WM_UNIT_PRESET_TEXT" val="单击此处添加文本内容"/>
  <p:tag name="KSO_WM_UNIT_FILL_TYPE" val="1"/>
  <p:tag name="KSO_WM_UNIT_FILL_FORE_SCHEMECOLOR_INDEX" val="5"/>
  <p:tag name="KSO_WM_UNIT_FILL_FORE_SCHEMECOLOR_INDEX_BRIGHTNESS" val="-0.25"/>
  <p:tag name="KSO_WM_DIAGRAM_MAX_ITEMCNT" val="12"/>
  <p:tag name="KSO_WM_DIAGRAM_MIN_ITEMCNT" val="2"/>
  <p:tag name="KSO_WM_DIAGRAM_VIRTUALLY_FRAME" val="{&quot;height&quot;:361.32378717249514,&quot;left&quot;:44.8,&quot;top&quot;:134.64999235506394,&quot;width&quot;:860.3968503937007}"/>
  <p:tag name="KSO_WM_DIAGRAM_COLOR_MATCH_VALUE" val="{&quot;shape&quot;:{&quot;fill&quot;:{&quot;solid&quot;:{&quot;brightness&quot;:-0.2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7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5156_5*m_h_f*1_5_1"/>
  <p:tag name="KSO_WM_TEMPLATE_CATEGORY" val="diagram"/>
  <p:tag name="KSO_WM_TEMPLATE_INDEX" val="20235156"/>
  <p:tag name="KSO_WM_UNIT_LAYERLEVEL" val="1_1_1"/>
  <p:tag name="KSO_WM_TAG_VERSION" val="3.0"/>
  <p:tag name="KSO_WM_BEAUTIFY_FLAG" val="#wm#"/>
  <p:tag name="KSO_WM_UNIT_SUBTYPE" val="a"/>
  <p:tag name="KSO_WM_UNIT_TEXT_LAYER_COUNT" val="1"/>
  <p:tag name="KSO_WM_UNIT_NOCLEAR" val="0"/>
  <p:tag name="KSO_WM_UNIT_VALUE" val="28"/>
  <p:tag name="KSO_WM_UNIT_TYPE" val="m_h_f"/>
  <p:tag name="KSO_WM_UNIT_INDEX" val="1_5_1"/>
  <p:tag name="KSO_WM_DIAGRAM_VERSION" val="3"/>
  <p:tag name="KSO_WM_DIAGRAM_COLOR_TRICK" val="1"/>
  <p:tag name="KSO_WM_DIAGRAM_COLOR_TEXT_CAN_REMOVE" val="n"/>
  <p:tag name="KSO_WM_UNIT_TEXT_TYPE" val="1"/>
  <p:tag name="KSO_WM_UNIT_PRESET_TEXT" val="单击此处添加文本内容"/>
  <p:tag name="KSO_WM_UNIT_FILL_TYPE" val="1"/>
  <p:tag name="KSO_WM_UNIT_FILL_FORE_SCHEMECOLOR_INDEX" val="5"/>
  <p:tag name="KSO_WM_UNIT_FILL_FORE_SCHEMECOLOR_INDEX_BRIGHTNESS" val="0"/>
  <p:tag name="KSO_WM_DIAGRAM_MAX_ITEMCNT" val="12"/>
  <p:tag name="KSO_WM_DIAGRAM_MIN_ITEMCNT" val="2"/>
  <p:tag name="KSO_WM_DIAGRAM_VIRTUALLY_FRAME" val="{&quot;height&quot;:361.32378717249514,&quot;left&quot;:44.8,&quot;top&quot;:134.64999235506394,&quot;width&quot;:860.396850393700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758.xml><?xml version="1.0" encoding="utf-8"?>
<p:tagLst xmlns:p="http://schemas.openxmlformats.org/presentationml/2006/main">
  <p:tag name="KSO_WM_SLIDE_ID" val="diagram20235156_11"/>
  <p:tag name="KSO_WM_TEMPLATE_SUBCATEGORY" val="0"/>
  <p:tag name="KSO_WM_TEMPLATE_MASTER_TYPE" val="0"/>
  <p:tag name="KSO_WM_TEMPLATE_COLOR_TYPE" val="0"/>
  <p:tag name="KSO_WM_SLIDE_ITEM_CNT" val="12"/>
  <p:tag name="KSO_WM_SLIDE_INDEX" val="11"/>
  <p:tag name="KSO_WM_TAG_VERSION" val="3.0"/>
  <p:tag name="KSO_WM_BEAUTIFY_FLAG" val="#wm#"/>
  <p:tag name="KSO_WM_TEMPLATE_CATEGORY" val="diagram"/>
  <p:tag name="KSO_WM_TEMPLATE_INDEX" val="20235156"/>
  <p:tag name="KSO_WM_SLIDE_TYPE" val="text"/>
  <p:tag name="KSO_WM_SLIDE_SUBTYPE" val="diag"/>
  <p:tag name="KSO_WM_SLIDE_SIZE" val="850.394*325.1"/>
  <p:tag name="KSO_WM_SLIDE_POSITION" val="54.8032*134.65"/>
  <p:tag name="KSO_WM_SLIDE_LAYOUT" val="a_m"/>
  <p:tag name="KSO_WM_SLIDE_LAYOUT_CNT" val="1_1"/>
  <p:tag name="KSO_WM_SPECIAL_SOURCE" val="bdnull"/>
  <p:tag name="KSO_WM_DIAGRAM_GROUP_CODE" val="m1-1"/>
  <p:tag name="KSO_WM_SLIDE_DIAGTYPE" val="m"/>
</p:tagLst>
</file>

<file path=ppt/tags/tag7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3_1*i*1"/>
  <p:tag name="KSO_WM_TEMPLATE_CATEGORY" val="custom"/>
  <p:tag name="KSO_WM_TEMPLATE_INDEX" val="20235633"/>
  <p:tag name="KSO_WM_UNIT_LAYERLEVEL" val="1"/>
  <p:tag name="KSO_WM_TAG_VERSION" val="3.0"/>
  <p:tag name="KSO_WM_BEAUTIFY_FLAG" val="#wm#"/>
</p:tagLst>
</file>

<file path=ppt/tags/tag7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3_1*i*2"/>
  <p:tag name="KSO_WM_TEMPLATE_CATEGORY" val="custom"/>
  <p:tag name="KSO_WM_TEMPLATE_INDEX" val="20235633"/>
  <p:tag name="KSO_WM_UNIT_LAYERLEVEL" val="1"/>
  <p:tag name="KSO_WM_TAG_VERSION" val="3.0"/>
  <p:tag name="KSO_WM_BEAUTIFY_FLAG" val="#wm#"/>
</p:tagLst>
</file>

<file path=ppt/tags/tag76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3_1*a*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添加标题内容"/>
</p:tagLst>
</file>

<file path=ppt/tags/tag762.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3_1*f*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输入你的正文，文字是您思想的提炼，为了最终演示发布的良好效果，请尽量言简意赅的阐述观点。根据需要可酌情增减文字。&#10;单击此处输入你的正文，文字是您思想的提炼，为了最终演示发布的良好效果，请尽量言简意赅的阐述观点。&#10;单击此处输入你的正文，文字是您思想的提炼，为了最终演示发布的良好效果，请尽量言简意赅的阐述观点。根据需要可酌情增减文字，以便观者可以准确理解您所传达的信息。单击此处输入你的正文。"/>
</p:tagLst>
</file>

<file path=ppt/tags/tag763.xml><?xml version="1.0" encoding="utf-8"?>
<p:tagLst xmlns:p="http://schemas.openxmlformats.org/presentationml/2006/main">
  <p:tag name="KSO_WM_SLIDE_ID" val="custom2023563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59*539"/>
  <p:tag name="KSO_WM_SLIDE_POSITION" val="0*0"/>
  <p:tag name="KSO_WM_TAG_VERSION" val="3.0"/>
  <p:tag name="KSO_WM_BEAUTIFY_FLAG" val="#wm#"/>
  <p:tag name="KSO_WM_TEMPLATE_CATEGORY" val="custom"/>
  <p:tag name="KSO_WM_TEMPLATE_INDEX" val="20235633"/>
  <p:tag name="KSO_WM_SLIDE_LAYOUT" val="a_f"/>
  <p:tag name="KSO_WM_SLIDE_LAYOUT_CNT" val="1_1"/>
</p:tagLst>
</file>

<file path=ppt/tags/tag76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31870_2*a*1"/>
  <p:tag name="KSO_WM_TEMPLATE_CATEGORY" val="diagram"/>
  <p:tag name="KSO_WM_TEMPLATE_INDEX" val="20231870"/>
  <p:tag name="KSO_WM_UNIT_LAYERLEVEL" val="1"/>
  <p:tag name="KSO_WM_TAG_VERSION" val="3.0"/>
  <p:tag name="KSO_WM_BEAUTIFY_FLAG" val="#wm#"/>
  <p:tag name="KSO_WM_UNIT_TEXT_TYPE" val="1"/>
  <p:tag name="KSO_WM_DIAGRAM_GROUP_CODE" val="l1-1"/>
  <p:tag name="KSO_WM_UNIT_PRESET_TEXT" val="单击此处添加页面标题"/>
  <p:tag name="KSO_WM_UNIT_TEXT_FILL_FORE_SCHEMECOLOR_INDEX" val="15"/>
  <p:tag name="KSO_WM_UNIT_TEXT_FILL_TYPE" val="1"/>
  <p:tag name="KSO_WM_UNIT_USESOURCEFORMAT_APPLY" val="1"/>
</p:tagLst>
</file>

<file path=ppt/tags/tag7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870_1*l_h_i*1_1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6"/>
  <p:tag name="KSO_WM_DIAGRAM_MAX_ITEMCNT" val="4"/>
  <p:tag name="KSO_WM_DIAGRAM_MIN_ITEMCNT" val="2"/>
  <p:tag name="KSO_WM_DIAGRAM_VIRTUALLY_FRAME" val="{&quot;height&quot;:383.5056034201727,&quot;left&quot;:48,&quot;top&quot;:118.22219828991365,&quot;width&quot;:864}"/>
  <p:tag name="KSO_WM_DIAGRAM_COLOR_MATCH_VALUE" val="{&quot;shape&quot;:{&quot;fill&quot;:{&quot;solid&quot;:{&quot;brightness&quot;:0.6000000238418579,&quot;colorType&quot;:1,&quot;foreColorIndex&quot;:5,&quot;transparency&quot;:0.7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766.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870_1*l_h_f*1_1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简明扼要地阐述观点。根据需要可酌情增减文字，以便观者准确地理解您传达的思想。单击添加文本具体内容，简明扼要地阐述您的内容观点。"/>
  <p:tag name="KSO_WM_UNIT_TEXT_FILL_FORE_SCHEMECOLOR_INDEX" val="1"/>
  <p:tag name="KSO_WM_UNIT_TEXT_FILL_TYPE" val="1"/>
  <p:tag name="KSO_WM_UNIT_TEXT_TYPE" val="1"/>
  <p:tag name="KSO_WM_DIAGRAM_MAX_ITEMCNT" val="4"/>
  <p:tag name="KSO_WM_DIAGRAM_MIN_ITEMCNT" val="2"/>
  <p:tag name="KSO_WM_DIAGRAM_VIRTUALLY_FRAME" val="{&quot;height&quot;:383.5056034201727,&quot;left&quot;:48,&quot;top&quot;:118.22219828991365,&quot;width&quot;:86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7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870_1*l_h_i*1_2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4"/>
  <p:tag name="KSO_WM_DIAGRAM_MIN_ITEMCNT" val="2"/>
  <p:tag name="KSO_WM_DIAGRAM_VIRTUALLY_FRAME" val="{&quot;height&quot;:383.5056034201727,&quot;left&quot;:48,&quot;top&quot;:118.22219828991365,&quot;width&quot;:86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768.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870_1*l_h_f*1_2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简明扼要地阐述您的观点。根据需要可酌情增减文字，以便观者准确地理解您传达的思想。单击此处添加文本具体内容，简明扼要地阐述您的内容观点。"/>
  <p:tag name="KSO_WM_UNIT_TEXT_TYPE" val="1"/>
  <p:tag name="KSO_WM_DIAGRAM_MAX_ITEMCNT" val="4"/>
  <p:tag name="KSO_WM_DIAGRAM_MIN_ITEMCNT" val="2"/>
  <p:tag name="KSO_WM_DIAGRAM_VIRTUALLY_FRAME" val="{&quot;height&quot;:383.5056034201727,&quot;left&quot;:48,&quot;top&quot;:118.22219828991365,&quot;width&quot;:86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76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870_1*l_h_a*1_2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标题"/>
  <p:tag name="KSO_WM_UNIT_TEXT_TYPE" val="1"/>
  <p:tag name="KSO_WM_DIAGRAM_MAX_ITEMCNT" val="4"/>
  <p:tag name="KSO_WM_DIAGRAM_MIN_ITEMCNT" val="2"/>
  <p:tag name="KSO_WM_DIAGRAM_VIRTUALLY_FRAME" val="{&quot;height&quot;:383.5056034201727,&quot;left&quot;:48,&quot;top&quot;:118.22219828991365,&quot;width&quot;:86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770.xml><?xml version="1.0" encoding="utf-8"?>
<p:tagLst xmlns:p="http://schemas.openxmlformats.org/presentationml/2006/main">
  <p:tag name="KSO_WM_SLIDE_ID" val="diagram20231870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1870"/>
  <p:tag name="KSO_WM_SLIDE_TYPE" val="text"/>
  <p:tag name="KSO_WM_SLIDE_SUBTYPE" val="diag"/>
  <p:tag name="KSO_WM_SLIDE_SIZE" val="863.95*383.55"/>
  <p:tag name="KSO_WM_SLIDE_POSITION" val="48*118.2"/>
  <p:tag name="KSO_WM_SLIDE_LAYOUT" val="a_l"/>
  <p:tag name="KSO_WM_SLIDE_LAYOUT_CNT" val="1_1"/>
  <p:tag name="KSO_WM_SPECIAL_SOURCE" val="bdnull"/>
  <p:tag name="KSO_WM_DIAGRAM_GROUP_CODE" val="l1-1"/>
  <p:tag name="KSO_WM_SLIDE_DIAGTYPE" val="l"/>
</p:tagLst>
</file>

<file path=ppt/tags/tag77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90_2*a*1"/>
  <p:tag name="KSO_WM_TEMPLATE_CATEGORY" val="diagram"/>
  <p:tag name="KSO_WM_TEMPLATE_INDEX" val="20231790"/>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77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790_1*l_h_i*1_1_1"/>
  <p:tag name="KSO_WM_TEMPLATE_CATEGORY" val="diagram"/>
  <p:tag name="KSO_WM_TEMPLATE_INDEX" val="20231790"/>
  <p:tag name="KSO_WM_UNIT_LAYERLEVEL" val="1_1_1"/>
  <p:tag name="KSO_WM_TAG_VERSION" val="3.0"/>
  <p:tag name="KSO_WM_DIAGRAM_MAX_ITEMCNT" val="6"/>
  <p:tag name="KSO_WM_DIAGRAM_MIN_ITEMCNT" val="2"/>
  <p:tag name="KSO_WM_DIAGRAM_VIRTUALLY_FRAME" val="{&quot;height&quot;:388.43639754624724,&quot;left&quot;:54.85,&quot;top&quot;:115.42501977658745,&quot;width&quot;:850.5}"/>
  <p:tag name="KSO_WM_DIAGRAM_COLOR_MATCH_VALUE" val="{&quot;shape&quot;:{&quot;fill&quot;:{&quot;solid&quot;:{&quot;brightness&quot;:0.800000011920929,&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8"/>
  <p:tag name="KSO_WM_UNIT_TEXT_FILL_FORE_SCHEMECOLOR_INDEX" val="2"/>
  <p:tag name="KSO_WM_UNIT_TEXT_FILL_TYPE" val="1"/>
  <p:tag name="KSO_WM_UNIT_USESOURCEFORMAT_APPLY" val="1"/>
</p:tagLst>
</file>

<file path=ppt/tags/tag77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diagram"/>
  <p:tag name="KSO_WM_TEMPLATE_INDEX" val="20231790"/>
  <p:tag name="KSO_WM_UNIT_LAYERLEVEL" val="1_1_1"/>
  <p:tag name="KSO_WM_TAG_VERSION" val="3.0"/>
  <p:tag name="KSO_WM_UNIT_VALUE" val="10"/>
  <p:tag name="KSO_WM_UNIT_TYPE" val="l_h_a"/>
  <p:tag name="KSO_WM_UNIT_ID" val="diagram20231790_1*l_h_a*1_1_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8.43639754624724,&quot;left&quot;:54.85,&quot;top&quot;:115.42501977658745,&quot;width&quot;:850.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77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790_1*l_h_f*1_1_1"/>
  <p:tag name="KSO_WM_TEMPLATE_CATEGORY" val="diagram"/>
  <p:tag name="KSO_WM_TEMPLATE_INDEX" val="2023179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8.43639754624724,&quot;left&quot;:54.85,&quot;top&quot;:115.42501977658745,&quot;width&quot;:85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内容，文字是您思想的提炼，请尽量言简意赅的阐述观点,单击输入你的项正文，文字是您思想的提炼，请言简意赅的阐述观点，单击此处输入你的项正文内容"/>
  <p:tag name="KSO_WM_UNIT_TEXT_FILL_FORE_SCHEMECOLOR_INDEX" val="1"/>
  <p:tag name="KSO_WM_UNIT_TEXT_FILL_TYPE" val="1"/>
  <p:tag name="KSO_WM_UNIT_USESOURCEFORMAT_APPLY" val="1"/>
</p:tagLst>
</file>

<file path=ppt/tags/tag77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790_1*l_h_i*1_2_1"/>
  <p:tag name="KSO_WM_TEMPLATE_CATEGORY" val="diagram"/>
  <p:tag name="KSO_WM_TEMPLATE_INDEX" val="20231790"/>
  <p:tag name="KSO_WM_UNIT_LAYERLEVEL" val="1_1_1"/>
  <p:tag name="KSO_WM_TAG_VERSION" val="3.0"/>
  <p:tag name="KSO_WM_DIAGRAM_MAX_ITEMCNT" val="6"/>
  <p:tag name="KSO_WM_DIAGRAM_MIN_ITEMCNT" val="2"/>
  <p:tag name="KSO_WM_DIAGRAM_VIRTUALLY_FRAME" val="{&quot;height&quot;:388.43639754624724,&quot;left&quot;:54.85,&quot;top&quot;:115.42501977658745,&quot;width&quot;:850.5}"/>
  <p:tag name="KSO_WM_DIAGRAM_COLOR_MATCH_VALUE" val="{&quot;shape&quot;:{&quot;fill&quot;:{&quot;solid&quot;:{&quot;brightness&quot;:0.800000011920929,&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8"/>
  <p:tag name="KSO_WM_UNIT_TEXT_FILL_FORE_SCHEMECOLOR_INDEX" val="2"/>
  <p:tag name="KSO_WM_UNIT_TEXT_FILL_TYPE" val="1"/>
  <p:tag name="KSO_WM_UNIT_USESOURCEFORMAT_APPLY" val="1"/>
</p:tagLst>
</file>

<file path=ppt/tags/tag77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90_1*l_h_a*1_2_1"/>
  <p:tag name="KSO_WM_TEMPLATE_CATEGORY" val="diagram"/>
  <p:tag name="KSO_WM_TEMPLATE_INDEX" val="2023179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8.43639754624724,&quot;left&quot;:54.85,&quot;top&quot;:115.42501977658745,&quot;width&quot;:850.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77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790_1*l_h_f*1_2_1"/>
  <p:tag name="KSO_WM_TEMPLATE_CATEGORY" val="diagram"/>
  <p:tag name="KSO_WM_TEMPLATE_INDEX" val="2023179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8.43639754624724,&quot;left&quot;:54.85,&quot;top&quot;:115.42501977658745,&quot;width&quot;:85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文字是您思想的提炼，请尽量言简意赅的阐述观点,单击输入你的项正文，文字是您思想的提炼，请言简意赅的阐述观点，单击此处输入你的项正文"/>
  <p:tag name="KSO_WM_UNIT_TEXT_FILL_FORE_SCHEMECOLOR_INDEX" val="1"/>
  <p:tag name="KSO_WM_UNIT_TEXT_FILL_TYPE" val="1"/>
  <p:tag name="KSO_WM_UNIT_USESOURCEFORMAT_APPLY" val="1"/>
</p:tagLst>
</file>

<file path=ppt/tags/tag778.xml><?xml version="1.0" encoding="utf-8"?>
<p:tagLst xmlns:p="http://schemas.openxmlformats.org/presentationml/2006/main">
  <p:tag name="KSO_WM_SLIDE_ID" val="diagram20231790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1790"/>
  <p:tag name="KSO_WM_SLIDE_TYPE" val="text"/>
  <p:tag name="KSO_WM_SLIDE_SUBTYPE" val="diag"/>
  <p:tag name="KSO_WM_SLIDE_SIZE" val="809.95*388.35"/>
  <p:tag name="KSO_WM_SLIDE_POSITION" val="95.35*115.45"/>
  <p:tag name="KSO_WM_SLIDE_LAYOUT" val="a_l"/>
  <p:tag name="KSO_WM_SLIDE_LAYOUT_CNT" val="1_1"/>
  <p:tag name="KSO_WM_SPECIAL_SOURCE" val="bdnull"/>
  <p:tag name="KSO_WM_DIAGRAM_GROUP_CODE" val="l1-1"/>
  <p:tag name="KSO_WM_SLIDE_DIAGTYPE" val="l"/>
</p:tagLst>
</file>

<file path=ppt/tags/tag7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3248_1*i*1"/>
  <p:tag name="KSO_WM_TEMPLATE_CATEGORY" val="custom"/>
  <p:tag name="KSO_WM_TEMPLATE_INDEX" val="20233248"/>
  <p:tag name="KSO_WM_UNIT_LAYERLEVEL" val="1"/>
  <p:tag name="KSO_WM_TAG_VERSION" val="3.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78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3248_1*a*1"/>
  <p:tag name="KSO_WM_TEMPLATE_CATEGORY" val="custom"/>
  <p:tag name="KSO_WM_TEMPLATE_INDEX" val="20233248"/>
  <p:tag name="KSO_WM_UNIT_LAYERLEVEL" val="1"/>
  <p:tag name="KSO_WM_TAG_VERSION" val="3.0"/>
  <p:tag name="KSO_WM_BEAUTIFY_FLAG" val="#wm#"/>
  <p:tag name="KSO_WM_UNIT_TEXT_FILL_FORE_SCHEMECOLOR_INDEX" val="14"/>
  <p:tag name="KSO_WM_UNIT_TEXT_FILL_TYPE" val="1"/>
  <p:tag name="KSO_WM_UNIT_USESOURCEFORMAT_APPLY" val="1"/>
  <p:tag name="KSO_WM_UNIT_PRESET_TEXT" val="单击此处添加标题"/>
  <p:tag name="KSO_WM_UNIT_TEXT_TYPE" val="1"/>
</p:tagLst>
</file>

<file path=ppt/tags/tag781.xml><?xml version="1.0" encoding="utf-8"?>
<p:tagLst xmlns:p="http://schemas.openxmlformats.org/presentationml/2006/main">
  <p:tag name="KSO_WM_UNIT_TEXT_LAYER_COUNT" val="1"/>
  <p:tag name="KSO_WM_UNIT_NOCLEAR" val="0"/>
  <p:tag name="KSO_WM_UNIT_HIGHLIGHT" val="0"/>
  <p:tag name="KSO_WM_UNIT_COMPATIBLE" val="0"/>
  <p:tag name="KSO_WM_UNIT_DIAGRAM_ISNUMVISUAL" val="0"/>
  <p:tag name="KSO_WM_UNIT_DIAGRAM_ISREFERUNIT" val="0"/>
  <p:tag name="KSO_WM_UNIT_TYPE" val="l_h_i"/>
  <p:tag name="KSO_WM_UNIT_INDEX" val="1_2_3"/>
  <p:tag name="KSO_WM_UNIT_ID" val="diagram20233247_1*l_h_i*1_2_3"/>
  <p:tag name="KSO_WM_TEMPLATE_CATEGORY" val="diagram"/>
  <p:tag name="KSO_WM_TEMPLATE_INDEX" val="20233247"/>
  <p:tag name="KSO_WM_UNIT_LAYERLEVEL" val="1_1_1"/>
  <p:tag name="KSO_WM_TAG_VERSION" val="3.0"/>
  <p:tag name="KSO_WM_DIAGRAM_VERSION" val="3"/>
  <p:tag name="KSO_WM_DIAGRAM_COLOR_TRICK" val="1"/>
  <p:tag name="KSO_WM_DIAGRAM_COLOR_TEXT_CAN_REMOVE" val="n"/>
  <p:tag name="KSO_WM_DIAGRAM_GROUP_CODE" val="l1-1"/>
  <p:tag name="KSO_WM_DIAGRAM_VIRTUALLY_FRAME" val="{&quot;height&quot;:407.9500000000001,&quot;left&quot;:37.09999999999998,&quot;top&quot;:114.32496062992122,&quot;width&quot;:896.3}"/>
  <p:tag name="KSO_WM_UNIT_TEXT_FILL_FORE_SCHEMECOLOR_INDEX" val="1"/>
  <p:tag name="KSO_WM_UNIT_TEXT_FILL_TYPE" val="1"/>
  <p:tag name="KSO_WM_UNIT_TEXT_TYPE" val="1"/>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UNIT_USESOURCEFORMAT_APPLY" val="1"/>
</p:tagLst>
</file>

<file path=ppt/tags/tag782.xml><?xml version="1.0" encoding="utf-8"?>
<p:tagLst xmlns:p="http://schemas.openxmlformats.org/presentationml/2006/main">
  <p:tag name="KSO_WM_UNIT_TEXT_LAYER_COUNT" val="1"/>
  <p:tag name="KSO_WM_UNIT_NOCLEAR" val="0"/>
  <p:tag name="KSO_WM_UNIT_HIGHLIGHT" val="0"/>
  <p:tag name="KSO_WM_UNIT_COMPATIBLE" val="0"/>
  <p:tag name="KSO_WM_UNIT_DIAGRAM_ISNUMVISUAL" val="0"/>
  <p:tag name="KSO_WM_UNIT_DIAGRAM_ISREFERUNIT" val="0"/>
  <p:tag name="KSO_WM_UNIT_TYPE" val="l_h_i"/>
  <p:tag name="KSO_WM_UNIT_INDEX" val="1_1_3"/>
  <p:tag name="KSO_WM_UNIT_ID" val="diagram20233247_1*l_h_i*1_1_3"/>
  <p:tag name="KSO_WM_TEMPLATE_CATEGORY" val="diagram"/>
  <p:tag name="KSO_WM_TEMPLATE_INDEX" val="20233247"/>
  <p:tag name="KSO_WM_UNIT_LAYERLEVEL" val="1_1_1"/>
  <p:tag name="KSO_WM_TAG_VERSION" val="3.0"/>
  <p:tag name="KSO_WM_DIAGRAM_VERSION" val="3"/>
  <p:tag name="KSO_WM_DIAGRAM_COLOR_TRICK" val="1"/>
  <p:tag name="KSO_WM_DIAGRAM_COLOR_TEXT_CAN_REMOVE" val="n"/>
  <p:tag name="KSO_WM_DIAGRAM_GROUP_CODE" val="l1-1"/>
  <p:tag name="KSO_WM_DIAGRAM_VIRTUALLY_FRAME" val="{&quot;height&quot;:407.9500000000001,&quot;left&quot;:37.09999999999998,&quot;top&quot;:114.32496062992122,&quot;width&quot;:896.3}"/>
  <p:tag name="KSO_WM_UNIT_TEXT_FILL_FORE_SCHEMECOLOR_INDEX" val="1"/>
  <p:tag name="KSO_WM_UNIT_TEXT_FILL_TYPE" val="1"/>
  <p:tag name="KSO_WM_UNIT_TEXT_TYPE" val="1"/>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UNIT_USESOURCEFORMAT_APPLY" val="1"/>
</p:tagLst>
</file>

<file path=ppt/tags/tag783.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3247_1*l_h_f*1_2_1"/>
  <p:tag name="KSO_WM_TEMPLATE_CATEGORY" val="diagram"/>
  <p:tag name="KSO_WM_TEMPLATE_INDEX" val="20233247"/>
  <p:tag name="KSO_WM_UNIT_LAYERLEVEL" val="1_1_1"/>
  <p:tag name="KSO_WM_TAG_VERSION" val="3.0"/>
  <p:tag name="KSO_WM_DIAGRAM_VERSION" val="3"/>
  <p:tag name="KSO_WM_DIAGRAM_COLOR_TRICK" val="1"/>
  <p:tag name="KSO_WM_DIAGRAM_COLOR_TEXT_CAN_REMOVE" val="n"/>
  <p:tag name="KSO_WM_DIAGRAM_GROUP_CODE" val="l1-1"/>
  <p:tag name="KSO_WM_DIAGRAM_VIRTUALLY_FRAME" val="{&quot;height&quot;:407.9500000000001,&quot;left&quot;:37.09999999999998,&quot;top&quot;:114.32496062992122,&quot;width&quot;:896.3}"/>
  <p:tag name="KSO_WM_UNIT_TEXT_TYPE" val="1"/>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正文，文字是您思想的提炼，为了最终演示发布的良好效果，请言简意赅的阐述观点。根据需要可酌情增减文字，以便观者准确理解您所传达的信息。文字是您思想的提炼，请言简的阐述观点。"/>
  <p:tag name="KSO_WM_UNIT_LINE_FORE_SCHEMECOLOR_INDEX" val="6"/>
  <p:tag name="KSO_WM_UNIT_TEXT_FILL_FORE_SCHEMECOLOR_INDEX" val="1"/>
  <p:tag name="KSO_WM_UNIT_TEXT_FILL_TYPE" val="1"/>
  <p:tag name="KSO_WM_UNIT_LINE_FILL_TYPE" val="2"/>
  <p:tag name="KSO_WM_UNIT_USESOURCEFORMAT_APPLY" val="1"/>
</p:tagLst>
</file>

<file path=ppt/tags/tag784.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3247_1*l_h_f*1_1_1"/>
  <p:tag name="KSO_WM_TEMPLATE_CATEGORY" val="diagram"/>
  <p:tag name="KSO_WM_TEMPLATE_INDEX" val="20233247"/>
  <p:tag name="KSO_WM_UNIT_LAYERLEVEL" val="1_1_1"/>
  <p:tag name="KSO_WM_TAG_VERSION" val="3.0"/>
  <p:tag name="KSO_WM_DIAGRAM_VERSION" val="3"/>
  <p:tag name="KSO_WM_DIAGRAM_COLOR_TRICK" val="1"/>
  <p:tag name="KSO_WM_DIAGRAM_COLOR_TEXT_CAN_REMOVE" val="n"/>
  <p:tag name="KSO_WM_DIAGRAM_GROUP_CODE" val="l1-1"/>
  <p:tag name="KSO_WM_DIAGRAM_VIRTUALLY_FRAME" val="{&quot;height&quot;:407.9500000000001,&quot;left&quot;:37.09999999999998,&quot;top&quot;:114.32496062992122,&quot;width&quot;:896.3}"/>
  <p:tag name="KSO_WM_UNIT_VALUE" val="130"/>
  <p:tag name="KSO_WM_UNIT_TEXT_TYPE" val="1"/>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添加正文，文字是您思想的提炼，为了最终演示发布的良好效果，请言简意赅的阐述观点。根据需要可酌情增减文字，以便观者准确理解您所传达的信息。文字是您思想的提炼，请言简的阐述观点。"/>
  <p:tag name="KSO_WM_UNIT_LINE_FORE_SCHEMECOLOR_INDEX" val="5"/>
  <p:tag name="KSO_WM_UNIT_TEXT_FILL_FORE_SCHEMECOLOR_INDEX" val="1"/>
  <p:tag name="KSO_WM_UNIT_TEXT_FILL_TYPE" val="1"/>
  <p:tag name="KSO_WM_UNIT_LINE_FILL_TYPE" val="2"/>
  <p:tag name="KSO_WM_UNIT_USESOURCEFORMAT_APPLY" val="1"/>
</p:tagLst>
</file>

<file path=ppt/tags/tag7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1"/>
  <p:tag name="KSO_WM_UNIT_ID" val="diagram20233247_1*l_h_i*1_1_1"/>
  <p:tag name="KSO_WM_TEMPLATE_CATEGORY" val="diagram"/>
  <p:tag name="KSO_WM_TEMPLATE_INDEX" val="20233247"/>
  <p:tag name="KSO_WM_UNIT_LAYERLEVEL" val="1_1_1"/>
  <p:tag name="KSO_WM_TAG_VERSION" val="3.0"/>
  <p:tag name="KSO_WM_DIAGRAM_VERSION" val="3"/>
  <p:tag name="KSO_WM_DIAGRAM_COLOR_TRICK" val="1"/>
  <p:tag name="KSO_WM_DIAGRAM_COLOR_TEXT_CAN_REMOVE" val="n"/>
  <p:tag name="KSO_WM_DIAGRAM_GROUP_CODE" val="l1-1"/>
  <p:tag name="KSO_WM_DIAGRAM_VIRTUALLY_FRAME" val="{&quot;height&quot;:407.9500000000001,&quot;left&quot;:37.09999999999998,&quot;top&quot;:114.32496062992122,&quot;width&quot;:896.3}"/>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LINE_FILL_TYPE" val="2"/>
  <p:tag name="KSO_WM_UNIT_USESOURCEFORMAT_APPLY" val="1"/>
</p:tagLst>
</file>

<file path=ppt/tags/tag7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2"/>
  <p:tag name="KSO_WM_UNIT_ID" val="diagram20233247_1*l_h_i*1_2_2"/>
  <p:tag name="KSO_WM_TEMPLATE_CATEGORY" val="diagram"/>
  <p:tag name="KSO_WM_TEMPLATE_INDEX" val="20233247"/>
  <p:tag name="KSO_WM_UNIT_LAYERLEVEL" val="1_1_1"/>
  <p:tag name="KSO_WM_TAG_VERSION" val="3.0"/>
  <p:tag name="KSO_WM_DIAGRAM_VERSION" val="3"/>
  <p:tag name="KSO_WM_DIAGRAM_COLOR_TRICK" val="1"/>
  <p:tag name="KSO_WM_DIAGRAM_COLOR_TEXT_CAN_REMOVE" val="n"/>
  <p:tag name="KSO_WM_DIAGRAM_GROUP_CODE" val="l1-1"/>
  <p:tag name="KSO_WM_DIAGRAM_VIRTUALLY_FRAME" val="{&quot;height&quot;:407.9500000000001,&quot;left&quot;:37.09999999999998,&quot;top&quot;:114.32496062992122,&quot;width&quot;:896.3}"/>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6"/>
  <p:tag name="KSO_WM_UNIT_LINE_FILL_TYPE" val="2"/>
  <p:tag name="KSO_WM_UNIT_TEXT_FILL_FORE_SCHEMECOLOR_INDEX" val="2"/>
  <p:tag name="KSO_WM_UNIT_TEXT_FILL_TYPE" val="1"/>
  <p:tag name="KSO_WM_UNIT_USESOURCEFORMAT_APPLY" val="1"/>
</p:tagLst>
</file>

<file path=ppt/tags/tag787.xml><?xml version="1.0" encoding="utf-8"?>
<p:tagLst xmlns:p="http://schemas.openxmlformats.org/presentationml/2006/main">
  <p:tag name="KSO_WM_UNIT_VALUE" val="77*77"/>
  <p:tag name="KSO_WM_UNIT_HIGHLIGHT" val="0"/>
  <p:tag name="KSO_WM_UNIT_COMPATIBLE" val="0"/>
  <p:tag name="KSO_WM_UNIT_DIAGRAM_ISNUMVISUAL" val="0"/>
  <p:tag name="KSO_WM_UNIT_DIAGRAM_ISREFERUNIT" val="0"/>
  <p:tag name="KSO_WM_UNIT_TYPE" val="l_h_x"/>
  <p:tag name="KSO_WM_UNIT_INDEX" val="1_2_1"/>
  <p:tag name="KSO_WM_UNIT_ID" val="diagram20233247_1*l_h_x*1_2_1"/>
  <p:tag name="KSO_WM_TEMPLATE_CATEGORY" val="diagram"/>
  <p:tag name="KSO_WM_TEMPLATE_INDEX" val="20233247"/>
  <p:tag name="KSO_WM_UNIT_LAYERLEVEL" val="1_1_1"/>
  <p:tag name="KSO_WM_TAG_VERSION" val="3.0"/>
  <p:tag name="KSO_WM_DIAGRAM_VERSION" val="3"/>
  <p:tag name="KSO_WM_DIAGRAM_COLOR_TRICK" val="1"/>
  <p:tag name="KSO_WM_DIAGRAM_COLOR_TEXT_CAN_REMOVE" val="n"/>
  <p:tag name="KSO_WM_DIAGRAM_GROUP_CODE" val="l1-1"/>
  <p:tag name="KSO_WM_DIAGRAM_VIRTUALLY_FRAME" val="{&quot;height&quot;:407.9500000000001,&quot;left&quot;:37.09999999999998,&quot;top&quot;:114.32496062992122,&quot;width&quot;:896.3}"/>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5"/>
  <p:tag name="KSO_WM_UNIT_FILL_FORE_SCHEMECOLOR_INDEX_BRIGHTNESS" val="0"/>
  <p:tag name="KSO_WM_UNIT_USESOURCEFORMAT_APPLY" val="1"/>
</p:tagLst>
</file>

<file path=ppt/tags/tag7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2"/>
  <p:tag name="KSO_WM_UNIT_ID" val="diagram20233247_1*l_h_i*1_1_2"/>
  <p:tag name="KSO_WM_TEMPLATE_CATEGORY" val="diagram"/>
  <p:tag name="KSO_WM_TEMPLATE_INDEX" val="20233247"/>
  <p:tag name="KSO_WM_UNIT_LAYERLEVEL" val="1_1_1"/>
  <p:tag name="KSO_WM_TAG_VERSION" val="3.0"/>
  <p:tag name="KSO_WM_DIAGRAM_VERSION" val="3"/>
  <p:tag name="KSO_WM_DIAGRAM_COLOR_TRICK" val="1"/>
  <p:tag name="KSO_WM_DIAGRAM_COLOR_TEXT_CAN_REMOVE" val="n"/>
  <p:tag name="KSO_WM_DIAGRAM_GROUP_CODE" val="l1-1"/>
  <p:tag name="KSO_WM_DIAGRAM_VIRTUALLY_FRAME" val="{&quot;height&quot;:407.9500000000001,&quot;left&quot;:37.09999999999998,&quot;top&quot;:114.32496062992122,&quot;width&quot;:896.3}"/>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2"/>
  <p:tag name="KSO_WM_UNIT_TEXT_FILL_TYPE" val="1"/>
  <p:tag name="KSO_WM_UNIT_USESOURCEFORMAT_APPLY" val="1"/>
</p:tagLst>
</file>

<file path=ppt/tags/tag789.xml><?xml version="1.0" encoding="utf-8"?>
<p:tagLst xmlns:p="http://schemas.openxmlformats.org/presentationml/2006/main">
  <p:tag name="KSO_WM_UNIT_VALUE" val="77*77"/>
  <p:tag name="KSO_WM_UNIT_HIGHLIGHT" val="0"/>
  <p:tag name="KSO_WM_UNIT_COMPATIBLE" val="0"/>
  <p:tag name="KSO_WM_UNIT_DIAGRAM_ISNUMVISUAL" val="0"/>
  <p:tag name="KSO_WM_UNIT_DIAGRAM_ISREFERUNIT" val="0"/>
  <p:tag name="KSO_WM_UNIT_TYPE" val="l_h_x"/>
  <p:tag name="KSO_WM_UNIT_INDEX" val="1_1_1"/>
  <p:tag name="KSO_WM_UNIT_ID" val="diagram20233247_1*l_h_x*1_1_1"/>
  <p:tag name="KSO_WM_TEMPLATE_CATEGORY" val="diagram"/>
  <p:tag name="KSO_WM_TEMPLATE_INDEX" val="20233247"/>
  <p:tag name="KSO_WM_UNIT_LAYERLEVEL" val="1_1_1"/>
  <p:tag name="KSO_WM_TAG_VERSION" val="3.0"/>
  <p:tag name="KSO_WM_DIAGRAM_VERSION" val="3"/>
  <p:tag name="KSO_WM_DIAGRAM_COLOR_TRICK" val="1"/>
  <p:tag name="KSO_WM_DIAGRAM_COLOR_TEXT_CAN_REMOVE" val="n"/>
  <p:tag name="KSO_WM_DIAGRAM_GROUP_CODE" val="l1-1"/>
  <p:tag name="KSO_WM_DIAGRAM_VIRTUALLY_FRAME" val="{&quot;height&quot;:407.9500000000001,&quot;left&quot;:37.09999999999998,&quot;top&quot;:114.32496062992122,&quot;width&quot;:896.3}"/>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5"/>
  <p:tag name="KSO_WM_UNIT_FILL_FORE_SCHEMECOLOR_INDEX_BRIGHTNESS" val="0"/>
  <p:tag name="KSO_WM_UNIT_USESOURCEFORMAT_APPLY" val="1"/>
</p:tagLst>
</file>

<file path=ppt/tags/tag790.xml><?xml version="1.0" encoding="utf-8"?>
<p:tagLst xmlns:p="http://schemas.openxmlformats.org/presentationml/2006/main">
  <p:tag name="KSO_WM_SLIDE_ID" val="custom20233248_1"/>
  <p:tag name="KSO_WM_TEMPLATE_SUBCATEGORY" val="0"/>
  <p:tag name="KSO_WM_TEMPLATE_MASTER_TYPE" val="0"/>
  <p:tag name="KSO_WM_TEMPLATE_COLOR_TYPE" val="0"/>
  <p:tag name="KSO_WM_SLIDE_ITEM_CNT" val="4"/>
  <p:tag name="KSO_WM_SLIDE_INDEX" val="1"/>
  <p:tag name="KSO_WM_TAG_VERSION" val="3.0"/>
  <p:tag name="KSO_WM_BEAUTIFY_FLAG" val="#wm#"/>
  <p:tag name="KSO_WM_TEMPLATE_CATEGORY" val="custom"/>
  <p:tag name="KSO_WM_TEMPLATE_INDEX" val="20233248"/>
  <p:tag name="KSO_WM_SLIDE_LAYOUT" val="a_l"/>
  <p:tag name="KSO_WM_SLIDE_LAYOUT_CNT" val="1_1"/>
  <p:tag name="KSO_WM_SPECIAL_SOURCE" val="bdnull"/>
  <p:tag name="KSO_WM_SLIDE_TYPE" val="text"/>
  <p:tag name="KSO_WM_SLIDE_SIZE" val="846.25*316.05"/>
  <p:tag name="KSO_WM_SLIDE_POSITION" val="58.4*144.55"/>
  <p:tag name="KSO_WM_ASSIST_SLIDE" val="1"/>
  <p:tag name="KSO_WM_SLIDE_SUBTYPE" val="picTxt"/>
  <p:tag name="KSO_WM_DIAGRAM_GROUP_CODE" val="l1-1"/>
  <p:tag name="KSO_WM_SLIDE_DIAGTYPE" val="l"/>
</p:tagLst>
</file>

<file path=ppt/tags/tag7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8_1*i*1"/>
  <p:tag name="KSO_WM_TEMPLATE_CATEGORY" val="custom"/>
  <p:tag name="KSO_WM_TEMPLATE_INDEX" val="20234968"/>
  <p:tag name="KSO_WM_UNIT_LAYERLEVEL" val="1"/>
  <p:tag name="KSO_WM_TAG_VERSION" val="3.0"/>
  <p:tag name="KSO_WM_BEAUTIFY_FLAG" val="#wm#"/>
</p:tagLst>
</file>

<file path=ppt/tags/tag792.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8_1*a*1"/>
  <p:tag name="KSO_WM_TEMPLATE_CATEGORY" val="custom"/>
  <p:tag name="KSO_WM_TEMPLATE_INDEX" val="20234968"/>
  <p:tag name="KSO_WM_UNIT_LAYERLEVEL" val="1"/>
  <p:tag name="KSO_WM_TAG_VERSION" val="3.0"/>
  <p:tag name="KSO_WM_BEAUTIFY_FLAG" val="#wm#"/>
  <p:tag name="KSO_WM_UNIT_TEXT_TYPE" val="1"/>
  <p:tag name="KSO_WM_UNIT_PRESET_TEXT" val="单击此处添加标题"/>
</p:tagLst>
</file>

<file path=ppt/tags/tag7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custom20234968_1*i*16"/>
  <p:tag name="KSO_WM_TEMPLATE_CATEGORY" val="custom"/>
  <p:tag name="KSO_WM_TEMPLATE_INDEX" val="20234968"/>
  <p:tag name="KSO_WM_UNIT_LAYERLEVEL" val="1"/>
  <p:tag name="KSO_WM_TAG_VERSION" val="3.0"/>
  <p:tag name="KSO_WM_BEAUTIFY_FLAG" val="#wm#"/>
</p:tagLst>
</file>

<file path=ppt/tags/tag7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4968_1*i*5"/>
  <p:tag name="KSO_WM_TEMPLATE_CATEGORY" val="custom"/>
  <p:tag name="KSO_WM_TEMPLATE_INDEX" val="20234968"/>
  <p:tag name="KSO_WM_UNIT_LAYERLEVEL" val="1"/>
  <p:tag name="KSO_WM_TAG_VERSION" val="3.0"/>
  <p:tag name="KSO_WM_BEAUTIFY_FLAG" val="#wm#"/>
</p:tagLst>
</file>

<file path=ppt/tags/tag7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8_1*i*2"/>
  <p:tag name="KSO_WM_TEMPLATE_CATEGORY" val="custom"/>
  <p:tag name="KSO_WM_TEMPLATE_INDEX" val="20234968"/>
  <p:tag name="KSO_WM_UNIT_LAYERLEVEL" val="1"/>
  <p:tag name="KSO_WM_TAG_VERSION" val="3.0"/>
  <p:tag name="KSO_WM_BEAUTIFY_FLAG" val="#wm#"/>
</p:tagLst>
</file>

<file path=ppt/tags/tag7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custom20234968_1*i*17"/>
  <p:tag name="KSO_WM_TEMPLATE_CATEGORY" val="custom"/>
  <p:tag name="KSO_WM_TEMPLATE_INDEX" val="20234968"/>
  <p:tag name="KSO_WM_UNIT_LAYERLEVEL" val="1"/>
  <p:tag name="KSO_WM_TAG_VERSION" val="3.0"/>
  <p:tag name="KSO_WM_BEAUTIFY_FLAG" val="#wm#"/>
</p:tagLst>
</file>

<file path=ppt/tags/tag7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8_1*i*10"/>
  <p:tag name="KSO_WM_TEMPLATE_CATEGORY" val="custom"/>
  <p:tag name="KSO_WM_TEMPLATE_INDEX" val="20234968"/>
  <p:tag name="KSO_WM_UNIT_LAYERLEVEL" val="1"/>
  <p:tag name="KSO_WM_TAG_VERSION" val="3.0"/>
  <p:tag name="KSO_WM_BEAUTIFY_FLAG" val="#wm#"/>
</p:tagLst>
</file>

<file path=ppt/tags/tag7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custom20234968_1*i*11"/>
  <p:tag name="KSO_WM_TEMPLATE_CATEGORY" val="custom"/>
  <p:tag name="KSO_WM_TEMPLATE_INDEX" val="20234968"/>
  <p:tag name="KSO_WM_UNIT_LAYERLEVEL" val="1"/>
  <p:tag name="KSO_WM_TAG_VERSION" val="3.0"/>
  <p:tag name="KSO_WM_BEAUTIFY_FLAG" val="#wm#"/>
</p:tagLst>
</file>

<file path=ppt/tags/tag7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custom20234968_1*i*12"/>
  <p:tag name="KSO_WM_TEMPLATE_CATEGORY" val="custom"/>
  <p:tag name="KSO_WM_TEMPLATE_INDEX" val="20234968"/>
  <p:tag name="KSO_WM_UNIT_LAYERLEVEL" val="1"/>
  <p:tag name="KSO_WM_TAG_VERSION" val="3.0"/>
  <p:tag name="KSO_WM_BEAUTIFY_FLAG" val="#wm#"/>
</p:tagLst>
</file>

<file path=ppt/tags/tag8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custom20234968_1*i*13"/>
  <p:tag name="KSO_WM_TEMPLATE_CATEGORY" val="custom"/>
  <p:tag name="KSO_WM_TEMPLATE_INDEX" val="20234968"/>
  <p:tag name="KSO_WM_UNIT_LAYERLEVEL" val="1"/>
  <p:tag name="KSO_WM_TAG_VERSION" val="3.0"/>
  <p:tag name="KSO_WM_BEAUTIFY_FLAG" val="#wm#"/>
</p:tagLst>
</file>

<file path=ppt/tags/tag8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custom20234968_1*i*14"/>
  <p:tag name="KSO_WM_TEMPLATE_CATEGORY" val="custom"/>
  <p:tag name="KSO_WM_TEMPLATE_INDEX" val="20234968"/>
  <p:tag name="KSO_WM_UNIT_LAYERLEVEL" val="1"/>
  <p:tag name="KSO_WM_TAG_VERSION" val="3.0"/>
  <p:tag name="KSO_WM_BEAUTIFY_FLAG" val="#wm#"/>
</p:tagLst>
</file>

<file path=ppt/tags/tag8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custom20234968_1*i*15"/>
  <p:tag name="KSO_WM_TEMPLATE_CATEGORY" val="custom"/>
  <p:tag name="KSO_WM_TEMPLATE_INDEX" val="20234968"/>
  <p:tag name="KSO_WM_UNIT_LAYERLEVEL" val="1"/>
  <p:tag name="KSO_WM_TAG_VERSION" val="3.0"/>
  <p:tag name="KSO_WM_BEAUTIFY_FLAG" val="#wm#"/>
</p:tagLst>
</file>

<file path=ppt/tags/tag8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8_1*i*3"/>
  <p:tag name="KSO_WM_TEMPLATE_CATEGORY" val="custom"/>
  <p:tag name="KSO_WM_TEMPLATE_INDEX" val="20234968"/>
  <p:tag name="KSO_WM_UNIT_LAYERLEVEL" val="1"/>
  <p:tag name="KSO_WM_TAG_VERSION" val="3.0"/>
  <p:tag name="KSO_WM_BEAUTIFY_FLAG" val="#wm#"/>
</p:tagLst>
</file>

<file path=ppt/tags/tag8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8_1*i*4"/>
  <p:tag name="KSO_WM_TEMPLATE_CATEGORY" val="custom"/>
  <p:tag name="KSO_WM_TEMPLATE_INDEX" val="20234968"/>
  <p:tag name="KSO_WM_UNIT_LAYERLEVEL" val="1"/>
  <p:tag name="KSO_WM_TAG_VERSION" val="3.0"/>
  <p:tag name="KSO_WM_BEAUTIFY_FLAG" val="#wm#"/>
</p:tagLst>
</file>

<file path=ppt/tags/tag8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34968_1*i*6"/>
  <p:tag name="KSO_WM_TEMPLATE_CATEGORY" val="custom"/>
  <p:tag name="KSO_WM_TEMPLATE_INDEX" val="20234968"/>
  <p:tag name="KSO_WM_UNIT_LAYERLEVEL" val="1"/>
  <p:tag name="KSO_WM_TAG_VERSION" val="3.0"/>
  <p:tag name="KSO_WM_BEAUTIFY_FLAG" val="#wm#"/>
</p:tagLst>
</file>

<file path=ppt/tags/tag8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20234968_1*i*7"/>
  <p:tag name="KSO_WM_TEMPLATE_CATEGORY" val="custom"/>
  <p:tag name="KSO_WM_TEMPLATE_INDEX" val="20234968"/>
  <p:tag name="KSO_WM_UNIT_LAYERLEVEL" val="1"/>
  <p:tag name="KSO_WM_TAG_VERSION" val="3.0"/>
  <p:tag name="KSO_WM_BEAUTIFY_FLAG" val="#wm#"/>
</p:tagLst>
</file>

<file path=ppt/tags/tag8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custom20234968_1*i*8"/>
  <p:tag name="KSO_WM_TEMPLATE_CATEGORY" val="custom"/>
  <p:tag name="KSO_WM_TEMPLATE_INDEX" val="20234968"/>
  <p:tag name="KSO_WM_UNIT_LAYERLEVEL" val="1"/>
  <p:tag name="KSO_WM_TAG_VERSION" val="3.0"/>
  <p:tag name="KSO_WM_BEAUTIFY_FLAG" val="#wm#"/>
</p:tagLst>
</file>

<file path=ppt/tags/tag8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custom20234968_1*i*9"/>
  <p:tag name="KSO_WM_TEMPLATE_CATEGORY" val="custom"/>
  <p:tag name="KSO_WM_TEMPLATE_INDEX" val="20234968"/>
  <p:tag name="KSO_WM_UNIT_LAYERLEVEL" val="1"/>
  <p:tag name="KSO_WM_TAG_VERSION" val="3.0"/>
  <p:tag name="KSO_WM_BEAUTIFY_FLAG" val="#wm#"/>
</p:tagLst>
</file>

<file path=ppt/tags/tag809.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968_1*f*1"/>
  <p:tag name="KSO_WM_TEMPLATE_CATEGORY" val="custom"/>
  <p:tag name="KSO_WM_TEMPLATE_INDEX" val="20234968"/>
  <p:tag name="KSO_WM_UNIT_LAYERLEVEL" val="1"/>
  <p:tag name="KSO_WM_TAG_VERSION" val="3.0"/>
  <p:tag name="KSO_WM_BEAUTIFY_FLAG" val="#wm#"/>
  <p:tag name="KSO_WM_UNIT_VALUE" val="360"/>
  <p:tag name="KSO_WM_UNIT_TEXT_TYPE" val="1"/>
  <p:tag name="KSO_WM_UNIT_PRESET_TEXT" val="单击添加文本具体内容，简明扼要地阐述您的观点。根据需要可酌情增减文字，以便观者准确地理解您传达的思想。单击添加文本具体内容，简明扼要地阐述您的观点。根据需要可酌情增减文字，以便观者准确地理解您传达的思想。单击添加文本具体内容，简明扼要地阐述您的观点。根据需要可酌情增减文字，以便观者准确地理解您传达的思想。单击添加文本具体内容，简明扼要地阐述您的观点。单击添加文本具体内容，简明扼要地阐述您的观点。根据需要可酌情增减文字，以便观者准确地理解您传达的思想。"/>
</p:tagLst>
</file>

<file path=ppt/tags/tag810.xml><?xml version="1.0" encoding="utf-8"?>
<p:tagLst xmlns:p="http://schemas.openxmlformats.org/presentationml/2006/main">
  <p:tag name="KSO_WM_SLIDE_ID" val="custom2023496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4968"/>
  <p:tag name="KSO_WM_SLIDE_TYPE" val="text"/>
  <p:tag name="KSO_WM_SLIDE_SUBTYPE" val="picTxt"/>
  <p:tag name="KSO_WM_SLIDE_SIZE" val="860*468"/>
  <p:tag name="KSO_WM_SLIDE_POSITION" val="52*28"/>
  <p:tag name="KSO_WM_SLIDE_LAYOUT" val="a_f"/>
  <p:tag name="KSO_WM_SLIDE_LAYOUT_CNT" val="1_1"/>
  <p:tag name="KSO_WM_SPECIAL_SOURCE" val="bdnull"/>
</p:tagLst>
</file>

<file path=ppt/tags/tag81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8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8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814.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815.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81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8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8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819.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820.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82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8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61_1*l_h_i*1_1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9542539267721,&quot;left&quot;:54.8,&quot;top&quot;:112.72287303661396,&quot;width&quot;:850.4}"/>
  <p:tag name="KSO_WM_DIAGRAM_COLOR_MATCH_VALUE" val="{&quot;shape&quot;:{&quot;fill&quot;:{&quot;gradient&quot;:[{&quot;brightness&quot;:0.4000000059604645,&quot;colorType&quot;:1,&quot;foreColorIndex&quot;:5,&quot;pos&quot;:0,&quot;transparency&quot;:0.23999999463558197},{&quot;brightness&quot;:0,&quot;colorType&quot;:1,&quot;foreColorIndex&quot;:5,&quot;pos&quot;:1,&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82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5161_1*l_h_f*1_1_1"/>
  <p:tag name="KSO_WM_TEMPLATE_CATEGORY" val="diagram"/>
  <p:tag name="KSO_WM_TEMPLATE_INDEX" val="20235161"/>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388.9542539267721,&quot;left&quot;:54.8,&quot;top&quot;:112.72287303661396,&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TEXT_FILL_FORE_SCHEMECOLOR_INDEX" val="1"/>
  <p:tag name="KSO_WM_UNIT_TEXT_FILL_TYPE" val="1"/>
  <p:tag name="KSO_WM_UNIT_USESOURCEFORMAT_APPLY" val="1"/>
</p:tagLst>
</file>

<file path=ppt/tags/tag8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5161_1*l_h_i*1_2_2"/>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UNIT_LINE_FORE_SCHEMECOLOR_INDEX" val="6"/>
  <p:tag name="KSO_WM_DIAGRAM_MAX_ITEMCNT" val="4"/>
  <p:tag name="KSO_WM_DIAGRAM_MIN_ITEMCNT" val="2"/>
  <p:tag name="KSO_WM_DIAGRAM_VIRTUALLY_FRAME" val="{&quot;height&quot;:388.9542539267721,&quot;left&quot;:54.8,&quot;top&quot;:112.72287303661396,&quot;width&quot;:850.4}"/>
  <p:tag name="KSO_WM_DIAGRAM_COLOR_MATCH_VALUE" val="{&quot;shape&quot;:{&quot;fill&quot;:{&quot;type&quot;:0},&quot;glow&quot;:{&quot;colorType&quot;:0},&quot;line&quot;:{&quot;solidLine&quot;:{&quot;brightness&quot;:0,&quot;colorType&quot;:1,&quot;foreColorIndex&quot;:5,&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ILL_TYPE" val="2"/>
  <p:tag name="KSO_WM_UNIT_USESOURCEFORMAT_APPLY" val="1"/>
</p:tagLst>
</file>

<file path=ppt/tags/tag82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5161_1*l_h_f*1_2_1"/>
  <p:tag name="KSO_WM_TEMPLATE_CATEGORY" val="diagram"/>
  <p:tag name="KSO_WM_TEMPLATE_INDEX" val="20235161"/>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388.9542539267721,&quot;left&quot;:54.8,&quot;top&quot;:112.72287303661396,&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TEXT_FILL_FORE_SCHEMECOLOR_INDEX" val="1"/>
  <p:tag name="KSO_WM_UNIT_TEXT_FILL_TYPE" val="1"/>
  <p:tag name="KSO_WM_UNIT_USESOURCEFORMAT_APPLY" val="1"/>
</p:tagLst>
</file>

<file path=ppt/tags/tag8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61_1*l_h_i*1_2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9542539267721,&quot;left&quot;:54.8,&quot;top&quot;:112.72287303661396,&quot;width&quot;:850.4}"/>
  <p:tag name="KSO_WM_DIAGRAM_COLOR_MATCH_VALUE" val="{&quot;shape&quot;:{&quot;fill&quot;:{&quot;gradient&quot;:[{&quot;brightness&quot;:0.4000000059604645,&quot;colorType&quot;:1,&quot;foreColorIndex&quot;:5,&quot;pos&quot;:0,&quot;transparency&quot;:0.23999999463558197},{&quot;brightness&quot;:0,&quot;colorType&quot;:1,&quot;foreColorIndex&quot;:5,&quot;pos&quot;:1,&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2"/>
  <p:tag name="KSO_WM_UNIT_TEXT_FILL_TYPE" val="1"/>
  <p:tag name="KSO_WM_UNIT_USESOURCEFORMAT_APPLY" val="1"/>
</p:tagLst>
</file>

<file path=ppt/tags/tag827.xml><?xml version="1.0" encoding="utf-8"?>
<p:tagLst xmlns:p="http://schemas.openxmlformats.org/presentationml/2006/main">
  <p:tag name="KSO_WM_UNIT_VALUE" val="88*88"/>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5161_1*l_h_x*1_1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388.9542539267721,&quot;left&quot;:54.8,&quot;top&quot;:112.72287303661396,&quot;width&quot;:85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828.xml><?xml version="1.0" encoding="utf-8"?>
<p:tagLst xmlns:p="http://schemas.openxmlformats.org/presentationml/2006/main">
  <p:tag name="KSO_WM_UNIT_VALUE" val="87*87"/>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5161_1*l_h_x*1_2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388.9542539267721,&quot;left&quot;:54.8,&quot;top&quot;:112.72287303661396,&quot;width&quot;:850.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829.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83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831.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1*l_h_f*1_1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388.79998221228385,&quot;left&quot;:54.75,&quot;top&quot;:112.65000889385806,&quot;width&quot;:850.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USESOURCEFORMAT_APPLY" val="1"/>
</p:tagLst>
</file>

<file path=ppt/tags/tag832.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1*l_h_f*1_2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388.79998221228385,&quot;left&quot;:54.75,&quot;top&quot;:112.65000889385806,&quot;width&quot;:850.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6"/>
  <p:tag name="KSO_WM_UNIT_USESOURCEFORMAT_APPLY" val="1"/>
</p:tagLst>
</file>

<file path=ppt/tags/tag8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46_1*l_h_i*1_1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79998221228385,&quot;left&quot;:54.75,&quot;top&quot;:112.65000889385806,&quot;width&quot;:850.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8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46_1*l_h_i*1_2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79998221228385,&quot;left&quot;:54.75,&quot;top&quot;:112.65000889385806,&quot;width&quot;:850.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2"/>
  <p:tag name="KSO_WM_UNIT_TEXT_FILL_TYPE" val="1"/>
  <p:tag name="KSO_WM_UNIT_USESOURCEFORMAT_APPLY" val="1"/>
</p:tagLst>
</file>

<file path=ppt/tags/tag835.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8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1"/>
  <p:tag name="KSO_WM_TEMPLATE_CATEGORY" val="custom"/>
  <p:tag name="KSO_WM_TEMPLATE_INDEX" val="20235212"/>
  <p:tag name="KSO_WM_UNIT_LAYERLEVEL" val="1"/>
  <p:tag name="KSO_WM_TAG_VERSION" val="3.0"/>
  <p:tag name="KSO_WM_BEAUTIFY_FLAG" val="#wm#"/>
  <p:tag name="KSO_WM_UNIT_TYPE" val="i"/>
  <p:tag name="KSO_WM_UNIT_INDEX" val="1"/>
</p:tagLst>
</file>

<file path=ppt/tags/tag8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2"/>
  <p:tag name="KSO_WM_TEMPLATE_CATEGORY" val="custom"/>
  <p:tag name="KSO_WM_TEMPLATE_INDEX" val="20235212"/>
  <p:tag name="KSO_WM_UNIT_LAYERLEVEL" val="1"/>
  <p:tag name="KSO_WM_TAG_VERSION" val="3.0"/>
  <p:tag name="KSO_WM_BEAUTIFY_FLAG" val="#wm#"/>
  <p:tag name="KSO_WM_UNIT_TYPE" val="i"/>
  <p:tag name="KSO_WM_UNIT_INDEX" val="2"/>
</p:tagLst>
</file>

<file path=ppt/tags/tag8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3"/>
  <p:tag name="KSO_WM_TEMPLATE_CATEGORY" val="custom"/>
  <p:tag name="KSO_WM_TEMPLATE_INDEX" val="20235212"/>
  <p:tag name="KSO_WM_UNIT_LAYERLEVEL" val="1"/>
  <p:tag name="KSO_WM_TAG_VERSION" val="3.0"/>
  <p:tag name="KSO_WM_BEAUTIFY_FLAG" val="#wm#"/>
  <p:tag name="KSO_WM_UNIT_TYPE" val="i"/>
  <p:tag name="KSO_WM_UNIT_INDEX" val="3"/>
</p:tagLst>
</file>

<file path=ppt/tags/tag8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4"/>
  <p:tag name="KSO_WM_TEMPLATE_CATEGORY" val="custom"/>
  <p:tag name="KSO_WM_TEMPLATE_INDEX" val="20235212"/>
  <p:tag name="KSO_WM_UNIT_LAYERLEVEL" val="1"/>
  <p:tag name="KSO_WM_TAG_VERSION" val="3.0"/>
  <p:tag name="KSO_WM_BEAUTIFY_FLAG" val="#wm#"/>
  <p:tag name="KSO_WM_UNIT_TYPE" val="i"/>
  <p:tag name="KSO_WM_UNIT_INDEX" val="4"/>
</p:tagLst>
</file>

<file path=ppt/tags/tag8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5"/>
  <p:tag name="KSO_WM_TEMPLATE_CATEGORY" val="custom"/>
  <p:tag name="KSO_WM_TEMPLATE_INDEX" val="20235212"/>
  <p:tag name="KSO_WM_UNIT_LAYERLEVEL" val="1"/>
  <p:tag name="KSO_WM_TAG_VERSION" val="3.0"/>
  <p:tag name="KSO_WM_BEAUTIFY_FLAG" val="#wm#"/>
  <p:tag name="KSO_WM_UNIT_TYPE" val="i"/>
  <p:tag name="KSO_WM_UNIT_INDEX" val="5"/>
</p:tagLst>
</file>

<file path=ppt/tags/tag8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6"/>
  <p:tag name="KSO_WM_TEMPLATE_CATEGORY" val="custom"/>
  <p:tag name="KSO_WM_TEMPLATE_INDEX" val="20235212"/>
  <p:tag name="KSO_WM_UNIT_LAYERLEVEL" val="1"/>
  <p:tag name="KSO_WM_TAG_VERSION" val="3.0"/>
  <p:tag name="KSO_WM_BEAUTIFY_FLAG" val="#wm#"/>
  <p:tag name="KSO_WM_UNIT_TYPE" val="i"/>
  <p:tag name="KSO_WM_UNIT_INDEX" val="6"/>
</p:tagLst>
</file>

<file path=ppt/tags/tag8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7"/>
  <p:tag name="KSO_WM_TEMPLATE_CATEGORY" val="custom"/>
  <p:tag name="KSO_WM_TEMPLATE_INDEX" val="20235212"/>
  <p:tag name="KSO_WM_UNIT_LAYERLEVEL" val="1"/>
  <p:tag name="KSO_WM_TAG_VERSION" val="3.0"/>
  <p:tag name="KSO_WM_BEAUTIFY_FLAG" val="#wm#"/>
  <p:tag name="KSO_WM_UNIT_TYPE" val="i"/>
  <p:tag name="KSO_WM_UNIT_INDEX" val="7"/>
</p:tagLst>
</file>

<file path=ppt/tags/tag8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8"/>
  <p:tag name="KSO_WM_TEMPLATE_CATEGORY" val="custom"/>
  <p:tag name="KSO_WM_TEMPLATE_INDEX" val="20235212"/>
  <p:tag name="KSO_WM_UNIT_LAYERLEVEL" val="1"/>
  <p:tag name="KSO_WM_TAG_VERSION" val="3.0"/>
  <p:tag name="KSO_WM_BEAUTIFY_FLAG" val="#wm#"/>
  <p:tag name="KSO_WM_UNIT_TYPE" val="i"/>
  <p:tag name="KSO_WM_UNIT_INDEX" val="8"/>
</p:tagLst>
</file>

<file path=ppt/tags/tag8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a*1"/>
  <p:tag name="KSO_WM_TEMPLATE_CATEGORY" val="custom"/>
  <p:tag name="KSO_WM_TEMPLATE_INDEX" val="20235212"/>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PRESET_TEXT" val="添加标题"/>
  <p:tag name="KSO_WM_UNIT_TEXT_TYPE" val="1"/>
</p:tagLst>
</file>

<file path=ppt/tags/tag8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f*1"/>
  <p:tag name="KSO_WM_TEMPLATE_CATEGORY" val="custom"/>
  <p:tag name="KSO_WM_TEMPLATE_INDEX" val="20235212"/>
  <p:tag name="KSO_WM_UNIT_LAYERLEVEL" val="1"/>
  <p:tag name="KSO_WM_TAG_VERSION" val="3.0"/>
  <p:tag name="KSO_WM_UNIT_SUBTYPE" val="a"/>
  <p:tag name="KSO_WM_UNIT_NOCLEAR" val="0"/>
  <p:tag name="KSO_WM_UNIT_VALUE" val="36"/>
  <p:tag name="KSO_WM_UNIT_TYPE" val="f"/>
  <p:tag name="KSO_WM_UNIT_INDEX" val="1"/>
  <p:tag name="KSO_WM_DIAGRAM_VERSION" val="3"/>
  <p:tag name="KSO_WM_DIAGRAM_COLOR_TRICK" val="1"/>
  <p:tag name="KSO_WM_DIAGRAM_COLOR_TEXT_CAN_REMOVE" val="n"/>
  <p:tag name="KSO_WM_DIAGRAM_MAX_ITEMCNT" val="4"/>
  <p:tag name="KSO_WM_DIAGRAM_MIN_ITEMCNT" val="1"/>
  <p:tag name="KSO_WM_DIAGRAM_VIRTUALLY_FRAME" val="{&quot;height&quot;:335.95001220703125,&quot;left&quot;:60.61255768062565,&quot;top&quot;:141.03208051065758,&quot;width&quot;:343.7749633789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
</p:tagLst>
</file>

<file path=ppt/tags/tag846.xml><?xml version="1.0" encoding="utf-8"?>
<p:tagLst xmlns:p="http://schemas.openxmlformats.org/presentationml/2006/main">
  <p:tag name="KSO_WM_SLIDE_ID" val="custom20235212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TAG_VERSION" val="3.0"/>
  <p:tag name="KSO_WM_BEAUTIFY_FLAG" val="#wm#"/>
  <p:tag name="KSO_WM_TEMPLATE_CATEGORY" val="custom"/>
  <p:tag name="KSO_WM_TEMPLATE_INDEX" val="20235212"/>
  <p:tag name="KSO_WM_SLIDE_LAYOUT" val="a_f"/>
  <p:tag name="KSO_WM_SLIDE_LAYOUT_CNT" val="1_1"/>
  <p:tag name="KSO_WM_TEMPLATE_THUMBS_INDEX" val="1、4、7、12、13、14、15、16、17、18、20、24、25、28、33、36、40、43、44"/>
  <p:tag name="KSO_WM_SLIDE_SIZE" val="960*539"/>
  <p:tag name="KSO_WM_SLIDE_POSITION" val="0*0"/>
</p:tagLst>
</file>

<file path=ppt/tags/tag847.xml><?xml version="1.0" encoding="utf-8"?>
<p:tagLst xmlns:p="http://schemas.openxmlformats.org/presentationml/2006/main">
  <p:tag name="commondata" val="eyJoZGlkIjoiMjdiZDFkNTE0YTA0ZWE5ODJkZTc5M2M2Mzc1NzZiMmEifQ=="/>
  <p:tag name="resource_record_key" val="{&quot;29&quot;:[50000076],&quot;65&quot;:[20235919],&quot;70&quot;:[3317787,3317791,3314400,3312142,3315859,3325517,3322067,3333622,3429240,3402979,3321973,3429080,3314064,3405959,3333605,3312215,3333429,333349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2024.3.8【NO.09】-几何简约风主题模板">
      <a:dk1>
        <a:srgbClr val="333333"/>
      </a:dk1>
      <a:lt1>
        <a:sysClr val="window" lastClr="FFFFFF"/>
      </a:lt1>
      <a:dk2>
        <a:srgbClr val="001A3A"/>
      </a:dk2>
      <a:lt2>
        <a:srgbClr val="F7FAFF"/>
      </a:lt2>
      <a:accent1>
        <a:srgbClr val="016EFF"/>
      </a:accent1>
      <a:accent2>
        <a:srgbClr val="624AF0"/>
      </a:accent2>
      <a:accent3>
        <a:srgbClr val="9618F4"/>
      </a:accent3>
      <a:accent4>
        <a:srgbClr val="F7219B"/>
      </a:accent4>
      <a:accent5>
        <a:srgbClr val="F02836"/>
      </a:accent5>
      <a:accent6>
        <a:srgbClr val="EE672A"/>
      </a:accent6>
      <a:hlink>
        <a:srgbClr val="0026E5"/>
      </a:hlink>
      <a:folHlink>
        <a:srgbClr val="7E1FAD"/>
      </a:folHlink>
    </a:clrScheme>
    <a:fontScheme name="qmj">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buClrTx/>
          <a:buSzTx/>
          <a:buFontTx/>
          <a:defRPr>
            <a:solidFill>
              <a:schemeClr val="lt1"/>
            </a:solidFill>
            <a:sym typeface="+mn-ea"/>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rmAutofit/>
      </a:bodyPr>
      <a:lstStyle>
        <a:defPPr algn="l">
          <a:lnSpc>
            <a:spcPct val="140000"/>
          </a:lnSpc>
          <a:defRPr sz="2000" kern="100" dirty="0">
            <a:effectLst/>
            <a:latin typeface="+mn-ea"/>
            <a:cs typeface="江城圆体 400W" panose="020B0500000000000000"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10123</Words>
  <Application>WPS 演示</Application>
  <PresentationFormat>宽屏</PresentationFormat>
  <Paragraphs>551</Paragraphs>
  <Slides>66</Slides>
  <Notes>0</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66</vt:i4>
      </vt:variant>
    </vt:vector>
  </HeadingPairs>
  <TitlesOfParts>
    <vt:vector size="82" baseType="lpstr">
      <vt:lpstr>Arial</vt:lpstr>
      <vt:lpstr>宋体</vt:lpstr>
      <vt:lpstr>Wingdings</vt:lpstr>
      <vt:lpstr>江城圆体 400W</vt:lpstr>
      <vt:lpstr>微软雅黑</vt:lpstr>
      <vt:lpstr>汉仪粗圆简</vt:lpstr>
      <vt:lpstr>Arial Unicode MS</vt:lpstr>
      <vt:lpstr>Calibri</vt:lpstr>
      <vt:lpstr>Wingdings</vt:lpstr>
      <vt:lpstr>黑体</vt:lpstr>
      <vt:lpstr>江城圆体 400W</vt:lpstr>
      <vt:lpstr>Segoe Print</vt:lpstr>
      <vt:lpstr>华康圆体W9</vt:lpstr>
      <vt:lpstr>Office 主题</vt:lpstr>
      <vt:lpstr>1_Office 主题</vt:lpstr>
      <vt:lpstr>Office 主题​​</vt:lpstr>
      <vt:lpstr>法理与宪法学</vt:lpstr>
      <vt:lpstr>          论述基本权利的主体及效力 </vt:lpstr>
      <vt:lpstr>第十四章  公民的基本权利和义务</vt:lpstr>
      <vt:lpstr>第二节  公民的基本权利</vt:lpstr>
      <vt:lpstr>一、平等权</vt:lpstr>
      <vt:lpstr>（二）宪法地位  </vt:lpstr>
      <vt:lpstr>（三）内容</vt:lpstr>
      <vt:lpstr>PowerPoint 演示文稿</vt:lpstr>
      <vt:lpstr>深圳金融高管子女加分政策，是否构成差别对待？是否合理？</vt:lpstr>
      <vt:lpstr>     分析提示：教育部明确表态，该政策有违教育公平和国家现行教育政策，已责成深圳市予以调查和纠正。</vt:lpstr>
      <vt:lpstr>思考</vt:lpstr>
      <vt:lpstr>男女退休不同龄案</vt:lpstr>
      <vt:lpstr>分析提示</vt:lpstr>
      <vt:lpstr>二、政治权利</vt:lpstr>
      <vt:lpstr>（一）选举权和被选举权</vt:lpstr>
      <vt:lpstr>贿选何时了？</vt:lpstr>
      <vt:lpstr>衡阳破坏选举案</vt:lpstr>
      <vt:lpstr>简要分析</vt:lpstr>
      <vt:lpstr>（二）言论自由</vt:lpstr>
      <vt:lpstr>（二）言论自由</vt:lpstr>
      <vt:lpstr>重庆彭水诗案 （公民宪法权利与公权力之间的典型冲突）</vt:lpstr>
      <vt:lpstr>提示：</vt:lpstr>
      <vt:lpstr>（三）出版自由</vt:lpstr>
      <vt:lpstr>陕西“渭南书案”</vt:lpstr>
      <vt:lpstr>争议焦点</vt:lpstr>
      <vt:lpstr>结论：</vt:lpstr>
      <vt:lpstr>思考</vt:lpstr>
      <vt:lpstr>分析要点：</vt:lpstr>
      <vt:lpstr>（四）结社自由</vt:lpstr>
      <vt:lpstr>（四）结社自由</vt:lpstr>
      <vt:lpstr>（五）集会、游行与示威自由</vt:lpstr>
      <vt:lpstr>（五）集会、游行与示威自由</vt:lpstr>
      <vt:lpstr>多个城市爆发针对日本“钓鱼岛国 有化”示威游行事件</vt:lpstr>
      <vt:lpstr>三、宗教信仰自由 （《宪法》第36条）</vt:lpstr>
      <vt:lpstr>（二）功能</vt:lpstr>
      <vt:lpstr>（三）宗教信仰自由的基本原则</vt:lpstr>
      <vt:lpstr>四、人身自由 （《宪法》第 37-40 条）</vt:lpstr>
      <vt:lpstr>（一）生命权</vt:lpstr>
      <vt:lpstr>分析提示</vt:lpstr>
      <vt:lpstr>（二）人身自由不受侵犯（《宪法》第37条第1款）</vt:lpstr>
      <vt:lpstr>（三）人格尊严不受侵犯（《宪法》第38条）</vt:lpstr>
      <vt:lpstr>（四）住宅不受侵犯（《宪法》第39条）</vt:lpstr>
      <vt:lpstr>（五）通信自由与通信秘密受宪法保护 （《宪法》第40条）</vt:lpstr>
      <vt:lpstr> 案例分析： 为配合选举“监听”电话</vt:lpstr>
      <vt:lpstr>要点分析：</vt:lpstr>
      <vt:lpstr>五、社会经济权利 （《宪法》第13条第1、2款；第42条第1款；第43条第1款；第45条第1款）</vt:lpstr>
      <vt:lpstr>（一）财产权</vt:lpstr>
      <vt:lpstr>（二）劳动权</vt:lpstr>
      <vt:lpstr>（四）社会保障权</vt:lpstr>
      <vt:lpstr>六、文化教育权利 （《宪法》第46-47条）</vt:lpstr>
      <vt:lpstr>PowerPoint 演示文稿</vt:lpstr>
      <vt:lpstr>评论：</vt:lpstr>
      <vt:lpstr>七、监督权与请求权 （《宪法》第41条）</vt:lpstr>
      <vt:lpstr>（二）国家赔偿请求权</vt:lpstr>
      <vt:lpstr>PowerPoint 演示文稿</vt:lpstr>
      <vt:lpstr>第三节  公民的基本义务（《宪法》第52-56条）</vt:lpstr>
      <vt:lpstr>一、基本义务概述</vt:lpstr>
      <vt:lpstr>二、维护国家统一与民族团结的义务</vt:lpstr>
      <vt:lpstr>三、遵守宪法和法律的义务</vt:lpstr>
      <vt:lpstr>四、维护祖国安全、荣誉和利益的义务</vt:lpstr>
      <vt:lpstr>五、依法服兵役</vt:lpstr>
      <vt:lpstr>  海南大学生拒服兵役被重罚：终身记录在案，永远不得录为公务员1</vt:lpstr>
      <vt:lpstr>  海南大学生拒服兵役被重罚：终身记录在案，永远不得录为公务员2</vt:lpstr>
      <vt:lpstr>六、依法纳税的义务</vt:lpstr>
      <vt:lpstr>七、宪法规定的公民其他义务</vt:lpstr>
      <vt:lpstr>课后预习任务：</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公安法制基础</dc:title>
  <dc:creator>user</dc:creator>
  <cp:lastModifiedBy>蓝色的”记忆</cp:lastModifiedBy>
  <cp:revision>281</cp:revision>
  <dcterms:created xsi:type="dcterms:W3CDTF">2018-10-23T01:46:00Z</dcterms:created>
  <dcterms:modified xsi:type="dcterms:W3CDTF">2025-12-14T08:39:36Z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105DD1DD5E7445848B7B358F5F439FD1_13</vt:lpwstr>
  </property>
  <property fmtid="{D5CDD505-2E9C-101B-9397-08002B2CF9AE}" pid="3" name="KSOProductBuildVer">
    <vt:lpwstr>2052-12.1.0.24034</vt:lpwstr>
  </property>
</Properties>
</file>