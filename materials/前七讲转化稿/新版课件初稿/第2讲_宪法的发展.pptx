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本课程教学内容总表·第2讲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13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932688"/>
            <a:ext cx="128016" cy="4535424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713232"/>
            <a:ext cx="16459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914400" y="1691640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D9D5C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896112" y="2267712"/>
            <a:ext cx="104241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现行宪法如何形成？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914400" y="3675888"/>
            <a:ext cx="9966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dirty="0">
                <a:solidFill>
                  <a:srgbClr val="E8E3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第2讲｜宪法的发展｜两学时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914400" y="6007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BBB9B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公安专业一年级  ·  两学时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本课程教学设计·第2讲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读宪法史，要回答什么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近代宪法为何出现？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中国宪法经历了哪些关键节点？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现行宪法怎样继续发展？</a:t>
            </a:r>
            <a:endParaRPr lang="en-US" sz="2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原大纲B383—B403；本课程教学设计·第2讲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先看三段历史线索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2231136"/>
            <a:ext cx="3441192" cy="201168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近代宪法的出现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73880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6760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中国近代与革命时期的探索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979664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2544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2544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新中国宪法的形成与修改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原大纲B385—B386；原课件11第7页改写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近代宪法出现的背景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社会经济关系发生变化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国家权力的组织方式改变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限制权力、保障权利成为议题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原大纲B387—B391；中国人大网《宪法制定和发展完善历程》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成立前的中国宪法探索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2231136"/>
            <a:ext cx="3441192" cy="201168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清末预备立宪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73880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6760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《中华民国临时约法》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979664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2544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2544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革命根据地的宪法性文件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原大纲B393；中国人大网《宪法制定和发展完善历程》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《共同纲领》的过渡作用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1949年由中国人民政治协商会议通过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在正式宪法出台前起临时宪法作用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为新中国制度建设提供重要基础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现行宪法题注；中国人大网《宪法制定和发展完善历程》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新中国宪法的关键节点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2231136"/>
            <a:ext cx="3441192" cy="201168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1954年：第一部正式宪法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73880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6760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1975、1978年：两次历史调整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979664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2544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2544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1982年：现行宪法公布施行</a:t>
            </a:r>
            <a:endParaRPr lang="en-US" sz="2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中国人大网《宪法制定和发展完善历程》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读懂1982年宪法的位置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36792" y="1746504"/>
            <a:ext cx="5102352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1746504"/>
            <a:ext cx="5102352" cy="6858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36792" y="1746504"/>
            <a:ext cx="5102352" cy="685800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6696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从哪里来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65392" y="1920240"/>
            <a:ext cx="46451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走向哪里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24128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89888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继承《共同纲领》与1954年宪法经验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24128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389888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总结此前宪法实施的经验教训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92824" y="2670048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958584" y="26700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适应改革开放和现代化建设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92824" y="3429000"/>
            <a:ext cx="292608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8584" y="34290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成为今天所称的现行宪法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现行宪法题注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现行宪法的五次修正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2231136"/>
            <a:ext cx="3441192" cy="201168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50976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1988年、1993年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73880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6760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56760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1999年、2004年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979664" y="2231136"/>
            <a:ext cx="3441192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62544" y="2432304"/>
            <a:ext cx="3075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162544" y="2944368"/>
            <a:ext cx="307543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2018年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现行宪法第64条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修宪程序看第64条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提议：全国人大常委会或五分之一以上全国人大代表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通过：全国人大全体代表三分之二以上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严格程序体现根本法的稳定性</a:t>
            </a:r>
            <a:endParaRPr lang="en-US" sz="2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全国人大2018年3月11日答问；宪法修正案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一次修改怎样回应制度发展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83080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1783080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2416" y="192938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719072" y="1874520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改革背景：整合反腐败力量，建立国家监察体制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768096" y="3026664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8096" y="3026664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2416" y="317296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719072" y="3118104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文本变化：增设监察委员会一节并明确地位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768096" y="4270248"/>
            <a:ext cx="10652760" cy="1088136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4270248"/>
            <a:ext cx="77724" cy="1088136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2416" y="441655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719072" y="4361688"/>
            <a:ext cx="9281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20303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机关的具体关系留待第7讲理解</a:t>
            </a:r>
            <a:endParaRPr lang="en-US" sz="2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现行宪法题注、第64条；2018年宪法修正案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时间轴与修改说明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68096" y="1737360"/>
            <a:ext cx="10652760" cy="1371600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1965960"/>
            <a:ext cx="10012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排列历史节点，再选2018年修宪的一处变化，说明其制度需要和现行宪法中的位置。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768096" y="3419856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493008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依次排出《共同纲领》至1982年宪法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768096" y="4178808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4251960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 把2018年修正放在现行宪法之后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768096" y="4937760"/>
            <a:ext cx="10652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5010912"/>
            <a:ext cx="9829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 用第64条说出修宪的基本要求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B13D38"/>
          </a:solidFill>
          <a:ln w="12700">
            <a:solidFill>
              <a:srgbClr val="B13D3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6291072"/>
            <a:ext cx="10872216" cy="10973"/>
          </a:xfrm>
          <a:prstGeom prst="rect">
            <a:avLst/>
          </a:prstGeom>
          <a:solidFill>
            <a:srgbClr val="D9D9D3"/>
          </a:solidFill>
          <a:ln w="12700">
            <a:solidFill>
              <a:srgbClr val="D9D9D3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63916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宪法学  ·  第2讲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749040" y="6391656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本课程教学设计·第2讲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149840" y="639165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46545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 / 13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3232" y="530352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本讲收束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777240" y="1755648"/>
            <a:ext cx="10643616" cy="987552"/>
          </a:xfrm>
          <a:prstGeom prst="rect">
            <a:avLst/>
          </a:prstGeom>
          <a:solidFill>
            <a:srgbClr val="142735"/>
          </a:solidFill>
          <a:ln w="12700">
            <a:solidFill>
              <a:srgbClr val="14273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78992" y="200253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BC8C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64208" y="1911096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现行宪法有清晰的历史来路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777240" y="2999232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3246120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64208" y="3154680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修正案使宪法回应制度变化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4242816"/>
            <a:ext cx="10643616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4489704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13D3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664208" y="4398264"/>
            <a:ext cx="934516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1427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下一讲读国家性质与国家形式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宪法学 第2讲 宪法的发展</dc:title>
  <dc:subject>公安专业一年级宪法学课程</dc:subject>
  <dc:creator>宪法学课程教学组</dc:creator>
  <cp:lastModifiedBy>宪法学课程教学组</cp:lastModifiedBy>
  <cp:revision>1</cp:revision>
  <dcterms:created xsi:type="dcterms:W3CDTF">2026-09-26T15:21:27Z</dcterms:created>
  <dcterms:modified xsi:type="dcterms:W3CDTF">2026-09-26T15:21:27Z</dcterms:modified>
</cp:coreProperties>
</file>