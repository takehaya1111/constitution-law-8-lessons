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本课程教学内容总表·第1讲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32688"/>
            <a:ext cx="128016" cy="45354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71323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D5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6112" y="2267712"/>
            <a:ext cx="10424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宪法为什么是国家根本法？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E8E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第1讲｜宪法总论｜两学时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14400" y="6007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BB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公安专业一年级  ·  两学时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本课程教学设计·第1讲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带着三个问题读宪法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宪法规定了国家哪些根本问题？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它与普通法律是什么关系？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能否直接推出具体执法权限？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现行宪法目录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现行宪法的阅读路线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2231136"/>
            <a:ext cx="3441192" cy="201168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序言与总纲：国家目标和基本安排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73880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6760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第二章：公民基本权利和义务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979664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2544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62544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第三、四章：国家机构与国家标志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现行宪法序言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序言写出国家的方向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找到“国家的根本任务”所在段落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找出发展道路与奋斗目标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再看序言末段的根本法表述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现行宪法第1—2条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国家性质与权力归属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46504"/>
            <a:ext cx="5102352" cy="6858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746504"/>
            <a:ext cx="5102352" cy="685800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第1条：国家是什么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65392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第2条：权力属于谁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89888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人民民主专政的社会主义国家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4128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89888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社会主义制度是根本制度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4187952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89888" y="41879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中国共产党领导的宪法定位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92824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8584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国家的一切权力属于人民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92824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58584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人民通过各级人大行使国家权力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现行宪法第3—5条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从条文概括主要原则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第3条：民主集中制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第4条：民族平等与区域自治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第5条：依法治国与法制统一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现行宪法序言末段、第1—5条；原课件10第63页改写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宪法规范管什么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确立国家根本制度与任务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配置国家权力并保障基本权利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原则的含义须回到具体条文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现行宪法序言末段、第5条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宪法与普通法律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46504"/>
            <a:ext cx="5102352" cy="6858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746504"/>
            <a:ext cx="5102352" cy="685800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65392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普通法律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89888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规定国家根本制度和任务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4128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89888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具有最高法律效力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92824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58584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处理具体领域的法律问题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92824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8584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制定须有宪法依据，不得抵触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现行宪法第5条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最高效力写在条文中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5276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64792"/>
            <a:ext cx="91440" cy="40782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dirty="0">
                <a:solidFill>
                  <a:srgbClr val="B13D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9006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一切法律、行政法规和地方性法规都不得同宪法相抵触。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828800" y="496519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现行宪法第5条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现行宪法第5条；本课程教学设计·第1讲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具体公权力从哪里查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2231136"/>
            <a:ext cx="3441192" cy="201168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宪法：确立原则和机关地位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73880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6760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法律：规定具体职权和条件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979664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2544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62544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具体行为：核对事实与法定程序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宪法序言、第5条；国家赔偿法第1条节录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识读卡：三段条文节录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序言节录：沿着中国特色社会主义道路，集中力量进行社会主义现代化建设。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第5条：一切法律、行政法规和地方性法规都不得同宪法相抵触。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国家赔偿法第1条：根据宪法，制定本法。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宪法序言、第5条；国家赔偿法第1条节录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三段材料识读卡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37360"/>
            <a:ext cx="10652760" cy="13716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9659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依据前页三段材料：找原则、说效力、判断还须查什么法律。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68096" y="3419856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93008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写明一项根本任务或原则的位置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4178808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251960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说明普通法律为何不能抵触宪法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8096" y="4937760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010912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指出具体执法权限仍须查法律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第1讲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本课程教学设计·第1讲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本讲收束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10643616" cy="987552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0253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64208" y="1911096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宪法规定国家的根本问题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2999232"/>
            <a:ext cx="1064361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24612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64208" y="3154680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宪法具有最高法律效力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4242816"/>
            <a:ext cx="1064361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4897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64208" y="4398264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下一讲追问：现行宪法如何形成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宪法学 第1讲 宪法总论</dc:title>
  <dc:subject>公安专业一年级宪法学课程</dc:subject>
  <dc:creator>宪法学课程教学组</dc:creator>
  <cp:lastModifiedBy>宪法学课程教学组</cp:lastModifiedBy>
  <cp:revision>1</cp:revision>
  <dcterms:created xsi:type="dcterms:W3CDTF">2026-09-26T15:21:27Z</dcterms:created>
  <dcterms:modified xsi:type="dcterms:W3CDTF">2026-09-26T15:21:27Z</dcterms:modified>
</cp:coreProperties>
</file>