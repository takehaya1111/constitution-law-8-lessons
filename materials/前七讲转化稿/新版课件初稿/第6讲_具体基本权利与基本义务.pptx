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宪法学八次课教学内容总表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128016" cy="45354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71323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D5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具体基本权利与基本义务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E8E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宪法保护什么，又要求公民做什么？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6007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BB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公安专业一年级  ·  两学时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第5—6讲教学设计初稿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读条文的三项任务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精读平等与人身自由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定位其他权利条文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单独读懂基本义务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宪法第33条第2款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平等权的条文起点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中华人民共和国公民在法律面前一律平等。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宪法第33条第2款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宪法第33条第2款；教学设计初稿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差别对待怎样分析？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1978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教学分析，不是宪法原文标题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先比较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再追问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比较对象与差别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差别理由是什么？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依据和实施方式是什么？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本讲自拟练习；宪法第33条第2款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课堂练习：平等判断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虚构情境：某部门对两组申请人设不同条件，却未说明理由。你先查什么？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找比较对象和差别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找第33条第2款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指出仍缺的理由与依据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宪法第37条第1款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人身自由的条文起点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中华人民共和国公民的人身自由不受侵犯。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宪法第37条第1款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宪法第37—40条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四条保护一张图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第37条：逮捕有法定决定与执行要求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第38—39条：人格尊严、住宅不可侵犯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第40条：通信检查须符合法定事由和程序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宪法第34—36条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政治与宗教权利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第34条：选举与被选举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第35条：表达及集会结社等自由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第36条：宗教信仰自由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宪法第13、41—50条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其他权利的条文地图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第41条：监督与依法取得赔偿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第13、42—45条：财产与社会经济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第46—50条：教育文化及特定保护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宪法第33条第4款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权利与义务并存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64792"/>
            <a:ext cx="1065276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64792"/>
            <a:ext cx="91440" cy="40782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0" dirty="0">
                <a:solidFill>
                  <a:srgbClr val="B13D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“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9006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任何公民享有宪法和法律规定的权利，同时必须履行宪法和法律规定的义务。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828800" y="4965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宪法第33条第4款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宪法第52—56条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基本义务：独立读五条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第52条：国家统一与民族团结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第53—54条：守法及安全荣誉利益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第55—56条：保卫祖国、抵抗侵略，依法服兵役和纳税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宪法第42、46条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两项权利也写成义务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受教育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第42条：劳动兼具权利和义务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第46条：受教育兼具权利和义务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本讲自拟练习；宪法第33、55条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课堂练习：基本义务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虚构主张：“我享有宪法权利，所以不存在服兵役义务。”怎样回应？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找到第33条末款和第55条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说明权利与义务可以并存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履行条件和后果另查法律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第6讲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宪法第33—56条；教学设计初稿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本讲收束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19786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下一讲：国家机构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55648"/>
            <a:ext cx="10643616" cy="987552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00253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64208" y="1911096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平等权见第33条第2款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2999232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2461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4208" y="3154680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具体权利要回到对应条文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4242816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897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64208" y="4398264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义务见第52—56条及相关条款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宪法学 第6讲 具体基本权利与基本义务</dc:title>
  <dc:subject>公安专业一年级宪法学课程</dc:subject>
  <dc:creator>宪法学课程教学组</dc:creator>
  <cp:lastModifiedBy>宪法学课程教学组</cp:lastModifiedBy>
  <cp:revision>1</cp:revision>
  <dcterms:created xsi:type="dcterms:W3CDTF">2026-09-26T15:21:27Z</dcterms:created>
  <dcterms:modified xsi:type="dcterms:W3CDTF">2026-09-26T15:21:27Z</dcterms:modified>
</cp:coreProperties>
</file>